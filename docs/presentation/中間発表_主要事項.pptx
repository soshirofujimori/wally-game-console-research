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xml version='1.0' encoding='UTF-8' standalone='yes'?>
<Relationships xmlns="http://schemas.openxmlformats.org/package/2006/relationships"><Relationship Type="http://schemas.openxmlformats.org/package/2006/relationships/metadata/core-properties" Target="/docProps/core.xml" Id="R025dad80a6ce4feb"/><Relationship Type="http://schemas.openxmlformats.org/officeDocument/2006/relationships/extended-properties" Target="/docProps/app.xml" Id="Rbb712e731dfa4f5a"/><Relationship Type="http://schemas.openxmlformats.org/officeDocument/2006/relationships/officeDocument" Target="/ppt/presentation.xml" Id="Rbfec3a6ca1f64197"/></Relationships>
</file>

<file path=ppt/presentation.xml><?xml version="1.0" encoding="utf-8"?>
<p:presentation xmlns:p="http://schemas.openxmlformats.org/presentationml/2006/main">
  <p:sldMasterIdLst>
    <p:sldMasterId xmlns:r="http://schemas.openxmlformats.org/officeDocument/2006/relationships" id="2147483648" r:id="Ra5de79dbe17d4ab1"/>
  </p:sldMasterIdLst>
  <p:notesMasterIdLst>
    <p:notesMasterId xmlns:r="http://schemas.openxmlformats.org/officeDocument/2006/relationships" r:id="R81aa59b913884a70"/>
  </p:notesMasterIdLst>
  <p:sldIdLst>
    <p:sldId xmlns:r="http://schemas.openxmlformats.org/officeDocument/2006/relationships" id="256" r:id="R50397e54af624cb5"/>
    <p:sldId xmlns:r="http://schemas.openxmlformats.org/officeDocument/2006/relationships" id="257" r:id="R63830661b2a244b7"/>
    <p:sldId xmlns:r="http://schemas.openxmlformats.org/officeDocument/2006/relationships" id="258" r:id="R5b4390bf814a4db2"/>
    <p:sldId xmlns:r="http://schemas.openxmlformats.org/officeDocument/2006/relationships" id="259" r:id="Rcc5783944784464b"/>
    <p:sldId xmlns:r="http://schemas.openxmlformats.org/officeDocument/2006/relationships" id="260" r:id="Rc38aa998b15342e3"/>
    <p:sldId xmlns:r="http://schemas.openxmlformats.org/officeDocument/2006/relationships" id="261" r:id="R4798969d1f6a4e60"/>
    <p:sldId xmlns:r="http://schemas.openxmlformats.org/officeDocument/2006/relationships" id="262" r:id="R324477851ebb42dc"/>
    <p:sldId xmlns:r="http://schemas.openxmlformats.org/officeDocument/2006/relationships" id="263" r:id="R3bb63cae9b404b60"/>
    <p:sldId xmlns:r="http://schemas.openxmlformats.org/officeDocument/2006/relationships" id="264" r:id="Ra60f5297d3c64425"/>
    <p:sldId xmlns:r="http://schemas.openxmlformats.org/officeDocument/2006/relationships" id="265" r:id="Rf7fd76a11e8c475b"/>
    <p:sldId xmlns:r="http://schemas.openxmlformats.org/officeDocument/2006/relationships" id="266" r:id="Reb46c616879d4af0"/>
    <p:sldId xmlns:r="http://schemas.openxmlformats.org/officeDocument/2006/relationships" id="267" r:id="Rad9fbc134ec84c8e"/>
    <p:sldId xmlns:r="http://schemas.openxmlformats.org/officeDocument/2006/relationships" id="268" r:id="R0289d7d9652b4fc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Type="http://schemas.openxmlformats.org/officeDocument/2006/relationships/theme" Target="/ppt/theme/theme1.xml" Id="R7c28e097083948d5"/><Relationship Type="http://schemas.openxmlformats.org/officeDocument/2006/relationships/slideMaster" Target="/ppt/slideMasters/slideMaster1.xml" Id="Ra5de79dbe17d4ab1"/><Relationship Type="http://schemas.openxmlformats.org/officeDocument/2006/relationships/notesMaster" Target="/ppt/notesMasters/notesMaster1.xml" Id="R81aa59b913884a70"/><Relationship Type="http://schemas.openxmlformats.org/officeDocument/2006/relationships/presProps" Target="/ppt/presProps.xml" Id="Rdd03803f70ac4c66"/><Relationship Type="http://schemas.openxmlformats.org/officeDocument/2006/relationships/tableStyles" Target="/ppt/tableStyles.xml" Id="R272629441a49472e"/><Relationship Type="http://schemas.openxmlformats.org/officeDocument/2006/relationships/slide" Target="/ppt/slides/slide1.xml" Id="R50397e54af624cb5"/><Relationship Type="http://schemas.openxmlformats.org/officeDocument/2006/relationships/slide" Target="/ppt/slides/slide2.xml" Id="R63830661b2a244b7"/><Relationship Type="http://schemas.openxmlformats.org/officeDocument/2006/relationships/slide" Target="/ppt/slides/slide3.xml" Id="R5b4390bf814a4db2"/><Relationship Type="http://schemas.openxmlformats.org/officeDocument/2006/relationships/slide" Target="/ppt/slides/slide4.xml" Id="Rcc5783944784464b"/><Relationship Type="http://schemas.openxmlformats.org/officeDocument/2006/relationships/slide" Target="/ppt/slides/slide5.xml" Id="Rc38aa998b15342e3"/><Relationship Type="http://schemas.openxmlformats.org/officeDocument/2006/relationships/slide" Target="/ppt/slides/slide6.xml" Id="R4798969d1f6a4e60"/><Relationship Type="http://schemas.openxmlformats.org/officeDocument/2006/relationships/slide" Target="/ppt/slides/slide7.xml" Id="R324477851ebb42dc"/><Relationship Type="http://schemas.openxmlformats.org/officeDocument/2006/relationships/slide" Target="/ppt/slides/slide8.xml" Id="R3bb63cae9b404b60"/><Relationship Type="http://schemas.openxmlformats.org/officeDocument/2006/relationships/slide" Target="/ppt/slides/slide9.xml" Id="Ra60f5297d3c64425"/><Relationship Type="http://schemas.openxmlformats.org/officeDocument/2006/relationships/slide" Target="/ppt/slides/slide10.xml" Id="Rf7fd76a11e8c475b"/><Relationship Type="http://schemas.openxmlformats.org/officeDocument/2006/relationships/slide" Target="/ppt/slides/slide11.xml" Id="Reb46c616879d4af0"/><Relationship Type="http://schemas.openxmlformats.org/officeDocument/2006/relationships/slide" Target="/ppt/slides/slide12.xml" Id="Rad9fbc134ec84c8e"/><Relationship Type="http://schemas.openxmlformats.org/officeDocument/2006/relationships/slide" Target="/ppt/slides/slide13.xml" Id="R0289d7d9652b4fc7"/></Relationships>
</file>

<file path=ppt/notesMasters/_rels/notesMaster1.xml.rels><?xml version='1.0' encoding='UTF-8' standalone='yes'?>
<Relationships xmlns="http://schemas.openxmlformats.org/package/2006/relationships"><Relationship Type="http://schemas.openxmlformats.org/officeDocument/2006/relationships/theme" Target="/ppt/notesMasters/theme/theme3.xml" Id="R2bdb6b2bdbb84b85"/></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Type="http://schemas.openxmlformats.org/officeDocument/2006/relationships/slide" Target="/ppt/slides/slide1.xml" Id="R0e2fce26560846e7"/><Relationship Type="http://schemas.openxmlformats.org/officeDocument/2006/relationships/notesMaster" Target="/ppt/notesMasters/notesMaster1.xml" Id="R082916f636024a5d"/></Relationships>
</file>

<file path=ppt/notesSlides/_rels/notesSlide2.xml.rels><?xml version='1.0' encoding='UTF-8' standalone='yes'?>
<Relationships xmlns="http://schemas.openxmlformats.org/package/2006/relationships"><Relationship Type="http://schemas.openxmlformats.org/officeDocument/2006/relationships/slide" Target="/ppt/slides/slide2.xml" Id="Re3fb5c2522a64f86"/><Relationship Type="http://schemas.openxmlformats.org/officeDocument/2006/relationships/notesMaster" Target="/ppt/notesMasters/notesMaster1.xml" Id="Rbebb0e7acbe74662"/></Relationships>
</file>

<file path=ppt/notesSlides/_rels/notesSlide3.xml.rels><?xml version='1.0' encoding='UTF-8' standalone='yes'?>
<Relationships xmlns="http://schemas.openxmlformats.org/package/2006/relationships"><Relationship Type="http://schemas.openxmlformats.org/officeDocument/2006/relationships/slide" Target="/ppt/slides/slide3.xml" Id="R9599045cc51642fd"/><Relationship Type="http://schemas.openxmlformats.org/officeDocument/2006/relationships/notesMaster" Target="/ppt/notesMasters/notesMaster1.xml" Id="Rea0b36df656d4040"/></Relationships>
</file>

<file path=ppt/notesSlides/_rels/notesSlide4.xml.rels><?xml version='1.0' encoding='UTF-8' standalone='yes'?>
<Relationships xmlns="http://schemas.openxmlformats.org/package/2006/relationships"><Relationship Type="http://schemas.openxmlformats.org/officeDocument/2006/relationships/slide" Target="/ppt/slides/slide4.xml" Id="R5785610849fb470c"/><Relationship Type="http://schemas.openxmlformats.org/officeDocument/2006/relationships/notesMaster" Target="/ppt/notesMasters/notesMaster1.xml" Id="R5d88af52d52840ff"/></Relationships>
</file>

<file path=ppt/notesSlides/_rels/notesSlide5.xml.rels><?xml version='1.0' encoding='UTF-8' standalone='yes'?>
<Relationships xmlns="http://schemas.openxmlformats.org/package/2006/relationships"><Relationship Type="http://schemas.openxmlformats.org/officeDocument/2006/relationships/slide" Target="/ppt/slides/slide5.xml" Id="Rfcd8d296589344b4"/><Relationship Type="http://schemas.openxmlformats.org/officeDocument/2006/relationships/notesMaster" Target="/ppt/notesMasters/notesMaster1.xml" Id="R2432c85158aa4303"/></Relationships>
</file>

<file path=ppt/notesSlides/_rels/notesSlide6.xml.rels><?xml version='1.0' encoding='UTF-8' standalone='yes'?>
<Relationships xmlns="http://schemas.openxmlformats.org/package/2006/relationships"><Relationship Type="http://schemas.openxmlformats.org/officeDocument/2006/relationships/slide" Target="/ppt/slides/slide6.xml" Id="Rc605745390994f74"/><Relationship Type="http://schemas.openxmlformats.org/officeDocument/2006/relationships/notesMaster" Target="/ppt/notesMasters/notesMaster1.xml" Id="R9305e8a245324271"/></Relationships>
</file>

<file path=ppt/notesSlides/_rels/notesSlide7.xml.rels><?xml version='1.0' encoding='UTF-8' standalone='yes'?>
<Relationships xmlns="http://schemas.openxmlformats.org/package/2006/relationships"><Relationship Type="http://schemas.openxmlformats.org/officeDocument/2006/relationships/slide" Target="/ppt/slides/slide7.xml" Id="R37150714853644c9"/><Relationship Type="http://schemas.openxmlformats.org/officeDocument/2006/relationships/notesMaster" Target="/ppt/notesMasters/notesMaster1.xml" Id="R1b97d9faea5b4b25"/></Relationships>
</file>

<file path=ppt/notesSlides/_rels/notesSlide8.xml.rels><?xml version='1.0' encoding='UTF-8' standalone='yes'?>
<Relationships xmlns="http://schemas.openxmlformats.org/package/2006/relationships"><Relationship Type="http://schemas.openxmlformats.org/officeDocument/2006/relationships/slide" Target="/ppt/slides/slide8.xml" Id="R41e21c01cba046ca"/><Relationship Type="http://schemas.openxmlformats.org/officeDocument/2006/relationships/notesMaster" Target="/ppt/notesMasters/notesMaster1.xml" Id="R94dac8d3614b45c4"/></Relationships>
</file>

<file path=ppt/notesSlides/_rels/notesSlide9.xml.rels><?xml version='1.0' encoding='UTF-8' standalone='yes'?>
<Relationships xmlns="http://schemas.openxmlformats.org/package/2006/relationships"><Relationship Type="http://schemas.openxmlformats.org/officeDocument/2006/relationships/slide" Target="/ppt/slides/slide9.xml" Id="R5f565b5ac94c440f"/><Relationship Type="http://schemas.openxmlformats.org/officeDocument/2006/relationships/notesMaster" Target="/ppt/notesMasters/notesMaster1.xml" Id="R1e83ab74eba140e6"/></Relationships>
</file>

<file path=ppt/notesSlides/_rels/notesSlide10.xml.rels><?xml version='1.0' encoding='UTF-8' standalone='yes'?>
<Relationships xmlns="http://schemas.openxmlformats.org/package/2006/relationships"><Relationship Type="http://schemas.openxmlformats.org/officeDocument/2006/relationships/slide" Target="/ppt/slides/slide10.xml" Id="R9f7ff58b74634592"/><Relationship Type="http://schemas.openxmlformats.org/officeDocument/2006/relationships/notesMaster" Target="/ppt/notesMasters/notesMaster1.xml" Id="R98492445e1e442ac"/></Relationships>
</file>

<file path=ppt/notesSlides/_rels/notesSlide11.xml.rels><?xml version='1.0' encoding='UTF-8' standalone='yes'?>
<Relationships xmlns="http://schemas.openxmlformats.org/package/2006/relationships"><Relationship Type="http://schemas.openxmlformats.org/officeDocument/2006/relationships/slide" Target="/ppt/slides/slide11.xml" Id="R9fdac3b720f34dee"/><Relationship Type="http://schemas.openxmlformats.org/officeDocument/2006/relationships/notesMaster" Target="/ppt/notesMasters/notesMaster1.xml" Id="R9382c41a72344fdf"/></Relationships>
</file>

<file path=ppt/notesSlides/_rels/notesSlide12.xml.rels><?xml version='1.0' encoding='UTF-8' standalone='yes'?>
<Relationships xmlns="http://schemas.openxmlformats.org/package/2006/relationships"><Relationship Type="http://schemas.openxmlformats.org/officeDocument/2006/relationships/slide" Target="/ppt/slides/slide12.xml" Id="R2754edb1d72a489c"/><Relationship Type="http://schemas.openxmlformats.org/officeDocument/2006/relationships/notesMaster" Target="/ppt/notesMasters/notesMaster1.xml" Id="Rca2e3cd03da74be0"/></Relationships>
</file>

<file path=ppt/notesSlides/_rels/notesSlide13.xml.rels><?xml version='1.0' encoding='UTF-8' standalone='yes'?>
<Relationships xmlns="http://schemas.openxmlformats.org/package/2006/relationships"><Relationship Type="http://schemas.openxmlformats.org/officeDocument/2006/relationships/slide" Target="/ppt/slides/slide13.xml" Id="Rfe55c4ae5f3740ce"/><Relationship Type="http://schemas.openxmlformats.org/officeDocument/2006/relationships/notesMaster" Target="/ppt/notesMasters/notesMaster1.xml" Id="Re3e30d360659498b"/></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説明時間の目安：5秒</a:t>
            </a:r>
          </a:p>
          <a:p xmlns:a="http://schemas.openxmlformats.org/drawingml/2006/main">
            <a:r>
              <a:t/>
            </a:r>
          </a:p>
          <a:p xmlns:a="http://schemas.openxmlformats.org/drawingml/2006/main">
            <a:r>
              <a:t>この題目で発表します。</a:t>
            </a:r>
          </a:p>
          <a:p xmlns:a="http://schemas.openxmlformats.org/drawingml/2006/main">
            <a:r>
              <a:t/>
            </a:r>
          </a:p>
          <a:p xmlns:a="http://schemas.openxmlformats.org/drawingml/2006/main">
            <a:r>
              <a:t>出典：</a:t>
            </a:r>
          </a:p>
          <a:p xmlns:a="http://schemas.openxmlformats.org/drawingml/2006/main">
            <a:r>
              <a:t/>
            </a:r>
          </a:p>
          <a:p xmlns:a="http://schemas.openxmlformats.org/drawingml/2006/main">
            <a:r>
              <a:t>補足説明：表紙は題目と発表者・指導教員の情報のみを示す。公開版は個人情報を伏せる。</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説明時間の目安：25秒</a:t>
            </a:r>
          </a:p>
          <a:p xmlns:a="http://schemas.openxmlformats.org/drawingml/2006/main">
            <a:r>
              <a:t/>
            </a:r>
          </a:p>
          <a:p xmlns:a="http://schemas.openxmlformats.org/drawingml/2006/main">
            <a:r>
              <a:t>CPUは、まず実行する命令をメモリから読みます。PCはその番地を保存するレジスタです。0番地からlwを読むと、解読回路が、使うレジスタや読み書きの種類を決めます。この例では次の命令は4番地です。命令メモリとデータメモリを分けた簡単なCPUから説明します。</a:t>
            </a:r>
          </a:p>
          <a:p xmlns:a="http://schemas.openxmlformats.org/drawingml/2006/main">
            <a:r>
              <a:t/>
            </a:r>
          </a:p>
          <a:p xmlns:a="http://schemas.openxmlformats.org/drawingml/2006/main">
            <a:r>
              <a:t>出典：Harris, S. L. and Harris, D., Digital Design and Computer Architecture: RISC-V Edition (2021), Chapter 7. Official figure source: https://pages.hmc.edu/harris/ddca/ddcarv.html (DDCArv_Figures.zip). Chapter 7, single-cycle processor instruction fetch; RVSOC Figure 7.11.</a:t>
            </a:r>
          </a:p>
          <a:p xmlns:a="http://schemas.openxmlformats.org/drawingml/2006/main">
            <a:r>
              <a:t/>
            </a:r>
          </a:p>
          <a:p xmlns:a="http://schemas.openxmlformats.org/drawingml/2006/main">
            <a:r>
              <a:t>補足説明：DDCAの単一サイクルCPUの主要な命令読出し経路を描き直した。PC、命令メモリ、命令の解読、PC+4を示す。メモリの箱内のlwとswは機械語の読みやすい表記であり、CPUが文字列を解釈するという意味ではない。例の二命令はいずれも32ビット、分岐しない場合なので番地を4ずつ増やす。圧縮命令、分岐、例外、リセットと待機制御は省略する。PCの三角はクロック入力。次のlwとswで示す0番地・4番地はデータメモリの番地で、この命令メモリの番地とは区別する。Wallyでは命令とデータが同じDDR3に置かれる場合があるが、それは後のバス接続の図で説明する。</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説明時間の目安：30秒</a:t>
            </a:r>
          </a:p>
          <a:p xmlns:a="http://schemas.openxmlformats.org/drawingml/2006/main">
            <a:r>
              <a:t/>
            </a:r>
          </a:p>
          <a:p xmlns:a="http://schemas.openxmlformats.org/drawingml/2006/main">
            <a:r>
              <a:t>読み出したlwの動きを見ます。x0は常に0なので、ALUで0足す0を計算し、データの番地0を作ります。その場所にある3を読み、青い帰り道でx1へ保存します。命令は、どの番地を読み、どのレジスタに保存するかを指定しています。</a:t>
            </a:r>
          </a:p>
          <a:p xmlns:a="http://schemas.openxmlformats.org/drawingml/2006/main">
            <a:r>
              <a:t/>
            </a:r>
          </a:p>
          <a:p xmlns:a="http://schemas.openxmlformats.org/drawingml/2006/main">
            <a:r>
              <a:t>出典：Harris, S. L. and Harris, D., Digital Design and Computer Architecture: RISC-V Edition (2021), Chapter 7. Official figure source: https://pages.hmc.edu/harris/ddca/ddcarv.html (DDCArv_Figures.zip). Figures 7.8 and 7.12, reduced load datapath.</a:t>
            </a:r>
          </a:p>
          <a:p xmlns:a="http://schemas.openxmlformats.org/drawingml/2006/main">
            <a:r>
              <a:t/>
            </a:r>
          </a:p>
          <a:p xmlns:a="http://schemas.openxmlformats.org/drawingml/2006/main">
            <a:r>
              <a:t>補足説明：命令lw x1,0(x0)を読み出し、解読した後のデータ経路を拡大している。A1=0、A3=1、即値=0、RegWrite=1、MemWrite=0。x0の読出し値は常に0。データメモリ0番地に3が格納済みの説明例である。命令フィールドからレジスタ番号・即値・制御信号への配線は省略する。extendは即値の生成・符号拡張を表す組合せ回路で、保存用レジスタではない。Register Fileはレジスタ群であり単一のフリップフロップとは異なる。三角記号は書込みの基準となるクロック入力を示す。PCと命令読出しは前の図で説明済みのためこの拡大図では表示しない。これはWallyの完全なRTL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説明時間の目安：30秒</a:t>
            </a:r>
          </a:p>
          <a:p xmlns:a="http://schemas.openxmlformats.org/drawingml/2006/main">
            <a:r>
              <a:t/>
            </a:r>
          </a:p>
          <a:p xmlns:a="http://schemas.openxmlformats.org/drawingml/2006/main">
            <a:r>
              <a:t>続くswでは、同じALUで0足す4を計算し、データの番地4を作ります。保存する3はx1から、別の青い線を通してメモリへ送ります。書込みを許可すると4番地へ保存されます。この、番地と値を渡す動作を、後で描画回路にも使います。</a:t>
            </a:r>
          </a:p>
          <a:p xmlns:a="http://schemas.openxmlformats.org/drawingml/2006/main">
            <a:r>
              <a:t/>
            </a:r>
          </a:p>
          <a:p xmlns:a="http://schemas.openxmlformats.org/drawingml/2006/main">
            <a:r>
              <a:t>出典：Harris, S. L. and Harris, D., Digital Design and Computer Architecture: RISC-V Edition (2021), Chapter 7. Official figure source: https://pages.hmc.edu/harris/ddca/ddcarv.html (DDCArv_Figures.zip). Chapter 7, store datapath.</a:t>
            </a:r>
          </a:p>
          <a:p xmlns:a="http://schemas.openxmlformats.org/drawingml/2006/main">
            <a:r>
              <a:t/>
            </a:r>
          </a:p>
          <a:p xmlns:a="http://schemas.openxmlformats.org/drawingml/2006/main">
            <a:r>
              <a:t>補足説明：sw x1,4(x0)でrs1=0、rs2=1、S形式の即値=4。RD1=0をALUへ、RD2=3をData MemoryのWDへ渡す。RegWrite=0、MemWrite=1。A3とWD3は保存に使わない。swの[11:7]はrdではなく即値の一部なのでA3を未使用として示す。データメモリのクロックとバイト許可信号は省略する。RegWriteとMemWriteを図では各ブロックのWE3、WEに対応させている。</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説明時間の目安：25秒</a:t>
            </a:r>
          </a:p>
          <a:p xmlns:a="http://schemas.openxmlformats.org/drawingml/2006/main">
            <a:r>
              <a:t/>
            </a:r>
          </a:p>
          <a:p xmlns:a="http://schemas.openxmlformats.org/drawingml/2006/main">
            <a:r>
              <a:t>実際の構成では、命令やデータを大きなDDR3メモリに置きます。CPU内のレジスタやALUを残し、メモリとの間をバスでつなぎます。命令の番地はPCから、データの番地はALUから出ます。バス接続が要求を送り、相手の応答を待ちます。</a:t>
            </a:r>
          </a:p>
          <a:p xmlns:a="http://schemas.openxmlformats.org/drawingml/2006/main">
            <a:r>
              <a:t/>
            </a:r>
          </a:p>
          <a:p xmlns:a="http://schemas.openxmlformats.org/drawingml/2006/main">
            <a:r>
              <a:t>出典：Harris et al., RISC-V System-on-Chip Design, Chapters 7–13, 20, 22–23. Official figure source: https://pages.hmc.edu/harris/ddca/rvsocd.html (RVSoCD_figs.zip). Chapters 9–11 and 23. Product revision 261832d48832dd6e26c4971ab8893ce61200688b. console/fpga/src/fpgaTopNexysVideo.sv; console/fpga/src/rasterix.sv; console/fpga/src/rasterix_apb.sv; console/fpga/generator/axiscdc.tcl.</a:t>
            </a:r>
          </a:p>
          <a:p xmlns:a="http://schemas.openxmlformats.org/drawingml/2006/main">
            <a:r>
              <a:t/>
            </a:r>
          </a:p>
          <a:p xmlns:a="http://schemas.openxmlformats.org/drawingml/2006/main">
            <a:r>
              <a:t>補足説明：単一サイクルの説明を、外部メモリへ接続した機能図へ進める。左のCPU箱は命令読出し、整数演算、バス接続をまとめており、Wallyのパイプライン、MMU、キャッシュ、EBUは展開しない。PCとALUからの要求を同時に一本へ短絡するものではなく、実際には命令側・データ側の経路、調停、アドレス変換等を経る。「バス接続」は関連回路をまとめた説明名で、単一のHDLモジュール名ではない。DDR3制御にはAHB/AXI変換、クロック接続、MIG等を含める。青い読出し線はバス側から解読回路へ命令が戻ることを示す。データの読出しの戻り線は複雑化を避けて省略する。DDR3はFPGA外部。全ての命令・データアクセスが必ずバスへ出るという意味ではなく、キャッシュ等の動作をこの説明では省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説明時間の目安：35秒</a:t>
            </a:r>
          </a:p>
          <a:p xmlns:a="http://schemas.openxmlformats.org/drawingml/2006/main">
            <a:r>
              <a:t/>
            </a:r>
          </a:p>
          <a:p xmlns:a="http://schemas.openxmlformats.org/drawingml/2006/main">
            <a:r>
              <a:t>SDカードにはゲームと描画用のソフトウェアを保存します。Linuxが必要な内容を、SD制御回路を通してDDR3へ読み込みます。その後、CPUはDDR3側から命令を読み出して実行します。RasterIXを操作するソフトウェアも、このCPU上で動くプログラムの一部です。</a:t>
            </a:r>
          </a:p>
          <a:p xmlns:a="http://schemas.openxmlformats.org/drawingml/2006/main">
            <a:r>
              <a:t/>
            </a:r>
          </a:p>
          <a:p xmlns:a="http://schemas.openxmlformats.org/drawingml/2006/main">
            <a:r>
              <a:t>出典：Harris et al., RISC-V System-on-Chip Design, Chapters 7–13, 20, 22–23. Official figure source: https://pages.hmc.edu/harris/ddca/rvsocd.html (RVSoCD_figs.zip). Chapter 23. Product revision 261832d48832dd6e26c4971ab8893ce61200688b. console/fpga/src/fpgaTopNexysVideo.sv; console/fpga/src/rasterix.sv; console/fpga/src/rasterix_apb.sv; console/fpga/generator/axiscdc.tcl. console/linux/devicetree/wally-nexysvideo-rasterix.dts; console/src/uncore/uncore.sv; console/examples/rasterix/</a:t>
            </a:r>
          </a:p>
          <a:p xmlns:a="http://schemas.openxmlformats.org/drawingml/2006/main">
            <a:r>
              <a:t/>
            </a:r>
          </a:p>
          <a:p xmlns:a="http://schemas.openxmlformats.org/drawingml/2006/main">
            <a:r>
              <a:t>補足説明：SDカードのプログラムがCPUから直接実行される図ではない。OSとドライバーがSD制御回路を操作し、必要なファイル内容をRAMへ読み込む。右の青い上向き矢印はこの論理的な読み込みを表し、SDとDDR3を直結したDMAの配線ではない。全実行ファイルを必ず最初に一括転送するという意味でもない。ユーザープログラムの実行では、CPUがDDR3内の命令を命令読出し経路から取得する。物理番地はDDR3が0x80000000から512 MiB、SD制御レジスタが0x00013000。SDはspi_apbのsdcインスタンスを用いたSPI接続で、カードをRAMと同じ方法で直接ロード／ストアするのではない。ソフトウェアにはゲームとRasterIX用ライブラリ・接続処理を含む。RasterIXのハードウェア自体はFPGAの構成データに含まれ、ゲーム用のSDファイルからCPUが実行するプログラム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説明時間の目安：35秒</a:t>
            </a:r>
          </a:p>
          <a:p xmlns:a="http://schemas.openxmlformats.org/drawingml/2006/main">
            <a:r>
              <a:t/>
            </a:r>
          </a:p>
          <a:p xmlns:a="http://schemas.openxmlformats.org/drawingml/2006/main">
            <a:r>
              <a:t>この簡略図に、描画用の接続回路とRasterIXを加えます。実行中の描画ソフトウェアは、描画命令の数値列を作ります。その1語を、CPUのswで描画用の番地へ書きます。番地によってDDR3やSD制御とは別の窓口が選ばれ、APBを通って接続回路へ届きます。</a:t>
            </a:r>
          </a:p>
          <a:p xmlns:a="http://schemas.openxmlformats.org/drawingml/2006/main">
            <a:r>
              <a:t/>
            </a:r>
          </a:p>
          <a:p xmlns:a="http://schemas.openxmlformats.org/drawingml/2006/main">
            <a:r>
              <a:t>出典：Product revision 261832d48832dd6e26c4971ab8893ce61200688b. console/fpga/src/fpgaTopNexysVideo.sv; console/fpga/src/rasterix.sv; console/fpga/src/rasterix_apb.sv; console/fpga/generator/axiscdc.tcl. console/fpga/src/rasterix_apb.sv; console/fpga/src/rasterix.sv; console/src/uncore/ahbapbbridge.sv; console/linux/devicetree/wally-nexysvideo-rasterix.dts.</a:t>
            </a:r>
          </a:p>
          <a:p xmlns:a="http://schemas.openxmlformats.org/drawingml/2006/main">
            <a:r>
              <a:t/>
            </a:r>
          </a:p>
          <a:p xmlns:a="http://schemas.openxmlformats.org/drawingml/2006/main">
            <a:r>
              <a:t>補足説明：通常CMD窓口の物理番地は0x10080000で、EXT_IO領域0x10080000〜0x100800ffにある。図のBはCPUがアクセスする仮想番地であり、Linuxではmmap等で得た仮想アドレスを用いる。Bを物理定数そのものとして使うとは限らない。簡略図では番地変換を省略する。Dは描画命令列の一つの32ビット語であり、CPUが実行するRISC-V命令swの機械語とは別の内容。接続回路内にAPBアダプターと非同期FIFOがあり、次の図で拡大する。SD制御と描画用の窓口は、同じAHB/APBブリッジの先にある。図でも一つのAPB変換回路から二つへ分岐させている。RasterIX本体は公式コードを変更せず使う。図はCPUから描画命令を送る経路に限定し、RasterIXのDDR3アクセスと表示経路は10枚目で示す。</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説明時間の目安：30秒</a:t>
            </a:r>
          </a:p>
          <a:p xmlns:a="http://schemas.openxmlformats.org/drawingml/2006/main">
            <a:r>
              <a:t/>
            </a:r>
          </a:p>
          <a:p xmlns:a="http://schemas.openxmlformats.org/drawingml/2006/main">
            <a:r>
              <a:t>追加した接続回路の中を見ます。正しい窓口への32ビット書込みかを確認し、書く値DをFIFOのデータ入力へつなぎます。同時に、このデータが有効だと知らせます。FIFOから受取可能の信号が返ってきたら、それをAPBの完了信号へ返します。番地の付いた書込みを、値と受取条件へ変換しています。</a:t>
            </a:r>
          </a:p>
          <a:p xmlns:a="http://schemas.openxmlformats.org/drawingml/2006/main">
            <a:r>
              <a:t/>
            </a:r>
          </a:p>
          <a:p xmlns:a="http://schemas.openxmlformats.org/drawingml/2006/main">
            <a:r>
              <a:t>出典：Product revision 261832d48832dd6e26c4971ab8893ce61200688b. console/fpga/src/fpgaTopNexysVideo.sv; console/fpga/src/rasterix.sv; console/fpga/src/rasterix_apb.sv; console/fpga/generator/axiscdc.tcl. console/fpga/src/rasterix_apb.sv, assignments to WordWrite, CommandWrite, CmdValid, CmdData and PREADY; console/fpga/src/rasterix.sv, commandfifo.</a:t>
            </a:r>
          </a:p>
          <a:p xmlns:a="http://schemas.openxmlformats.org/drawingml/2006/main">
            <a:r>
              <a:t/>
            </a:r>
          </a:p>
          <a:p xmlns:a="http://schemas.openxmlformats.org/drawingml/2006/main">
            <a:r>
              <a:t>補足説明：図は通常のCMD窓口0x00へのアラインされた32ビット書込みに限定する。この場合、RV64ではCmdData=PWDATA[31:0]、WordWrite=&amp;PSTRB[3:0]。一般式はCommandWrite=PSEL &amp; PENABLE &amp; PWRITE &amp; WordWrite &amp; (PADDR[7:3]==0)、CmdValid=CommandWrite、CmdData=WriteData。CmdLast=PADDR[2]もFIFOへ送るが、この例は0である。コマンド書込み中はPREADY=CmdReadyで、他のレジスタアクセスではPREADYの意味や選び方が異なる。この接続は主に組合せの条件判定と信号接続で、rasterix_apb内に命令語を保存する独立のレジスタを追加したという説明ではない。命令の保存はFIFOが行う。FIFOはAMDのAXI4-Stream Data FIFO IPで、RasterIX本体も既存実装を利用した。CPUが実行するswという命令と、Dというデータとして送る描画命令の1語は別である。</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説明時間の目安：25秒</a:t>
            </a:r>
          </a:p>
          <a:p xmlns:a="http://schemas.openxmlformats.org/drawingml/2006/main">
            <a:r>
              <a:t/>
            </a:r>
          </a:p>
          <a:p xmlns:a="http://schemas.openxmlformats.org/drawingml/2006/main">
            <a:r>
              <a:t>受取可能が0の間は、値Dと有効信号を保ちます。この間、FIFOには保存されません。有効と受取可能が両方1になったクロックの立上りで、初めて1語を保存します。同じ立上りでAPBの書込みも完了します。何周期待っても、同じ語を何度も保存する仕組みではありません。</a:t>
            </a:r>
          </a:p>
          <a:p xmlns:a="http://schemas.openxmlformats.org/drawingml/2006/main">
            <a:r>
              <a:t/>
            </a:r>
          </a:p>
          <a:p xmlns:a="http://schemas.openxmlformats.org/drawingml/2006/main">
            <a:r>
              <a:t>出典：Product revision 261832d48832dd6e26c4971ab8893ce61200688b. console/fpga/src/fpgaTopNexysVideo.sv; console/fpga/src/rasterix.sv; console/fpga/src/rasterix_apb.sv; console/fpga/generator/axiscdc.tcl. console/fpga/src/rasterix_apb.sv; console/src/uncore/ahbapbbridge.sv; console/fpga/src/rasterix.sv; console/fpga/generator/axiscdc.tcl.</a:t>
            </a:r>
          </a:p>
          <a:p xmlns:a="http://schemas.openxmlformats.org/drawingml/2006/main">
            <a:r>
              <a:t/>
            </a:r>
          </a:p>
          <a:p xmlns:a="http://schemas.openxmlformats.org/drawingml/2006/main">
            <a:r>
              <a:t>補足説明：表はCPU側クロックの連続する立上り直前の値を示す説明用の例であり、実測波形ではない。CMD書込みのアクセス相でPSEL=PENABLE=PWRITE=1、対象窓口と32ビットのストローブが正しいことを前提にする。準備相と前後の転送は表に含めない。CmdValidとCmdReadyがともに1の立上りだけ、FIFO入力のハンドシェイクが成立する。この間のPREADYはCmdReadyと等しく、同じ立上りでAPB書込みが完了する。待ちの間はPADDR、PWDATA、制御を安定に保つ。完了後はPENABLEを落とすため、同じAPB転送を次の立上りで再び受け付けない。CmdReadyはFIFO入力が安全に受け取れることを示す信号であり、空き数の単純な組合せ比較と同一とは限らない。100MHz側での読出しやRasterIXによる描画完了は、この20MHz側の受入れより後の別の出来事である。有限の説明例は全実機状況の検証結果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説明時間の目安：20秒</a:t>
            </a:r>
          </a:p>
          <a:p xmlns:a="http://schemas.openxmlformats.org/drawingml/2006/main">
            <a:r>
              <a:t/>
            </a:r>
          </a:p>
          <a:p xmlns:a="http://schemas.openxmlformats.org/drawingml/2006/main">
            <a:r>
              <a:t>FIFOはCPU側で語を保存し、100MHzのRasterIX側へ順に渡します。RasterIXは命令列を処理して画素の色を作り、DDR3へ保存します。表示回路がその画素を読み、HDMI端子へ送ります。FIFOへ1語を渡せたことと、描画が終わったことは別です。</a:t>
            </a:r>
          </a:p>
          <a:p xmlns:a="http://schemas.openxmlformats.org/drawingml/2006/main">
            <a:r>
              <a:t/>
            </a:r>
          </a:p>
          <a:p xmlns:a="http://schemas.openxmlformats.org/drawingml/2006/main">
            <a:r>
              <a:t>出典：Product revision 261832d48832dd6e26c4971ab8893ce61200688b. console/fpga/src/fpgaTopNexysVideo.sv; console/fpga/src/rasterix.sv; console/fpga/src/rasterix_apb.sv; console/fpga/generator/axiscdc.tcl. console/fpga/src/rasterixdisplay.sv; console/fpga/generator/rasterixmem.tcl; console/linux/devicetree/wally-nexysvideo-rasterix.dts.</a:t>
            </a:r>
          </a:p>
          <a:p xmlns:a="http://schemas.openxmlformats.org/drawingml/2006/main">
            <a:r>
              <a:t/>
            </a:r>
          </a:p>
          <a:p xmlns:a="http://schemas.openxmlformats.org/drawingml/2006/main">
            <a:r>
              <a:t>補足説明：非同期FIFOは、20MHz側と100MHz側がそれぞれのクロックで語を受け渡すための接続。書込みから読出しまでの固定サイクル数はこの図から主張しない。二つのクロックを同じ周波数に変える回路ではない。安全なクロック領域間転送を行う方法はFIFOだけとは限らず、この発表は方式間の性能比較を扱わない。RasterIXにはCPUがソフトウェアで用意した複数語の描画命令列を送る。1語ごとに図形が完成するとは限らない。図は画素データの主な流れを示し、DDR3へのAXI要求・仲裁・戻り値やテクスチャの読出しなどを省く。DDR3には画像2枚を用意し、描画後に表示先を切り替えているが、今回は切替手順の内部を説明対象から外した。画像用領域はLinuxの通常の割当てから予約する。表示回路はRasterIXに含まれるdvi_framebufferを利用し、HDMI端子からDVI形式の映像を出す。</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説明時間の目安：35秒</a:t>
            </a:r>
          </a:p>
          <a:p xmlns:a="http://schemas.openxmlformats.org/drawingml/2006/main">
            <a:r>
              <a:t/>
            </a:r>
          </a:p>
          <a:p xmlns:a="http://schemas.openxmlformats.org/drawingml/2006/main">
            <a:r>
              <a:t>ここまでの簡略図に対し、実際のWallyには、途中の値を保存するレジスタや、値を選ぶMUXなども入ります。図と同じ回路を、右のようなHDLのコードで記述しています。例えばこのコードは、クロックに合わせて値を保存する回路です。設計ツールが回路をFPGA用の構成データへ変換し、写真のチップに設定します。</a:t>
            </a:r>
          </a:p>
          <a:p xmlns:a="http://schemas.openxmlformats.org/drawingml/2006/main">
            <a:r>
              <a:t/>
            </a:r>
          </a:p>
          <a:p xmlns:a="http://schemas.openxmlformats.org/drawingml/2006/main">
            <a:r>
              <a:t>出典：Harris et al., RISC-V System-on-Chip Design, Chapters 7–13, 20, 22–23. Official figure source: https://pages.hmc.edu/harris/ddca/rvsocd.html (RVSoCD_figs.zip). Figure 7.11, Figure 9.20 and Chapter 23. Product revision 261832d48832dd6e26c4971ab8893ce61200688b. console/fpga/src/fpgaTopNexysVideo.sv; console/fpga/src/rasterix.sv; console/fpga/src/rasterix_apb.sv; console/fpga/generator/axiscdc.tcl. console/src/ieu/datapath.sv; console/src/generic/flop/flopenrc.sv; console/src/lsu/lsu.sv. Digilent, Nexys Video product photograph: https://digilent.com/shop/nexys-video-amd-artix-7-fpga-trainer-board-for-multimedia-applications/ . Board identification: Nexys Video Reference Manual (2020), pp.3-4. Image copyright Digilent.</a:t>
            </a:r>
          </a:p>
          <a:p xmlns:a="http://schemas.openxmlformats.org/drawingml/2006/main">
            <a:r>
              <a:t/>
            </a:r>
          </a:p>
          <a:p xmlns:a="http://schemas.openxmlformats.org/drawingml/2006/main">
            <a:r>
              <a:t>補足説明：この一枚のみ、固定した製品RTLを階層・段間レジスタ・MUX・比較器・ALU・MMU・キャッシュ・周辺回路まで展開した機能図を示す。配置配線後の物理配置図や完全なゲートレベルネットリストではない。青い塗りは簡略図で説明した機能、青い枠は追加した描画接続を表す。コアのパイプライン、フォワーディング、分岐、MMIOバイパス等の主要経路を示すが、全入力や制御を描き切っていない。元の12枚版にあった詳細図二枚は、この一枚へ集約した。</a:t>
            </a:r>
          </a:p>
          <a:p xmlns:a="http://schemas.openxmlformats.org/drawingml/2006/main">
            <a:r>
              <a:t/>
            </a:r>
          </a:p>
          <a:p xmlns:a="http://schemas.openxmlformats.org/drawingml/2006/main">
            <a:r>
              <a:t>右のコードはflopenrc.svのalways_ff本文で、同期リセットを最優先し、enが1のときだけclearまたはデータdを取り込む。enが0のときは保持する。clearは常時有効な非同期リセットではない。左のRD1EReg、RD2EReg、ImmExtEReg等の段間レジスタに使われている。コード内の0は幅に応じた全ビット0。図からコードを自動生成したという実験ではなく、図とHDLが同じ回路の構造・動作を表す関係を説明している。</a:t>
            </a:r>
          </a:p>
          <a:p xmlns:a="http://schemas.openxmlformats.org/drawingml/2006/main">
            <a:r>
              <a:t/>
            </a:r>
          </a:p>
          <a:p xmlns:a="http://schemas.openxmlformats.org/drawingml/2006/main">
            <a:r>
              <a:t>HDLはCPUでゲームのように逐次実行するものではない。合成と配置配線でLUT、フリップフロップ、BRAM、配線等の構成を決め、ビットストリームをFPGAへ設定する。写真の中央の放熱器の下にArtix-7 FPGAがある。写真はDigilentの製品写真で、本研究で撮影したものではない。ゲーム用ソフトウェアのSD→DDR→CPU実行と、HDL→構成データ→FPGA設定は異なる経路である。</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説明時間の目安：25秒</a:t>
            </a:r>
          </a:p>
          <a:p xmlns:a="http://schemas.openxmlformats.org/drawingml/2006/main">
            <a:r>
              <a:t/>
            </a:r>
          </a:p>
          <a:p xmlns:a="http://schemas.openxmlformats.org/drawingml/2006/main">
            <a:r>
              <a:t>この構成で640掛ける480画素のブロック崩しが動きました。四つの条件で期待画像との一致を確認しました。さらに5分間の自動プレイを記録し、別の試行では30秒の映像を確認しました。現在は自動操作で、専用コントローラーの接続はこれからです。</a:t>
            </a:r>
          </a:p>
          <a:p xmlns:a="http://schemas.openxmlformats.org/drawingml/2006/main">
            <a:r>
              <a:t/>
            </a:r>
          </a:p>
          <a:p xmlns:a="http://schemas.openxmlformats.org/drawingml/2006/main">
            <a:r>
              <a:t>出典：docs/thesis/再現資料/実験記録/E6/fresh-product/qualification/qualification.json; docs/thesis/再現資料/実験記録/E6/report/results/video/validation.json. Photograph: docs/thesis/figs/fifo-study-game.png. Product revision 261832d48832dd6e26c4971ab8893ce61200688b. console/fpga/src/fpgaTopNexysVideo.sv; console/fpga/src/rasterix.sv; console/fpga/src/rasterix_apb.sv; console/fpga/generator/axiscdc.tcl.</a:t>
            </a:r>
          </a:p>
          <a:p xmlns:a="http://schemas.openxmlformats.org/drawingml/2006/main">
            <a:r>
              <a:t/>
            </a:r>
          </a:p>
          <a:p xmlns:a="http://schemas.openxmlformats.org/drawingml/2006/main">
            <a:r>
              <a:t>補足説明：4条件は3種類の描画条件と再起動後の1条件。これらの条件で全画面を期待画像と比較した。5分の記録は300.011秒の自動プレイで、30秒の取得映像とは別試行。動画のフレーム数をゲームFPSとして用いていない。ゲームには描画負荷を軽減する実装を含むが、この案はその最適化の優劣を主張しない。録画の取得経路は実験環境であり、ゲーム機の公開構成と分けている。映像を受信できない場合の条件の特定は残っており、全ての表示機器での互換性を確認したわけではない。専用コントローラーは将来項目で未検証。資料は既存実験E6の結果を示し、新たな実機計測を行ったという意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説明時間の目安：10秒</a:t>
            </a:r>
          </a:p>
          <a:p xmlns:a="http://schemas.openxmlformats.org/drawingml/2006/main">
            <a:r>
              <a:t/>
            </a:r>
          </a:p>
          <a:p xmlns:a="http://schemas.openxmlformats.org/drawingml/2006/main">
            <a:r>
              <a:t>既存の読み書きの仕組みに接続回路を加え、描画命令を渡せるようにしました。Wallyを拡張する学習者に向けた設計例です。次は専用コントローラーで操作できることを確認します。</a:t>
            </a:r>
          </a:p>
          <a:p xmlns:a="http://schemas.openxmlformats.org/drawingml/2006/main">
            <a:r>
              <a:t/>
            </a:r>
          </a:p>
          <a:p xmlns:a="http://schemas.openxmlformats.org/drawingml/2006/main">
            <a:r>
              <a:t>出典：Product revision 261832d48832dd6e26c4971ab8893ce61200688b. console/fpga/src/fpgaTopNexysVideo.sv; console/fpga/src/rasterix.sv; console/fpga/src/rasterix_apb.sv; console/fpga/generator/axiscdc.tcl. docs/thesis/再現資料/実験記録/E6/fresh-product/qualification/qualification.json; docs/thesis/再現資料/実験記録/E6/report/results/video/validation.json. Photograph: docs/thesis/figs/fifo-study-game.png.</a:t>
            </a:r>
          </a:p>
          <a:p xmlns:a="http://schemas.openxmlformats.org/drawingml/2006/main">
            <a:r>
              <a:t/>
            </a:r>
          </a:p>
          <a:p xmlns:a="http://schemas.openxmlformats.org/drawingml/2006/main">
            <a:r>
              <a:t>補足説明：学習者向けの拡張例としての利用を想定しているが、教育効果を学習実験で評価したわけではない。CPUやRasterIX本体を新たに設計したという主張ではなく、既存回路間をつなぐアダプタ、メモリ接続、切替制御とソフトウェア側の接続を実装した。専用コントローラーは未実装・未検証であり今後の項目。実機の結果は実験E6に基づ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Type="http://schemas.openxmlformats.org/officeDocument/2006/relationships/slideMaster" Target="/ppt/slideMasters/slideMaster1.xml" Id="R9813652ab6404028"/></Relationships>
</file>

<file path=ppt/slideLayouts/_rels/slideLayout2.xml.rels><?xml version='1.0' encoding='UTF-8' standalone='yes'?>
<Relationships xmlns="http://schemas.openxmlformats.org/package/2006/relationships"><Relationship Type="http://schemas.openxmlformats.org/officeDocument/2006/relationships/slideMaster" Target="/ppt/slideMasters/slideMaster1.xml" Id="R0fbf47f985404d1c"/></Relationships>
</file>

<file path=ppt/slideLayouts/_rels/slideLayout3.xml.rels><?xml version='1.0' encoding='UTF-8' standalone='yes'?>
<Relationships xmlns="http://schemas.openxmlformats.org/package/2006/relationships"><Relationship Type="http://schemas.openxmlformats.org/officeDocument/2006/relationships/slideMaster" Target="/ppt/slideMasters/slideMaster1.xml" Id="Rdf9c41eedc864b39"/></Relationships>
</file>

<file path=ppt/slideLayouts/_rels/slideLayout4.xml.rels><?xml version='1.0' encoding='UTF-8' standalone='yes'?>
<Relationships xmlns="http://schemas.openxmlformats.org/package/2006/relationships"><Relationship Type="http://schemas.openxmlformats.org/officeDocument/2006/relationships/slideMaster" Target="/ppt/slideMasters/slideMaster1.xml" Id="R903ab2767bce4d0e"/></Relationships>
</file>

<file path=ppt/slideLayouts/_rels/slideLayout5.xml.rels><?xml version='1.0' encoding='UTF-8' standalone='yes'?>
<Relationships xmlns="http://schemas.openxmlformats.org/package/2006/relationships"><Relationship Type="http://schemas.openxmlformats.org/officeDocument/2006/relationships/slideMaster" Target="/ppt/slideMasters/slideMaster1.xml" Id="Rb99e10251c2b41ba"/></Relationships>
</file>

<file path=ppt/slideLayouts/_rels/slideLayout6.xml.rels><?xml version='1.0' encoding='UTF-8' standalone='yes'?>
<Relationships xmlns="http://schemas.openxmlformats.org/package/2006/relationships"><Relationship Type="http://schemas.openxmlformats.org/officeDocument/2006/relationships/slideMaster" Target="/ppt/slideMasters/slideMaster1.xml" Id="R9973df871996490c"/></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E5A2E69-9ED5-48CA-BF5D-A616824E3786}"/>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71637AC5-7F8A-4392-AFAF-5DEBE0F0C1EA}"/>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9FDB31F-8C03-4542-A84A-2154D096A416}"/>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2EA0BDB-C4E1-4ED4-B544-2EAC2264974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F561BF7-C503-4C47-987C-41A183DBCC42}"/>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6D61D33-C04C-4F28-9CBB-240CD85C7C0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4C8D31D-A0D3-4E16-86B1-B39D530BFEB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B12ED53-A3B6-4D76-99E3-4393232B16F4}"/>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A5B42A4-E673-4D55-825F-05650C90074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02112AD-1EB5-4FAA-8E4E-C66B817EE35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Type="http://schemas.openxmlformats.org/officeDocument/2006/relationships/theme" Target="/ppt/slideMasters/theme/theme2.xml" Id="R74d2e81281d74e7d"/><Relationship Type="http://schemas.openxmlformats.org/officeDocument/2006/relationships/slideLayout" Target="/ppt/slideLayouts/slideLayout1.xml" Id="Rd492baed4d6a405c"/><Relationship Type="http://schemas.openxmlformats.org/officeDocument/2006/relationships/slideLayout" Target="/ppt/slideLayouts/slideLayout2.xml" Id="R904855b9cc5147e2"/><Relationship Type="http://schemas.openxmlformats.org/officeDocument/2006/relationships/slideLayout" Target="/ppt/slideLayouts/slideLayout3.xml" Id="Rb0909ea6276b4d7e"/><Relationship Type="http://schemas.openxmlformats.org/officeDocument/2006/relationships/slideLayout" Target="/ppt/slideLayouts/slideLayout4.xml" Id="R07f4f7e19adf401b"/><Relationship Type="http://schemas.openxmlformats.org/officeDocument/2006/relationships/slideLayout" Target="/ppt/slideLayouts/slideLayout5.xml" Id="R8b33d54cc90e4a4f"/><Relationship Type="http://schemas.openxmlformats.org/officeDocument/2006/relationships/slideLayout" Target="/ppt/slideLayouts/slideLayout6.xml" Id="R35068fbecae9494c"/></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492baed4d6a405c"/>
    <p:sldLayoutId xmlns:r="http://schemas.openxmlformats.org/officeDocument/2006/relationships" id="2147483650" r:id="R904855b9cc5147e2"/>
    <p:sldLayoutId xmlns:r="http://schemas.openxmlformats.org/officeDocument/2006/relationships" id="2147483651" r:id="Rb0909ea6276b4d7e"/>
    <p:sldLayoutId xmlns:r="http://schemas.openxmlformats.org/officeDocument/2006/relationships" id="2147483652" r:id="R07f4f7e19adf401b"/>
    <p:sldLayoutId xmlns:r="http://schemas.openxmlformats.org/officeDocument/2006/relationships" id="2147483653" r:id="R8b33d54cc90e4a4f"/>
    <p:sldLayoutId xmlns:r="http://schemas.openxmlformats.org/officeDocument/2006/relationships" id="2147483654" r:id="R35068fbecae9494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Type="http://schemas.openxmlformats.org/officeDocument/2006/relationships/slideLayout" Target="/ppt/slideLayouts/slideLayout6.xml" Id="R3532486308da4608"/><Relationship Type="http://schemas.openxmlformats.org/officeDocument/2006/relationships/notesSlide" Target="/ppt/notesSlides/notesSlide1.xml" Id="R0e367a3fe8a84770"/></Relationships>
</file>

<file path=ppt/slides/_rels/slide2.xml.rels><?xml version='1.0' encoding='UTF-8' standalone='yes'?>
<Relationships xmlns="http://schemas.openxmlformats.org/package/2006/relationships"><Relationship Type="http://schemas.openxmlformats.org/officeDocument/2006/relationships/slideLayout" Target="/ppt/slideLayouts/slideLayout6.xml" Id="R0645a81561d24cbb"/><Relationship Type="http://schemas.openxmlformats.org/officeDocument/2006/relationships/notesSlide" Target="/ppt/notesSlides/notesSlide2.xml" Id="Ra5a0dec254d749b5"/></Relationships>
</file>

<file path=ppt/slides/_rels/slide3.xml.rels><?xml version='1.0' encoding='UTF-8' standalone='yes'?>
<Relationships xmlns="http://schemas.openxmlformats.org/package/2006/relationships"><Relationship Type="http://schemas.openxmlformats.org/officeDocument/2006/relationships/slideLayout" Target="/ppt/slideLayouts/slideLayout6.xml" Id="R1c5a8389dce8416a"/><Relationship Type="http://schemas.openxmlformats.org/officeDocument/2006/relationships/notesSlide" Target="/ppt/notesSlides/notesSlide3.xml" Id="R0f5a7c0a50cc49fd"/></Relationships>
</file>

<file path=ppt/slides/_rels/slide4.xml.rels><?xml version='1.0' encoding='UTF-8' standalone='yes'?>
<Relationships xmlns="http://schemas.openxmlformats.org/package/2006/relationships"><Relationship Type="http://schemas.openxmlformats.org/officeDocument/2006/relationships/slideLayout" Target="/ppt/slideLayouts/slideLayout6.xml" Id="R14785304c5d5451a"/><Relationship Type="http://schemas.openxmlformats.org/officeDocument/2006/relationships/notesSlide" Target="/ppt/notesSlides/notesSlide4.xml" Id="R439b1adcf3144959"/></Relationships>
</file>

<file path=ppt/slides/_rels/slide5.xml.rels><?xml version='1.0' encoding='UTF-8' standalone='yes'?>
<Relationships xmlns="http://schemas.openxmlformats.org/package/2006/relationships"><Relationship Type="http://schemas.openxmlformats.org/officeDocument/2006/relationships/slideLayout" Target="/ppt/slideLayouts/slideLayout6.xml" Id="Rca46fb78aa9447e6"/><Relationship Type="http://schemas.openxmlformats.org/officeDocument/2006/relationships/notesSlide" Target="/ppt/notesSlides/notesSlide5.xml" Id="Rdfd02ca5aa1e4511"/></Relationships>
</file>

<file path=ppt/slides/_rels/slide6.xml.rels><?xml version='1.0' encoding='UTF-8' standalone='yes'?>
<Relationships xmlns="http://schemas.openxmlformats.org/package/2006/relationships"><Relationship Type="http://schemas.openxmlformats.org/officeDocument/2006/relationships/slideLayout" Target="/ppt/slideLayouts/slideLayout6.xml" Id="Ra0770a01b46e4d3f"/><Relationship Type="http://schemas.openxmlformats.org/officeDocument/2006/relationships/notesSlide" Target="/ppt/notesSlides/notesSlide6.xml" Id="Rf45b370f59124636"/></Relationships>
</file>

<file path=ppt/slides/_rels/slide7.xml.rels><?xml version='1.0' encoding='UTF-8' standalone='yes'?>
<Relationships xmlns="http://schemas.openxmlformats.org/package/2006/relationships"><Relationship Type="http://schemas.openxmlformats.org/officeDocument/2006/relationships/slideLayout" Target="/ppt/slideLayouts/slideLayout6.xml" Id="R59a58e871c0041c9"/><Relationship Type="http://schemas.openxmlformats.org/officeDocument/2006/relationships/notesSlide" Target="/ppt/notesSlides/notesSlide7.xml" Id="R44baf31376714cb4"/></Relationships>
</file>

<file path=ppt/slides/_rels/slide8.xml.rels><?xml version='1.0' encoding='UTF-8' standalone='yes'?>
<Relationships xmlns="http://schemas.openxmlformats.org/package/2006/relationships"><Relationship Type="http://schemas.openxmlformats.org/officeDocument/2006/relationships/slideLayout" Target="/ppt/slideLayouts/slideLayout6.xml" Id="R371dd40204af4d8c"/><Relationship Type="http://schemas.openxmlformats.org/officeDocument/2006/relationships/notesSlide" Target="/ppt/notesSlides/notesSlide8.xml" Id="R27ec3ccd909d4ea3"/></Relationships>
</file>

<file path=ppt/slides/_rels/slide9.xml.rels><?xml version='1.0' encoding='UTF-8' standalone='yes'?>
<Relationships xmlns="http://schemas.openxmlformats.org/package/2006/relationships"><Relationship Type="http://schemas.openxmlformats.org/officeDocument/2006/relationships/slideLayout" Target="/ppt/slideLayouts/slideLayout6.xml" Id="Ree79f3902bb3476b"/><Relationship Type="http://schemas.openxmlformats.org/officeDocument/2006/relationships/notesSlide" Target="/ppt/notesSlides/notesSlide9.xml" Id="Rd6631b83ff5c4638"/></Relationships>
</file>

<file path=ppt/slides/_rels/slide10.xml.rels><?xml version='1.0' encoding='UTF-8' standalone='yes'?>
<Relationships xmlns="http://schemas.openxmlformats.org/package/2006/relationships"><Relationship Type="http://schemas.openxmlformats.org/officeDocument/2006/relationships/slideLayout" Target="/ppt/slideLayouts/slideLayout6.xml" Id="R50a95ef21a8c4b6c"/><Relationship Type="http://schemas.openxmlformats.org/officeDocument/2006/relationships/notesSlide" Target="/ppt/notesSlides/notesSlide10.xml" Id="R24ade903304c4efb"/></Relationships>
</file>

<file path=ppt/slides/_rels/slide11.xml.rels><?xml version='1.0' encoding='UTF-8' standalone='yes'?>
<Relationships xmlns="http://schemas.openxmlformats.org/package/2006/relationships"><Relationship Type="http://schemas.openxmlformats.org/officeDocument/2006/relationships/slideLayout" Target="/ppt/slideLayouts/slideLayout6.xml" Id="R0f08b5f953af4fa1"/><Relationship Type="http://schemas.openxmlformats.org/officeDocument/2006/relationships/image" Target="/ppt/media/image.png" Id="Ra4a80cdd43cf4289"/><Relationship Type="http://schemas.openxmlformats.org/officeDocument/2006/relationships/notesSlide" Target="/ppt/notesSlides/notesSlide11.xml" Id="Rc53b2f203ed9473c"/></Relationships>
</file>

<file path=ppt/slides/_rels/slide12.xml.rels><?xml version='1.0' encoding='UTF-8' standalone='yes'?>
<Relationships xmlns="http://schemas.openxmlformats.org/package/2006/relationships"><Relationship Type="http://schemas.openxmlformats.org/officeDocument/2006/relationships/slideLayout" Target="/ppt/slideLayouts/slideLayout6.xml" Id="R8ea0e7f014064ef7"/><Relationship Type="http://schemas.openxmlformats.org/officeDocument/2006/relationships/image" Target="/ppt/media/image2.png" Id="R4bcbd9d2ed9e4485"/><Relationship Type="http://schemas.openxmlformats.org/officeDocument/2006/relationships/notesSlide" Target="/ppt/notesSlides/notesSlide12.xml" Id="R7a7fe989d524432d"/></Relationships>
</file>

<file path=ppt/slides/_rels/slide13.xml.rels><?xml version='1.0' encoding='UTF-8' standalone='yes'?>
<Relationships xmlns="http://schemas.openxmlformats.org/package/2006/relationships"><Relationship Type="http://schemas.openxmlformats.org/officeDocument/2006/relationships/slideLayout" Target="/ppt/slideLayouts/slideLayout6.xml" Id="Rf9bda3dacea44953"/><Relationship Type="http://schemas.openxmlformats.org/officeDocument/2006/relationships/notesSlide" Target="/ppt/notesSlides/notesSlide13.xml" Id="Raa1d07bc2f8a432f"/></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1">
            <a:extLst xmlns:a="http://schemas.openxmlformats.org/drawingml/2006/main">
              <a:ext uri="{FF2B5EF4-FFF2-40B4-BE49-F238E27FC236}">
                <a16:creationId xmlns:a16="http://schemas.microsoft.com/office/drawing/2014/main" id="{5831811A-BB3C-4039-8E9E-B29E4F9F5C95}"/>
              </a:ext>
            </a:extLst>
          </p:cNvPr>
          <p:cNvSpPr>
            <a:spLocks xmlns:a="http://schemas.openxmlformats.org/drawingml/2006/main" noGrp="1"/>
          </p:cNvSpPr>
          <p:nvPr/>
        </p:nvSpPr>
        <p:spPr>
          <a:xfrm xmlns:a="http://schemas.openxmlformats.org/drawingml/2006/main">
            <a:off x="1000125" y="1762125"/>
            <a:ext cx="101917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3600" b="1">
                <a:solidFill>
                  <a:srgbClr val="231F20"/>
                </a:solidFill>
                <a:latin typeface="Yu Gothic"/>
                <a:ea typeface="Yu Gothic"/>
                <a:cs typeface="Yu Gothic"/>
              </a:defRPr>
            </a:defPPr>
            <a:lvl1pPr algn="ctr">
              <a:defRPr sz="3600" b="1">
                <a:solidFill>
                  <a:srgbClr val="231F20"/>
                </a:solidFill>
                <a:latin typeface="Yu Gothic"/>
                <a:ea typeface="Yu Gothic"/>
                <a:cs typeface="Yu Gothic"/>
              </a:defRPr>
            </a:lvl1pPr>
            <a:lvl2pPr algn="ctr">
              <a:defRPr sz="3600" b="1">
                <a:solidFill>
                  <a:srgbClr val="231F20"/>
                </a:solidFill>
                <a:latin typeface="Yu Gothic"/>
                <a:ea typeface="Yu Gothic"/>
                <a:cs typeface="Yu Gothic"/>
              </a:defRPr>
            </a:lvl2pPr>
            <a:lvl3pPr algn="ctr">
              <a:defRPr sz="3600" b="1">
                <a:solidFill>
                  <a:srgbClr val="231F20"/>
                </a:solidFill>
                <a:latin typeface="Yu Gothic"/>
                <a:ea typeface="Yu Gothic"/>
                <a:cs typeface="Yu Gothic"/>
              </a:defRPr>
            </a:lvl3pPr>
            <a:lvl4pPr algn="ctr">
              <a:defRPr sz="3600" b="1">
                <a:solidFill>
                  <a:srgbClr val="231F20"/>
                </a:solidFill>
                <a:latin typeface="Yu Gothic"/>
                <a:ea typeface="Yu Gothic"/>
                <a:cs typeface="Yu Gothic"/>
              </a:defRPr>
            </a:lvl4pPr>
            <a:lvl5pPr algn="ctr">
              <a:defRPr sz="3600" b="1">
                <a:solidFill>
                  <a:srgbClr val="231F20"/>
                </a:solidFill>
                <a:latin typeface="Yu Gothic"/>
                <a:ea typeface="Yu Gothic"/>
                <a:cs typeface="Yu Gothic"/>
              </a:defRPr>
            </a:lvl5pPr>
            <a:lvl6pPr algn="ctr">
              <a:defRPr sz="3600" b="1">
                <a:solidFill>
                  <a:srgbClr val="231F20"/>
                </a:solidFill>
                <a:latin typeface="Yu Gothic"/>
                <a:ea typeface="Yu Gothic"/>
                <a:cs typeface="Yu Gothic"/>
              </a:defRPr>
            </a:lvl6pPr>
            <a:lvl7pPr algn="ctr">
              <a:defRPr sz="3600" b="1">
                <a:solidFill>
                  <a:srgbClr val="231F20"/>
                </a:solidFill>
                <a:latin typeface="Yu Gothic"/>
                <a:ea typeface="Yu Gothic"/>
                <a:cs typeface="Yu Gothic"/>
              </a:defRPr>
            </a:lvl7pPr>
            <a:lvl8pPr algn="ctr">
              <a:defRPr sz="3600" b="1">
                <a:solidFill>
                  <a:srgbClr val="231F20"/>
                </a:solidFill>
                <a:latin typeface="Yu Gothic"/>
                <a:ea typeface="Yu Gothic"/>
                <a:cs typeface="Yu Gothic"/>
              </a:defRPr>
            </a:lvl8pPr>
            <a:lvl9pPr algn="ctr">
              <a:defRPr sz="3600" b="1">
                <a:solidFill>
                  <a:srgbClr val="231F20"/>
                </a:solidFill>
                <a:latin typeface="Yu Gothic"/>
                <a:ea typeface="Yu Gothic"/>
                <a:cs typeface="Yu Gothic"/>
              </a:defRPr>
            </a:lvl9pPr>
          </a:lstStyle>
          <a:p xmlns:a="http://schemas.openxmlformats.org/drawingml/2006/main">
            <a:pPr algn="ctr">
              <a:defRPr sz="3600" b="1">
                <a:solidFill>
                  <a:srgbClr val="231F20"/>
                </a:solidFill>
                <a:latin typeface="Yu Gothic"/>
                <a:ea typeface="Yu Gothic"/>
                <a:cs typeface="Yu Gothic"/>
              </a:defRPr>
            </a:pPr>
            <a:r>
              <a:rPr sz="3600" b="1">
                <a:solidFill>
                  <a:srgbClr val="231F20"/>
                </a:solidFill>
                <a:latin typeface="Yu Gothic"/>
                <a:ea typeface="Yu Gothic"/>
                <a:cs typeface="Yu Gothic"/>
              </a:rPr>
              <a:t>FPGAを用いた二次元ゲーム機の</a:t>
            </a:r>
          </a:p>
          <a:p xmlns:a="http://schemas.openxmlformats.org/drawingml/2006/main">
            <a:pPr algn="ctr">
              <a:defRPr sz="3600" b="1">
                <a:solidFill>
                  <a:srgbClr val="231F20"/>
                </a:solidFill>
                <a:latin typeface="Yu Gothic"/>
                <a:ea typeface="Yu Gothic"/>
                <a:cs typeface="Yu Gothic"/>
              </a:defRPr>
            </a:pPr>
            <a:r>
              <a:rPr sz="3600" b="1">
                <a:solidFill>
                  <a:srgbClr val="231F20"/>
                </a:solidFill>
                <a:latin typeface="Yu Gothic"/>
                <a:ea typeface="Yu Gothic"/>
                <a:cs typeface="Yu Gothic"/>
              </a:rPr>
              <a:t>設計と実装</a:t>
            </a:r>
          </a:p>
        </p:txBody>
      </p:sp>
      <p:sp>
        <p:nvSpPr>
          <p:cNvPr id="2" name="wire-2">
            <a:extLst xmlns:a="http://schemas.openxmlformats.org/drawingml/2006/main">
              <a:ext uri="{FF2B5EF4-FFF2-40B4-BE49-F238E27FC236}">
                <a16:creationId xmlns:a16="http://schemas.microsoft.com/office/drawing/2014/main" id="{72E7E597-0771-4AAA-A88D-2A94C27C55FA}"/>
              </a:ext>
            </a:extLst>
          </p:cNvPr>
          <p:cNvSpPr>
            <a:spLocks xmlns:a="http://schemas.openxmlformats.org/drawingml/2006/main" noGrp="1"/>
          </p:cNvSpPr>
          <p:nvPr/>
        </p:nvSpPr>
        <p:spPr>
          <a:xfrm xmlns:a="http://schemas.openxmlformats.org/drawingml/2006/main">
            <a:off x="1809750" y="3533775"/>
            <a:ext cx="8572500" cy="9525"/>
          </a:xfrm>
          <a:custGeom xmlns:a="http://schemas.openxmlformats.org/drawingml/2006/main">
            <a:pathLst>
              <a:path w="8572500" h="9525">
                <a:moveTo>
                  <a:pt x="0" y="0"/>
                </a:moveTo>
                <a:lnTo>
                  <a:pt x="8572500" y="0"/>
                </a:lnTo>
              </a:path>
            </a:pathLst>
          </a:custGeom>
          <a:noFill xmlns:a="http://schemas.openxmlformats.org/drawingml/2006/main"/>
          <a:ln xmlns:a="http://schemas.openxmlformats.org/drawingml/2006/main" w="16193">
            <a:solidFill>
              <a:srgbClr val="0078BA"/>
            </a:solidFill>
          </a:ln>
        </p:spPr>
      </p:sp>
      <p:sp>
        <p:nvSpPr>
          <p:cNvPr id="3" name="text-3">
            <a:extLst xmlns:a="http://schemas.openxmlformats.org/drawingml/2006/main">
              <a:ext uri="{FF2B5EF4-FFF2-40B4-BE49-F238E27FC236}">
                <a16:creationId xmlns:a16="http://schemas.microsoft.com/office/drawing/2014/main" id="{49E3BFA1-09DE-4EF2-9423-2C6E01F2E6A5}"/>
              </a:ext>
            </a:extLst>
          </p:cNvPr>
          <p:cNvSpPr>
            <a:spLocks xmlns:a="http://schemas.openxmlformats.org/drawingml/2006/main" noGrp="1"/>
          </p:cNvSpPr>
          <p:nvPr/>
        </p:nvSpPr>
        <p:spPr>
          <a:xfrm xmlns:a="http://schemas.openxmlformats.org/drawingml/2006/main">
            <a:off x="1714500" y="4019550"/>
            <a:ext cx="8763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325" b="0">
                <a:solidFill>
                  <a:srgbClr val="231F20"/>
                </a:solidFill>
                <a:latin typeface="Yu Gothic"/>
                <a:ea typeface="Yu Gothic"/>
                <a:cs typeface="Yu Gothic"/>
              </a:defRPr>
            </a:defPPr>
            <a:lvl1pPr algn="ctr">
              <a:defRPr sz="2325" b="0">
                <a:solidFill>
                  <a:srgbClr val="231F20"/>
                </a:solidFill>
                <a:latin typeface="Yu Gothic"/>
                <a:ea typeface="Yu Gothic"/>
                <a:cs typeface="Yu Gothic"/>
              </a:defRPr>
            </a:lvl1pPr>
            <a:lvl2pPr algn="ctr">
              <a:defRPr sz="2325" b="0">
                <a:solidFill>
                  <a:srgbClr val="231F20"/>
                </a:solidFill>
                <a:latin typeface="Yu Gothic"/>
                <a:ea typeface="Yu Gothic"/>
                <a:cs typeface="Yu Gothic"/>
              </a:defRPr>
            </a:lvl2pPr>
            <a:lvl3pPr algn="ctr">
              <a:defRPr sz="2325" b="0">
                <a:solidFill>
                  <a:srgbClr val="231F20"/>
                </a:solidFill>
                <a:latin typeface="Yu Gothic"/>
                <a:ea typeface="Yu Gothic"/>
                <a:cs typeface="Yu Gothic"/>
              </a:defRPr>
            </a:lvl3pPr>
            <a:lvl4pPr algn="ctr">
              <a:defRPr sz="2325" b="0">
                <a:solidFill>
                  <a:srgbClr val="231F20"/>
                </a:solidFill>
                <a:latin typeface="Yu Gothic"/>
                <a:ea typeface="Yu Gothic"/>
                <a:cs typeface="Yu Gothic"/>
              </a:defRPr>
            </a:lvl4pPr>
            <a:lvl5pPr algn="ctr">
              <a:defRPr sz="2325" b="0">
                <a:solidFill>
                  <a:srgbClr val="231F20"/>
                </a:solidFill>
                <a:latin typeface="Yu Gothic"/>
                <a:ea typeface="Yu Gothic"/>
                <a:cs typeface="Yu Gothic"/>
              </a:defRPr>
            </a:lvl5pPr>
            <a:lvl6pPr algn="ctr">
              <a:defRPr sz="2325" b="0">
                <a:solidFill>
                  <a:srgbClr val="231F20"/>
                </a:solidFill>
                <a:latin typeface="Yu Gothic"/>
                <a:ea typeface="Yu Gothic"/>
                <a:cs typeface="Yu Gothic"/>
              </a:defRPr>
            </a:lvl6pPr>
            <a:lvl7pPr algn="ctr">
              <a:defRPr sz="2325" b="0">
                <a:solidFill>
                  <a:srgbClr val="231F20"/>
                </a:solidFill>
                <a:latin typeface="Yu Gothic"/>
                <a:ea typeface="Yu Gothic"/>
                <a:cs typeface="Yu Gothic"/>
              </a:defRPr>
            </a:lvl7pPr>
            <a:lvl8pPr algn="ctr">
              <a:defRPr sz="2325" b="0">
                <a:solidFill>
                  <a:srgbClr val="231F20"/>
                </a:solidFill>
                <a:latin typeface="Yu Gothic"/>
                <a:ea typeface="Yu Gothic"/>
                <a:cs typeface="Yu Gothic"/>
              </a:defRPr>
            </a:lvl8pPr>
            <a:lvl9pPr algn="ctr">
              <a:defRPr sz="2325" b="0">
                <a:solidFill>
                  <a:srgbClr val="231F20"/>
                </a:solidFill>
                <a:latin typeface="Yu Gothic"/>
                <a:ea typeface="Yu Gothic"/>
                <a:cs typeface="Yu Gothic"/>
              </a:defRPr>
            </a:lvl9pPr>
          </a:lstStyle>
          <a:p xmlns:a="http://schemas.openxmlformats.org/drawingml/2006/main">
            <a:pPr algn="ctr">
              <a:defRPr sz="2325" b="0">
                <a:solidFill>
                  <a:srgbClr val="231F20"/>
                </a:solidFill>
                <a:latin typeface="Yu Gothic"/>
                <a:ea typeface="Yu Gothic"/>
                <a:cs typeface="Yu Gothic"/>
              </a:defRPr>
            </a:pPr>
            <a:r>
              <a:rPr sz="2325" b="0">
                <a:solidFill>
                  <a:srgbClr val="231F20"/>
                </a:solidFill>
                <a:latin typeface="Yu Gothic"/>
                <a:ea typeface="Yu Gothic"/>
                <a:cs typeface="Yu Gothic"/>
              </a:rPr>
              <a:t>発表者：非公開</a:t>
            </a:r>
          </a:p>
        </p:txBody>
      </p:sp>
      <p:sp>
        <p:nvSpPr>
          <p:cNvPr id="4" name="text-4">
            <a:extLst xmlns:a="http://schemas.openxmlformats.org/drawingml/2006/main">
              <a:ext uri="{FF2B5EF4-FFF2-40B4-BE49-F238E27FC236}">
                <a16:creationId xmlns:a16="http://schemas.microsoft.com/office/drawing/2014/main" id="{329D7656-318D-4150-BE58-85CC04A1F100}"/>
              </a:ext>
            </a:extLst>
          </p:cNvPr>
          <p:cNvSpPr>
            <a:spLocks xmlns:a="http://schemas.openxmlformats.org/drawingml/2006/main" noGrp="1"/>
          </p:cNvSpPr>
          <p:nvPr/>
        </p:nvSpPr>
        <p:spPr>
          <a:xfrm xmlns:a="http://schemas.openxmlformats.org/drawingml/2006/main">
            <a:off x="1714500" y="4600575"/>
            <a:ext cx="8763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325" b="0">
                <a:solidFill>
                  <a:srgbClr val="231F20"/>
                </a:solidFill>
                <a:latin typeface="Yu Gothic"/>
                <a:ea typeface="Yu Gothic"/>
                <a:cs typeface="Yu Gothic"/>
              </a:defRPr>
            </a:defPPr>
            <a:lvl1pPr algn="ctr">
              <a:defRPr sz="2325" b="0">
                <a:solidFill>
                  <a:srgbClr val="231F20"/>
                </a:solidFill>
                <a:latin typeface="Yu Gothic"/>
                <a:ea typeface="Yu Gothic"/>
                <a:cs typeface="Yu Gothic"/>
              </a:defRPr>
            </a:lvl1pPr>
            <a:lvl2pPr algn="ctr">
              <a:defRPr sz="2325" b="0">
                <a:solidFill>
                  <a:srgbClr val="231F20"/>
                </a:solidFill>
                <a:latin typeface="Yu Gothic"/>
                <a:ea typeface="Yu Gothic"/>
                <a:cs typeface="Yu Gothic"/>
              </a:defRPr>
            </a:lvl2pPr>
            <a:lvl3pPr algn="ctr">
              <a:defRPr sz="2325" b="0">
                <a:solidFill>
                  <a:srgbClr val="231F20"/>
                </a:solidFill>
                <a:latin typeface="Yu Gothic"/>
                <a:ea typeface="Yu Gothic"/>
                <a:cs typeface="Yu Gothic"/>
              </a:defRPr>
            </a:lvl3pPr>
            <a:lvl4pPr algn="ctr">
              <a:defRPr sz="2325" b="0">
                <a:solidFill>
                  <a:srgbClr val="231F20"/>
                </a:solidFill>
                <a:latin typeface="Yu Gothic"/>
                <a:ea typeface="Yu Gothic"/>
                <a:cs typeface="Yu Gothic"/>
              </a:defRPr>
            </a:lvl4pPr>
            <a:lvl5pPr algn="ctr">
              <a:defRPr sz="2325" b="0">
                <a:solidFill>
                  <a:srgbClr val="231F20"/>
                </a:solidFill>
                <a:latin typeface="Yu Gothic"/>
                <a:ea typeface="Yu Gothic"/>
                <a:cs typeface="Yu Gothic"/>
              </a:defRPr>
            </a:lvl5pPr>
            <a:lvl6pPr algn="ctr">
              <a:defRPr sz="2325" b="0">
                <a:solidFill>
                  <a:srgbClr val="231F20"/>
                </a:solidFill>
                <a:latin typeface="Yu Gothic"/>
                <a:ea typeface="Yu Gothic"/>
                <a:cs typeface="Yu Gothic"/>
              </a:defRPr>
            </a:lvl6pPr>
            <a:lvl7pPr algn="ctr">
              <a:defRPr sz="2325" b="0">
                <a:solidFill>
                  <a:srgbClr val="231F20"/>
                </a:solidFill>
                <a:latin typeface="Yu Gothic"/>
                <a:ea typeface="Yu Gothic"/>
                <a:cs typeface="Yu Gothic"/>
              </a:defRPr>
            </a:lvl7pPr>
            <a:lvl8pPr algn="ctr">
              <a:defRPr sz="2325" b="0">
                <a:solidFill>
                  <a:srgbClr val="231F20"/>
                </a:solidFill>
                <a:latin typeface="Yu Gothic"/>
                <a:ea typeface="Yu Gothic"/>
                <a:cs typeface="Yu Gothic"/>
              </a:defRPr>
            </a:lvl8pPr>
            <a:lvl9pPr algn="ctr">
              <a:defRPr sz="2325" b="0">
                <a:solidFill>
                  <a:srgbClr val="231F20"/>
                </a:solidFill>
                <a:latin typeface="Yu Gothic"/>
                <a:ea typeface="Yu Gothic"/>
                <a:cs typeface="Yu Gothic"/>
              </a:defRPr>
            </a:lvl9pPr>
          </a:lstStyle>
          <a:p xmlns:a="http://schemas.openxmlformats.org/drawingml/2006/main">
            <a:pPr algn="ctr">
              <a:defRPr sz="2325" b="0">
                <a:solidFill>
                  <a:srgbClr val="231F20"/>
                </a:solidFill>
                <a:latin typeface="Yu Gothic"/>
                <a:ea typeface="Yu Gothic"/>
                <a:cs typeface="Yu Gothic"/>
              </a:defRPr>
            </a:pPr>
            <a:r>
              <a:rPr sz="2325" b="0">
                <a:solidFill>
                  <a:srgbClr val="231F20"/>
                </a:solidFill>
                <a:latin typeface="Yu Gothic"/>
                <a:ea typeface="Yu Gothic"/>
                <a:cs typeface="Yu Gothic"/>
              </a:rPr>
              <a:t>指導教員：非公開</a:t>
            </a:r>
          </a:p>
        </p:txBody>
      </p:sp>
    </p:spTree>
    <p:extLst>
      <p:ext uri="{BB962C8B-B14F-4D97-AF65-F5344CB8AC3E}">
        <p14:creationId xmlns:p14="http://schemas.microsoft.com/office/powerpoint/2010/main" val="54679983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5" name="text-5">
            <a:extLst xmlns:a="http://schemas.openxmlformats.org/drawingml/2006/main">
              <a:ext uri="{FF2B5EF4-FFF2-40B4-BE49-F238E27FC236}">
                <a16:creationId xmlns:a16="http://schemas.microsoft.com/office/drawing/2014/main" id="{5AC166D7-B4E8-4006-9873-54763E8AF96A}"/>
              </a:ext>
            </a:extLst>
          </p:cNvPr>
          <p:cNvSpPr>
            <a:spLocks xmlns:a="http://schemas.openxmlformats.org/drawingml/2006/main" noGrp="1"/>
          </p:cNvSpPr>
          <p:nvPr/>
        </p:nvSpPr>
        <p:spPr>
          <a:xfrm xmlns:a="http://schemas.openxmlformats.org/drawingml/2006/main">
            <a:off x="609600" y="314325"/>
            <a:ext cx="5619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231F20"/>
                </a:solidFill>
                <a:latin typeface="Arial"/>
                <a:ea typeface="Arial"/>
                <a:cs typeface="Arial"/>
              </a:defRPr>
            </a:defPPr>
            <a:lvl1pPr algn="l">
              <a:defRPr sz="2850" b="1">
                <a:solidFill>
                  <a:srgbClr val="231F20"/>
                </a:solidFill>
                <a:latin typeface="Arial"/>
                <a:ea typeface="Arial"/>
                <a:cs typeface="Arial"/>
              </a:defRPr>
            </a:lvl1pPr>
            <a:lvl2pPr algn="l">
              <a:defRPr sz="2850" b="1">
                <a:solidFill>
                  <a:srgbClr val="231F20"/>
                </a:solidFill>
                <a:latin typeface="Arial"/>
                <a:ea typeface="Arial"/>
                <a:cs typeface="Arial"/>
              </a:defRPr>
            </a:lvl2pPr>
            <a:lvl3pPr algn="l">
              <a:defRPr sz="2850" b="1">
                <a:solidFill>
                  <a:srgbClr val="231F20"/>
                </a:solidFill>
                <a:latin typeface="Arial"/>
                <a:ea typeface="Arial"/>
                <a:cs typeface="Arial"/>
              </a:defRPr>
            </a:lvl3pPr>
            <a:lvl4pPr algn="l">
              <a:defRPr sz="2850" b="1">
                <a:solidFill>
                  <a:srgbClr val="231F20"/>
                </a:solidFill>
                <a:latin typeface="Arial"/>
                <a:ea typeface="Arial"/>
                <a:cs typeface="Arial"/>
              </a:defRPr>
            </a:lvl4pPr>
            <a:lvl5pPr algn="l">
              <a:defRPr sz="2850" b="1">
                <a:solidFill>
                  <a:srgbClr val="231F20"/>
                </a:solidFill>
                <a:latin typeface="Arial"/>
                <a:ea typeface="Arial"/>
                <a:cs typeface="Arial"/>
              </a:defRPr>
            </a:lvl5pPr>
            <a:lvl6pPr algn="l">
              <a:defRPr sz="2850" b="1">
                <a:solidFill>
                  <a:srgbClr val="231F20"/>
                </a:solidFill>
                <a:latin typeface="Arial"/>
                <a:ea typeface="Arial"/>
                <a:cs typeface="Arial"/>
              </a:defRPr>
            </a:lvl6pPr>
            <a:lvl7pPr algn="l">
              <a:defRPr sz="2850" b="1">
                <a:solidFill>
                  <a:srgbClr val="231F20"/>
                </a:solidFill>
                <a:latin typeface="Arial"/>
                <a:ea typeface="Arial"/>
                <a:cs typeface="Arial"/>
              </a:defRPr>
            </a:lvl7pPr>
            <a:lvl8pPr algn="l">
              <a:defRPr sz="2850" b="1">
                <a:solidFill>
                  <a:srgbClr val="231F20"/>
                </a:solidFill>
                <a:latin typeface="Arial"/>
                <a:ea typeface="Arial"/>
                <a:cs typeface="Arial"/>
              </a:defRPr>
            </a:lvl8pPr>
            <a:lvl9pPr algn="l">
              <a:defRPr sz="2850" b="1">
                <a:solidFill>
                  <a:srgbClr val="231F20"/>
                </a:solidFill>
                <a:latin typeface="Arial"/>
                <a:ea typeface="Arial"/>
                <a:cs typeface="Arial"/>
              </a:defRPr>
            </a:lvl9pPr>
          </a:lstStyle>
          <a:p xmlns:a="http://schemas.openxmlformats.org/drawingml/2006/main">
            <a:pPr algn="l">
              <a:defRPr sz="2850" b="1">
                <a:solidFill>
                  <a:srgbClr val="231F20"/>
                </a:solidFill>
                <a:latin typeface="Arial"/>
                <a:ea typeface="Arial"/>
                <a:cs typeface="Arial"/>
              </a:defRPr>
            </a:pPr>
            <a:r>
              <a:rPr sz="2850" b="1">
                <a:solidFill>
                  <a:srgbClr val="231F20"/>
                </a:solidFill>
                <a:latin typeface="Arial"/>
                <a:ea typeface="Arial"/>
                <a:cs typeface="Arial"/>
              </a:rPr>
              <a:t>2</a:t>
            </a:r>
          </a:p>
        </p:txBody>
      </p:sp>
      <p:sp>
        <p:nvSpPr>
          <p:cNvPr id="2" name="text-6">
            <a:extLst xmlns:a="http://schemas.openxmlformats.org/drawingml/2006/main">
              <a:ext uri="{FF2B5EF4-FFF2-40B4-BE49-F238E27FC236}">
                <a16:creationId xmlns:a16="http://schemas.microsoft.com/office/drawing/2014/main" id="{0C2F4529-6FEC-43DA-B9EB-BFCB7C76B37E}"/>
              </a:ext>
            </a:extLst>
          </p:cNvPr>
          <p:cNvSpPr>
            <a:spLocks xmlns:a="http://schemas.openxmlformats.org/drawingml/2006/main" noGrp="1"/>
          </p:cNvSpPr>
          <p:nvPr/>
        </p:nvSpPr>
        <p:spPr>
          <a:xfrm xmlns:a="http://schemas.openxmlformats.org/drawingml/2006/main">
            <a:off x="1257300" y="314325"/>
            <a:ext cx="103251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0078BA"/>
                </a:solidFill>
                <a:latin typeface="Yu Gothic"/>
                <a:ea typeface="Yu Gothic"/>
                <a:cs typeface="Yu Gothic"/>
              </a:defRPr>
            </a:defPPr>
            <a:lvl1pPr algn="l">
              <a:defRPr sz="2850" b="1">
                <a:solidFill>
                  <a:srgbClr val="0078BA"/>
                </a:solidFill>
                <a:latin typeface="Yu Gothic"/>
                <a:ea typeface="Yu Gothic"/>
                <a:cs typeface="Yu Gothic"/>
              </a:defRPr>
            </a:lvl1pPr>
            <a:lvl2pPr algn="l">
              <a:defRPr sz="2850" b="1">
                <a:solidFill>
                  <a:srgbClr val="0078BA"/>
                </a:solidFill>
                <a:latin typeface="Yu Gothic"/>
                <a:ea typeface="Yu Gothic"/>
                <a:cs typeface="Yu Gothic"/>
              </a:defRPr>
            </a:lvl2pPr>
            <a:lvl3pPr algn="l">
              <a:defRPr sz="2850" b="1">
                <a:solidFill>
                  <a:srgbClr val="0078BA"/>
                </a:solidFill>
                <a:latin typeface="Yu Gothic"/>
                <a:ea typeface="Yu Gothic"/>
                <a:cs typeface="Yu Gothic"/>
              </a:defRPr>
            </a:lvl3pPr>
            <a:lvl4pPr algn="l">
              <a:defRPr sz="2850" b="1">
                <a:solidFill>
                  <a:srgbClr val="0078BA"/>
                </a:solidFill>
                <a:latin typeface="Yu Gothic"/>
                <a:ea typeface="Yu Gothic"/>
                <a:cs typeface="Yu Gothic"/>
              </a:defRPr>
            </a:lvl4pPr>
            <a:lvl5pPr algn="l">
              <a:defRPr sz="2850" b="1">
                <a:solidFill>
                  <a:srgbClr val="0078BA"/>
                </a:solidFill>
                <a:latin typeface="Yu Gothic"/>
                <a:ea typeface="Yu Gothic"/>
                <a:cs typeface="Yu Gothic"/>
              </a:defRPr>
            </a:lvl5pPr>
            <a:lvl6pPr algn="l">
              <a:defRPr sz="2850" b="1">
                <a:solidFill>
                  <a:srgbClr val="0078BA"/>
                </a:solidFill>
                <a:latin typeface="Yu Gothic"/>
                <a:ea typeface="Yu Gothic"/>
                <a:cs typeface="Yu Gothic"/>
              </a:defRPr>
            </a:lvl6pPr>
            <a:lvl7pPr algn="l">
              <a:defRPr sz="2850" b="1">
                <a:solidFill>
                  <a:srgbClr val="0078BA"/>
                </a:solidFill>
                <a:latin typeface="Yu Gothic"/>
                <a:ea typeface="Yu Gothic"/>
                <a:cs typeface="Yu Gothic"/>
              </a:defRPr>
            </a:lvl7pPr>
            <a:lvl8pPr algn="l">
              <a:defRPr sz="2850" b="1">
                <a:solidFill>
                  <a:srgbClr val="0078BA"/>
                </a:solidFill>
                <a:latin typeface="Yu Gothic"/>
                <a:ea typeface="Yu Gothic"/>
                <a:cs typeface="Yu Gothic"/>
              </a:defRPr>
            </a:lvl8pPr>
            <a:lvl9pPr algn="l">
              <a:defRPr sz="2850" b="1">
                <a:solidFill>
                  <a:srgbClr val="0078BA"/>
                </a:solidFill>
                <a:latin typeface="Yu Gothic"/>
                <a:ea typeface="Yu Gothic"/>
                <a:cs typeface="Yu Gothic"/>
              </a:defRPr>
            </a:lvl9pPr>
          </a:lstStyle>
          <a:p xmlns:a="http://schemas.openxmlformats.org/drawingml/2006/main">
            <a:pPr algn="l">
              <a:defRPr sz="2850" b="1">
                <a:solidFill>
                  <a:srgbClr val="0078BA"/>
                </a:solidFill>
                <a:latin typeface="Yu Gothic"/>
                <a:ea typeface="Yu Gothic"/>
                <a:cs typeface="Yu Gothic"/>
              </a:defRPr>
            </a:pPr>
            <a:r>
              <a:rPr sz="2850" b="1">
                <a:solidFill>
                  <a:srgbClr val="0078BA"/>
                </a:solidFill>
                <a:latin typeface="Yu Gothic"/>
                <a:ea typeface="Yu Gothic"/>
                <a:cs typeface="Yu Gothic"/>
              </a:rPr>
              <a:t>命令メモリから、実行する命令を読む</a:t>
            </a:r>
          </a:p>
        </p:txBody>
      </p:sp>
      <p:sp>
        <p:nvSpPr>
          <p:cNvPr id="3" name="text-7">
            <a:extLst xmlns:a="http://schemas.openxmlformats.org/drawingml/2006/main">
              <a:ext uri="{FF2B5EF4-FFF2-40B4-BE49-F238E27FC236}">
                <a16:creationId xmlns:a16="http://schemas.microsoft.com/office/drawing/2014/main" id="{283097F5-099A-4DE2-A521-F573696E2163}"/>
              </a:ext>
            </a:extLst>
          </p:cNvPr>
          <p:cNvSpPr>
            <a:spLocks xmlns:a="http://schemas.openxmlformats.org/drawingml/2006/main" noGrp="1"/>
          </p:cNvSpPr>
          <p:nvPr/>
        </p:nvSpPr>
        <p:spPr>
          <a:xfrm xmlns:a="http://schemas.openxmlformats.org/drawingml/2006/main">
            <a:off x="11277600" y="6334125"/>
            <a:ext cx="304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777777"/>
                </a:solidFill>
                <a:latin typeface="Arial"/>
                <a:ea typeface="Arial"/>
                <a:cs typeface="Arial"/>
              </a:defRPr>
            </a:defPPr>
            <a:lvl1pPr algn="r">
              <a:defRPr sz="1350" b="0">
                <a:solidFill>
                  <a:srgbClr val="777777"/>
                </a:solidFill>
                <a:latin typeface="Arial"/>
                <a:ea typeface="Arial"/>
                <a:cs typeface="Arial"/>
              </a:defRPr>
            </a:lvl1pPr>
            <a:lvl2pPr algn="r">
              <a:defRPr sz="1350" b="0">
                <a:solidFill>
                  <a:srgbClr val="777777"/>
                </a:solidFill>
                <a:latin typeface="Arial"/>
                <a:ea typeface="Arial"/>
                <a:cs typeface="Arial"/>
              </a:defRPr>
            </a:lvl2pPr>
            <a:lvl3pPr algn="r">
              <a:defRPr sz="1350" b="0">
                <a:solidFill>
                  <a:srgbClr val="777777"/>
                </a:solidFill>
                <a:latin typeface="Arial"/>
                <a:ea typeface="Arial"/>
                <a:cs typeface="Arial"/>
              </a:defRPr>
            </a:lvl3pPr>
            <a:lvl4pPr algn="r">
              <a:defRPr sz="1350" b="0">
                <a:solidFill>
                  <a:srgbClr val="777777"/>
                </a:solidFill>
                <a:latin typeface="Arial"/>
                <a:ea typeface="Arial"/>
                <a:cs typeface="Arial"/>
              </a:defRPr>
            </a:lvl4pPr>
            <a:lvl5pPr algn="r">
              <a:defRPr sz="1350" b="0">
                <a:solidFill>
                  <a:srgbClr val="777777"/>
                </a:solidFill>
                <a:latin typeface="Arial"/>
                <a:ea typeface="Arial"/>
                <a:cs typeface="Arial"/>
              </a:defRPr>
            </a:lvl5pPr>
            <a:lvl6pPr algn="r">
              <a:defRPr sz="1350" b="0">
                <a:solidFill>
                  <a:srgbClr val="777777"/>
                </a:solidFill>
                <a:latin typeface="Arial"/>
                <a:ea typeface="Arial"/>
                <a:cs typeface="Arial"/>
              </a:defRPr>
            </a:lvl6pPr>
            <a:lvl7pPr algn="r">
              <a:defRPr sz="1350" b="0">
                <a:solidFill>
                  <a:srgbClr val="777777"/>
                </a:solidFill>
                <a:latin typeface="Arial"/>
                <a:ea typeface="Arial"/>
                <a:cs typeface="Arial"/>
              </a:defRPr>
            </a:lvl7pPr>
            <a:lvl8pPr algn="r">
              <a:defRPr sz="1350" b="0">
                <a:solidFill>
                  <a:srgbClr val="777777"/>
                </a:solidFill>
                <a:latin typeface="Arial"/>
                <a:ea typeface="Arial"/>
                <a:cs typeface="Arial"/>
              </a:defRPr>
            </a:lvl8pPr>
            <a:lvl9pPr algn="r">
              <a:defRPr sz="1350" b="0">
                <a:solidFill>
                  <a:srgbClr val="777777"/>
                </a:solidFill>
                <a:latin typeface="Arial"/>
                <a:ea typeface="Arial"/>
                <a:cs typeface="Arial"/>
              </a:defRPr>
            </a:lvl9pPr>
          </a:lstStyle>
          <a:p xmlns:a="http://schemas.openxmlformats.org/drawingml/2006/main">
            <a:pPr algn="r">
              <a:defRPr sz="1350" b="0">
                <a:solidFill>
                  <a:srgbClr val="777777"/>
                </a:solidFill>
                <a:latin typeface="Arial"/>
                <a:ea typeface="Arial"/>
                <a:cs typeface="Arial"/>
              </a:defRPr>
            </a:pPr>
            <a:r>
              <a:rPr sz="1350" b="0">
                <a:solidFill>
                  <a:srgbClr val="777777"/>
                </a:solidFill>
                <a:latin typeface="Arial"/>
                <a:ea typeface="Arial"/>
                <a:cs typeface="Arial"/>
              </a:rPr>
              <a:t>2</a:t>
            </a:r>
          </a:p>
        </p:txBody>
      </p:sp>
      <p:sp>
        <p:nvSpPr>
          <p:cNvPr id="4" name="text-8">
            <a:extLst xmlns:a="http://schemas.openxmlformats.org/drawingml/2006/main">
              <a:ext uri="{FF2B5EF4-FFF2-40B4-BE49-F238E27FC236}">
                <a16:creationId xmlns:a16="http://schemas.microsoft.com/office/drawing/2014/main" id="{7353C60A-2372-458E-A88B-9CA8968EB1D2}"/>
              </a:ext>
            </a:extLst>
          </p:cNvPr>
          <p:cNvSpPr>
            <a:spLocks xmlns:a="http://schemas.openxmlformats.org/drawingml/2006/main" noGrp="1"/>
          </p:cNvSpPr>
          <p:nvPr/>
        </p:nvSpPr>
        <p:spPr>
          <a:xfrm xmlns:a="http://schemas.openxmlformats.org/drawingml/2006/main">
            <a:off x="609600" y="12858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250" b="1">
                <a:solidFill>
                  <a:srgbClr val="1572C3"/>
                </a:solidFill>
                <a:latin typeface="Yu Gothic"/>
                <a:ea typeface="Yu Gothic"/>
                <a:cs typeface="Yu Gothic"/>
              </a:defRPr>
            </a:defPPr>
            <a:lvl1pPr algn="l">
              <a:defRPr sz="2250" b="1">
                <a:solidFill>
                  <a:srgbClr val="1572C3"/>
                </a:solidFill>
                <a:latin typeface="Yu Gothic"/>
                <a:ea typeface="Yu Gothic"/>
                <a:cs typeface="Yu Gothic"/>
              </a:defRPr>
            </a:lvl1pPr>
            <a:lvl2pPr algn="l">
              <a:defRPr sz="2250" b="1">
                <a:solidFill>
                  <a:srgbClr val="1572C3"/>
                </a:solidFill>
                <a:latin typeface="Yu Gothic"/>
                <a:ea typeface="Yu Gothic"/>
                <a:cs typeface="Yu Gothic"/>
              </a:defRPr>
            </a:lvl2pPr>
            <a:lvl3pPr algn="l">
              <a:defRPr sz="2250" b="1">
                <a:solidFill>
                  <a:srgbClr val="1572C3"/>
                </a:solidFill>
                <a:latin typeface="Yu Gothic"/>
                <a:ea typeface="Yu Gothic"/>
                <a:cs typeface="Yu Gothic"/>
              </a:defRPr>
            </a:lvl3pPr>
            <a:lvl4pPr algn="l">
              <a:defRPr sz="2250" b="1">
                <a:solidFill>
                  <a:srgbClr val="1572C3"/>
                </a:solidFill>
                <a:latin typeface="Yu Gothic"/>
                <a:ea typeface="Yu Gothic"/>
                <a:cs typeface="Yu Gothic"/>
              </a:defRPr>
            </a:lvl4pPr>
            <a:lvl5pPr algn="l">
              <a:defRPr sz="2250" b="1">
                <a:solidFill>
                  <a:srgbClr val="1572C3"/>
                </a:solidFill>
                <a:latin typeface="Yu Gothic"/>
                <a:ea typeface="Yu Gothic"/>
                <a:cs typeface="Yu Gothic"/>
              </a:defRPr>
            </a:lvl5pPr>
            <a:lvl6pPr algn="l">
              <a:defRPr sz="2250" b="1">
                <a:solidFill>
                  <a:srgbClr val="1572C3"/>
                </a:solidFill>
                <a:latin typeface="Yu Gothic"/>
                <a:ea typeface="Yu Gothic"/>
                <a:cs typeface="Yu Gothic"/>
              </a:defRPr>
            </a:lvl6pPr>
            <a:lvl7pPr algn="l">
              <a:defRPr sz="2250" b="1">
                <a:solidFill>
                  <a:srgbClr val="1572C3"/>
                </a:solidFill>
                <a:latin typeface="Yu Gothic"/>
                <a:ea typeface="Yu Gothic"/>
                <a:cs typeface="Yu Gothic"/>
              </a:defRPr>
            </a:lvl7pPr>
            <a:lvl8pPr algn="l">
              <a:defRPr sz="2250" b="1">
                <a:solidFill>
                  <a:srgbClr val="1572C3"/>
                </a:solidFill>
                <a:latin typeface="Yu Gothic"/>
                <a:ea typeface="Yu Gothic"/>
                <a:cs typeface="Yu Gothic"/>
              </a:defRPr>
            </a:lvl8pPr>
            <a:lvl9pPr algn="l">
              <a:defRPr sz="2250" b="1">
                <a:solidFill>
                  <a:srgbClr val="1572C3"/>
                </a:solidFill>
                <a:latin typeface="Yu Gothic"/>
                <a:ea typeface="Yu Gothic"/>
                <a:cs typeface="Yu Gothic"/>
              </a:defRPr>
            </a:lvl9pPr>
          </a:lstStyle>
          <a:p xmlns:a="http://schemas.openxmlformats.org/drawingml/2006/main">
            <a:pPr algn="l">
              <a:defRPr sz="2250" b="1">
                <a:solidFill>
                  <a:srgbClr val="1572C3"/>
                </a:solidFill>
                <a:latin typeface="Yu Gothic"/>
                <a:ea typeface="Yu Gothic"/>
                <a:cs typeface="Yu Gothic"/>
              </a:defRPr>
            </a:pPr>
            <a:r>
              <a:rPr sz="2250" b="1">
                <a:solidFill>
                  <a:srgbClr val="1572C3"/>
                </a:solidFill>
                <a:latin typeface="Yu Gothic"/>
                <a:ea typeface="Yu Gothic"/>
                <a:cs typeface="Yu Gothic"/>
              </a:rPr>
              <a:t>CPUは、命令の番地を指定して、実行する命令を読む</a:t>
            </a:r>
          </a:p>
        </p:txBody>
      </p:sp>
      <p:sp>
        <p:nvSpPr>
          <p:cNvPr id="5" name="block-9">
            <a:extLst xmlns:a="http://schemas.openxmlformats.org/drawingml/2006/main">
              <a:ext uri="{FF2B5EF4-FFF2-40B4-BE49-F238E27FC236}">
                <a16:creationId xmlns:a16="http://schemas.microsoft.com/office/drawing/2014/main" id="{C03B7C17-126C-41D5-B3B9-9773325DBE93}"/>
              </a:ext>
            </a:extLst>
          </p:cNvPr>
          <p:cNvSpPr>
            <a:spLocks xmlns:a="http://schemas.openxmlformats.org/drawingml/2006/main" noGrp="1"/>
          </p:cNvSpPr>
          <p:nvPr/>
        </p:nvSpPr>
        <p:spPr>
          <a:xfrm xmlns:a="http://schemas.openxmlformats.org/drawingml/2006/main">
            <a:off x="1200150" y="3162300"/>
            <a:ext cx="457200" cy="1381125"/>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6" name="text-10">
            <a:extLst xmlns:a="http://schemas.openxmlformats.org/drawingml/2006/main">
              <a:ext uri="{FF2B5EF4-FFF2-40B4-BE49-F238E27FC236}">
                <a16:creationId xmlns:a16="http://schemas.microsoft.com/office/drawing/2014/main" id="{0EA53F0B-7B2C-4BA7-8D38-A79CF1191D42}"/>
              </a:ext>
            </a:extLst>
          </p:cNvPr>
          <p:cNvSpPr>
            <a:spLocks xmlns:a="http://schemas.openxmlformats.org/drawingml/2006/main" noGrp="1"/>
          </p:cNvSpPr>
          <p:nvPr/>
        </p:nvSpPr>
        <p:spPr>
          <a:xfrm xmlns:a="http://schemas.openxmlformats.org/drawingml/2006/main">
            <a:off x="1009650" y="4610100"/>
            <a:ext cx="838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00" b="1">
                <a:solidFill>
                  <a:srgbClr val="231F20"/>
                </a:solidFill>
                <a:latin typeface="Arial"/>
                <a:ea typeface="Arial"/>
                <a:cs typeface="Arial"/>
              </a:defRPr>
            </a:defPPr>
            <a:lvl1pPr algn="ctr">
              <a:defRPr sz="2100" b="1">
                <a:solidFill>
                  <a:srgbClr val="231F20"/>
                </a:solidFill>
                <a:latin typeface="Arial"/>
                <a:ea typeface="Arial"/>
                <a:cs typeface="Arial"/>
              </a:defRPr>
            </a:lvl1pPr>
            <a:lvl2pPr algn="ctr">
              <a:defRPr sz="2100" b="1">
                <a:solidFill>
                  <a:srgbClr val="231F20"/>
                </a:solidFill>
                <a:latin typeface="Arial"/>
                <a:ea typeface="Arial"/>
                <a:cs typeface="Arial"/>
              </a:defRPr>
            </a:lvl2pPr>
            <a:lvl3pPr algn="ctr">
              <a:defRPr sz="2100" b="1">
                <a:solidFill>
                  <a:srgbClr val="231F20"/>
                </a:solidFill>
                <a:latin typeface="Arial"/>
                <a:ea typeface="Arial"/>
                <a:cs typeface="Arial"/>
              </a:defRPr>
            </a:lvl3pPr>
            <a:lvl4pPr algn="ctr">
              <a:defRPr sz="2100" b="1">
                <a:solidFill>
                  <a:srgbClr val="231F20"/>
                </a:solidFill>
                <a:latin typeface="Arial"/>
                <a:ea typeface="Arial"/>
                <a:cs typeface="Arial"/>
              </a:defRPr>
            </a:lvl4pPr>
            <a:lvl5pPr algn="ctr">
              <a:defRPr sz="2100" b="1">
                <a:solidFill>
                  <a:srgbClr val="231F20"/>
                </a:solidFill>
                <a:latin typeface="Arial"/>
                <a:ea typeface="Arial"/>
                <a:cs typeface="Arial"/>
              </a:defRPr>
            </a:lvl5pPr>
            <a:lvl6pPr algn="ctr">
              <a:defRPr sz="2100" b="1">
                <a:solidFill>
                  <a:srgbClr val="231F20"/>
                </a:solidFill>
                <a:latin typeface="Arial"/>
                <a:ea typeface="Arial"/>
                <a:cs typeface="Arial"/>
              </a:defRPr>
            </a:lvl6pPr>
            <a:lvl7pPr algn="ctr">
              <a:defRPr sz="2100" b="1">
                <a:solidFill>
                  <a:srgbClr val="231F20"/>
                </a:solidFill>
                <a:latin typeface="Arial"/>
                <a:ea typeface="Arial"/>
                <a:cs typeface="Arial"/>
              </a:defRPr>
            </a:lvl7pPr>
            <a:lvl8pPr algn="ctr">
              <a:defRPr sz="2100" b="1">
                <a:solidFill>
                  <a:srgbClr val="231F20"/>
                </a:solidFill>
                <a:latin typeface="Arial"/>
                <a:ea typeface="Arial"/>
                <a:cs typeface="Arial"/>
              </a:defRPr>
            </a:lvl8pPr>
            <a:lvl9pPr algn="ctr">
              <a:defRPr sz="2100" b="1">
                <a:solidFill>
                  <a:srgbClr val="231F20"/>
                </a:solidFill>
                <a:latin typeface="Arial"/>
                <a:ea typeface="Arial"/>
                <a:cs typeface="Arial"/>
              </a:defRPr>
            </a:lvl9pPr>
          </a:lstStyle>
          <a:p xmlns:a="http://schemas.openxmlformats.org/drawingml/2006/main">
            <a:pPr algn="ctr">
              <a:defRPr sz="2100" b="1">
                <a:solidFill>
                  <a:srgbClr val="231F20"/>
                </a:solidFill>
                <a:latin typeface="Arial"/>
                <a:ea typeface="Arial"/>
                <a:cs typeface="Arial"/>
              </a:defRPr>
            </a:pPr>
            <a:r>
              <a:rPr sz="2100" b="1">
                <a:solidFill>
                  <a:srgbClr val="231F20"/>
                </a:solidFill>
                <a:latin typeface="Arial"/>
                <a:ea typeface="Arial"/>
                <a:cs typeface="Arial"/>
              </a:rPr>
              <a:t>PC</a:t>
            </a:r>
          </a:p>
        </p:txBody>
      </p:sp>
      <p:sp>
        <p:nvSpPr>
          <p:cNvPr id="7" name="text-11">
            <a:extLst xmlns:a="http://schemas.openxmlformats.org/drawingml/2006/main">
              <a:ext uri="{FF2B5EF4-FFF2-40B4-BE49-F238E27FC236}">
                <a16:creationId xmlns:a16="http://schemas.microsoft.com/office/drawing/2014/main" id="{3F246AF8-7EB8-480E-80FF-01504C167BF6}"/>
              </a:ext>
            </a:extLst>
          </p:cNvPr>
          <p:cNvSpPr>
            <a:spLocks xmlns:a="http://schemas.openxmlformats.org/drawingml/2006/main" noGrp="1"/>
          </p:cNvSpPr>
          <p:nvPr/>
        </p:nvSpPr>
        <p:spPr>
          <a:xfrm xmlns:a="http://schemas.openxmlformats.org/drawingml/2006/main">
            <a:off x="1238250" y="3676650"/>
            <a:ext cx="171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231F20"/>
                </a:solidFill>
                <a:latin typeface="Arial"/>
                <a:ea typeface="Arial"/>
                <a:cs typeface="Arial"/>
              </a:defRPr>
            </a:defPPr>
            <a:lvl1pPr algn="l">
              <a:defRPr sz="1350" b="0">
                <a:solidFill>
                  <a:srgbClr val="231F20"/>
                </a:solidFill>
                <a:latin typeface="Arial"/>
                <a:ea typeface="Arial"/>
                <a:cs typeface="Arial"/>
              </a:defRPr>
            </a:lvl1pPr>
            <a:lvl2pPr algn="l">
              <a:defRPr sz="1350" b="0">
                <a:solidFill>
                  <a:srgbClr val="231F20"/>
                </a:solidFill>
                <a:latin typeface="Arial"/>
                <a:ea typeface="Arial"/>
                <a:cs typeface="Arial"/>
              </a:defRPr>
            </a:lvl2pPr>
            <a:lvl3pPr algn="l">
              <a:defRPr sz="1350" b="0">
                <a:solidFill>
                  <a:srgbClr val="231F20"/>
                </a:solidFill>
                <a:latin typeface="Arial"/>
                <a:ea typeface="Arial"/>
                <a:cs typeface="Arial"/>
              </a:defRPr>
            </a:lvl3pPr>
            <a:lvl4pPr algn="l">
              <a:defRPr sz="1350" b="0">
                <a:solidFill>
                  <a:srgbClr val="231F20"/>
                </a:solidFill>
                <a:latin typeface="Arial"/>
                <a:ea typeface="Arial"/>
                <a:cs typeface="Arial"/>
              </a:defRPr>
            </a:lvl4pPr>
            <a:lvl5pPr algn="l">
              <a:defRPr sz="1350" b="0">
                <a:solidFill>
                  <a:srgbClr val="231F20"/>
                </a:solidFill>
                <a:latin typeface="Arial"/>
                <a:ea typeface="Arial"/>
                <a:cs typeface="Arial"/>
              </a:defRPr>
            </a:lvl5pPr>
            <a:lvl6pPr algn="l">
              <a:defRPr sz="1350" b="0">
                <a:solidFill>
                  <a:srgbClr val="231F20"/>
                </a:solidFill>
                <a:latin typeface="Arial"/>
                <a:ea typeface="Arial"/>
                <a:cs typeface="Arial"/>
              </a:defRPr>
            </a:lvl6pPr>
            <a:lvl7pPr algn="l">
              <a:defRPr sz="1350" b="0">
                <a:solidFill>
                  <a:srgbClr val="231F20"/>
                </a:solidFill>
                <a:latin typeface="Arial"/>
                <a:ea typeface="Arial"/>
                <a:cs typeface="Arial"/>
              </a:defRPr>
            </a:lvl7pPr>
            <a:lvl8pPr algn="l">
              <a:defRPr sz="1350" b="0">
                <a:solidFill>
                  <a:srgbClr val="231F20"/>
                </a:solidFill>
                <a:latin typeface="Arial"/>
                <a:ea typeface="Arial"/>
                <a:cs typeface="Arial"/>
              </a:defRPr>
            </a:lvl8pPr>
            <a:lvl9pPr algn="l">
              <a:defRPr sz="1350" b="0">
                <a:solidFill>
                  <a:srgbClr val="231F20"/>
                </a:solidFill>
                <a:latin typeface="Arial"/>
                <a:ea typeface="Arial"/>
                <a:cs typeface="Arial"/>
              </a:defRPr>
            </a:lvl9pPr>
          </a:lstStyle>
          <a:p xmlns:a="http://schemas.openxmlformats.org/drawingml/2006/main">
            <a:pPr algn="l">
              <a:defRPr sz="1350" b="0">
                <a:solidFill>
                  <a:srgbClr val="231F20"/>
                </a:solidFill>
                <a:latin typeface="Arial"/>
                <a:ea typeface="Arial"/>
                <a:cs typeface="Arial"/>
              </a:defRPr>
            </a:pPr>
            <a:r>
              <a:rPr sz="1350" b="0">
                <a:solidFill>
                  <a:srgbClr val="231F20"/>
                </a:solidFill>
                <a:latin typeface="Arial"/>
                <a:ea typeface="Arial"/>
                <a:cs typeface="Arial"/>
              </a:rPr>
              <a:t>D</a:t>
            </a:r>
          </a:p>
        </p:txBody>
      </p:sp>
      <p:sp>
        <p:nvSpPr>
          <p:cNvPr id="8" name="text-12">
            <a:extLst xmlns:a="http://schemas.openxmlformats.org/drawingml/2006/main">
              <a:ext uri="{FF2B5EF4-FFF2-40B4-BE49-F238E27FC236}">
                <a16:creationId xmlns:a16="http://schemas.microsoft.com/office/drawing/2014/main" id="{E6825B81-9ED8-4BB1-80E7-681DBE69D150}"/>
              </a:ext>
            </a:extLst>
          </p:cNvPr>
          <p:cNvSpPr>
            <a:spLocks xmlns:a="http://schemas.openxmlformats.org/drawingml/2006/main" noGrp="1"/>
          </p:cNvSpPr>
          <p:nvPr/>
        </p:nvSpPr>
        <p:spPr>
          <a:xfrm xmlns:a="http://schemas.openxmlformats.org/drawingml/2006/main">
            <a:off x="1438275" y="3676650"/>
            <a:ext cx="171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231F20"/>
                </a:solidFill>
                <a:latin typeface="Arial"/>
                <a:ea typeface="Arial"/>
                <a:cs typeface="Arial"/>
              </a:defRPr>
            </a:defPPr>
            <a:lvl1pPr algn="l">
              <a:defRPr sz="1350" b="0">
                <a:solidFill>
                  <a:srgbClr val="231F20"/>
                </a:solidFill>
                <a:latin typeface="Arial"/>
                <a:ea typeface="Arial"/>
                <a:cs typeface="Arial"/>
              </a:defRPr>
            </a:lvl1pPr>
            <a:lvl2pPr algn="l">
              <a:defRPr sz="1350" b="0">
                <a:solidFill>
                  <a:srgbClr val="231F20"/>
                </a:solidFill>
                <a:latin typeface="Arial"/>
                <a:ea typeface="Arial"/>
                <a:cs typeface="Arial"/>
              </a:defRPr>
            </a:lvl2pPr>
            <a:lvl3pPr algn="l">
              <a:defRPr sz="1350" b="0">
                <a:solidFill>
                  <a:srgbClr val="231F20"/>
                </a:solidFill>
                <a:latin typeface="Arial"/>
                <a:ea typeface="Arial"/>
                <a:cs typeface="Arial"/>
              </a:defRPr>
            </a:lvl3pPr>
            <a:lvl4pPr algn="l">
              <a:defRPr sz="1350" b="0">
                <a:solidFill>
                  <a:srgbClr val="231F20"/>
                </a:solidFill>
                <a:latin typeface="Arial"/>
                <a:ea typeface="Arial"/>
                <a:cs typeface="Arial"/>
              </a:defRPr>
            </a:lvl4pPr>
            <a:lvl5pPr algn="l">
              <a:defRPr sz="1350" b="0">
                <a:solidFill>
                  <a:srgbClr val="231F20"/>
                </a:solidFill>
                <a:latin typeface="Arial"/>
                <a:ea typeface="Arial"/>
                <a:cs typeface="Arial"/>
              </a:defRPr>
            </a:lvl5pPr>
            <a:lvl6pPr algn="l">
              <a:defRPr sz="1350" b="0">
                <a:solidFill>
                  <a:srgbClr val="231F20"/>
                </a:solidFill>
                <a:latin typeface="Arial"/>
                <a:ea typeface="Arial"/>
                <a:cs typeface="Arial"/>
              </a:defRPr>
            </a:lvl6pPr>
            <a:lvl7pPr algn="l">
              <a:defRPr sz="1350" b="0">
                <a:solidFill>
                  <a:srgbClr val="231F20"/>
                </a:solidFill>
                <a:latin typeface="Arial"/>
                <a:ea typeface="Arial"/>
                <a:cs typeface="Arial"/>
              </a:defRPr>
            </a:lvl7pPr>
            <a:lvl8pPr algn="l">
              <a:defRPr sz="1350" b="0">
                <a:solidFill>
                  <a:srgbClr val="231F20"/>
                </a:solidFill>
                <a:latin typeface="Arial"/>
                <a:ea typeface="Arial"/>
                <a:cs typeface="Arial"/>
              </a:defRPr>
            </a:lvl8pPr>
            <a:lvl9pPr algn="l">
              <a:defRPr sz="1350" b="0">
                <a:solidFill>
                  <a:srgbClr val="231F20"/>
                </a:solidFill>
                <a:latin typeface="Arial"/>
                <a:ea typeface="Arial"/>
                <a:cs typeface="Arial"/>
              </a:defRPr>
            </a:lvl9pPr>
          </a:lstStyle>
          <a:p xmlns:a="http://schemas.openxmlformats.org/drawingml/2006/main">
            <a:pPr algn="l">
              <a:defRPr sz="1350" b="0">
                <a:solidFill>
                  <a:srgbClr val="231F20"/>
                </a:solidFill>
                <a:latin typeface="Arial"/>
                <a:ea typeface="Arial"/>
                <a:cs typeface="Arial"/>
              </a:defRPr>
            </a:pPr>
            <a:r>
              <a:rPr sz="1350" b="0">
                <a:solidFill>
                  <a:srgbClr val="231F20"/>
                </a:solidFill>
                <a:latin typeface="Arial"/>
                <a:ea typeface="Arial"/>
                <a:cs typeface="Arial"/>
              </a:rPr>
              <a:t>Q</a:t>
            </a:r>
          </a:p>
        </p:txBody>
      </p:sp>
      <p:sp>
        <p:nvSpPr>
          <p:cNvPr id="9" name="circuit-13">
            <a:extLst xmlns:a="http://schemas.openxmlformats.org/drawingml/2006/main">
              <a:ext uri="{FF2B5EF4-FFF2-40B4-BE49-F238E27FC236}">
                <a16:creationId xmlns:a16="http://schemas.microsoft.com/office/drawing/2014/main" id="{78606E09-23DA-4FDF-87D7-19415E757984}"/>
              </a:ext>
            </a:extLst>
          </p:cNvPr>
          <p:cNvSpPr>
            <a:spLocks xmlns:a="http://schemas.openxmlformats.org/drawingml/2006/main" noGrp="1"/>
          </p:cNvSpPr>
          <p:nvPr/>
        </p:nvSpPr>
        <p:spPr>
          <a:xfrm xmlns:a="http://schemas.openxmlformats.org/drawingml/2006/main">
            <a:off x="1323975" y="3162300"/>
            <a:ext cx="209550" cy="123825"/>
          </a:xfrm>
          <a:custGeom xmlns:a="http://schemas.openxmlformats.org/drawingml/2006/main">
            <a:pathLst>
              <a:path w="209550" h="123825">
                <a:moveTo>
                  <a:pt x="0" y="0"/>
                </a:moveTo>
                <a:lnTo>
                  <a:pt x="104775" y="123825"/>
                </a:lnTo>
                <a:lnTo>
                  <a:pt x="209550" y="0"/>
                </a:lnTo>
                <a:close/>
              </a:path>
            </a:pathLst>
          </a:custGeom>
          <a:noFill xmlns:a="http://schemas.openxmlformats.org/drawingml/2006/main"/>
          <a:ln xmlns:a="http://schemas.openxmlformats.org/drawingml/2006/main" w="20955">
            <a:solidFill>
              <a:srgbClr val="231F20"/>
            </a:solidFill>
          </a:ln>
        </p:spPr>
      </p:sp>
      <p:sp>
        <p:nvSpPr>
          <p:cNvPr id="10" name="wire-14">
            <a:extLst xmlns:a="http://schemas.openxmlformats.org/drawingml/2006/main">
              <a:ext uri="{FF2B5EF4-FFF2-40B4-BE49-F238E27FC236}">
                <a16:creationId xmlns:a16="http://schemas.microsoft.com/office/drawing/2014/main" id="{86CF9BD3-9631-4536-9550-0232BF34DF7B}"/>
              </a:ext>
            </a:extLst>
          </p:cNvPr>
          <p:cNvSpPr>
            <a:spLocks xmlns:a="http://schemas.openxmlformats.org/drawingml/2006/main" noGrp="1"/>
          </p:cNvSpPr>
          <p:nvPr/>
        </p:nvSpPr>
        <p:spPr>
          <a:xfrm xmlns:a="http://schemas.openxmlformats.org/drawingml/2006/main">
            <a:off x="1428750" y="2895600"/>
            <a:ext cx="9525" cy="266700"/>
          </a:xfrm>
          <a:custGeom xmlns:a="http://schemas.openxmlformats.org/drawingml/2006/main">
            <a:pathLst>
              <a:path w="9525" h="266700">
                <a:moveTo>
                  <a:pt x="0" y="0"/>
                </a:moveTo>
                <a:lnTo>
                  <a:pt x="0" y="266700"/>
                </a:lnTo>
              </a:path>
            </a:pathLst>
          </a:custGeom>
          <a:noFill xmlns:a="http://schemas.openxmlformats.org/drawingml/2006/main"/>
          <a:ln xmlns:a="http://schemas.openxmlformats.org/drawingml/2006/main" w="12383">
            <a:solidFill>
              <a:srgbClr val="231F20"/>
            </a:solidFill>
          </a:ln>
        </p:spPr>
      </p:sp>
      <p:sp>
        <p:nvSpPr>
          <p:cNvPr id="11" name="text-15">
            <a:extLst xmlns:a="http://schemas.openxmlformats.org/drawingml/2006/main">
              <a:ext uri="{FF2B5EF4-FFF2-40B4-BE49-F238E27FC236}">
                <a16:creationId xmlns:a16="http://schemas.microsoft.com/office/drawing/2014/main" id="{07EDFEA2-16AC-4762-8898-07E9F18F5E8B}"/>
              </a:ext>
            </a:extLst>
          </p:cNvPr>
          <p:cNvSpPr>
            <a:spLocks xmlns:a="http://schemas.openxmlformats.org/drawingml/2006/main" noGrp="1"/>
          </p:cNvSpPr>
          <p:nvPr/>
        </p:nvSpPr>
        <p:spPr>
          <a:xfrm xmlns:a="http://schemas.openxmlformats.org/drawingml/2006/main">
            <a:off x="1228725" y="2600325"/>
            <a:ext cx="457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00" b="0">
                <a:solidFill>
                  <a:srgbClr val="231F20"/>
                </a:solidFill>
                <a:latin typeface="Arial"/>
                <a:ea typeface="Arial"/>
                <a:cs typeface="Arial"/>
              </a:defRPr>
            </a:defPPr>
            <a:lvl1pPr algn="ctr">
              <a:defRPr sz="1500" b="0">
                <a:solidFill>
                  <a:srgbClr val="231F20"/>
                </a:solidFill>
                <a:latin typeface="Arial"/>
                <a:ea typeface="Arial"/>
                <a:cs typeface="Arial"/>
              </a:defRPr>
            </a:lvl1pPr>
            <a:lvl2pPr algn="ctr">
              <a:defRPr sz="1500" b="0">
                <a:solidFill>
                  <a:srgbClr val="231F20"/>
                </a:solidFill>
                <a:latin typeface="Arial"/>
                <a:ea typeface="Arial"/>
                <a:cs typeface="Arial"/>
              </a:defRPr>
            </a:lvl2pPr>
            <a:lvl3pPr algn="ctr">
              <a:defRPr sz="1500" b="0">
                <a:solidFill>
                  <a:srgbClr val="231F20"/>
                </a:solidFill>
                <a:latin typeface="Arial"/>
                <a:ea typeface="Arial"/>
                <a:cs typeface="Arial"/>
              </a:defRPr>
            </a:lvl3pPr>
            <a:lvl4pPr algn="ctr">
              <a:defRPr sz="1500" b="0">
                <a:solidFill>
                  <a:srgbClr val="231F20"/>
                </a:solidFill>
                <a:latin typeface="Arial"/>
                <a:ea typeface="Arial"/>
                <a:cs typeface="Arial"/>
              </a:defRPr>
            </a:lvl4pPr>
            <a:lvl5pPr algn="ctr">
              <a:defRPr sz="1500" b="0">
                <a:solidFill>
                  <a:srgbClr val="231F20"/>
                </a:solidFill>
                <a:latin typeface="Arial"/>
                <a:ea typeface="Arial"/>
                <a:cs typeface="Arial"/>
              </a:defRPr>
            </a:lvl5pPr>
            <a:lvl6pPr algn="ctr">
              <a:defRPr sz="1500" b="0">
                <a:solidFill>
                  <a:srgbClr val="231F20"/>
                </a:solidFill>
                <a:latin typeface="Arial"/>
                <a:ea typeface="Arial"/>
                <a:cs typeface="Arial"/>
              </a:defRPr>
            </a:lvl6pPr>
            <a:lvl7pPr algn="ctr">
              <a:defRPr sz="1500" b="0">
                <a:solidFill>
                  <a:srgbClr val="231F20"/>
                </a:solidFill>
                <a:latin typeface="Arial"/>
                <a:ea typeface="Arial"/>
                <a:cs typeface="Arial"/>
              </a:defRPr>
            </a:lvl7pPr>
            <a:lvl8pPr algn="ctr">
              <a:defRPr sz="1500" b="0">
                <a:solidFill>
                  <a:srgbClr val="231F20"/>
                </a:solidFill>
                <a:latin typeface="Arial"/>
                <a:ea typeface="Arial"/>
                <a:cs typeface="Arial"/>
              </a:defRPr>
            </a:lvl8pPr>
            <a:lvl9pPr algn="ctr">
              <a:defRPr sz="1500" b="0">
                <a:solidFill>
                  <a:srgbClr val="231F20"/>
                </a:solidFill>
                <a:latin typeface="Arial"/>
                <a:ea typeface="Arial"/>
                <a:cs typeface="Arial"/>
              </a:defRPr>
            </a:lvl9pPr>
          </a:lstStyle>
          <a:p xmlns:a="http://schemas.openxmlformats.org/drawingml/2006/main">
            <a:pPr algn="ctr">
              <a:defRPr sz="1500" b="0">
                <a:solidFill>
                  <a:srgbClr val="231F20"/>
                </a:solidFill>
                <a:latin typeface="Arial"/>
                <a:ea typeface="Arial"/>
                <a:cs typeface="Arial"/>
              </a:defRPr>
            </a:pPr>
            <a:r>
              <a:rPr sz="1500" b="0">
                <a:solidFill>
                  <a:srgbClr val="231F20"/>
                </a:solidFill>
                <a:latin typeface="Arial"/>
                <a:ea typeface="Arial"/>
                <a:cs typeface="Arial"/>
              </a:rPr>
              <a:t>clk</a:t>
            </a:r>
          </a:p>
        </p:txBody>
      </p:sp>
      <p:sp>
        <p:nvSpPr>
          <p:cNvPr id="12" name="wire-16">
            <a:extLst xmlns:a="http://schemas.openxmlformats.org/drawingml/2006/main">
              <a:ext uri="{FF2B5EF4-FFF2-40B4-BE49-F238E27FC236}">
                <a16:creationId xmlns:a16="http://schemas.microsoft.com/office/drawing/2014/main" id="{5AFAC5CF-9CCC-4A84-98D7-55D469ED762B}"/>
              </a:ext>
            </a:extLst>
          </p:cNvPr>
          <p:cNvSpPr>
            <a:spLocks xmlns:a="http://schemas.openxmlformats.org/drawingml/2006/main" noGrp="1"/>
          </p:cNvSpPr>
          <p:nvPr/>
        </p:nvSpPr>
        <p:spPr>
          <a:xfrm xmlns:a="http://schemas.openxmlformats.org/drawingml/2006/main">
            <a:off x="1657350" y="3838575"/>
            <a:ext cx="1504950" cy="9525"/>
          </a:xfrm>
          <a:custGeom xmlns:a="http://schemas.openxmlformats.org/drawingml/2006/main">
            <a:pathLst>
              <a:path w="1504950" h="9525">
                <a:moveTo>
                  <a:pt x="0" y="0"/>
                </a:moveTo>
                <a:lnTo>
                  <a:pt x="1504950" y="0"/>
                </a:lnTo>
              </a:path>
            </a:pathLst>
          </a:custGeom>
          <a:noFill xmlns:a="http://schemas.openxmlformats.org/drawingml/2006/main"/>
          <a:ln xmlns:a="http://schemas.openxmlformats.org/drawingml/2006/main" w="28575">
            <a:solidFill>
              <a:srgbClr val="1572C3"/>
            </a:solidFill>
          </a:ln>
        </p:spPr>
      </p:sp>
      <p:sp>
        <p:nvSpPr>
          <p:cNvPr id="13" name="circuit-17">
            <a:extLst xmlns:a="http://schemas.openxmlformats.org/drawingml/2006/main">
              <a:ext uri="{FF2B5EF4-FFF2-40B4-BE49-F238E27FC236}">
                <a16:creationId xmlns:a16="http://schemas.microsoft.com/office/drawing/2014/main" id="{9D86788B-4D77-4429-B0B5-FAAEB941D0DE}"/>
              </a:ext>
            </a:extLst>
          </p:cNvPr>
          <p:cNvSpPr>
            <a:spLocks xmlns:a="http://schemas.openxmlformats.org/drawingml/2006/main" noGrp="1"/>
          </p:cNvSpPr>
          <p:nvPr/>
        </p:nvSpPr>
        <p:spPr>
          <a:xfrm xmlns:a="http://schemas.openxmlformats.org/drawingml/2006/main">
            <a:off x="3086100" y="38071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14" name="text-18">
            <a:extLst xmlns:a="http://schemas.openxmlformats.org/drawingml/2006/main">
              <a:ext uri="{FF2B5EF4-FFF2-40B4-BE49-F238E27FC236}">
                <a16:creationId xmlns:a16="http://schemas.microsoft.com/office/drawing/2014/main" id="{2E4BC9F0-72E4-4469-9333-471506880D09}"/>
              </a:ext>
            </a:extLst>
          </p:cNvPr>
          <p:cNvSpPr>
            <a:spLocks xmlns:a="http://schemas.openxmlformats.org/drawingml/2006/main" noGrp="1"/>
          </p:cNvSpPr>
          <p:nvPr/>
        </p:nvSpPr>
        <p:spPr>
          <a:xfrm xmlns:a="http://schemas.openxmlformats.org/drawingml/2006/main">
            <a:off x="1971675" y="3429000"/>
            <a:ext cx="10382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1">
                <a:solidFill>
                  <a:srgbClr val="1572C3"/>
                </a:solidFill>
                <a:latin typeface="Yu Gothic"/>
                <a:ea typeface="Yu Gothic"/>
                <a:cs typeface="Yu Gothic"/>
              </a:defRPr>
            </a:defPPr>
            <a:lvl1pPr algn="ctr">
              <a:defRPr sz="1875" b="1">
                <a:solidFill>
                  <a:srgbClr val="1572C3"/>
                </a:solidFill>
                <a:latin typeface="Yu Gothic"/>
                <a:ea typeface="Yu Gothic"/>
                <a:cs typeface="Yu Gothic"/>
              </a:defRPr>
            </a:lvl1pPr>
            <a:lvl2pPr algn="ctr">
              <a:defRPr sz="1875" b="1">
                <a:solidFill>
                  <a:srgbClr val="1572C3"/>
                </a:solidFill>
                <a:latin typeface="Yu Gothic"/>
                <a:ea typeface="Yu Gothic"/>
                <a:cs typeface="Yu Gothic"/>
              </a:defRPr>
            </a:lvl2pPr>
            <a:lvl3pPr algn="ctr">
              <a:defRPr sz="1875" b="1">
                <a:solidFill>
                  <a:srgbClr val="1572C3"/>
                </a:solidFill>
                <a:latin typeface="Yu Gothic"/>
                <a:ea typeface="Yu Gothic"/>
                <a:cs typeface="Yu Gothic"/>
              </a:defRPr>
            </a:lvl3pPr>
            <a:lvl4pPr algn="ctr">
              <a:defRPr sz="1875" b="1">
                <a:solidFill>
                  <a:srgbClr val="1572C3"/>
                </a:solidFill>
                <a:latin typeface="Yu Gothic"/>
                <a:ea typeface="Yu Gothic"/>
                <a:cs typeface="Yu Gothic"/>
              </a:defRPr>
            </a:lvl4pPr>
            <a:lvl5pPr algn="ctr">
              <a:defRPr sz="1875" b="1">
                <a:solidFill>
                  <a:srgbClr val="1572C3"/>
                </a:solidFill>
                <a:latin typeface="Yu Gothic"/>
                <a:ea typeface="Yu Gothic"/>
                <a:cs typeface="Yu Gothic"/>
              </a:defRPr>
            </a:lvl5pPr>
            <a:lvl6pPr algn="ctr">
              <a:defRPr sz="1875" b="1">
                <a:solidFill>
                  <a:srgbClr val="1572C3"/>
                </a:solidFill>
                <a:latin typeface="Yu Gothic"/>
                <a:ea typeface="Yu Gothic"/>
                <a:cs typeface="Yu Gothic"/>
              </a:defRPr>
            </a:lvl6pPr>
            <a:lvl7pPr algn="ctr">
              <a:defRPr sz="1875" b="1">
                <a:solidFill>
                  <a:srgbClr val="1572C3"/>
                </a:solidFill>
                <a:latin typeface="Yu Gothic"/>
                <a:ea typeface="Yu Gothic"/>
                <a:cs typeface="Yu Gothic"/>
              </a:defRPr>
            </a:lvl7pPr>
            <a:lvl8pPr algn="ctr">
              <a:defRPr sz="1875" b="1">
                <a:solidFill>
                  <a:srgbClr val="1572C3"/>
                </a:solidFill>
                <a:latin typeface="Yu Gothic"/>
                <a:ea typeface="Yu Gothic"/>
                <a:cs typeface="Yu Gothic"/>
              </a:defRPr>
            </a:lvl8pPr>
            <a:lvl9pPr algn="ctr">
              <a:defRPr sz="1875" b="1">
                <a:solidFill>
                  <a:srgbClr val="1572C3"/>
                </a:solidFill>
                <a:latin typeface="Yu Gothic"/>
                <a:ea typeface="Yu Gothic"/>
                <a:cs typeface="Yu Gothic"/>
              </a:defRPr>
            </a:lvl9pPr>
          </a:lstStyle>
          <a:p xmlns:a="http://schemas.openxmlformats.org/drawingml/2006/main">
            <a:pPr algn="ctr">
              <a:defRPr sz="1875" b="1">
                <a:solidFill>
                  <a:srgbClr val="1572C3"/>
                </a:solidFill>
                <a:latin typeface="Yu Gothic"/>
                <a:ea typeface="Yu Gothic"/>
                <a:cs typeface="Yu Gothic"/>
              </a:defRPr>
            </a:pPr>
            <a:r>
              <a:rPr sz="1875" b="1">
                <a:solidFill>
                  <a:srgbClr val="1572C3"/>
                </a:solidFill>
                <a:latin typeface="Yu Gothic"/>
                <a:ea typeface="Yu Gothic"/>
                <a:cs typeface="Yu Gothic"/>
              </a:rPr>
              <a:t>番地 0</a:t>
            </a:r>
          </a:p>
        </p:txBody>
      </p:sp>
      <p:sp>
        <p:nvSpPr>
          <p:cNvPr id="15" name="block-19">
            <a:extLst xmlns:a="http://schemas.openxmlformats.org/drawingml/2006/main">
              <a:ext uri="{FF2B5EF4-FFF2-40B4-BE49-F238E27FC236}">
                <a16:creationId xmlns:a16="http://schemas.microsoft.com/office/drawing/2014/main" id="{F4C1A122-F83C-48DA-8224-858724A7E3FB}"/>
              </a:ext>
            </a:extLst>
          </p:cNvPr>
          <p:cNvSpPr>
            <a:spLocks xmlns:a="http://schemas.openxmlformats.org/drawingml/2006/main" noGrp="1"/>
          </p:cNvSpPr>
          <p:nvPr/>
        </p:nvSpPr>
        <p:spPr>
          <a:xfrm xmlns:a="http://schemas.openxmlformats.org/drawingml/2006/main">
            <a:off x="3162300" y="2771775"/>
            <a:ext cx="3219450" cy="226695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16" name="text-20">
            <a:extLst xmlns:a="http://schemas.openxmlformats.org/drawingml/2006/main">
              <a:ext uri="{FF2B5EF4-FFF2-40B4-BE49-F238E27FC236}">
                <a16:creationId xmlns:a16="http://schemas.microsoft.com/office/drawing/2014/main" id="{37441C31-24DD-4759-A8B9-F6DAAF03B3B3}"/>
              </a:ext>
            </a:extLst>
          </p:cNvPr>
          <p:cNvSpPr>
            <a:spLocks xmlns:a="http://schemas.openxmlformats.org/drawingml/2006/main" noGrp="1"/>
          </p:cNvSpPr>
          <p:nvPr/>
        </p:nvSpPr>
        <p:spPr>
          <a:xfrm xmlns:a="http://schemas.openxmlformats.org/drawingml/2006/main">
            <a:off x="3495675" y="2886075"/>
            <a:ext cx="25527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250" b="1">
                <a:solidFill>
                  <a:srgbClr val="231F20"/>
                </a:solidFill>
                <a:latin typeface="Yu Gothic"/>
                <a:ea typeface="Yu Gothic"/>
                <a:cs typeface="Yu Gothic"/>
              </a:defRPr>
            </a:defPPr>
            <a:lvl1pPr algn="ctr">
              <a:defRPr sz="2250" b="1">
                <a:solidFill>
                  <a:srgbClr val="231F20"/>
                </a:solidFill>
                <a:latin typeface="Yu Gothic"/>
                <a:ea typeface="Yu Gothic"/>
                <a:cs typeface="Yu Gothic"/>
              </a:defRPr>
            </a:lvl1pPr>
            <a:lvl2pPr algn="ctr">
              <a:defRPr sz="2250" b="1">
                <a:solidFill>
                  <a:srgbClr val="231F20"/>
                </a:solidFill>
                <a:latin typeface="Yu Gothic"/>
                <a:ea typeface="Yu Gothic"/>
                <a:cs typeface="Yu Gothic"/>
              </a:defRPr>
            </a:lvl2pPr>
            <a:lvl3pPr algn="ctr">
              <a:defRPr sz="2250" b="1">
                <a:solidFill>
                  <a:srgbClr val="231F20"/>
                </a:solidFill>
                <a:latin typeface="Yu Gothic"/>
                <a:ea typeface="Yu Gothic"/>
                <a:cs typeface="Yu Gothic"/>
              </a:defRPr>
            </a:lvl3pPr>
            <a:lvl4pPr algn="ctr">
              <a:defRPr sz="2250" b="1">
                <a:solidFill>
                  <a:srgbClr val="231F20"/>
                </a:solidFill>
                <a:latin typeface="Yu Gothic"/>
                <a:ea typeface="Yu Gothic"/>
                <a:cs typeface="Yu Gothic"/>
              </a:defRPr>
            </a:lvl4pPr>
            <a:lvl5pPr algn="ctr">
              <a:defRPr sz="2250" b="1">
                <a:solidFill>
                  <a:srgbClr val="231F20"/>
                </a:solidFill>
                <a:latin typeface="Yu Gothic"/>
                <a:ea typeface="Yu Gothic"/>
                <a:cs typeface="Yu Gothic"/>
              </a:defRPr>
            </a:lvl5pPr>
            <a:lvl6pPr algn="ctr">
              <a:defRPr sz="2250" b="1">
                <a:solidFill>
                  <a:srgbClr val="231F20"/>
                </a:solidFill>
                <a:latin typeface="Yu Gothic"/>
                <a:ea typeface="Yu Gothic"/>
                <a:cs typeface="Yu Gothic"/>
              </a:defRPr>
            </a:lvl6pPr>
            <a:lvl7pPr algn="ctr">
              <a:defRPr sz="2250" b="1">
                <a:solidFill>
                  <a:srgbClr val="231F20"/>
                </a:solidFill>
                <a:latin typeface="Yu Gothic"/>
                <a:ea typeface="Yu Gothic"/>
                <a:cs typeface="Yu Gothic"/>
              </a:defRPr>
            </a:lvl7pPr>
            <a:lvl8pPr algn="ctr">
              <a:defRPr sz="2250" b="1">
                <a:solidFill>
                  <a:srgbClr val="231F20"/>
                </a:solidFill>
                <a:latin typeface="Yu Gothic"/>
                <a:ea typeface="Yu Gothic"/>
                <a:cs typeface="Yu Gothic"/>
              </a:defRPr>
            </a:lvl8pPr>
            <a:lvl9pPr algn="ctr">
              <a:defRPr sz="2250" b="1">
                <a:solidFill>
                  <a:srgbClr val="231F20"/>
                </a:solidFill>
                <a:latin typeface="Yu Gothic"/>
                <a:ea typeface="Yu Gothic"/>
                <a:cs typeface="Yu Gothic"/>
              </a:defRPr>
            </a:lvl9pPr>
          </a:lstStyle>
          <a:p xmlns:a="http://schemas.openxmlformats.org/drawingml/2006/main">
            <a:pPr algn="ctr">
              <a:defRPr sz="2250" b="1">
                <a:solidFill>
                  <a:srgbClr val="231F20"/>
                </a:solidFill>
                <a:latin typeface="Yu Gothic"/>
                <a:ea typeface="Yu Gothic"/>
                <a:cs typeface="Yu Gothic"/>
              </a:defRPr>
            </a:pPr>
            <a:r>
              <a:rPr sz="2250" b="1">
                <a:solidFill>
                  <a:srgbClr val="231F20"/>
                </a:solidFill>
                <a:latin typeface="Yu Gothic"/>
                <a:ea typeface="Yu Gothic"/>
                <a:cs typeface="Yu Gothic"/>
              </a:rPr>
              <a:t>命令メモリ</a:t>
            </a:r>
          </a:p>
        </p:txBody>
      </p:sp>
      <p:sp>
        <p:nvSpPr>
          <p:cNvPr id="17" name="text-21">
            <a:extLst xmlns:a="http://schemas.openxmlformats.org/drawingml/2006/main">
              <a:ext uri="{FF2B5EF4-FFF2-40B4-BE49-F238E27FC236}">
                <a16:creationId xmlns:a16="http://schemas.microsoft.com/office/drawing/2014/main" id="{EB01D95F-8223-4167-80E3-72E9749D94E7}"/>
              </a:ext>
            </a:extLst>
          </p:cNvPr>
          <p:cNvSpPr>
            <a:spLocks xmlns:a="http://schemas.openxmlformats.org/drawingml/2006/main" noGrp="1"/>
          </p:cNvSpPr>
          <p:nvPr/>
        </p:nvSpPr>
        <p:spPr>
          <a:xfrm xmlns:a="http://schemas.openxmlformats.org/drawingml/2006/main">
            <a:off x="3257550" y="3686175"/>
            <a:ext cx="304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650" b="0">
                <a:solidFill>
                  <a:srgbClr val="231F20"/>
                </a:solidFill>
                <a:latin typeface="Arial"/>
                <a:ea typeface="Arial"/>
                <a:cs typeface="Arial"/>
              </a:defRPr>
            </a:defPPr>
            <a:lvl1pPr algn="l">
              <a:defRPr sz="1650" b="0">
                <a:solidFill>
                  <a:srgbClr val="231F20"/>
                </a:solidFill>
                <a:latin typeface="Arial"/>
                <a:ea typeface="Arial"/>
                <a:cs typeface="Arial"/>
              </a:defRPr>
            </a:lvl1pPr>
            <a:lvl2pPr algn="l">
              <a:defRPr sz="1650" b="0">
                <a:solidFill>
                  <a:srgbClr val="231F20"/>
                </a:solidFill>
                <a:latin typeface="Arial"/>
                <a:ea typeface="Arial"/>
                <a:cs typeface="Arial"/>
              </a:defRPr>
            </a:lvl2pPr>
            <a:lvl3pPr algn="l">
              <a:defRPr sz="1650" b="0">
                <a:solidFill>
                  <a:srgbClr val="231F20"/>
                </a:solidFill>
                <a:latin typeface="Arial"/>
                <a:ea typeface="Arial"/>
                <a:cs typeface="Arial"/>
              </a:defRPr>
            </a:lvl3pPr>
            <a:lvl4pPr algn="l">
              <a:defRPr sz="1650" b="0">
                <a:solidFill>
                  <a:srgbClr val="231F20"/>
                </a:solidFill>
                <a:latin typeface="Arial"/>
                <a:ea typeface="Arial"/>
                <a:cs typeface="Arial"/>
              </a:defRPr>
            </a:lvl4pPr>
            <a:lvl5pPr algn="l">
              <a:defRPr sz="1650" b="0">
                <a:solidFill>
                  <a:srgbClr val="231F20"/>
                </a:solidFill>
                <a:latin typeface="Arial"/>
                <a:ea typeface="Arial"/>
                <a:cs typeface="Arial"/>
              </a:defRPr>
            </a:lvl5pPr>
            <a:lvl6pPr algn="l">
              <a:defRPr sz="1650" b="0">
                <a:solidFill>
                  <a:srgbClr val="231F20"/>
                </a:solidFill>
                <a:latin typeface="Arial"/>
                <a:ea typeface="Arial"/>
                <a:cs typeface="Arial"/>
              </a:defRPr>
            </a:lvl6pPr>
            <a:lvl7pPr algn="l">
              <a:defRPr sz="1650" b="0">
                <a:solidFill>
                  <a:srgbClr val="231F20"/>
                </a:solidFill>
                <a:latin typeface="Arial"/>
                <a:ea typeface="Arial"/>
                <a:cs typeface="Arial"/>
              </a:defRPr>
            </a:lvl7pPr>
            <a:lvl8pPr algn="l">
              <a:defRPr sz="1650" b="0">
                <a:solidFill>
                  <a:srgbClr val="231F20"/>
                </a:solidFill>
                <a:latin typeface="Arial"/>
                <a:ea typeface="Arial"/>
                <a:cs typeface="Arial"/>
              </a:defRPr>
            </a:lvl8pPr>
            <a:lvl9pPr algn="l">
              <a:defRPr sz="1650" b="0">
                <a:solidFill>
                  <a:srgbClr val="231F20"/>
                </a:solidFill>
                <a:latin typeface="Arial"/>
                <a:ea typeface="Arial"/>
                <a:cs typeface="Arial"/>
              </a:defRPr>
            </a:lvl9pPr>
          </a:lstStyle>
          <a:p xmlns:a="http://schemas.openxmlformats.org/drawingml/2006/main">
            <a:pPr algn="l">
              <a:defRPr sz="1650" b="0">
                <a:solidFill>
                  <a:srgbClr val="231F20"/>
                </a:solidFill>
                <a:latin typeface="Arial"/>
                <a:ea typeface="Arial"/>
                <a:cs typeface="Arial"/>
              </a:defRPr>
            </a:pPr>
            <a:r>
              <a:rPr sz="1650" b="0">
                <a:solidFill>
                  <a:srgbClr val="231F20"/>
                </a:solidFill>
                <a:latin typeface="Arial"/>
                <a:ea typeface="Arial"/>
                <a:cs typeface="Arial"/>
              </a:rPr>
              <a:t>A</a:t>
            </a:r>
          </a:p>
        </p:txBody>
      </p:sp>
      <p:sp>
        <p:nvSpPr>
          <p:cNvPr id="18" name="text-22">
            <a:extLst xmlns:a="http://schemas.openxmlformats.org/drawingml/2006/main">
              <a:ext uri="{FF2B5EF4-FFF2-40B4-BE49-F238E27FC236}">
                <a16:creationId xmlns:a16="http://schemas.microsoft.com/office/drawing/2014/main" id="{92276DC3-7824-4EF3-8017-915BE48C1421}"/>
              </a:ext>
            </a:extLst>
          </p:cNvPr>
          <p:cNvSpPr>
            <a:spLocks xmlns:a="http://schemas.openxmlformats.org/drawingml/2006/main" noGrp="1"/>
          </p:cNvSpPr>
          <p:nvPr/>
        </p:nvSpPr>
        <p:spPr>
          <a:xfrm xmlns:a="http://schemas.openxmlformats.org/drawingml/2006/main">
            <a:off x="5915025" y="3686175"/>
            <a:ext cx="4095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650" b="0">
                <a:solidFill>
                  <a:srgbClr val="231F20"/>
                </a:solidFill>
                <a:latin typeface="Arial"/>
                <a:ea typeface="Arial"/>
                <a:cs typeface="Arial"/>
              </a:defRPr>
            </a:defPPr>
            <a:lvl1pPr algn="l">
              <a:defRPr sz="1650" b="0">
                <a:solidFill>
                  <a:srgbClr val="231F20"/>
                </a:solidFill>
                <a:latin typeface="Arial"/>
                <a:ea typeface="Arial"/>
                <a:cs typeface="Arial"/>
              </a:defRPr>
            </a:lvl1pPr>
            <a:lvl2pPr algn="l">
              <a:defRPr sz="1650" b="0">
                <a:solidFill>
                  <a:srgbClr val="231F20"/>
                </a:solidFill>
                <a:latin typeface="Arial"/>
                <a:ea typeface="Arial"/>
                <a:cs typeface="Arial"/>
              </a:defRPr>
            </a:lvl2pPr>
            <a:lvl3pPr algn="l">
              <a:defRPr sz="1650" b="0">
                <a:solidFill>
                  <a:srgbClr val="231F20"/>
                </a:solidFill>
                <a:latin typeface="Arial"/>
                <a:ea typeface="Arial"/>
                <a:cs typeface="Arial"/>
              </a:defRPr>
            </a:lvl3pPr>
            <a:lvl4pPr algn="l">
              <a:defRPr sz="1650" b="0">
                <a:solidFill>
                  <a:srgbClr val="231F20"/>
                </a:solidFill>
                <a:latin typeface="Arial"/>
                <a:ea typeface="Arial"/>
                <a:cs typeface="Arial"/>
              </a:defRPr>
            </a:lvl4pPr>
            <a:lvl5pPr algn="l">
              <a:defRPr sz="1650" b="0">
                <a:solidFill>
                  <a:srgbClr val="231F20"/>
                </a:solidFill>
                <a:latin typeface="Arial"/>
                <a:ea typeface="Arial"/>
                <a:cs typeface="Arial"/>
              </a:defRPr>
            </a:lvl5pPr>
            <a:lvl6pPr algn="l">
              <a:defRPr sz="1650" b="0">
                <a:solidFill>
                  <a:srgbClr val="231F20"/>
                </a:solidFill>
                <a:latin typeface="Arial"/>
                <a:ea typeface="Arial"/>
                <a:cs typeface="Arial"/>
              </a:defRPr>
            </a:lvl6pPr>
            <a:lvl7pPr algn="l">
              <a:defRPr sz="1650" b="0">
                <a:solidFill>
                  <a:srgbClr val="231F20"/>
                </a:solidFill>
                <a:latin typeface="Arial"/>
                <a:ea typeface="Arial"/>
                <a:cs typeface="Arial"/>
              </a:defRPr>
            </a:lvl7pPr>
            <a:lvl8pPr algn="l">
              <a:defRPr sz="1650" b="0">
                <a:solidFill>
                  <a:srgbClr val="231F20"/>
                </a:solidFill>
                <a:latin typeface="Arial"/>
                <a:ea typeface="Arial"/>
                <a:cs typeface="Arial"/>
              </a:defRPr>
            </a:lvl8pPr>
            <a:lvl9pPr algn="l">
              <a:defRPr sz="1650" b="0">
                <a:solidFill>
                  <a:srgbClr val="231F20"/>
                </a:solidFill>
                <a:latin typeface="Arial"/>
                <a:ea typeface="Arial"/>
                <a:cs typeface="Arial"/>
              </a:defRPr>
            </a:lvl9pPr>
          </a:lstStyle>
          <a:p xmlns:a="http://schemas.openxmlformats.org/drawingml/2006/main">
            <a:pPr algn="l">
              <a:defRPr sz="1650" b="0">
                <a:solidFill>
                  <a:srgbClr val="231F20"/>
                </a:solidFill>
                <a:latin typeface="Arial"/>
                <a:ea typeface="Arial"/>
                <a:cs typeface="Arial"/>
              </a:defRPr>
            </a:pPr>
            <a:r>
              <a:rPr sz="1650" b="0">
                <a:solidFill>
                  <a:srgbClr val="231F20"/>
                </a:solidFill>
                <a:latin typeface="Arial"/>
                <a:ea typeface="Arial"/>
                <a:cs typeface="Arial"/>
              </a:rPr>
              <a:t>RD</a:t>
            </a:r>
          </a:p>
        </p:txBody>
      </p:sp>
      <p:sp>
        <p:nvSpPr>
          <p:cNvPr id="19" name="text-23">
            <a:extLst xmlns:a="http://schemas.openxmlformats.org/drawingml/2006/main">
              <a:ext uri="{FF2B5EF4-FFF2-40B4-BE49-F238E27FC236}">
                <a16:creationId xmlns:a16="http://schemas.microsoft.com/office/drawing/2014/main" id="{F0D7F757-FC97-4274-840B-8301BFE9CD11}"/>
              </a:ext>
            </a:extLst>
          </p:cNvPr>
          <p:cNvSpPr>
            <a:spLocks xmlns:a="http://schemas.openxmlformats.org/drawingml/2006/main" noGrp="1"/>
          </p:cNvSpPr>
          <p:nvPr/>
        </p:nvSpPr>
        <p:spPr>
          <a:xfrm xmlns:a="http://schemas.openxmlformats.org/drawingml/2006/main">
            <a:off x="3686175" y="3476625"/>
            <a:ext cx="21145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800" b="1">
                <a:solidFill>
                  <a:srgbClr val="1572C3"/>
                </a:solidFill>
                <a:latin typeface="Arial"/>
                <a:ea typeface="Arial"/>
                <a:cs typeface="Arial"/>
              </a:defRPr>
            </a:defPPr>
            <a:lvl1pPr algn="l">
              <a:defRPr sz="1800" b="1">
                <a:solidFill>
                  <a:srgbClr val="1572C3"/>
                </a:solidFill>
                <a:latin typeface="Arial"/>
                <a:ea typeface="Arial"/>
                <a:cs typeface="Arial"/>
              </a:defRPr>
            </a:lvl1pPr>
            <a:lvl2pPr algn="l">
              <a:defRPr sz="1800" b="1">
                <a:solidFill>
                  <a:srgbClr val="1572C3"/>
                </a:solidFill>
                <a:latin typeface="Arial"/>
                <a:ea typeface="Arial"/>
                <a:cs typeface="Arial"/>
              </a:defRPr>
            </a:lvl2pPr>
            <a:lvl3pPr algn="l">
              <a:defRPr sz="1800" b="1">
                <a:solidFill>
                  <a:srgbClr val="1572C3"/>
                </a:solidFill>
                <a:latin typeface="Arial"/>
                <a:ea typeface="Arial"/>
                <a:cs typeface="Arial"/>
              </a:defRPr>
            </a:lvl3pPr>
            <a:lvl4pPr algn="l">
              <a:defRPr sz="1800" b="1">
                <a:solidFill>
                  <a:srgbClr val="1572C3"/>
                </a:solidFill>
                <a:latin typeface="Arial"/>
                <a:ea typeface="Arial"/>
                <a:cs typeface="Arial"/>
              </a:defRPr>
            </a:lvl4pPr>
            <a:lvl5pPr algn="l">
              <a:defRPr sz="1800" b="1">
                <a:solidFill>
                  <a:srgbClr val="1572C3"/>
                </a:solidFill>
                <a:latin typeface="Arial"/>
                <a:ea typeface="Arial"/>
                <a:cs typeface="Arial"/>
              </a:defRPr>
            </a:lvl5pPr>
            <a:lvl6pPr algn="l">
              <a:defRPr sz="1800" b="1">
                <a:solidFill>
                  <a:srgbClr val="1572C3"/>
                </a:solidFill>
                <a:latin typeface="Arial"/>
                <a:ea typeface="Arial"/>
                <a:cs typeface="Arial"/>
              </a:defRPr>
            </a:lvl6pPr>
            <a:lvl7pPr algn="l">
              <a:defRPr sz="1800" b="1">
                <a:solidFill>
                  <a:srgbClr val="1572C3"/>
                </a:solidFill>
                <a:latin typeface="Arial"/>
                <a:ea typeface="Arial"/>
                <a:cs typeface="Arial"/>
              </a:defRPr>
            </a:lvl7pPr>
            <a:lvl8pPr algn="l">
              <a:defRPr sz="1800" b="1">
                <a:solidFill>
                  <a:srgbClr val="1572C3"/>
                </a:solidFill>
                <a:latin typeface="Arial"/>
                <a:ea typeface="Arial"/>
                <a:cs typeface="Arial"/>
              </a:defRPr>
            </a:lvl8pPr>
            <a:lvl9pPr algn="l">
              <a:defRPr sz="1800" b="1">
                <a:solidFill>
                  <a:srgbClr val="1572C3"/>
                </a:solidFill>
                <a:latin typeface="Arial"/>
                <a:ea typeface="Arial"/>
                <a:cs typeface="Arial"/>
              </a:defRPr>
            </a:lvl9pPr>
          </a:lstStyle>
          <a:p xmlns:a="http://schemas.openxmlformats.org/drawingml/2006/main">
            <a:pPr algn="l">
              <a:defRPr sz="1800" b="1">
                <a:solidFill>
                  <a:srgbClr val="1572C3"/>
                </a:solidFill>
                <a:latin typeface="Arial"/>
                <a:ea typeface="Arial"/>
                <a:cs typeface="Arial"/>
              </a:defRPr>
            </a:pPr>
            <a:r>
              <a:rPr sz="1800" b="1">
                <a:solidFill>
                  <a:srgbClr val="1572C3"/>
                </a:solidFill>
                <a:latin typeface="Arial"/>
                <a:ea typeface="Arial"/>
                <a:cs typeface="Arial"/>
              </a:rPr>
              <a:t>0 : lw x1, 0(x0)</a:t>
            </a:r>
          </a:p>
        </p:txBody>
      </p:sp>
      <p:sp>
        <p:nvSpPr>
          <p:cNvPr id="20" name="text-24">
            <a:extLst xmlns:a="http://schemas.openxmlformats.org/drawingml/2006/main">
              <a:ext uri="{FF2B5EF4-FFF2-40B4-BE49-F238E27FC236}">
                <a16:creationId xmlns:a16="http://schemas.microsoft.com/office/drawing/2014/main" id="{06640F76-3B2F-4F50-B508-E33E81DFFB64}"/>
              </a:ext>
            </a:extLst>
          </p:cNvPr>
          <p:cNvSpPr>
            <a:spLocks xmlns:a="http://schemas.openxmlformats.org/drawingml/2006/main" noGrp="1"/>
          </p:cNvSpPr>
          <p:nvPr/>
        </p:nvSpPr>
        <p:spPr>
          <a:xfrm xmlns:a="http://schemas.openxmlformats.org/drawingml/2006/main">
            <a:off x="3686175" y="4038600"/>
            <a:ext cx="21145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800" b="0">
                <a:solidFill>
                  <a:srgbClr val="231F20"/>
                </a:solidFill>
                <a:latin typeface="Arial"/>
                <a:ea typeface="Arial"/>
                <a:cs typeface="Arial"/>
              </a:defRPr>
            </a:defPPr>
            <a:lvl1pPr algn="l">
              <a:defRPr sz="1800" b="0">
                <a:solidFill>
                  <a:srgbClr val="231F20"/>
                </a:solidFill>
                <a:latin typeface="Arial"/>
                <a:ea typeface="Arial"/>
                <a:cs typeface="Arial"/>
              </a:defRPr>
            </a:lvl1pPr>
            <a:lvl2pPr algn="l">
              <a:defRPr sz="1800" b="0">
                <a:solidFill>
                  <a:srgbClr val="231F20"/>
                </a:solidFill>
                <a:latin typeface="Arial"/>
                <a:ea typeface="Arial"/>
                <a:cs typeface="Arial"/>
              </a:defRPr>
            </a:lvl2pPr>
            <a:lvl3pPr algn="l">
              <a:defRPr sz="1800" b="0">
                <a:solidFill>
                  <a:srgbClr val="231F20"/>
                </a:solidFill>
                <a:latin typeface="Arial"/>
                <a:ea typeface="Arial"/>
                <a:cs typeface="Arial"/>
              </a:defRPr>
            </a:lvl3pPr>
            <a:lvl4pPr algn="l">
              <a:defRPr sz="1800" b="0">
                <a:solidFill>
                  <a:srgbClr val="231F20"/>
                </a:solidFill>
                <a:latin typeface="Arial"/>
                <a:ea typeface="Arial"/>
                <a:cs typeface="Arial"/>
              </a:defRPr>
            </a:lvl4pPr>
            <a:lvl5pPr algn="l">
              <a:defRPr sz="1800" b="0">
                <a:solidFill>
                  <a:srgbClr val="231F20"/>
                </a:solidFill>
                <a:latin typeface="Arial"/>
                <a:ea typeface="Arial"/>
                <a:cs typeface="Arial"/>
              </a:defRPr>
            </a:lvl5pPr>
            <a:lvl6pPr algn="l">
              <a:defRPr sz="1800" b="0">
                <a:solidFill>
                  <a:srgbClr val="231F20"/>
                </a:solidFill>
                <a:latin typeface="Arial"/>
                <a:ea typeface="Arial"/>
                <a:cs typeface="Arial"/>
              </a:defRPr>
            </a:lvl6pPr>
            <a:lvl7pPr algn="l">
              <a:defRPr sz="1800" b="0">
                <a:solidFill>
                  <a:srgbClr val="231F20"/>
                </a:solidFill>
                <a:latin typeface="Arial"/>
                <a:ea typeface="Arial"/>
                <a:cs typeface="Arial"/>
              </a:defRPr>
            </a:lvl7pPr>
            <a:lvl8pPr algn="l">
              <a:defRPr sz="1800" b="0">
                <a:solidFill>
                  <a:srgbClr val="231F20"/>
                </a:solidFill>
                <a:latin typeface="Arial"/>
                <a:ea typeface="Arial"/>
                <a:cs typeface="Arial"/>
              </a:defRPr>
            </a:lvl8pPr>
            <a:lvl9pPr algn="l">
              <a:defRPr sz="1800" b="0">
                <a:solidFill>
                  <a:srgbClr val="231F20"/>
                </a:solidFill>
                <a:latin typeface="Arial"/>
                <a:ea typeface="Arial"/>
                <a:cs typeface="Arial"/>
              </a:defRPr>
            </a:lvl9pPr>
          </a:lstStyle>
          <a:p xmlns:a="http://schemas.openxmlformats.org/drawingml/2006/main">
            <a:pPr algn="l">
              <a:defRPr sz="1800" b="0">
                <a:solidFill>
                  <a:srgbClr val="231F20"/>
                </a:solidFill>
                <a:latin typeface="Arial"/>
                <a:ea typeface="Arial"/>
                <a:cs typeface="Arial"/>
              </a:defRPr>
            </a:pPr>
            <a:r>
              <a:rPr sz="1800" b="0">
                <a:solidFill>
                  <a:srgbClr val="231F20"/>
                </a:solidFill>
                <a:latin typeface="Arial"/>
                <a:ea typeface="Arial"/>
                <a:cs typeface="Arial"/>
              </a:rPr>
              <a:t>4 : sw x1, 4(x0)</a:t>
            </a:r>
          </a:p>
        </p:txBody>
      </p:sp>
      <p:sp>
        <p:nvSpPr>
          <p:cNvPr id="21" name="text-25">
            <a:extLst xmlns:a="http://schemas.openxmlformats.org/drawingml/2006/main">
              <a:ext uri="{FF2B5EF4-FFF2-40B4-BE49-F238E27FC236}">
                <a16:creationId xmlns:a16="http://schemas.microsoft.com/office/drawing/2014/main" id="{133DD423-E061-45BA-9EE5-0614FD3D103E}"/>
              </a:ext>
            </a:extLst>
          </p:cNvPr>
          <p:cNvSpPr>
            <a:spLocks xmlns:a="http://schemas.openxmlformats.org/drawingml/2006/main" noGrp="1"/>
          </p:cNvSpPr>
          <p:nvPr/>
        </p:nvSpPr>
        <p:spPr>
          <a:xfrm xmlns:a="http://schemas.openxmlformats.org/drawingml/2006/main">
            <a:off x="3495675" y="4572000"/>
            <a:ext cx="25431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425" b="0">
                <a:solidFill>
                  <a:srgbClr val="777777"/>
                </a:solidFill>
                <a:latin typeface="Yu Gothic"/>
                <a:ea typeface="Yu Gothic"/>
                <a:cs typeface="Yu Gothic"/>
              </a:defRPr>
            </a:defPPr>
            <a:lvl1pPr algn="ctr">
              <a:defRPr sz="1425" b="0">
                <a:solidFill>
                  <a:srgbClr val="777777"/>
                </a:solidFill>
                <a:latin typeface="Yu Gothic"/>
                <a:ea typeface="Yu Gothic"/>
                <a:cs typeface="Yu Gothic"/>
              </a:defRPr>
            </a:lvl1pPr>
            <a:lvl2pPr algn="ctr">
              <a:defRPr sz="1425" b="0">
                <a:solidFill>
                  <a:srgbClr val="777777"/>
                </a:solidFill>
                <a:latin typeface="Yu Gothic"/>
                <a:ea typeface="Yu Gothic"/>
                <a:cs typeface="Yu Gothic"/>
              </a:defRPr>
            </a:lvl2pPr>
            <a:lvl3pPr algn="ctr">
              <a:defRPr sz="1425" b="0">
                <a:solidFill>
                  <a:srgbClr val="777777"/>
                </a:solidFill>
                <a:latin typeface="Yu Gothic"/>
                <a:ea typeface="Yu Gothic"/>
                <a:cs typeface="Yu Gothic"/>
              </a:defRPr>
            </a:lvl3pPr>
            <a:lvl4pPr algn="ctr">
              <a:defRPr sz="1425" b="0">
                <a:solidFill>
                  <a:srgbClr val="777777"/>
                </a:solidFill>
                <a:latin typeface="Yu Gothic"/>
                <a:ea typeface="Yu Gothic"/>
                <a:cs typeface="Yu Gothic"/>
              </a:defRPr>
            </a:lvl4pPr>
            <a:lvl5pPr algn="ctr">
              <a:defRPr sz="1425" b="0">
                <a:solidFill>
                  <a:srgbClr val="777777"/>
                </a:solidFill>
                <a:latin typeface="Yu Gothic"/>
                <a:ea typeface="Yu Gothic"/>
                <a:cs typeface="Yu Gothic"/>
              </a:defRPr>
            </a:lvl5pPr>
            <a:lvl6pPr algn="ctr">
              <a:defRPr sz="1425" b="0">
                <a:solidFill>
                  <a:srgbClr val="777777"/>
                </a:solidFill>
                <a:latin typeface="Yu Gothic"/>
                <a:ea typeface="Yu Gothic"/>
                <a:cs typeface="Yu Gothic"/>
              </a:defRPr>
            </a:lvl6pPr>
            <a:lvl7pPr algn="ctr">
              <a:defRPr sz="1425" b="0">
                <a:solidFill>
                  <a:srgbClr val="777777"/>
                </a:solidFill>
                <a:latin typeface="Yu Gothic"/>
                <a:ea typeface="Yu Gothic"/>
                <a:cs typeface="Yu Gothic"/>
              </a:defRPr>
            </a:lvl7pPr>
            <a:lvl8pPr algn="ctr">
              <a:defRPr sz="1425" b="0">
                <a:solidFill>
                  <a:srgbClr val="777777"/>
                </a:solidFill>
                <a:latin typeface="Yu Gothic"/>
                <a:ea typeface="Yu Gothic"/>
                <a:cs typeface="Yu Gothic"/>
              </a:defRPr>
            </a:lvl8pPr>
            <a:lvl9pPr algn="ctr">
              <a:defRPr sz="1425" b="0">
                <a:solidFill>
                  <a:srgbClr val="777777"/>
                </a:solidFill>
                <a:latin typeface="Yu Gothic"/>
                <a:ea typeface="Yu Gothic"/>
                <a:cs typeface="Yu Gothic"/>
              </a:defRPr>
            </a:lvl9pPr>
          </a:lstStyle>
          <a:p xmlns:a="http://schemas.openxmlformats.org/drawingml/2006/main">
            <a:pPr algn="ctr">
              <a:defRPr sz="1425" b="0">
                <a:solidFill>
                  <a:srgbClr val="777777"/>
                </a:solidFill>
                <a:latin typeface="Yu Gothic"/>
                <a:ea typeface="Yu Gothic"/>
                <a:cs typeface="Yu Gothic"/>
              </a:defRPr>
            </a:pPr>
            <a:r>
              <a:rPr sz="1425" b="0">
                <a:solidFill>
                  <a:srgbClr val="777777"/>
                </a:solidFill>
                <a:latin typeface="Yu Gothic"/>
                <a:ea typeface="Yu Gothic"/>
                <a:cs typeface="Yu Gothic"/>
              </a:rPr>
              <a:t>機械語を命令名で表記</a:t>
            </a:r>
          </a:p>
        </p:txBody>
      </p:sp>
      <p:sp>
        <p:nvSpPr>
          <p:cNvPr id="22" name="wire-26">
            <a:extLst xmlns:a="http://schemas.openxmlformats.org/drawingml/2006/main">
              <a:ext uri="{FF2B5EF4-FFF2-40B4-BE49-F238E27FC236}">
                <a16:creationId xmlns:a16="http://schemas.microsoft.com/office/drawing/2014/main" id="{87834C6A-45C9-457F-A927-093C50F736B4}"/>
              </a:ext>
            </a:extLst>
          </p:cNvPr>
          <p:cNvSpPr>
            <a:spLocks xmlns:a="http://schemas.openxmlformats.org/drawingml/2006/main" noGrp="1"/>
          </p:cNvSpPr>
          <p:nvPr/>
        </p:nvSpPr>
        <p:spPr>
          <a:xfrm xmlns:a="http://schemas.openxmlformats.org/drawingml/2006/main">
            <a:off x="6381750" y="3838575"/>
            <a:ext cx="1333500" cy="9525"/>
          </a:xfrm>
          <a:custGeom xmlns:a="http://schemas.openxmlformats.org/drawingml/2006/main">
            <a:pathLst>
              <a:path w="1333500" h="9525">
                <a:moveTo>
                  <a:pt x="0" y="0"/>
                </a:moveTo>
                <a:lnTo>
                  <a:pt x="1333500" y="0"/>
                </a:lnTo>
              </a:path>
            </a:pathLst>
          </a:custGeom>
          <a:noFill xmlns:a="http://schemas.openxmlformats.org/drawingml/2006/main"/>
          <a:ln xmlns:a="http://schemas.openxmlformats.org/drawingml/2006/main" w="28575">
            <a:solidFill>
              <a:srgbClr val="1572C3"/>
            </a:solidFill>
          </a:ln>
        </p:spPr>
      </p:sp>
      <p:sp>
        <p:nvSpPr>
          <p:cNvPr id="23" name="circuit-27">
            <a:extLst xmlns:a="http://schemas.openxmlformats.org/drawingml/2006/main">
              <a:ext uri="{FF2B5EF4-FFF2-40B4-BE49-F238E27FC236}">
                <a16:creationId xmlns:a16="http://schemas.microsoft.com/office/drawing/2014/main" id="{17790990-3E4D-4437-B3AB-7E3F430EA1D2}"/>
              </a:ext>
            </a:extLst>
          </p:cNvPr>
          <p:cNvSpPr>
            <a:spLocks xmlns:a="http://schemas.openxmlformats.org/drawingml/2006/main" noGrp="1"/>
          </p:cNvSpPr>
          <p:nvPr/>
        </p:nvSpPr>
        <p:spPr>
          <a:xfrm xmlns:a="http://schemas.openxmlformats.org/drawingml/2006/main">
            <a:off x="7639050" y="38071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24" name="text-28">
            <a:extLst xmlns:a="http://schemas.openxmlformats.org/drawingml/2006/main">
              <a:ext uri="{FF2B5EF4-FFF2-40B4-BE49-F238E27FC236}">
                <a16:creationId xmlns:a16="http://schemas.microsoft.com/office/drawing/2014/main" id="{5D98B004-E788-48C8-92BE-92F533AF53E5}"/>
              </a:ext>
            </a:extLst>
          </p:cNvPr>
          <p:cNvSpPr>
            <a:spLocks xmlns:a="http://schemas.openxmlformats.org/drawingml/2006/main" noGrp="1"/>
          </p:cNvSpPr>
          <p:nvPr/>
        </p:nvSpPr>
        <p:spPr>
          <a:xfrm xmlns:a="http://schemas.openxmlformats.org/drawingml/2006/main">
            <a:off x="6534150" y="3409950"/>
            <a:ext cx="100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1">
                <a:solidFill>
                  <a:srgbClr val="1572C3"/>
                </a:solidFill>
                <a:latin typeface="Yu Gothic"/>
                <a:ea typeface="Yu Gothic"/>
                <a:cs typeface="Yu Gothic"/>
              </a:defRPr>
            </a:defPPr>
            <a:lvl1pPr algn="ctr">
              <a:defRPr sz="1875" b="1">
                <a:solidFill>
                  <a:srgbClr val="1572C3"/>
                </a:solidFill>
                <a:latin typeface="Yu Gothic"/>
                <a:ea typeface="Yu Gothic"/>
                <a:cs typeface="Yu Gothic"/>
              </a:defRPr>
            </a:lvl1pPr>
            <a:lvl2pPr algn="ctr">
              <a:defRPr sz="1875" b="1">
                <a:solidFill>
                  <a:srgbClr val="1572C3"/>
                </a:solidFill>
                <a:latin typeface="Yu Gothic"/>
                <a:ea typeface="Yu Gothic"/>
                <a:cs typeface="Yu Gothic"/>
              </a:defRPr>
            </a:lvl2pPr>
            <a:lvl3pPr algn="ctr">
              <a:defRPr sz="1875" b="1">
                <a:solidFill>
                  <a:srgbClr val="1572C3"/>
                </a:solidFill>
                <a:latin typeface="Yu Gothic"/>
                <a:ea typeface="Yu Gothic"/>
                <a:cs typeface="Yu Gothic"/>
              </a:defRPr>
            </a:lvl3pPr>
            <a:lvl4pPr algn="ctr">
              <a:defRPr sz="1875" b="1">
                <a:solidFill>
                  <a:srgbClr val="1572C3"/>
                </a:solidFill>
                <a:latin typeface="Yu Gothic"/>
                <a:ea typeface="Yu Gothic"/>
                <a:cs typeface="Yu Gothic"/>
              </a:defRPr>
            </a:lvl4pPr>
            <a:lvl5pPr algn="ctr">
              <a:defRPr sz="1875" b="1">
                <a:solidFill>
                  <a:srgbClr val="1572C3"/>
                </a:solidFill>
                <a:latin typeface="Yu Gothic"/>
                <a:ea typeface="Yu Gothic"/>
                <a:cs typeface="Yu Gothic"/>
              </a:defRPr>
            </a:lvl5pPr>
            <a:lvl6pPr algn="ctr">
              <a:defRPr sz="1875" b="1">
                <a:solidFill>
                  <a:srgbClr val="1572C3"/>
                </a:solidFill>
                <a:latin typeface="Yu Gothic"/>
                <a:ea typeface="Yu Gothic"/>
                <a:cs typeface="Yu Gothic"/>
              </a:defRPr>
            </a:lvl6pPr>
            <a:lvl7pPr algn="ctr">
              <a:defRPr sz="1875" b="1">
                <a:solidFill>
                  <a:srgbClr val="1572C3"/>
                </a:solidFill>
                <a:latin typeface="Yu Gothic"/>
                <a:ea typeface="Yu Gothic"/>
                <a:cs typeface="Yu Gothic"/>
              </a:defRPr>
            </a:lvl7pPr>
            <a:lvl8pPr algn="ctr">
              <a:defRPr sz="1875" b="1">
                <a:solidFill>
                  <a:srgbClr val="1572C3"/>
                </a:solidFill>
                <a:latin typeface="Yu Gothic"/>
                <a:ea typeface="Yu Gothic"/>
                <a:cs typeface="Yu Gothic"/>
              </a:defRPr>
            </a:lvl8pPr>
            <a:lvl9pPr algn="ctr">
              <a:defRPr sz="1875" b="1">
                <a:solidFill>
                  <a:srgbClr val="1572C3"/>
                </a:solidFill>
                <a:latin typeface="Yu Gothic"/>
                <a:ea typeface="Yu Gothic"/>
                <a:cs typeface="Yu Gothic"/>
              </a:defRPr>
            </a:lvl9pPr>
          </a:lstStyle>
          <a:p xmlns:a="http://schemas.openxmlformats.org/drawingml/2006/main">
            <a:pPr algn="ctr">
              <a:defRPr sz="1875" b="1">
                <a:solidFill>
                  <a:srgbClr val="1572C3"/>
                </a:solidFill>
                <a:latin typeface="Yu Gothic"/>
                <a:ea typeface="Yu Gothic"/>
                <a:cs typeface="Yu Gothic"/>
              </a:defRPr>
            </a:pPr>
            <a:r>
              <a:rPr sz="1875" b="1">
                <a:solidFill>
                  <a:srgbClr val="1572C3"/>
                </a:solidFill>
                <a:latin typeface="Yu Gothic"/>
                <a:ea typeface="Yu Gothic"/>
                <a:cs typeface="Yu Gothic"/>
              </a:rPr>
              <a:t>命令</a:t>
            </a:r>
          </a:p>
        </p:txBody>
      </p:sp>
      <p:sp>
        <p:nvSpPr>
          <p:cNvPr id="25" name="block-29">
            <a:extLst xmlns:a="http://schemas.openxmlformats.org/drawingml/2006/main">
              <a:ext uri="{FF2B5EF4-FFF2-40B4-BE49-F238E27FC236}">
                <a16:creationId xmlns:a16="http://schemas.microsoft.com/office/drawing/2014/main" id="{B95A0EA2-40C0-45A0-9277-EDF5C34DF0FD}"/>
              </a:ext>
            </a:extLst>
          </p:cNvPr>
          <p:cNvSpPr>
            <a:spLocks xmlns:a="http://schemas.openxmlformats.org/drawingml/2006/main" noGrp="1"/>
          </p:cNvSpPr>
          <p:nvPr/>
        </p:nvSpPr>
        <p:spPr>
          <a:xfrm xmlns:a="http://schemas.openxmlformats.org/drawingml/2006/main">
            <a:off x="7715250" y="3000375"/>
            <a:ext cx="1762125" cy="1714500"/>
          </a:xfrm>
          <a:prstGeom xmlns:a="http://schemas.openxmlformats.org/drawingml/2006/main" prst="rect">
            <a:avLst/>
          </a:prstGeom>
          <a:solidFill xmlns:a="http://schemas.openxmlformats.org/drawingml/2006/main">
            <a:srgbClr val="E5EBF8"/>
          </a:solidFill>
          <a:ln xmlns:a="http://schemas.openxmlformats.org/drawingml/2006/main" w="20955">
            <a:solidFill>
              <a:srgbClr val="231F20"/>
            </a:solidFill>
          </a:ln>
        </p:spPr>
      </p:sp>
      <p:sp>
        <p:nvSpPr>
          <p:cNvPr id="26" name="text-30">
            <a:extLst xmlns:a="http://schemas.openxmlformats.org/drawingml/2006/main">
              <a:ext uri="{FF2B5EF4-FFF2-40B4-BE49-F238E27FC236}">
                <a16:creationId xmlns:a16="http://schemas.microsoft.com/office/drawing/2014/main" id="{1043D507-337A-40EA-AE2F-D35488DAB625}"/>
              </a:ext>
            </a:extLst>
          </p:cNvPr>
          <p:cNvSpPr>
            <a:spLocks xmlns:a="http://schemas.openxmlformats.org/drawingml/2006/main" noGrp="1"/>
          </p:cNvSpPr>
          <p:nvPr/>
        </p:nvSpPr>
        <p:spPr>
          <a:xfrm xmlns:a="http://schemas.openxmlformats.org/drawingml/2006/main">
            <a:off x="7791450" y="3057525"/>
            <a:ext cx="1609725" cy="1600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025" b="1">
                <a:solidFill>
                  <a:srgbClr val="231F20"/>
                </a:solidFill>
                <a:latin typeface="Yu Gothic"/>
                <a:ea typeface="Yu Gothic"/>
                <a:cs typeface="Yu Gothic"/>
              </a:defRPr>
            </a:defPPr>
            <a:lvl1pPr algn="ctr">
              <a:defRPr sz="2025" b="1">
                <a:solidFill>
                  <a:srgbClr val="231F20"/>
                </a:solidFill>
                <a:latin typeface="Yu Gothic"/>
                <a:ea typeface="Yu Gothic"/>
                <a:cs typeface="Yu Gothic"/>
              </a:defRPr>
            </a:lvl1pPr>
            <a:lvl2pPr algn="ctr">
              <a:defRPr sz="2025" b="1">
                <a:solidFill>
                  <a:srgbClr val="231F20"/>
                </a:solidFill>
                <a:latin typeface="Yu Gothic"/>
                <a:ea typeface="Yu Gothic"/>
                <a:cs typeface="Yu Gothic"/>
              </a:defRPr>
            </a:lvl2pPr>
            <a:lvl3pPr algn="ctr">
              <a:defRPr sz="2025" b="1">
                <a:solidFill>
                  <a:srgbClr val="231F20"/>
                </a:solidFill>
                <a:latin typeface="Yu Gothic"/>
                <a:ea typeface="Yu Gothic"/>
                <a:cs typeface="Yu Gothic"/>
              </a:defRPr>
            </a:lvl3pPr>
            <a:lvl4pPr algn="ctr">
              <a:defRPr sz="2025" b="1">
                <a:solidFill>
                  <a:srgbClr val="231F20"/>
                </a:solidFill>
                <a:latin typeface="Yu Gothic"/>
                <a:ea typeface="Yu Gothic"/>
                <a:cs typeface="Yu Gothic"/>
              </a:defRPr>
            </a:lvl4pPr>
            <a:lvl5pPr algn="ctr">
              <a:defRPr sz="2025" b="1">
                <a:solidFill>
                  <a:srgbClr val="231F20"/>
                </a:solidFill>
                <a:latin typeface="Yu Gothic"/>
                <a:ea typeface="Yu Gothic"/>
                <a:cs typeface="Yu Gothic"/>
              </a:defRPr>
            </a:lvl5pPr>
            <a:lvl6pPr algn="ctr">
              <a:defRPr sz="2025" b="1">
                <a:solidFill>
                  <a:srgbClr val="231F20"/>
                </a:solidFill>
                <a:latin typeface="Yu Gothic"/>
                <a:ea typeface="Yu Gothic"/>
                <a:cs typeface="Yu Gothic"/>
              </a:defRPr>
            </a:lvl6pPr>
            <a:lvl7pPr algn="ctr">
              <a:defRPr sz="2025" b="1">
                <a:solidFill>
                  <a:srgbClr val="231F20"/>
                </a:solidFill>
                <a:latin typeface="Yu Gothic"/>
                <a:ea typeface="Yu Gothic"/>
                <a:cs typeface="Yu Gothic"/>
              </a:defRPr>
            </a:lvl7pPr>
            <a:lvl8pPr algn="ctr">
              <a:defRPr sz="2025" b="1">
                <a:solidFill>
                  <a:srgbClr val="231F20"/>
                </a:solidFill>
                <a:latin typeface="Yu Gothic"/>
                <a:ea typeface="Yu Gothic"/>
                <a:cs typeface="Yu Gothic"/>
              </a:defRPr>
            </a:lvl8pPr>
            <a:lvl9pPr algn="ctr">
              <a:defRPr sz="2025" b="1">
                <a:solidFill>
                  <a:srgbClr val="231F20"/>
                </a:solidFill>
                <a:latin typeface="Yu Gothic"/>
                <a:ea typeface="Yu Gothic"/>
                <a:cs typeface="Yu Gothic"/>
              </a:defRPr>
            </a:lvl9pPr>
          </a:lstStyle>
          <a:p xmlns:a="http://schemas.openxmlformats.org/drawingml/2006/main">
            <a:pPr algn="ctr">
              <a:defRPr sz="2025" b="1">
                <a:solidFill>
                  <a:srgbClr val="231F20"/>
                </a:solidFill>
                <a:latin typeface="Yu Gothic"/>
                <a:ea typeface="Yu Gothic"/>
                <a:cs typeface="Yu Gothic"/>
              </a:defRPr>
            </a:pPr>
            <a:r>
              <a:rPr sz="2025" b="1">
                <a:solidFill>
                  <a:srgbClr val="231F20"/>
                </a:solidFill>
                <a:latin typeface="Yu Gothic"/>
                <a:ea typeface="Yu Gothic"/>
                <a:cs typeface="Yu Gothic"/>
              </a:rPr>
              <a:t>命令を解読</a:t>
            </a:r>
          </a:p>
          <a:p xmlns:a="http://schemas.openxmlformats.org/drawingml/2006/main">
            <a:pPr algn="ctr">
              <a:defRPr sz="2025" b="1">
                <a:solidFill>
                  <a:srgbClr val="231F20"/>
                </a:solidFill>
                <a:latin typeface="Yu Gothic"/>
                <a:ea typeface="Yu Gothic"/>
                <a:cs typeface="Yu Gothic"/>
              </a:defRPr>
            </a:pPr>
            <a:r>
              <a:rPr sz="2025" b="1">
                <a:solidFill>
                  <a:srgbClr val="231F20"/>
                </a:solidFill>
                <a:latin typeface="Yu Gothic"/>
                <a:ea typeface="Yu Gothic"/>
                <a:cs typeface="Yu Gothic"/>
              </a:rPr>
              <a:t>する回路</a:t>
            </a:r>
          </a:p>
        </p:txBody>
      </p:sp>
      <p:sp>
        <p:nvSpPr>
          <p:cNvPr id="27" name="wire-31">
            <a:extLst xmlns:a="http://schemas.openxmlformats.org/drawingml/2006/main">
              <a:ext uri="{FF2B5EF4-FFF2-40B4-BE49-F238E27FC236}">
                <a16:creationId xmlns:a16="http://schemas.microsoft.com/office/drawing/2014/main" id="{B50C322D-A0E3-411E-B3A0-83895FF9B689}"/>
              </a:ext>
            </a:extLst>
          </p:cNvPr>
          <p:cNvSpPr>
            <a:spLocks xmlns:a="http://schemas.openxmlformats.org/drawingml/2006/main" noGrp="1"/>
          </p:cNvSpPr>
          <p:nvPr/>
        </p:nvSpPr>
        <p:spPr>
          <a:xfrm xmlns:a="http://schemas.openxmlformats.org/drawingml/2006/main">
            <a:off x="9477375" y="3305175"/>
            <a:ext cx="561975" cy="9525"/>
          </a:xfrm>
          <a:custGeom xmlns:a="http://schemas.openxmlformats.org/drawingml/2006/main">
            <a:pathLst>
              <a:path w="561975" h="9525">
                <a:moveTo>
                  <a:pt x="0" y="0"/>
                </a:moveTo>
                <a:lnTo>
                  <a:pt x="561975" y="0"/>
                </a:lnTo>
              </a:path>
            </a:pathLst>
          </a:custGeom>
          <a:noFill xmlns:a="http://schemas.openxmlformats.org/drawingml/2006/main"/>
          <a:ln xmlns:a="http://schemas.openxmlformats.org/drawingml/2006/main" w="24765">
            <a:solidFill>
              <a:srgbClr val="231F20"/>
            </a:solidFill>
          </a:ln>
        </p:spPr>
      </p:sp>
      <p:sp>
        <p:nvSpPr>
          <p:cNvPr id="28" name="circuit-32">
            <a:extLst xmlns:a="http://schemas.openxmlformats.org/drawingml/2006/main">
              <a:ext uri="{FF2B5EF4-FFF2-40B4-BE49-F238E27FC236}">
                <a16:creationId xmlns:a16="http://schemas.microsoft.com/office/drawing/2014/main" id="{3F5AF1BC-9B70-4D11-8C61-ABB21CC33C3D}"/>
              </a:ext>
            </a:extLst>
          </p:cNvPr>
          <p:cNvSpPr>
            <a:spLocks xmlns:a="http://schemas.openxmlformats.org/drawingml/2006/main" noGrp="1"/>
          </p:cNvSpPr>
          <p:nvPr/>
        </p:nvSpPr>
        <p:spPr>
          <a:xfrm xmlns:a="http://schemas.openxmlformats.org/drawingml/2006/main">
            <a:off x="9963150" y="32737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29" name="text-33">
            <a:extLst xmlns:a="http://schemas.openxmlformats.org/drawingml/2006/main">
              <a:ext uri="{FF2B5EF4-FFF2-40B4-BE49-F238E27FC236}">
                <a16:creationId xmlns:a16="http://schemas.microsoft.com/office/drawing/2014/main" id="{586BFBD6-CE34-4254-B517-FA4CF87F1F4A}"/>
              </a:ext>
            </a:extLst>
          </p:cNvPr>
          <p:cNvSpPr>
            <a:spLocks xmlns:a="http://schemas.openxmlformats.org/drawingml/2006/main" noGrp="1"/>
          </p:cNvSpPr>
          <p:nvPr/>
        </p:nvSpPr>
        <p:spPr>
          <a:xfrm xmlns:a="http://schemas.openxmlformats.org/drawingml/2006/main">
            <a:off x="10172700" y="311467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725" b="0">
                <a:solidFill>
                  <a:srgbClr val="231F20"/>
                </a:solidFill>
                <a:latin typeface="Yu Gothic"/>
                <a:ea typeface="Yu Gothic"/>
                <a:cs typeface="Yu Gothic"/>
              </a:defRPr>
            </a:defPPr>
            <a:lvl1pPr algn="l">
              <a:defRPr sz="1725" b="0">
                <a:solidFill>
                  <a:srgbClr val="231F20"/>
                </a:solidFill>
                <a:latin typeface="Yu Gothic"/>
                <a:ea typeface="Yu Gothic"/>
                <a:cs typeface="Yu Gothic"/>
              </a:defRPr>
            </a:lvl1pPr>
            <a:lvl2pPr algn="l">
              <a:defRPr sz="1725" b="0">
                <a:solidFill>
                  <a:srgbClr val="231F20"/>
                </a:solidFill>
                <a:latin typeface="Yu Gothic"/>
                <a:ea typeface="Yu Gothic"/>
                <a:cs typeface="Yu Gothic"/>
              </a:defRPr>
            </a:lvl2pPr>
            <a:lvl3pPr algn="l">
              <a:defRPr sz="1725" b="0">
                <a:solidFill>
                  <a:srgbClr val="231F20"/>
                </a:solidFill>
                <a:latin typeface="Yu Gothic"/>
                <a:ea typeface="Yu Gothic"/>
                <a:cs typeface="Yu Gothic"/>
              </a:defRPr>
            </a:lvl3pPr>
            <a:lvl4pPr algn="l">
              <a:defRPr sz="1725" b="0">
                <a:solidFill>
                  <a:srgbClr val="231F20"/>
                </a:solidFill>
                <a:latin typeface="Yu Gothic"/>
                <a:ea typeface="Yu Gothic"/>
                <a:cs typeface="Yu Gothic"/>
              </a:defRPr>
            </a:lvl4pPr>
            <a:lvl5pPr algn="l">
              <a:defRPr sz="1725" b="0">
                <a:solidFill>
                  <a:srgbClr val="231F20"/>
                </a:solidFill>
                <a:latin typeface="Yu Gothic"/>
                <a:ea typeface="Yu Gothic"/>
                <a:cs typeface="Yu Gothic"/>
              </a:defRPr>
            </a:lvl5pPr>
            <a:lvl6pPr algn="l">
              <a:defRPr sz="1725" b="0">
                <a:solidFill>
                  <a:srgbClr val="231F20"/>
                </a:solidFill>
                <a:latin typeface="Yu Gothic"/>
                <a:ea typeface="Yu Gothic"/>
                <a:cs typeface="Yu Gothic"/>
              </a:defRPr>
            </a:lvl6pPr>
            <a:lvl7pPr algn="l">
              <a:defRPr sz="1725" b="0">
                <a:solidFill>
                  <a:srgbClr val="231F20"/>
                </a:solidFill>
                <a:latin typeface="Yu Gothic"/>
                <a:ea typeface="Yu Gothic"/>
                <a:cs typeface="Yu Gothic"/>
              </a:defRPr>
            </a:lvl7pPr>
            <a:lvl8pPr algn="l">
              <a:defRPr sz="1725" b="0">
                <a:solidFill>
                  <a:srgbClr val="231F20"/>
                </a:solidFill>
                <a:latin typeface="Yu Gothic"/>
                <a:ea typeface="Yu Gothic"/>
                <a:cs typeface="Yu Gothic"/>
              </a:defRPr>
            </a:lvl8pPr>
            <a:lvl9pPr algn="l">
              <a:defRPr sz="1725" b="0">
                <a:solidFill>
                  <a:srgbClr val="231F20"/>
                </a:solidFill>
                <a:latin typeface="Yu Gothic"/>
                <a:ea typeface="Yu Gothic"/>
                <a:cs typeface="Yu Gothic"/>
              </a:defRPr>
            </a:lvl9pPr>
          </a:lstStyle>
          <a:p xmlns:a="http://schemas.openxmlformats.org/drawingml/2006/main">
            <a:pPr algn="l">
              <a:defRPr sz="1725" b="0">
                <a:solidFill>
                  <a:srgbClr val="231F20"/>
                </a:solidFill>
                <a:latin typeface="Yu Gothic"/>
                <a:ea typeface="Yu Gothic"/>
                <a:cs typeface="Yu Gothic"/>
              </a:defRPr>
            </a:pPr>
            <a:r>
              <a:rPr sz="1725" b="0">
                <a:solidFill>
                  <a:srgbClr val="231F20"/>
                </a:solidFill>
                <a:latin typeface="Yu Gothic"/>
                <a:ea typeface="Yu Gothic"/>
                <a:cs typeface="Yu Gothic"/>
              </a:rPr>
              <a:t>レジスタ番号</a:t>
            </a:r>
          </a:p>
        </p:txBody>
      </p:sp>
      <p:sp>
        <p:nvSpPr>
          <p:cNvPr id="30" name="wire-34">
            <a:extLst xmlns:a="http://schemas.openxmlformats.org/drawingml/2006/main">
              <a:ext uri="{FF2B5EF4-FFF2-40B4-BE49-F238E27FC236}">
                <a16:creationId xmlns:a16="http://schemas.microsoft.com/office/drawing/2014/main" id="{2294D266-460D-4F17-A3FA-E764E1993629}"/>
              </a:ext>
            </a:extLst>
          </p:cNvPr>
          <p:cNvSpPr>
            <a:spLocks xmlns:a="http://schemas.openxmlformats.org/drawingml/2006/main" noGrp="1"/>
          </p:cNvSpPr>
          <p:nvPr/>
        </p:nvSpPr>
        <p:spPr>
          <a:xfrm xmlns:a="http://schemas.openxmlformats.org/drawingml/2006/main">
            <a:off x="9477375" y="3838575"/>
            <a:ext cx="561975" cy="9525"/>
          </a:xfrm>
          <a:custGeom xmlns:a="http://schemas.openxmlformats.org/drawingml/2006/main">
            <a:pathLst>
              <a:path w="561975" h="9525">
                <a:moveTo>
                  <a:pt x="0" y="0"/>
                </a:moveTo>
                <a:lnTo>
                  <a:pt x="561975" y="0"/>
                </a:lnTo>
              </a:path>
            </a:pathLst>
          </a:custGeom>
          <a:noFill xmlns:a="http://schemas.openxmlformats.org/drawingml/2006/main"/>
          <a:ln xmlns:a="http://schemas.openxmlformats.org/drawingml/2006/main" w="24765">
            <a:solidFill>
              <a:srgbClr val="231F20"/>
            </a:solidFill>
          </a:ln>
        </p:spPr>
      </p:sp>
      <p:sp>
        <p:nvSpPr>
          <p:cNvPr id="31" name="circuit-35">
            <a:extLst xmlns:a="http://schemas.openxmlformats.org/drawingml/2006/main">
              <a:ext uri="{FF2B5EF4-FFF2-40B4-BE49-F238E27FC236}">
                <a16:creationId xmlns:a16="http://schemas.microsoft.com/office/drawing/2014/main" id="{3A6EDE2E-24CB-4A9B-A2DB-2FBFC4B901AE}"/>
              </a:ext>
            </a:extLst>
          </p:cNvPr>
          <p:cNvSpPr>
            <a:spLocks xmlns:a="http://schemas.openxmlformats.org/drawingml/2006/main" noGrp="1"/>
          </p:cNvSpPr>
          <p:nvPr/>
        </p:nvSpPr>
        <p:spPr>
          <a:xfrm xmlns:a="http://schemas.openxmlformats.org/drawingml/2006/main">
            <a:off x="9963150" y="38071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32" name="text-36">
            <a:extLst xmlns:a="http://schemas.openxmlformats.org/drawingml/2006/main">
              <a:ext uri="{FF2B5EF4-FFF2-40B4-BE49-F238E27FC236}">
                <a16:creationId xmlns:a16="http://schemas.microsoft.com/office/drawing/2014/main" id="{C53BCB71-0493-449A-9F84-4F0E1ED57969}"/>
              </a:ext>
            </a:extLst>
          </p:cNvPr>
          <p:cNvSpPr>
            <a:spLocks xmlns:a="http://schemas.openxmlformats.org/drawingml/2006/main" noGrp="1"/>
          </p:cNvSpPr>
          <p:nvPr/>
        </p:nvSpPr>
        <p:spPr>
          <a:xfrm xmlns:a="http://schemas.openxmlformats.org/drawingml/2006/main">
            <a:off x="10172700" y="364807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725" b="0">
                <a:solidFill>
                  <a:srgbClr val="231F20"/>
                </a:solidFill>
                <a:latin typeface="Yu Gothic"/>
                <a:ea typeface="Yu Gothic"/>
                <a:cs typeface="Yu Gothic"/>
              </a:defRPr>
            </a:defPPr>
            <a:lvl1pPr algn="l">
              <a:defRPr sz="1725" b="0">
                <a:solidFill>
                  <a:srgbClr val="231F20"/>
                </a:solidFill>
                <a:latin typeface="Yu Gothic"/>
                <a:ea typeface="Yu Gothic"/>
                <a:cs typeface="Yu Gothic"/>
              </a:defRPr>
            </a:lvl1pPr>
            <a:lvl2pPr algn="l">
              <a:defRPr sz="1725" b="0">
                <a:solidFill>
                  <a:srgbClr val="231F20"/>
                </a:solidFill>
                <a:latin typeface="Yu Gothic"/>
                <a:ea typeface="Yu Gothic"/>
                <a:cs typeface="Yu Gothic"/>
              </a:defRPr>
            </a:lvl2pPr>
            <a:lvl3pPr algn="l">
              <a:defRPr sz="1725" b="0">
                <a:solidFill>
                  <a:srgbClr val="231F20"/>
                </a:solidFill>
                <a:latin typeface="Yu Gothic"/>
                <a:ea typeface="Yu Gothic"/>
                <a:cs typeface="Yu Gothic"/>
              </a:defRPr>
            </a:lvl3pPr>
            <a:lvl4pPr algn="l">
              <a:defRPr sz="1725" b="0">
                <a:solidFill>
                  <a:srgbClr val="231F20"/>
                </a:solidFill>
                <a:latin typeface="Yu Gothic"/>
                <a:ea typeface="Yu Gothic"/>
                <a:cs typeface="Yu Gothic"/>
              </a:defRPr>
            </a:lvl4pPr>
            <a:lvl5pPr algn="l">
              <a:defRPr sz="1725" b="0">
                <a:solidFill>
                  <a:srgbClr val="231F20"/>
                </a:solidFill>
                <a:latin typeface="Yu Gothic"/>
                <a:ea typeface="Yu Gothic"/>
                <a:cs typeface="Yu Gothic"/>
              </a:defRPr>
            </a:lvl5pPr>
            <a:lvl6pPr algn="l">
              <a:defRPr sz="1725" b="0">
                <a:solidFill>
                  <a:srgbClr val="231F20"/>
                </a:solidFill>
                <a:latin typeface="Yu Gothic"/>
                <a:ea typeface="Yu Gothic"/>
                <a:cs typeface="Yu Gothic"/>
              </a:defRPr>
            </a:lvl6pPr>
            <a:lvl7pPr algn="l">
              <a:defRPr sz="1725" b="0">
                <a:solidFill>
                  <a:srgbClr val="231F20"/>
                </a:solidFill>
                <a:latin typeface="Yu Gothic"/>
                <a:ea typeface="Yu Gothic"/>
                <a:cs typeface="Yu Gothic"/>
              </a:defRPr>
            </a:lvl7pPr>
            <a:lvl8pPr algn="l">
              <a:defRPr sz="1725" b="0">
                <a:solidFill>
                  <a:srgbClr val="231F20"/>
                </a:solidFill>
                <a:latin typeface="Yu Gothic"/>
                <a:ea typeface="Yu Gothic"/>
                <a:cs typeface="Yu Gothic"/>
              </a:defRPr>
            </a:lvl8pPr>
            <a:lvl9pPr algn="l">
              <a:defRPr sz="1725" b="0">
                <a:solidFill>
                  <a:srgbClr val="231F20"/>
                </a:solidFill>
                <a:latin typeface="Yu Gothic"/>
                <a:ea typeface="Yu Gothic"/>
                <a:cs typeface="Yu Gothic"/>
              </a:defRPr>
            </a:lvl9pPr>
          </a:lstStyle>
          <a:p xmlns:a="http://schemas.openxmlformats.org/drawingml/2006/main">
            <a:pPr algn="l">
              <a:defRPr sz="1725" b="0">
                <a:solidFill>
                  <a:srgbClr val="231F20"/>
                </a:solidFill>
                <a:latin typeface="Yu Gothic"/>
                <a:ea typeface="Yu Gothic"/>
                <a:cs typeface="Yu Gothic"/>
              </a:defRPr>
            </a:pPr>
            <a:r>
              <a:rPr sz="1725" b="0">
                <a:solidFill>
                  <a:srgbClr val="231F20"/>
                </a:solidFill>
                <a:latin typeface="Yu Gothic"/>
                <a:ea typeface="Yu Gothic"/>
                <a:cs typeface="Yu Gothic"/>
              </a:rPr>
              <a:t>即値</a:t>
            </a:r>
          </a:p>
        </p:txBody>
      </p:sp>
      <p:sp>
        <p:nvSpPr>
          <p:cNvPr id="33" name="wire-37">
            <a:extLst xmlns:a="http://schemas.openxmlformats.org/drawingml/2006/main">
              <a:ext uri="{FF2B5EF4-FFF2-40B4-BE49-F238E27FC236}">
                <a16:creationId xmlns:a16="http://schemas.microsoft.com/office/drawing/2014/main" id="{F91AA219-CFC7-4CD7-A967-F8CF9BFEBAC0}"/>
              </a:ext>
            </a:extLst>
          </p:cNvPr>
          <p:cNvSpPr>
            <a:spLocks xmlns:a="http://schemas.openxmlformats.org/drawingml/2006/main" noGrp="1"/>
          </p:cNvSpPr>
          <p:nvPr/>
        </p:nvSpPr>
        <p:spPr>
          <a:xfrm xmlns:a="http://schemas.openxmlformats.org/drawingml/2006/main">
            <a:off x="9477375" y="4371975"/>
            <a:ext cx="561975" cy="9525"/>
          </a:xfrm>
          <a:custGeom xmlns:a="http://schemas.openxmlformats.org/drawingml/2006/main">
            <a:pathLst>
              <a:path w="561975" h="9525">
                <a:moveTo>
                  <a:pt x="0" y="0"/>
                </a:moveTo>
                <a:lnTo>
                  <a:pt x="561975" y="0"/>
                </a:lnTo>
              </a:path>
            </a:pathLst>
          </a:custGeom>
          <a:noFill xmlns:a="http://schemas.openxmlformats.org/drawingml/2006/main"/>
          <a:ln xmlns:a="http://schemas.openxmlformats.org/drawingml/2006/main" w="12383">
            <a:solidFill>
              <a:srgbClr val="231F20"/>
            </a:solidFill>
          </a:ln>
        </p:spPr>
      </p:sp>
      <p:sp>
        <p:nvSpPr>
          <p:cNvPr id="34" name="circuit-38">
            <a:extLst xmlns:a="http://schemas.openxmlformats.org/drawingml/2006/main">
              <a:ext uri="{FF2B5EF4-FFF2-40B4-BE49-F238E27FC236}">
                <a16:creationId xmlns:a16="http://schemas.microsoft.com/office/drawing/2014/main" id="{29B16818-F5E8-486A-9613-0BAEF9097FC3}"/>
              </a:ext>
            </a:extLst>
          </p:cNvPr>
          <p:cNvSpPr>
            <a:spLocks xmlns:a="http://schemas.openxmlformats.org/drawingml/2006/main" noGrp="1"/>
          </p:cNvSpPr>
          <p:nvPr/>
        </p:nvSpPr>
        <p:spPr>
          <a:xfrm xmlns:a="http://schemas.openxmlformats.org/drawingml/2006/main">
            <a:off x="9963150" y="43405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35" name="text-39">
            <a:extLst xmlns:a="http://schemas.openxmlformats.org/drawingml/2006/main">
              <a:ext uri="{FF2B5EF4-FFF2-40B4-BE49-F238E27FC236}">
                <a16:creationId xmlns:a16="http://schemas.microsoft.com/office/drawing/2014/main" id="{A6B94962-D9C2-48CB-9832-3674D6C175DA}"/>
              </a:ext>
            </a:extLst>
          </p:cNvPr>
          <p:cNvSpPr>
            <a:spLocks xmlns:a="http://schemas.openxmlformats.org/drawingml/2006/main" noGrp="1"/>
          </p:cNvSpPr>
          <p:nvPr/>
        </p:nvSpPr>
        <p:spPr>
          <a:xfrm xmlns:a="http://schemas.openxmlformats.org/drawingml/2006/main">
            <a:off x="10172700" y="418147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725" b="0">
                <a:solidFill>
                  <a:srgbClr val="231F20"/>
                </a:solidFill>
                <a:latin typeface="Yu Gothic"/>
                <a:ea typeface="Yu Gothic"/>
                <a:cs typeface="Yu Gothic"/>
              </a:defRPr>
            </a:defPPr>
            <a:lvl1pPr algn="l">
              <a:defRPr sz="1725" b="0">
                <a:solidFill>
                  <a:srgbClr val="231F20"/>
                </a:solidFill>
                <a:latin typeface="Yu Gothic"/>
                <a:ea typeface="Yu Gothic"/>
                <a:cs typeface="Yu Gothic"/>
              </a:defRPr>
            </a:lvl1pPr>
            <a:lvl2pPr algn="l">
              <a:defRPr sz="1725" b="0">
                <a:solidFill>
                  <a:srgbClr val="231F20"/>
                </a:solidFill>
                <a:latin typeface="Yu Gothic"/>
                <a:ea typeface="Yu Gothic"/>
                <a:cs typeface="Yu Gothic"/>
              </a:defRPr>
            </a:lvl2pPr>
            <a:lvl3pPr algn="l">
              <a:defRPr sz="1725" b="0">
                <a:solidFill>
                  <a:srgbClr val="231F20"/>
                </a:solidFill>
                <a:latin typeface="Yu Gothic"/>
                <a:ea typeface="Yu Gothic"/>
                <a:cs typeface="Yu Gothic"/>
              </a:defRPr>
            </a:lvl3pPr>
            <a:lvl4pPr algn="l">
              <a:defRPr sz="1725" b="0">
                <a:solidFill>
                  <a:srgbClr val="231F20"/>
                </a:solidFill>
                <a:latin typeface="Yu Gothic"/>
                <a:ea typeface="Yu Gothic"/>
                <a:cs typeface="Yu Gothic"/>
              </a:defRPr>
            </a:lvl4pPr>
            <a:lvl5pPr algn="l">
              <a:defRPr sz="1725" b="0">
                <a:solidFill>
                  <a:srgbClr val="231F20"/>
                </a:solidFill>
                <a:latin typeface="Yu Gothic"/>
                <a:ea typeface="Yu Gothic"/>
                <a:cs typeface="Yu Gothic"/>
              </a:defRPr>
            </a:lvl5pPr>
            <a:lvl6pPr algn="l">
              <a:defRPr sz="1725" b="0">
                <a:solidFill>
                  <a:srgbClr val="231F20"/>
                </a:solidFill>
                <a:latin typeface="Yu Gothic"/>
                <a:ea typeface="Yu Gothic"/>
                <a:cs typeface="Yu Gothic"/>
              </a:defRPr>
            </a:lvl6pPr>
            <a:lvl7pPr algn="l">
              <a:defRPr sz="1725" b="0">
                <a:solidFill>
                  <a:srgbClr val="231F20"/>
                </a:solidFill>
                <a:latin typeface="Yu Gothic"/>
                <a:ea typeface="Yu Gothic"/>
                <a:cs typeface="Yu Gothic"/>
              </a:defRPr>
            </a:lvl7pPr>
            <a:lvl8pPr algn="l">
              <a:defRPr sz="1725" b="0">
                <a:solidFill>
                  <a:srgbClr val="231F20"/>
                </a:solidFill>
                <a:latin typeface="Yu Gothic"/>
                <a:ea typeface="Yu Gothic"/>
                <a:cs typeface="Yu Gothic"/>
              </a:defRPr>
            </a:lvl8pPr>
            <a:lvl9pPr algn="l">
              <a:defRPr sz="1725" b="0">
                <a:solidFill>
                  <a:srgbClr val="231F20"/>
                </a:solidFill>
                <a:latin typeface="Yu Gothic"/>
                <a:ea typeface="Yu Gothic"/>
                <a:cs typeface="Yu Gothic"/>
              </a:defRPr>
            </a:lvl9pPr>
          </a:lstStyle>
          <a:p xmlns:a="http://schemas.openxmlformats.org/drawingml/2006/main">
            <a:pPr algn="l">
              <a:defRPr sz="1725" b="0">
                <a:solidFill>
                  <a:srgbClr val="231F20"/>
                </a:solidFill>
                <a:latin typeface="Yu Gothic"/>
                <a:ea typeface="Yu Gothic"/>
                <a:cs typeface="Yu Gothic"/>
              </a:defRPr>
            </a:pPr>
            <a:r>
              <a:rPr sz="1725" b="0">
                <a:solidFill>
                  <a:srgbClr val="231F20"/>
                </a:solidFill>
                <a:latin typeface="Yu Gothic"/>
                <a:ea typeface="Yu Gothic"/>
                <a:cs typeface="Yu Gothic"/>
              </a:rPr>
              <a:t>制御信号</a:t>
            </a:r>
          </a:p>
        </p:txBody>
      </p:sp>
      <p:sp>
        <p:nvSpPr>
          <p:cNvPr id="36" name="text-40">
            <a:extLst xmlns:a="http://schemas.openxmlformats.org/drawingml/2006/main">
              <a:ext uri="{FF2B5EF4-FFF2-40B4-BE49-F238E27FC236}">
                <a16:creationId xmlns:a16="http://schemas.microsoft.com/office/drawing/2014/main" id="{4F06C68A-5439-475A-8B0C-E2E24B2830EC}"/>
              </a:ext>
            </a:extLst>
          </p:cNvPr>
          <p:cNvSpPr>
            <a:spLocks xmlns:a="http://schemas.openxmlformats.org/drawingml/2006/main" noGrp="1"/>
          </p:cNvSpPr>
          <p:nvPr/>
        </p:nvSpPr>
        <p:spPr>
          <a:xfrm xmlns:a="http://schemas.openxmlformats.org/drawingml/2006/main">
            <a:off x="619125" y="1924050"/>
            <a:ext cx="2381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800" b="1">
                <a:solidFill>
                  <a:srgbClr val="231F20"/>
                </a:solidFill>
                <a:latin typeface="Yu Gothic"/>
                <a:ea typeface="Yu Gothic"/>
                <a:cs typeface="Yu Gothic"/>
              </a:defRPr>
            </a:defPPr>
            <a:lvl1pPr algn="l">
              <a:defRPr sz="1800" b="1">
                <a:solidFill>
                  <a:srgbClr val="231F20"/>
                </a:solidFill>
                <a:latin typeface="Yu Gothic"/>
                <a:ea typeface="Yu Gothic"/>
                <a:cs typeface="Yu Gothic"/>
              </a:defRPr>
            </a:lvl1pPr>
            <a:lvl2pPr algn="l">
              <a:defRPr sz="1800" b="1">
                <a:solidFill>
                  <a:srgbClr val="231F20"/>
                </a:solidFill>
                <a:latin typeface="Yu Gothic"/>
                <a:ea typeface="Yu Gothic"/>
                <a:cs typeface="Yu Gothic"/>
              </a:defRPr>
            </a:lvl2pPr>
            <a:lvl3pPr algn="l">
              <a:defRPr sz="1800" b="1">
                <a:solidFill>
                  <a:srgbClr val="231F20"/>
                </a:solidFill>
                <a:latin typeface="Yu Gothic"/>
                <a:ea typeface="Yu Gothic"/>
                <a:cs typeface="Yu Gothic"/>
              </a:defRPr>
            </a:lvl3pPr>
            <a:lvl4pPr algn="l">
              <a:defRPr sz="1800" b="1">
                <a:solidFill>
                  <a:srgbClr val="231F20"/>
                </a:solidFill>
                <a:latin typeface="Yu Gothic"/>
                <a:ea typeface="Yu Gothic"/>
                <a:cs typeface="Yu Gothic"/>
              </a:defRPr>
            </a:lvl4pPr>
            <a:lvl5pPr algn="l">
              <a:defRPr sz="1800" b="1">
                <a:solidFill>
                  <a:srgbClr val="231F20"/>
                </a:solidFill>
                <a:latin typeface="Yu Gothic"/>
                <a:ea typeface="Yu Gothic"/>
                <a:cs typeface="Yu Gothic"/>
              </a:defRPr>
            </a:lvl5pPr>
            <a:lvl6pPr algn="l">
              <a:defRPr sz="1800" b="1">
                <a:solidFill>
                  <a:srgbClr val="231F20"/>
                </a:solidFill>
                <a:latin typeface="Yu Gothic"/>
                <a:ea typeface="Yu Gothic"/>
                <a:cs typeface="Yu Gothic"/>
              </a:defRPr>
            </a:lvl6pPr>
            <a:lvl7pPr algn="l">
              <a:defRPr sz="1800" b="1">
                <a:solidFill>
                  <a:srgbClr val="231F20"/>
                </a:solidFill>
                <a:latin typeface="Yu Gothic"/>
                <a:ea typeface="Yu Gothic"/>
                <a:cs typeface="Yu Gothic"/>
              </a:defRPr>
            </a:lvl7pPr>
            <a:lvl8pPr algn="l">
              <a:defRPr sz="1800" b="1">
                <a:solidFill>
                  <a:srgbClr val="231F20"/>
                </a:solidFill>
                <a:latin typeface="Yu Gothic"/>
                <a:ea typeface="Yu Gothic"/>
                <a:cs typeface="Yu Gothic"/>
              </a:defRPr>
            </a:lvl8pPr>
            <a:lvl9pPr algn="l">
              <a:defRPr sz="1800" b="1">
                <a:solidFill>
                  <a:srgbClr val="231F20"/>
                </a:solidFill>
                <a:latin typeface="Yu Gothic"/>
                <a:ea typeface="Yu Gothic"/>
                <a:cs typeface="Yu Gothic"/>
              </a:defRPr>
            </a:lvl9pPr>
          </a:lstStyle>
          <a:p xmlns:a="http://schemas.openxmlformats.org/drawingml/2006/main">
            <a:pPr algn="l">
              <a:defRPr sz="1800" b="1">
                <a:solidFill>
                  <a:srgbClr val="231F20"/>
                </a:solidFill>
                <a:latin typeface="Yu Gothic"/>
                <a:ea typeface="Yu Gothic"/>
                <a:cs typeface="Yu Gothic"/>
              </a:defRPr>
            </a:pPr>
            <a:r>
              <a:rPr sz="1800" b="1">
                <a:solidFill>
                  <a:srgbClr val="231F20"/>
                </a:solidFill>
                <a:latin typeface="Yu Gothic"/>
                <a:ea typeface="Yu Gothic"/>
                <a:cs typeface="Yu Gothic"/>
              </a:rPr>
              <a:t>次の番地を作る</a:t>
            </a:r>
          </a:p>
        </p:txBody>
      </p:sp>
      <p:sp>
        <p:nvSpPr>
          <p:cNvPr id="37" name="circuit-41">
            <a:extLst xmlns:a="http://schemas.openxmlformats.org/drawingml/2006/main">
              <a:ext uri="{FF2B5EF4-FFF2-40B4-BE49-F238E27FC236}">
                <a16:creationId xmlns:a16="http://schemas.microsoft.com/office/drawing/2014/main" id="{CAF9B682-A4B8-403F-9636-E2AA1574D749}"/>
              </a:ext>
            </a:extLst>
          </p:cNvPr>
          <p:cNvSpPr>
            <a:spLocks xmlns:a="http://schemas.openxmlformats.org/drawingml/2006/main" noGrp="1"/>
          </p:cNvSpPr>
          <p:nvPr/>
        </p:nvSpPr>
        <p:spPr>
          <a:xfrm xmlns:a="http://schemas.openxmlformats.org/drawingml/2006/main">
            <a:off x="2190750" y="2228850"/>
            <a:ext cx="533400" cy="542925"/>
          </a:xfrm>
          <a:custGeom xmlns:a="http://schemas.openxmlformats.org/drawingml/2006/main">
            <a:pathLst>
              <a:path w="533400" h="542925">
                <a:moveTo>
                  <a:pt x="0" y="0"/>
                </a:moveTo>
                <a:lnTo>
                  <a:pt x="533400" y="133350"/>
                </a:lnTo>
                <a:lnTo>
                  <a:pt x="533400" y="409575"/>
                </a:lnTo>
                <a:lnTo>
                  <a:pt x="0" y="542925"/>
                </a:lnTo>
                <a:lnTo>
                  <a:pt x="0" y="361950"/>
                </a:lnTo>
                <a:lnTo>
                  <a:pt x="114300" y="266700"/>
                </a:lnTo>
                <a:lnTo>
                  <a:pt x="0" y="180975"/>
                </a:lnTo>
                <a:close/>
              </a:path>
            </a:pathLst>
          </a:custGeom>
          <a:solidFill xmlns:a="http://schemas.openxmlformats.org/drawingml/2006/main">
            <a:srgbClr val="FFFFFF"/>
          </a:solidFill>
          <a:ln xmlns:a="http://schemas.openxmlformats.org/drawingml/2006/main" w="20955">
            <a:solidFill>
              <a:srgbClr val="231F20"/>
            </a:solidFill>
          </a:ln>
        </p:spPr>
      </p:sp>
      <p:sp>
        <p:nvSpPr>
          <p:cNvPr id="38" name="text-42">
            <a:extLst xmlns:a="http://schemas.openxmlformats.org/drawingml/2006/main">
              <a:ext uri="{FF2B5EF4-FFF2-40B4-BE49-F238E27FC236}">
                <a16:creationId xmlns:a16="http://schemas.microsoft.com/office/drawing/2014/main" id="{71274F1A-826B-4089-9AAF-98D6C2D0A1B2}"/>
              </a:ext>
            </a:extLst>
          </p:cNvPr>
          <p:cNvSpPr>
            <a:spLocks xmlns:a="http://schemas.openxmlformats.org/drawingml/2006/main" noGrp="1"/>
          </p:cNvSpPr>
          <p:nvPr/>
        </p:nvSpPr>
        <p:spPr>
          <a:xfrm xmlns:a="http://schemas.openxmlformats.org/drawingml/2006/main">
            <a:off x="2343150" y="2343150"/>
            <a:ext cx="285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950" b="1">
                <a:solidFill>
                  <a:srgbClr val="231F20"/>
                </a:solidFill>
                <a:latin typeface="Arial"/>
                <a:ea typeface="Arial"/>
                <a:cs typeface="Arial"/>
              </a:defRPr>
            </a:defPPr>
            <a:lvl1pPr algn="ctr">
              <a:defRPr sz="1950" b="1">
                <a:solidFill>
                  <a:srgbClr val="231F20"/>
                </a:solidFill>
                <a:latin typeface="Arial"/>
                <a:ea typeface="Arial"/>
                <a:cs typeface="Arial"/>
              </a:defRPr>
            </a:lvl1pPr>
            <a:lvl2pPr algn="ctr">
              <a:defRPr sz="1950" b="1">
                <a:solidFill>
                  <a:srgbClr val="231F20"/>
                </a:solidFill>
                <a:latin typeface="Arial"/>
                <a:ea typeface="Arial"/>
                <a:cs typeface="Arial"/>
              </a:defRPr>
            </a:lvl2pPr>
            <a:lvl3pPr algn="ctr">
              <a:defRPr sz="1950" b="1">
                <a:solidFill>
                  <a:srgbClr val="231F20"/>
                </a:solidFill>
                <a:latin typeface="Arial"/>
                <a:ea typeface="Arial"/>
                <a:cs typeface="Arial"/>
              </a:defRPr>
            </a:lvl3pPr>
            <a:lvl4pPr algn="ctr">
              <a:defRPr sz="1950" b="1">
                <a:solidFill>
                  <a:srgbClr val="231F20"/>
                </a:solidFill>
                <a:latin typeface="Arial"/>
                <a:ea typeface="Arial"/>
                <a:cs typeface="Arial"/>
              </a:defRPr>
            </a:lvl4pPr>
            <a:lvl5pPr algn="ctr">
              <a:defRPr sz="1950" b="1">
                <a:solidFill>
                  <a:srgbClr val="231F20"/>
                </a:solidFill>
                <a:latin typeface="Arial"/>
                <a:ea typeface="Arial"/>
                <a:cs typeface="Arial"/>
              </a:defRPr>
            </a:lvl5pPr>
            <a:lvl6pPr algn="ctr">
              <a:defRPr sz="1950" b="1">
                <a:solidFill>
                  <a:srgbClr val="231F20"/>
                </a:solidFill>
                <a:latin typeface="Arial"/>
                <a:ea typeface="Arial"/>
                <a:cs typeface="Arial"/>
              </a:defRPr>
            </a:lvl6pPr>
            <a:lvl7pPr algn="ctr">
              <a:defRPr sz="1950" b="1">
                <a:solidFill>
                  <a:srgbClr val="231F20"/>
                </a:solidFill>
                <a:latin typeface="Arial"/>
                <a:ea typeface="Arial"/>
                <a:cs typeface="Arial"/>
              </a:defRPr>
            </a:lvl7pPr>
            <a:lvl8pPr algn="ctr">
              <a:defRPr sz="1950" b="1">
                <a:solidFill>
                  <a:srgbClr val="231F20"/>
                </a:solidFill>
                <a:latin typeface="Arial"/>
                <a:ea typeface="Arial"/>
                <a:cs typeface="Arial"/>
              </a:defRPr>
            </a:lvl8pPr>
            <a:lvl9pPr algn="ctr">
              <a:defRPr sz="1950" b="1">
                <a:solidFill>
                  <a:srgbClr val="231F20"/>
                </a:solidFill>
                <a:latin typeface="Arial"/>
                <a:ea typeface="Arial"/>
                <a:cs typeface="Arial"/>
              </a:defRPr>
            </a:lvl9pPr>
          </a:lstStyle>
          <a:p xmlns:a="http://schemas.openxmlformats.org/drawingml/2006/main">
            <a:pPr algn="ctr">
              <a:defRPr sz="1950" b="1">
                <a:solidFill>
                  <a:srgbClr val="231F20"/>
                </a:solidFill>
                <a:latin typeface="Arial"/>
                <a:ea typeface="Arial"/>
                <a:cs typeface="Arial"/>
              </a:defRPr>
            </a:pPr>
            <a:r>
              <a:rPr sz="1950" b="1">
                <a:solidFill>
                  <a:srgbClr val="231F20"/>
                </a:solidFill>
                <a:latin typeface="Arial"/>
                <a:ea typeface="Arial"/>
                <a:cs typeface="Arial"/>
              </a:rPr>
              <a:t>+</a:t>
            </a:r>
          </a:p>
        </p:txBody>
      </p:sp>
      <p:sp>
        <p:nvSpPr>
          <p:cNvPr id="39" name="wire-43">
            <a:extLst xmlns:a="http://schemas.openxmlformats.org/drawingml/2006/main">
              <a:ext uri="{FF2B5EF4-FFF2-40B4-BE49-F238E27FC236}">
                <a16:creationId xmlns:a16="http://schemas.microsoft.com/office/drawing/2014/main" id="{11AC78F1-D2E3-4293-9253-E524EC6F1239}"/>
              </a:ext>
            </a:extLst>
          </p:cNvPr>
          <p:cNvSpPr>
            <a:spLocks xmlns:a="http://schemas.openxmlformats.org/drawingml/2006/main" noGrp="1"/>
          </p:cNvSpPr>
          <p:nvPr/>
        </p:nvSpPr>
        <p:spPr>
          <a:xfrm xmlns:a="http://schemas.openxmlformats.org/drawingml/2006/main">
            <a:off x="1952625" y="2381250"/>
            <a:ext cx="9525" cy="1457325"/>
          </a:xfrm>
          <a:custGeom xmlns:a="http://schemas.openxmlformats.org/drawingml/2006/main">
            <a:pathLst>
              <a:path w="9525" h="1457325">
                <a:moveTo>
                  <a:pt x="0" y="1457325"/>
                </a:moveTo>
                <a:lnTo>
                  <a:pt x="0" y="0"/>
                </a:lnTo>
              </a:path>
            </a:pathLst>
          </a:custGeom>
          <a:noFill xmlns:a="http://schemas.openxmlformats.org/drawingml/2006/main"/>
          <a:ln xmlns:a="http://schemas.openxmlformats.org/drawingml/2006/main" w="24765">
            <a:solidFill>
              <a:srgbClr val="231F20"/>
            </a:solidFill>
          </a:ln>
        </p:spPr>
      </p:sp>
      <p:sp>
        <p:nvSpPr>
          <p:cNvPr id="40" name="wire-44">
            <a:extLst xmlns:a="http://schemas.openxmlformats.org/drawingml/2006/main">
              <a:ext uri="{FF2B5EF4-FFF2-40B4-BE49-F238E27FC236}">
                <a16:creationId xmlns:a16="http://schemas.microsoft.com/office/drawing/2014/main" id="{D31512C8-6EC4-4050-AF35-2AE7A69ABE17}"/>
              </a:ext>
            </a:extLst>
          </p:cNvPr>
          <p:cNvSpPr>
            <a:spLocks xmlns:a="http://schemas.openxmlformats.org/drawingml/2006/main" noGrp="1"/>
          </p:cNvSpPr>
          <p:nvPr/>
        </p:nvSpPr>
        <p:spPr>
          <a:xfrm xmlns:a="http://schemas.openxmlformats.org/drawingml/2006/main">
            <a:off x="1952625" y="2381250"/>
            <a:ext cx="238125" cy="9525"/>
          </a:xfrm>
          <a:custGeom xmlns:a="http://schemas.openxmlformats.org/drawingml/2006/main">
            <a:pathLst>
              <a:path w="238125" h="9525">
                <a:moveTo>
                  <a:pt x="0" y="0"/>
                </a:moveTo>
                <a:lnTo>
                  <a:pt x="238125" y="0"/>
                </a:lnTo>
              </a:path>
            </a:pathLst>
          </a:custGeom>
          <a:noFill xmlns:a="http://schemas.openxmlformats.org/drawingml/2006/main"/>
          <a:ln xmlns:a="http://schemas.openxmlformats.org/drawingml/2006/main" w="24765">
            <a:solidFill>
              <a:srgbClr val="231F20"/>
            </a:solidFill>
          </a:ln>
        </p:spPr>
      </p:sp>
      <p:sp>
        <p:nvSpPr>
          <p:cNvPr id="41" name="circuit-45">
            <a:extLst xmlns:a="http://schemas.openxmlformats.org/drawingml/2006/main">
              <a:ext uri="{FF2B5EF4-FFF2-40B4-BE49-F238E27FC236}">
                <a16:creationId xmlns:a16="http://schemas.microsoft.com/office/drawing/2014/main" id="{CB36BDC3-896F-465F-A07E-CE8498D82CB2}"/>
              </a:ext>
            </a:extLst>
          </p:cNvPr>
          <p:cNvSpPr>
            <a:spLocks xmlns:a="http://schemas.openxmlformats.org/drawingml/2006/main" noGrp="1"/>
          </p:cNvSpPr>
          <p:nvPr/>
        </p:nvSpPr>
        <p:spPr>
          <a:xfrm xmlns:a="http://schemas.openxmlformats.org/drawingml/2006/main">
            <a:off x="2114550" y="234981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42" name="text-46">
            <a:extLst xmlns:a="http://schemas.openxmlformats.org/drawingml/2006/main">
              <a:ext uri="{FF2B5EF4-FFF2-40B4-BE49-F238E27FC236}">
                <a16:creationId xmlns:a16="http://schemas.microsoft.com/office/drawing/2014/main" id="{321604C4-E4F4-4F88-BAA1-7095BA45B3BF}"/>
              </a:ext>
            </a:extLst>
          </p:cNvPr>
          <p:cNvSpPr>
            <a:spLocks xmlns:a="http://schemas.openxmlformats.org/drawingml/2006/main" noGrp="1"/>
          </p:cNvSpPr>
          <p:nvPr/>
        </p:nvSpPr>
        <p:spPr>
          <a:xfrm xmlns:a="http://schemas.openxmlformats.org/drawingml/2006/main">
            <a:off x="1876425" y="2609850"/>
            <a:ext cx="228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650" b="0">
                <a:solidFill>
                  <a:srgbClr val="231F20"/>
                </a:solidFill>
                <a:latin typeface="Arial"/>
                <a:ea typeface="Arial"/>
                <a:cs typeface="Arial"/>
              </a:defRPr>
            </a:defPPr>
            <a:lvl1pPr algn="l">
              <a:defRPr sz="1650" b="0">
                <a:solidFill>
                  <a:srgbClr val="231F20"/>
                </a:solidFill>
                <a:latin typeface="Arial"/>
                <a:ea typeface="Arial"/>
                <a:cs typeface="Arial"/>
              </a:defRPr>
            </a:lvl1pPr>
            <a:lvl2pPr algn="l">
              <a:defRPr sz="1650" b="0">
                <a:solidFill>
                  <a:srgbClr val="231F20"/>
                </a:solidFill>
                <a:latin typeface="Arial"/>
                <a:ea typeface="Arial"/>
                <a:cs typeface="Arial"/>
              </a:defRPr>
            </a:lvl2pPr>
            <a:lvl3pPr algn="l">
              <a:defRPr sz="1650" b="0">
                <a:solidFill>
                  <a:srgbClr val="231F20"/>
                </a:solidFill>
                <a:latin typeface="Arial"/>
                <a:ea typeface="Arial"/>
                <a:cs typeface="Arial"/>
              </a:defRPr>
            </a:lvl3pPr>
            <a:lvl4pPr algn="l">
              <a:defRPr sz="1650" b="0">
                <a:solidFill>
                  <a:srgbClr val="231F20"/>
                </a:solidFill>
                <a:latin typeface="Arial"/>
                <a:ea typeface="Arial"/>
                <a:cs typeface="Arial"/>
              </a:defRPr>
            </a:lvl4pPr>
            <a:lvl5pPr algn="l">
              <a:defRPr sz="1650" b="0">
                <a:solidFill>
                  <a:srgbClr val="231F20"/>
                </a:solidFill>
                <a:latin typeface="Arial"/>
                <a:ea typeface="Arial"/>
                <a:cs typeface="Arial"/>
              </a:defRPr>
            </a:lvl5pPr>
            <a:lvl6pPr algn="l">
              <a:defRPr sz="1650" b="0">
                <a:solidFill>
                  <a:srgbClr val="231F20"/>
                </a:solidFill>
                <a:latin typeface="Arial"/>
                <a:ea typeface="Arial"/>
                <a:cs typeface="Arial"/>
              </a:defRPr>
            </a:lvl6pPr>
            <a:lvl7pPr algn="l">
              <a:defRPr sz="1650" b="0">
                <a:solidFill>
                  <a:srgbClr val="231F20"/>
                </a:solidFill>
                <a:latin typeface="Arial"/>
                <a:ea typeface="Arial"/>
                <a:cs typeface="Arial"/>
              </a:defRPr>
            </a:lvl7pPr>
            <a:lvl8pPr algn="l">
              <a:defRPr sz="1650" b="0">
                <a:solidFill>
                  <a:srgbClr val="231F20"/>
                </a:solidFill>
                <a:latin typeface="Arial"/>
                <a:ea typeface="Arial"/>
                <a:cs typeface="Arial"/>
              </a:defRPr>
            </a:lvl8pPr>
            <a:lvl9pPr algn="l">
              <a:defRPr sz="1650" b="0">
                <a:solidFill>
                  <a:srgbClr val="231F20"/>
                </a:solidFill>
                <a:latin typeface="Arial"/>
                <a:ea typeface="Arial"/>
                <a:cs typeface="Arial"/>
              </a:defRPr>
            </a:lvl9pPr>
          </a:lstStyle>
          <a:p xmlns:a="http://schemas.openxmlformats.org/drawingml/2006/main">
            <a:pPr algn="l">
              <a:defRPr sz="1650" b="0">
                <a:solidFill>
                  <a:srgbClr val="231F20"/>
                </a:solidFill>
                <a:latin typeface="Arial"/>
                <a:ea typeface="Arial"/>
                <a:cs typeface="Arial"/>
              </a:defRPr>
            </a:pPr>
            <a:r>
              <a:rPr sz="1650" b="0">
                <a:solidFill>
                  <a:srgbClr val="231F20"/>
                </a:solidFill>
                <a:latin typeface="Arial"/>
                <a:ea typeface="Arial"/>
                <a:cs typeface="Arial"/>
              </a:rPr>
              <a:t>4</a:t>
            </a:r>
          </a:p>
        </p:txBody>
      </p:sp>
      <p:sp>
        <p:nvSpPr>
          <p:cNvPr id="43" name="wire-47">
            <a:extLst xmlns:a="http://schemas.openxmlformats.org/drawingml/2006/main">
              <a:ext uri="{FF2B5EF4-FFF2-40B4-BE49-F238E27FC236}">
                <a16:creationId xmlns:a16="http://schemas.microsoft.com/office/drawing/2014/main" id="{EFA2A7FA-1931-4411-8F42-38E36AE3D66A}"/>
              </a:ext>
            </a:extLst>
          </p:cNvPr>
          <p:cNvSpPr>
            <a:spLocks xmlns:a="http://schemas.openxmlformats.org/drawingml/2006/main" noGrp="1"/>
          </p:cNvSpPr>
          <p:nvPr/>
        </p:nvSpPr>
        <p:spPr>
          <a:xfrm xmlns:a="http://schemas.openxmlformats.org/drawingml/2006/main">
            <a:off x="2076450" y="2628900"/>
            <a:ext cx="114300" cy="9525"/>
          </a:xfrm>
          <a:custGeom xmlns:a="http://schemas.openxmlformats.org/drawingml/2006/main">
            <a:pathLst>
              <a:path w="114300" h="9525">
                <a:moveTo>
                  <a:pt x="0" y="0"/>
                </a:moveTo>
                <a:lnTo>
                  <a:pt x="114300" y="0"/>
                </a:lnTo>
              </a:path>
            </a:pathLst>
          </a:custGeom>
          <a:noFill xmlns:a="http://schemas.openxmlformats.org/drawingml/2006/main"/>
          <a:ln xmlns:a="http://schemas.openxmlformats.org/drawingml/2006/main" w="24765">
            <a:solidFill>
              <a:srgbClr val="231F20"/>
            </a:solidFill>
          </a:ln>
        </p:spPr>
      </p:sp>
      <p:sp>
        <p:nvSpPr>
          <p:cNvPr id="44" name="circuit-48">
            <a:extLst xmlns:a="http://schemas.openxmlformats.org/drawingml/2006/main">
              <a:ext uri="{FF2B5EF4-FFF2-40B4-BE49-F238E27FC236}">
                <a16:creationId xmlns:a16="http://schemas.microsoft.com/office/drawing/2014/main" id="{6D67E82F-CE07-44A3-9F7C-89F217F78291}"/>
              </a:ext>
            </a:extLst>
          </p:cNvPr>
          <p:cNvSpPr>
            <a:spLocks xmlns:a="http://schemas.openxmlformats.org/drawingml/2006/main" noGrp="1"/>
          </p:cNvSpPr>
          <p:nvPr/>
        </p:nvSpPr>
        <p:spPr>
          <a:xfrm xmlns:a="http://schemas.openxmlformats.org/drawingml/2006/main">
            <a:off x="2114550" y="25974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45" name="wire-49">
            <a:extLst xmlns:a="http://schemas.openxmlformats.org/drawingml/2006/main">
              <a:ext uri="{FF2B5EF4-FFF2-40B4-BE49-F238E27FC236}">
                <a16:creationId xmlns:a16="http://schemas.microsoft.com/office/drawing/2014/main" id="{EB0193E7-EFF1-472A-AA6D-51C546CC14E4}"/>
              </a:ext>
            </a:extLst>
          </p:cNvPr>
          <p:cNvSpPr>
            <a:spLocks xmlns:a="http://schemas.openxmlformats.org/drawingml/2006/main" noGrp="1"/>
          </p:cNvSpPr>
          <p:nvPr/>
        </p:nvSpPr>
        <p:spPr>
          <a:xfrm xmlns:a="http://schemas.openxmlformats.org/drawingml/2006/main">
            <a:off x="2724150" y="2495550"/>
            <a:ext cx="190500" cy="9525"/>
          </a:xfrm>
          <a:custGeom xmlns:a="http://schemas.openxmlformats.org/drawingml/2006/main">
            <a:pathLst>
              <a:path w="190500" h="9525">
                <a:moveTo>
                  <a:pt x="0" y="0"/>
                </a:moveTo>
                <a:lnTo>
                  <a:pt x="190500" y="0"/>
                </a:lnTo>
              </a:path>
            </a:pathLst>
          </a:custGeom>
          <a:noFill xmlns:a="http://schemas.openxmlformats.org/drawingml/2006/main"/>
          <a:ln xmlns:a="http://schemas.openxmlformats.org/drawingml/2006/main" w="24765">
            <a:solidFill>
              <a:srgbClr val="231F20"/>
            </a:solidFill>
          </a:ln>
        </p:spPr>
      </p:sp>
      <p:sp>
        <p:nvSpPr>
          <p:cNvPr id="46" name="wire-50">
            <a:extLst xmlns:a="http://schemas.openxmlformats.org/drawingml/2006/main">
              <a:ext uri="{FF2B5EF4-FFF2-40B4-BE49-F238E27FC236}">
                <a16:creationId xmlns:a16="http://schemas.microsoft.com/office/drawing/2014/main" id="{0FBBFE19-AE0F-494E-9828-BD998034C6A5}"/>
              </a:ext>
            </a:extLst>
          </p:cNvPr>
          <p:cNvSpPr>
            <a:spLocks xmlns:a="http://schemas.openxmlformats.org/drawingml/2006/main" noGrp="1"/>
          </p:cNvSpPr>
          <p:nvPr/>
        </p:nvSpPr>
        <p:spPr>
          <a:xfrm xmlns:a="http://schemas.openxmlformats.org/drawingml/2006/main">
            <a:off x="2914650" y="2495550"/>
            <a:ext cx="9525" cy="2876550"/>
          </a:xfrm>
          <a:custGeom xmlns:a="http://schemas.openxmlformats.org/drawingml/2006/main">
            <a:pathLst>
              <a:path w="9525" h="2876550">
                <a:moveTo>
                  <a:pt x="0" y="0"/>
                </a:moveTo>
                <a:lnTo>
                  <a:pt x="0" y="2876550"/>
                </a:lnTo>
              </a:path>
            </a:pathLst>
          </a:custGeom>
          <a:noFill xmlns:a="http://schemas.openxmlformats.org/drawingml/2006/main"/>
          <a:ln xmlns:a="http://schemas.openxmlformats.org/drawingml/2006/main" w="24765">
            <a:solidFill>
              <a:srgbClr val="231F20"/>
            </a:solidFill>
          </a:ln>
        </p:spPr>
      </p:sp>
      <p:sp>
        <p:nvSpPr>
          <p:cNvPr id="47" name="wire-51">
            <a:extLst xmlns:a="http://schemas.openxmlformats.org/drawingml/2006/main">
              <a:ext uri="{FF2B5EF4-FFF2-40B4-BE49-F238E27FC236}">
                <a16:creationId xmlns:a16="http://schemas.microsoft.com/office/drawing/2014/main" id="{2BB18564-40CB-4CD6-B122-609AAFB3388C}"/>
              </a:ext>
            </a:extLst>
          </p:cNvPr>
          <p:cNvSpPr>
            <a:spLocks xmlns:a="http://schemas.openxmlformats.org/drawingml/2006/main" noGrp="1"/>
          </p:cNvSpPr>
          <p:nvPr/>
        </p:nvSpPr>
        <p:spPr>
          <a:xfrm xmlns:a="http://schemas.openxmlformats.org/drawingml/2006/main">
            <a:off x="742950" y="5372100"/>
            <a:ext cx="2171700" cy="9525"/>
          </a:xfrm>
          <a:custGeom xmlns:a="http://schemas.openxmlformats.org/drawingml/2006/main">
            <a:pathLst>
              <a:path w="2171700" h="9525">
                <a:moveTo>
                  <a:pt x="2171700" y="0"/>
                </a:moveTo>
                <a:lnTo>
                  <a:pt x="0" y="0"/>
                </a:lnTo>
              </a:path>
            </a:pathLst>
          </a:custGeom>
          <a:noFill xmlns:a="http://schemas.openxmlformats.org/drawingml/2006/main"/>
          <a:ln xmlns:a="http://schemas.openxmlformats.org/drawingml/2006/main" w="24765">
            <a:solidFill>
              <a:srgbClr val="231F20"/>
            </a:solidFill>
          </a:ln>
        </p:spPr>
      </p:sp>
      <p:sp>
        <p:nvSpPr>
          <p:cNvPr id="48" name="wire-52">
            <a:extLst xmlns:a="http://schemas.openxmlformats.org/drawingml/2006/main">
              <a:ext uri="{FF2B5EF4-FFF2-40B4-BE49-F238E27FC236}">
                <a16:creationId xmlns:a16="http://schemas.microsoft.com/office/drawing/2014/main" id="{392449B4-F35C-468E-AF26-EFBA95980907}"/>
              </a:ext>
            </a:extLst>
          </p:cNvPr>
          <p:cNvSpPr>
            <a:spLocks xmlns:a="http://schemas.openxmlformats.org/drawingml/2006/main" noGrp="1"/>
          </p:cNvSpPr>
          <p:nvPr/>
        </p:nvSpPr>
        <p:spPr>
          <a:xfrm xmlns:a="http://schemas.openxmlformats.org/drawingml/2006/main">
            <a:off x="742950" y="3838575"/>
            <a:ext cx="9525" cy="1533525"/>
          </a:xfrm>
          <a:custGeom xmlns:a="http://schemas.openxmlformats.org/drawingml/2006/main">
            <a:pathLst>
              <a:path w="9525" h="1533525">
                <a:moveTo>
                  <a:pt x="0" y="1533525"/>
                </a:moveTo>
                <a:lnTo>
                  <a:pt x="0" y="0"/>
                </a:lnTo>
              </a:path>
            </a:pathLst>
          </a:custGeom>
          <a:noFill xmlns:a="http://schemas.openxmlformats.org/drawingml/2006/main"/>
          <a:ln xmlns:a="http://schemas.openxmlformats.org/drawingml/2006/main" w="24765">
            <a:solidFill>
              <a:srgbClr val="231F20"/>
            </a:solidFill>
          </a:ln>
        </p:spPr>
      </p:sp>
      <p:sp>
        <p:nvSpPr>
          <p:cNvPr id="49" name="wire-53">
            <a:extLst xmlns:a="http://schemas.openxmlformats.org/drawingml/2006/main">
              <a:ext uri="{FF2B5EF4-FFF2-40B4-BE49-F238E27FC236}">
                <a16:creationId xmlns:a16="http://schemas.microsoft.com/office/drawing/2014/main" id="{074F17C6-1F03-4F41-838D-495B60A1734F}"/>
              </a:ext>
            </a:extLst>
          </p:cNvPr>
          <p:cNvSpPr>
            <a:spLocks xmlns:a="http://schemas.openxmlformats.org/drawingml/2006/main" noGrp="1"/>
          </p:cNvSpPr>
          <p:nvPr/>
        </p:nvSpPr>
        <p:spPr>
          <a:xfrm xmlns:a="http://schemas.openxmlformats.org/drawingml/2006/main">
            <a:off x="742950" y="3838575"/>
            <a:ext cx="457200" cy="9525"/>
          </a:xfrm>
          <a:custGeom xmlns:a="http://schemas.openxmlformats.org/drawingml/2006/main">
            <a:pathLst>
              <a:path w="457200" h="9525">
                <a:moveTo>
                  <a:pt x="0" y="0"/>
                </a:moveTo>
                <a:lnTo>
                  <a:pt x="457200" y="0"/>
                </a:lnTo>
              </a:path>
            </a:pathLst>
          </a:custGeom>
          <a:noFill xmlns:a="http://schemas.openxmlformats.org/drawingml/2006/main"/>
          <a:ln xmlns:a="http://schemas.openxmlformats.org/drawingml/2006/main" w="24765">
            <a:solidFill>
              <a:srgbClr val="231F20"/>
            </a:solidFill>
          </a:ln>
        </p:spPr>
      </p:sp>
      <p:sp>
        <p:nvSpPr>
          <p:cNvPr id="50" name="circuit-54">
            <a:extLst xmlns:a="http://schemas.openxmlformats.org/drawingml/2006/main">
              <a:ext uri="{FF2B5EF4-FFF2-40B4-BE49-F238E27FC236}">
                <a16:creationId xmlns:a16="http://schemas.microsoft.com/office/drawing/2014/main" id="{33BD93AF-F683-4794-AA42-F204998ADE6D}"/>
              </a:ext>
            </a:extLst>
          </p:cNvPr>
          <p:cNvSpPr>
            <a:spLocks xmlns:a="http://schemas.openxmlformats.org/drawingml/2006/main" noGrp="1"/>
          </p:cNvSpPr>
          <p:nvPr/>
        </p:nvSpPr>
        <p:spPr>
          <a:xfrm xmlns:a="http://schemas.openxmlformats.org/drawingml/2006/main">
            <a:off x="1123950" y="38071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51" name="text-55">
            <a:extLst xmlns:a="http://schemas.openxmlformats.org/drawingml/2006/main">
              <a:ext uri="{FF2B5EF4-FFF2-40B4-BE49-F238E27FC236}">
                <a16:creationId xmlns:a16="http://schemas.microsoft.com/office/drawing/2014/main" id="{BC8B25B2-7A80-49AA-82DB-79E73C6BA0DB}"/>
              </a:ext>
            </a:extLst>
          </p:cNvPr>
          <p:cNvSpPr>
            <a:spLocks xmlns:a="http://schemas.openxmlformats.org/drawingml/2006/main" noGrp="1"/>
          </p:cNvSpPr>
          <p:nvPr/>
        </p:nvSpPr>
        <p:spPr>
          <a:xfrm xmlns:a="http://schemas.openxmlformats.org/drawingml/2006/main">
            <a:off x="3162300" y="5381625"/>
            <a:ext cx="8286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950" b="1">
                <a:solidFill>
                  <a:srgbClr val="231F20"/>
                </a:solidFill>
                <a:latin typeface="Yu Gothic"/>
                <a:ea typeface="Yu Gothic"/>
                <a:cs typeface="Yu Gothic"/>
              </a:defRPr>
            </a:defPPr>
            <a:lvl1pPr algn="l">
              <a:defRPr sz="1950" b="1">
                <a:solidFill>
                  <a:srgbClr val="231F20"/>
                </a:solidFill>
                <a:latin typeface="Yu Gothic"/>
                <a:ea typeface="Yu Gothic"/>
                <a:cs typeface="Yu Gothic"/>
              </a:defRPr>
            </a:lvl1pPr>
            <a:lvl2pPr algn="l">
              <a:defRPr sz="1950" b="1">
                <a:solidFill>
                  <a:srgbClr val="231F20"/>
                </a:solidFill>
                <a:latin typeface="Yu Gothic"/>
                <a:ea typeface="Yu Gothic"/>
                <a:cs typeface="Yu Gothic"/>
              </a:defRPr>
            </a:lvl2pPr>
            <a:lvl3pPr algn="l">
              <a:defRPr sz="1950" b="1">
                <a:solidFill>
                  <a:srgbClr val="231F20"/>
                </a:solidFill>
                <a:latin typeface="Yu Gothic"/>
                <a:ea typeface="Yu Gothic"/>
                <a:cs typeface="Yu Gothic"/>
              </a:defRPr>
            </a:lvl3pPr>
            <a:lvl4pPr algn="l">
              <a:defRPr sz="1950" b="1">
                <a:solidFill>
                  <a:srgbClr val="231F20"/>
                </a:solidFill>
                <a:latin typeface="Yu Gothic"/>
                <a:ea typeface="Yu Gothic"/>
                <a:cs typeface="Yu Gothic"/>
              </a:defRPr>
            </a:lvl4pPr>
            <a:lvl5pPr algn="l">
              <a:defRPr sz="1950" b="1">
                <a:solidFill>
                  <a:srgbClr val="231F20"/>
                </a:solidFill>
                <a:latin typeface="Yu Gothic"/>
                <a:ea typeface="Yu Gothic"/>
                <a:cs typeface="Yu Gothic"/>
              </a:defRPr>
            </a:lvl5pPr>
            <a:lvl6pPr algn="l">
              <a:defRPr sz="1950" b="1">
                <a:solidFill>
                  <a:srgbClr val="231F20"/>
                </a:solidFill>
                <a:latin typeface="Yu Gothic"/>
                <a:ea typeface="Yu Gothic"/>
                <a:cs typeface="Yu Gothic"/>
              </a:defRPr>
            </a:lvl6pPr>
            <a:lvl7pPr algn="l">
              <a:defRPr sz="1950" b="1">
                <a:solidFill>
                  <a:srgbClr val="231F20"/>
                </a:solidFill>
                <a:latin typeface="Yu Gothic"/>
                <a:ea typeface="Yu Gothic"/>
                <a:cs typeface="Yu Gothic"/>
              </a:defRPr>
            </a:lvl7pPr>
            <a:lvl8pPr algn="l">
              <a:defRPr sz="1950" b="1">
                <a:solidFill>
                  <a:srgbClr val="231F20"/>
                </a:solidFill>
                <a:latin typeface="Yu Gothic"/>
                <a:ea typeface="Yu Gothic"/>
                <a:cs typeface="Yu Gothic"/>
              </a:defRPr>
            </a:lvl8pPr>
            <a:lvl9pPr algn="l">
              <a:defRPr sz="1950" b="1">
                <a:solidFill>
                  <a:srgbClr val="231F20"/>
                </a:solidFill>
                <a:latin typeface="Yu Gothic"/>
                <a:ea typeface="Yu Gothic"/>
                <a:cs typeface="Yu Gothic"/>
              </a:defRPr>
            </a:lvl9pPr>
          </a:lstStyle>
          <a:p xmlns:a="http://schemas.openxmlformats.org/drawingml/2006/main">
            <a:pPr algn="l">
              <a:defRPr sz="1950" b="1">
                <a:solidFill>
                  <a:srgbClr val="231F20"/>
                </a:solidFill>
                <a:latin typeface="Yu Gothic"/>
                <a:ea typeface="Yu Gothic"/>
                <a:cs typeface="Yu Gothic"/>
              </a:defRPr>
            </a:pPr>
            <a:r>
              <a:rPr sz="1950" b="1">
                <a:solidFill>
                  <a:srgbClr val="231F20"/>
                </a:solidFill>
                <a:latin typeface="Yu Gothic"/>
                <a:ea typeface="Yu Gothic"/>
                <a:cs typeface="Yu Gothic"/>
              </a:rPr>
              <a:t>分岐しない32ビット命令の例：次は 0 + 4 = 4 番地</a:t>
            </a:r>
          </a:p>
        </p:txBody>
      </p:sp>
      <p:sp>
        <p:nvSpPr>
          <p:cNvPr id="52" name="text-56">
            <a:extLst xmlns:a="http://schemas.openxmlformats.org/drawingml/2006/main">
              <a:ext uri="{FF2B5EF4-FFF2-40B4-BE49-F238E27FC236}">
                <a16:creationId xmlns:a16="http://schemas.microsoft.com/office/drawing/2014/main" id="{848C5173-382B-4879-94EE-95734DE5F0F6}"/>
              </a:ext>
            </a:extLst>
          </p:cNvPr>
          <p:cNvSpPr>
            <a:spLocks xmlns:a="http://schemas.openxmlformats.org/drawingml/2006/main" noGrp="1"/>
          </p:cNvSpPr>
          <p:nvPr/>
        </p:nvSpPr>
        <p:spPr>
          <a:xfrm xmlns:a="http://schemas.openxmlformats.org/drawingml/2006/main">
            <a:off x="609600" y="5857875"/>
            <a:ext cx="10915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950" b="0">
                <a:solidFill>
                  <a:srgbClr val="231F20"/>
                </a:solidFill>
                <a:latin typeface="Yu Gothic"/>
                <a:ea typeface="Yu Gothic"/>
                <a:cs typeface="Yu Gothic"/>
              </a:defRPr>
            </a:defPPr>
            <a:lvl1pPr algn="l">
              <a:defRPr sz="1950" b="0">
                <a:solidFill>
                  <a:srgbClr val="231F20"/>
                </a:solidFill>
                <a:latin typeface="Yu Gothic"/>
                <a:ea typeface="Yu Gothic"/>
                <a:cs typeface="Yu Gothic"/>
              </a:defRPr>
            </a:lvl1pPr>
            <a:lvl2pPr algn="l">
              <a:defRPr sz="1950" b="0">
                <a:solidFill>
                  <a:srgbClr val="231F20"/>
                </a:solidFill>
                <a:latin typeface="Yu Gothic"/>
                <a:ea typeface="Yu Gothic"/>
                <a:cs typeface="Yu Gothic"/>
              </a:defRPr>
            </a:lvl2pPr>
            <a:lvl3pPr algn="l">
              <a:defRPr sz="1950" b="0">
                <a:solidFill>
                  <a:srgbClr val="231F20"/>
                </a:solidFill>
                <a:latin typeface="Yu Gothic"/>
                <a:ea typeface="Yu Gothic"/>
                <a:cs typeface="Yu Gothic"/>
              </a:defRPr>
            </a:lvl3pPr>
            <a:lvl4pPr algn="l">
              <a:defRPr sz="1950" b="0">
                <a:solidFill>
                  <a:srgbClr val="231F20"/>
                </a:solidFill>
                <a:latin typeface="Yu Gothic"/>
                <a:ea typeface="Yu Gothic"/>
                <a:cs typeface="Yu Gothic"/>
              </a:defRPr>
            </a:lvl4pPr>
            <a:lvl5pPr algn="l">
              <a:defRPr sz="1950" b="0">
                <a:solidFill>
                  <a:srgbClr val="231F20"/>
                </a:solidFill>
                <a:latin typeface="Yu Gothic"/>
                <a:ea typeface="Yu Gothic"/>
                <a:cs typeface="Yu Gothic"/>
              </a:defRPr>
            </a:lvl5pPr>
            <a:lvl6pPr algn="l">
              <a:defRPr sz="1950" b="0">
                <a:solidFill>
                  <a:srgbClr val="231F20"/>
                </a:solidFill>
                <a:latin typeface="Yu Gothic"/>
                <a:ea typeface="Yu Gothic"/>
                <a:cs typeface="Yu Gothic"/>
              </a:defRPr>
            </a:lvl6pPr>
            <a:lvl7pPr algn="l">
              <a:defRPr sz="1950" b="0">
                <a:solidFill>
                  <a:srgbClr val="231F20"/>
                </a:solidFill>
                <a:latin typeface="Yu Gothic"/>
                <a:ea typeface="Yu Gothic"/>
                <a:cs typeface="Yu Gothic"/>
              </a:defRPr>
            </a:lvl7pPr>
            <a:lvl8pPr algn="l">
              <a:defRPr sz="1950" b="0">
                <a:solidFill>
                  <a:srgbClr val="231F20"/>
                </a:solidFill>
                <a:latin typeface="Yu Gothic"/>
                <a:ea typeface="Yu Gothic"/>
                <a:cs typeface="Yu Gothic"/>
              </a:defRPr>
            </a:lvl8pPr>
            <a:lvl9pPr algn="l">
              <a:defRPr sz="1950" b="0">
                <a:solidFill>
                  <a:srgbClr val="231F20"/>
                </a:solidFill>
                <a:latin typeface="Yu Gothic"/>
                <a:ea typeface="Yu Gothic"/>
                <a:cs typeface="Yu Gothic"/>
              </a:defRPr>
            </a:lvl9pPr>
          </a:lstStyle>
          <a:p xmlns:a="http://schemas.openxmlformats.org/drawingml/2006/main">
            <a:pPr algn="l">
              <a:defRPr sz="1950" b="0">
                <a:solidFill>
                  <a:srgbClr val="231F20"/>
                </a:solidFill>
                <a:latin typeface="Yu Gothic"/>
                <a:ea typeface="Yu Gothic"/>
                <a:cs typeface="Yu Gothic"/>
              </a:defRPr>
            </a:pPr>
            <a:r>
              <a:rPr sz="1950" b="0">
                <a:solidFill>
                  <a:srgbClr val="231F20"/>
                </a:solidFill>
                <a:latin typeface="Yu Gothic"/>
                <a:ea typeface="Yu Gothic"/>
                <a:cs typeface="Yu Gothic"/>
              </a:rPr>
              <a:t>PC：次に読む命令の番地を保存するレジスタ</a:t>
            </a:r>
          </a:p>
        </p:txBody>
      </p:sp>
      <p:sp>
        <p:nvSpPr>
          <p:cNvPr id="53" name="text-57">
            <a:extLst xmlns:a="http://schemas.openxmlformats.org/drawingml/2006/main">
              <a:ext uri="{FF2B5EF4-FFF2-40B4-BE49-F238E27FC236}">
                <a16:creationId xmlns:a16="http://schemas.microsoft.com/office/drawing/2014/main" id="{3B9B20E9-60AC-434D-BE34-3FA91055520A}"/>
              </a:ext>
            </a:extLst>
          </p:cNvPr>
          <p:cNvSpPr>
            <a:spLocks xmlns:a="http://schemas.openxmlformats.org/drawingml/2006/main" noGrp="1"/>
          </p:cNvSpPr>
          <p:nvPr/>
        </p:nvSpPr>
        <p:spPr>
          <a:xfrm xmlns:a="http://schemas.openxmlformats.org/drawingml/2006/main">
            <a:off x="609600" y="6334125"/>
            <a:ext cx="6000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1">
                <a:solidFill>
                  <a:srgbClr val="0078BA"/>
                </a:solidFill>
                <a:latin typeface="Yu Gothic"/>
                <a:ea typeface="Yu Gothic"/>
                <a:cs typeface="Yu Gothic"/>
              </a:defRPr>
            </a:defPPr>
            <a:lvl1pPr algn="l">
              <a:defRPr sz="1275" b="1">
                <a:solidFill>
                  <a:srgbClr val="0078BA"/>
                </a:solidFill>
                <a:latin typeface="Yu Gothic"/>
                <a:ea typeface="Yu Gothic"/>
                <a:cs typeface="Yu Gothic"/>
              </a:defRPr>
            </a:lvl1pPr>
            <a:lvl2pPr algn="l">
              <a:defRPr sz="1275" b="1">
                <a:solidFill>
                  <a:srgbClr val="0078BA"/>
                </a:solidFill>
                <a:latin typeface="Yu Gothic"/>
                <a:ea typeface="Yu Gothic"/>
                <a:cs typeface="Yu Gothic"/>
              </a:defRPr>
            </a:lvl2pPr>
            <a:lvl3pPr algn="l">
              <a:defRPr sz="1275" b="1">
                <a:solidFill>
                  <a:srgbClr val="0078BA"/>
                </a:solidFill>
                <a:latin typeface="Yu Gothic"/>
                <a:ea typeface="Yu Gothic"/>
                <a:cs typeface="Yu Gothic"/>
              </a:defRPr>
            </a:lvl3pPr>
            <a:lvl4pPr algn="l">
              <a:defRPr sz="1275" b="1">
                <a:solidFill>
                  <a:srgbClr val="0078BA"/>
                </a:solidFill>
                <a:latin typeface="Yu Gothic"/>
                <a:ea typeface="Yu Gothic"/>
                <a:cs typeface="Yu Gothic"/>
              </a:defRPr>
            </a:lvl4pPr>
            <a:lvl5pPr algn="l">
              <a:defRPr sz="1275" b="1">
                <a:solidFill>
                  <a:srgbClr val="0078BA"/>
                </a:solidFill>
                <a:latin typeface="Yu Gothic"/>
                <a:ea typeface="Yu Gothic"/>
                <a:cs typeface="Yu Gothic"/>
              </a:defRPr>
            </a:lvl5pPr>
            <a:lvl6pPr algn="l">
              <a:defRPr sz="1275" b="1">
                <a:solidFill>
                  <a:srgbClr val="0078BA"/>
                </a:solidFill>
                <a:latin typeface="Yu Gothic"/>
                <a:ea typeface="Yu Gothic"/>
                <a:cs typeface="Yu Gothic"/>
              </a:defRPr>
            </a:lvl6pPr>
            <a:lvl7pPr algn="l">
              <a:defRPr sz="1275" b="1">
                <a:solidFill>
                  <a:srgbClr val="0078BA"/>
                </a:solidFill>
                <a:latin typeface="Yu Gothic"/>
                <a:ea typeface="Yu Gothic"/>
                <a:cs typeface="Yu Gothic"/>
              </a:defRPr>
            </a:lvl7pPr>
            <a:lvl8pPr algn="l">
              <a:defRPr sz="1275" b="1">
                <a:solidFill>
                  <a:srgbClr val="0078BA"/>
                </a:solidFill>
                <a:latin typeface="Yu Gothic"/>
                <a:ea typeface="Yu Gothic"/>
                <a:cs typeface="Yu Gothic"/>
              </a:defRPr>
            </a:lvl8pPr>
            <a:lvl9pPr algn="l">
              <a:defRPr sz="1275" b="1">
                <a:solidFill>
                  <a:srgbClr val="0078BA"/>
                </a:solidFill>
                <a:latin typeface="Yu Gothic"/>
                <a:ea typeface="Yu Gothic"/>
                <a:cs typeface="Yu Gothic"/>
              </a:defRPr>
            </a:lvl9pPr>
          </a:lstStyle>
          <a:p xmlns:a="http://schemas.openxmlformats.org/drawingml/2006/main">
            <a:pPr algn="l">
              <a:defRPr sz="1275" b="1">
                <a:solidFill>
                  <a:srgbClr val="0078BA"/>
                </a:solidFill>
                <a:latin typeface="Yu Gothic"/>
                <a:ea typeface="Yu Gothic"/>
                <a:cs typeface="Yu Gothic"/>
              </a:defRPr>
            </a:pPr>
            <a:r>
              <a:rPr sz="1275" b="1">
                <a:solidFill>
                  <a:srgbClr val="0078BA"/>
                </a:solidFill>
                <a:latin typeface="Yu Gothic"/>
                <a:ea typeface="Yu Gothic"/>
                <a:cs typeface="Yu Gothic"/>
              </a:rPr>
              <a:t>図 2</a:t>
            </a:r>
          </a:p>
        </p:txBody>
      </p:sp>
      <p:sp>
        <p:nvSpPr>
          <p:cNvPr id="54" name="text-58">
            <a:extLst xmlns:a="http://schemas.openxmlformats.org/drawingml/2006/main">
              <a:ext uri="{FF2B5EF4-FFF2-40B4-BE49-F238E27FC236}">
                <a16:creationId xmlns:a16="http://schemas.microsoft.com/office/drawing/2014/main" id="{EDDDB928-757C-4F1D-978E-4504D41C8F3D}"/>
              </a:ext>
            </a:extLst>
          </p:cNvPr>
          <p:cNvSpPr>
            <a:spLocks xmlns:a="http://schemas.openxmlformats.org/drawingml/2006/main" noGrp="1"/>
          </p:cNvSpPr>
          <p:nvPr/>
        </p:nvSpPr>
        <p:spPr>
          <a:xfrm xmlns:a="http://schemas.openxmlformats.org/drawingml/2006/main">
            <a:off x="1247775" y="6334125"/>
            <a:ext cx="9791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Yu Gothic"/>
                <a:ea typeface="Yu Gothic"/>
                <a:cs typeface="Yu Gothic"/>
              </a:defRPr>
            </a:defPPr>
            <a:lvl1pPr algn="l">
              <a:defRPr sz="1200" b="0">
                <a:solidFill>
                  <a:srgbClr val="231F20"/>
                </a:solidFill>
                <a:latin typeface="Yu Gothic"/>
                <a:ea typeface="Yu Gothic"/>
                <a:cs typeface="Yu Gothic"/>
              </a:defRPr>
            </a:lvl1pPr>
            <a:lvl2pPr algn="l">
              <a:defRPr sz="1200" b="0">
                <a:solidFill>
                  <a:srgbClr val="231F20"/>
                </a:solidFill>
                <a:latin typeface="Yu Gothic"/>
                <a:ea typeface="Yu Gothic"/>
                <a:cs typeface="Yu Gothic"/>
              </a:defRPr>
            </a:lvl2pPr>
            <a:lvl3pPr algn="l">
              <a:defRPr sz="1200" b="0">
                <a:solidFill>
                  <a:srgbClr val="231F20"/>
                </a:solidFill>
                <a:latin typeface="Yu Gothic"/>
                <a:ea typeface="Yu Gothic"/>
                <a:cs typeface="Yu Gothic"/>
              </a:defRPr>
            </a:lvl3pPr>
            <a:lvl4pPr algn="l">
              <a:defRPr sz="1200" b="0">
                <a:solidFill>
                  <a:srgbClr val="231F20"/>
                </a:solidFill>
                <a:latin typeface="Yu Gothic"/>
                <a:ea typeface="Yu Gothic"/>
                <a:cs typeface="Yu Gothic"/>
              </a:defRPr>
            </a:lvl4pPr>
            <a:lvl5pPr algn="l">
              <a:defRPr sz="1200" b="0">
                <a:solidFill>
                  <a:srgbClr val="231F20"/>
                </a:solidFill>
                <a:latin typeface="Yu Gothic"/>
                <a:ea typeface="Yu Gothic"/>
                <a:cs typeface="Yu Gothic"/>
              </a:defRPr>
            </a:lvl5pPr>
            <a:lvl6pPr algn="l">
              <a:defRPr sz="1200" b="0">
                <a:solidFill>
                  <a:srgbClr val="231F20"/>
                </a:solidFill>
                <a:latin typeface="Yu Gothic"/>
                <a:ea typeface="Yu Gothic"/>
                <a:cs typeface="Yu Gothic"/>
              </a:defRPr>
            </a:lvl6pPr>
            <a:lvl7pPr algn="l">
              <a:defRPr sz="1200" b="0">
                <a:solidFill>
                  <a:srgbClr val="231F20"/>
                </a:solidFill>
                <a:latin typeface="Yu Gothic"/>
                <a:ea typeface="Yu Gothic"/>
                <a:cs typeface="Yu Gothic"/>
              </a:defRPr>
            </a:lvl7pPr>
            <a:lvl8pPr algn="l">
              <a:defRPr sz="1200" b="0">
                <a:solidFill>
                  <a:srgbClr val="231F20"/>
                </a:solidFill>
                <a:latin typeface="Yu Gothic"/>
                <a:ea typeface="Yu Gothic"/>
                <a:cs typeface="Yu Gothic"/>
              </a:defRPr>
            </a:lvl8pPr>
            <a:lvl9pPr algn="l">
              <a:defRPr sz="1200" b="0">
                <a:solidFill>
                  <a:srgbClr val="231F20"/>
                </a:solidFill>
                <a:latin typeface="Yu Gothic"/>
                <a:ea typeface="Yu Gothic"/>
                <a:cs typeface="Yu Gothic"/>
              </a:defRPr>
            </a:lvl9pPr>
          </a:lstStyle>
          <a:p xmlns:a="http://schemas.openxmlformats.org/drawingml/2006/main">
            <a:pPr algn="l">
              <a:defRPr sz="1200" b="0">
                <a:solidFill>
                  <a:srgbClr val="231F20"/>
                </a:solidFill>
                <a:latin typeface="Yu Gothic"/>
                <a:ea typeface="Yu Gothic"/>
                <a:cs typeface="Yu Gothic"/>
              </a:defRPr>
            </a:pPr>
            <a:r>
              <a:rPr sz="1200" b="0">
                <a:solidFill>
                  <a:srgbClr val="231F20"/>
                </a:solidFill>
                <a:latin typeface="Yu Gothic"/>
                <a:ea typeface="Yu Gothic"/>
                <a:cs typeface="Yu Gothic"/>
              </a:rPr>
              <a:t>PCと命令メモリを含む簡略図。命令の番地と、命令が読み書きするデータの番地は別</a:t>
            </a:r>
          </a:p>
        </p:txBody>
      </p:sp>
    </p:spTree>
    <p:extLst>
      <p:ext uri="{BB962C8B-B14F-4D97-AF65-F5344CB8AC3E}">
        <p14:creationId xmlns:p14="http://schemas.microsoft.com/office/powerpoint/2010/main" val="127731427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3" name="text-59">
            <a:extLst xmlns:a="http://schemas.openxmlformats.org/drawingml/2006/main">
              <a:ext uri="{FF2B5EF4-FFF2-40B4-BE49-F238E27FC236}">
                <a16:creationId xmlns:a16="http://schemas.microsoft.com/office/drawing/2014/main" id="{002A13F2-EAD8-4F39-B0C6-717ACFC060AA}"/>
              </a:ext>
            </a:extLst>
          </p:cNvPr>
          <p:cNvSpPr>
            <a:spLocks xmlns:a="http://schemas.openxmlformats.org/drawingml/2006/main" noGrp="1"/>
          </p:cNvSpPr>
          <p:nvPr/>
        </p:nvSpPr>
        <p:spPr>
          <a:xfrm xmlns:a="http://schemas.openxmlformats.org/drawingml/2006/main">
            <a:off x="609600" y="314325"/>
            <a:ext cx="5619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231F20"/>
                </a:solidFill>
                <a:latin typeface="Arial"/>
                <a:ea typeface="Arial"/>
                <a:cs typeface="Arial"/>
              </a:defRPr>
            </a:defPPr>
            <a:lvl1pPr algn="l">
              <a:defRPr sz="2850" b="1">
                <a:solidFill>
                  <a:srgbClr val="231F20"/>
                </a:solidFill>
                <a:latin typeface="Arial"/>
                <a:ea typeface="Arial"/>
                <a:cs typeface="Arial"/>
              </a:defRPr>
            </a:lvl1pPr>
            <a:lvl2pPr algn="l">
              <a:defRPr sz="2850" b="1">
                <a:solidFill>
                  <a:srgbClr val="231F20"/>
                </a:solidFill>
                <a:latin typeface="Arial"/>
                <a:ea typeface="Arial"/>
                <a:cs typeface="Arial"/>
              </a:defRPr>
            </a:lvl2pPr>
            <a:lvl3pPr algn="l">
              <a:defRPr sz="2850" b="1">
                <a:solidFill>
                  <a:srgbClr val="231F20"/>
                </a:solidFill>
                <a:latin typeface="Arial"/>
                <a:ea typeface="Arial"/>
                <a:cs typeface="Arial"/>
              </a:defRPr>
            </a:lvl3pPr>
            <a:lvl4pPr algn="l">
              <a:defRPr sz="2850" b="1">
                <a:solidFill>
                  <a:srgbClr val="231F20"/>
                </a:solidFill>
                <a:latin typeface="Arial"/>
                <a:ea typeface="Arial"/>
                <a:cs typeface="Arial"/>
              </a:defRPr>
            </a:lvl4pPr>
            <a:lvl5pPr algn="l">
              <a:defRPr sz="2850" b="1">
                <a:solidFill>
                  <a:srgbClr val="231F20"/>
                </a:solidFill>
                <a:latin typeface="Arial"/>
                <a:ea typeface="Arial"/>
                <a:cs typeface="Arial"/>
              </a:defRPr>
            </a:lvl5pPr>
            <a:lvl6pPr algn="l">
              <a:defRPr sz="2850" b="1">
                <a:solidFill>
                  <a:srgbClr val="231F20"/>
                </a:solidFill>
                <a:latin typeface="Arial"/>
                <a:ea typeface="Arial"/>
                <a:cs typeface="Arial"/>
              </a:defRPr>
            </a:lvl6pPr>
            <a:lvl7pPr algn="l">
              <a:defRPr sz="2850" b="1">
                <a:solidFill>
                  <a:srgbClr val="231F20"/>
                </a:solidFill>
                <a:latin typeface="Arial"/>
                <a:ea typeface="Arial"/>
                <a:cs typeface="Arial"/>
              </a:defRPr>
            </a:lvl7pPr>
            <a:lvl8pPr algn="l">
              <a:defRPr sz="2850" b="1">
                <a:solidFill>
                  <a:srgbClr val="231F20"/>
                </a:solidFill>
                <a:latin typeface="Arial"/>
                <a:ea typeface="Arial"/>
                <a:cs typeface="Arial"/>
              </a:defRPr>
            </a:lvl8pPr>
            <a:lvl9pPr algn="l">
              <a:defRPr sz="2850" b="1">
                <a:solidFill>
                  <a:srgbClr val="231F20"/>
                </a:solidFill>
                <a:latin typeface="Arial"/>
                <a:ea typeface="Arial"/>
                <a:cs typeface="Arial"/>
              </a:defRPr>
            </a:lvl9pPr>
          </a:lstStyle>
          <a:p xmlns:a="http://schemas.openxmlformats.org/drawingml/2006/main">
            <a:pPr algn="l">
              <a:defRPr sz="2850" b="1">
                <a:solidFill>
                  <a:srgbClr val="231F20"/>
                </a:solidFill>
                <a:latin typeface="Arial"/>
                <a:ea typeface="Arial"/>
                <a:cs typeface="Arial"/>
              </a:defRPr>
            </a:pPr>
            <a:r>
              <a:rPr sz="2850" b="1">
                <a:solidFill>
                  <a:srgbClr val="231F20"/>
                </a:solidFill>
                <a:latin typeface="Arial"/>
                <a:ea typeface="Arial"/>
                <a:cs typeface="Arial"/>
              </a:rPr>
              <a:t>3</a:t>
            </a:r>
          </a:p>
        </p:txBody>
      </p:sp>
      <p:sp>
        <p:nvSpPr>
          <p:cNvPr id="2" name="text-60">
            <a:extLst xmlns:a="http://schemas.openxmlformats.org/drawingml/2006/main">
              <a:ext uri="{FF2B5EF4-FFF2-40B4-BE49-F238E27FC236}">
                <a16:creationId xmlns:a16="http://schemas.microsoft.com/office/drawing/2014/main" id="{DE2123B3-D771-4A8E-96F7-68676FAE8BCC}"/>
              </a:ext>
            </a:extLst>
          </p:cNvPr>
          <p:cNvSpPr>
            <a:spLocks xmlns:a="http://schemas.openxmlformats.org/drawingml/2006/main" noGrp="1"/>
          </p:cNvSpPr>
          <p:nvPr/>
        </p:nvSpPr>
        <p:spPr>
          <a:xfrm xmlns:a="http://schemas.openxmlformats.org/drawingml/2006/main">
            <a:off x="1257300" y="314325"/>
            <a:ext cx="103251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0078BA"/>
                </a:solidFill>
                <a:latin typeface="Yu Gothic"/>
                <a:ea typeface="Yu Gothic"/>
                <a:cs typeface="Yu Gothic"/>
              </a:defRPr>
            </a:defPPr>
            <a:lvl1pPr algn="l">
              <a:defRPr sz="2850" b="1">
                <a:solidFill>
                  <a:srgbClr val="0078BA"/>
                </a:solidFill>
                <a:latin typeface="Yu Gothic"/>
                <a:ea typeface="Yu Gothic"/>
                <a:cs typeface="Yu Gothic"/>
              </a:defRPr>
            </a:lvl1pPr>
            <a:lvl2pPr algn="l">
              <a:defRPr sz="2850" b="1">
                <a:solidFill>
                  <a:srgbClr val="0078BA"/>
                </a:solidFill>
                <a:latin typeface="Yu Gothic"/>
                <a:ea typeface="Yu Gothic"/>
                <a:cs typeface="Yu Gothic"/>
              </a:defRPr>
            </a:lvl2pPr>
            <a:lvl3pPr algn="l">
              <a:defRPr sz="2850" b="1">
                <a:solidFill>
                  <a:srgbClr val="0078BA"/>
                </a:solidFill>
                <a:latin typeface="Yu Gothic"/>
                <a:ea typeface="Yu Gothic"/>
                <a:cs typeface="Yu Gothic"/>
              </a:defRPr>
            </a:lvl3pPr>
            <a:lvl4pPr algn="l">
              <a:defRPr sz="2850" b="1">
                <a:solidFill>
                  <a:srgbClr val="0078BA"/>
                </a:solidFill>
                <a:latin typeface="Yu Gothic"/>
                <a:ea typeface="Yu Gothic"/>
                <a:cs typeface="Yu Gothic"/>
              </a:defRPr>
            </a:lvl4pPr>
            <a:lvl5pPr algn="l">
              <a:defRPr sz="2850" b="1">
                <a:solidFill>
                  <a:srgbClr val="0078BA"/>
                </a:solidFill>
                <a:latin typeface="Yu Gothic"/>
                <a:ea typeface="Yu Gothic"/>
                <a:cs typeface="Yu Gothic"/>
              </a:defRPr>
            </a:lvl5pPr>
            <a:lvl6pPr algn="l">
              <a:defRPr sz="2850" b="1">
                <a:solidFill>
                  <a:srgbClr val="0078BA"/>
                </a:solidFill>
                <a:latin typeface="Yu Gothic"/>
                <a:ea typeface="Yu Gothic"/>
                <a:cs typeface="Yu Gothic"/>
              </a:defRPr>
            </a:lvl6pPr>
            <a:lvl7pPr algn="l">
              <a:defRPr sz="2850" b="1">
                <a:solidFill>
                  <a:srgbClr val="0078BA"/>
                </a:solidFill>
                <a:latin typeface="Yu Gothic"/>
                <a:ea typeface="Yu Gothic"/>
                <a:cs typeface="Yu Gothic"/>
              </a:defRPr>
            </a:lvl7pPr>
            <a:lvl8pPr algn="l">
              <a:defRPr sz="2850" b="1">
                <a:solidFill>
                  <a:srgbClr val="0078BA"/>
                </a:solidFill>
                <a:latin typeface="Yu Gothic"/>
                <a:ea typeface="Yu Gothic"/>
                <a:cs typeface="Yu Gothic"/>
              </a:defRPr>
            </a:lvl8pPr>
            <a:lvl9pPr algn="l">
              <a:defRPr sz="2850" b="1">
                <a:solidFill>
                  <a:srgbClr val="0078BA"/>
                </a:solidFill>
                <a:latin typeface="Yu Gothic"/>
                <a:ea typeface="Yu Gothic"/>
                <a:cs typeface="Yu Gothic"/>
              </a:defRPr>
            </a:lvl9pPr>
          </a:lstStyle>
          <a:p xmlns:a="http://schemas.openxmlformats.org/drawingml/2006/main">
            <a:pPr algn="l">
              <a:defRPr sz="2850" b="1">
                <a:solidFill>
                  <a:srgbClr val="0078BA"/>
                </a:solidFill>
                <a:latin typeface="Yu Gothic"/>
                <a:ea typeface="Yu Gothic"/>
                <a:cs typeface="Yu Gothic"/>
              </a:defRPr>
            </a:pPr>
            <a:r>
              <a:rPr sz="2850" b="1">
                <a:solidFill>
                  <a:srgbClr val="0078BA"/>
                </a:solidFill>
                <a:latin typeface="Yu Gothic"/>
                <a:ea typeface="Yu Gothic"/>
                <a:cs typeface="Yu Gothic"/>
              </a:rPr>
              <a:t>lw：データメモリから値を読む</a:t>
            </a:r>
          </a:p>
        </p:txBody>
      </p:sp>
      <p:sp>
        <p:nvSpPr>
          <p:cNvPr id="3" name="text-61">
            <a:extLst xmlns:a="http://schemas.openxmlformats.org/drawingml/2006/main">
              <a:ext uri="{FF2B5EF4-FFF2-40B4-BE49-F238E27FC236}">
                <a16:creationId xmlns:a16="http://schemas.microsoft.com/office/drawing/2014/main" id="{142EDA4A-7C5B-4287-B0D8-1CF52F042355}"/>
              </a:ext>
            </a:extLst>
          </p:cNvPr>
          <p:cNvSpPr>
            <a:spLocks xmlns:a="http://schemas.openxmlformats.org/drawingml/2006/main" noGrp="1"/>
          </p:cNvSpPr>
          <p:nvPr/>
        </p:nvSpPr>
        <p:spPr>
          <a:xfrm xmlns:a="http://schemas.openxmlformats.org/drawingml/2006/main">
            <a:off x="11277600" y="6334125"/>
            <a:ext cx="304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777777"/>
                </a:solidFill>
                <a:latin typeface="Arial"/>
                <a:ea typeface="Arial"/>
                <a:cs typeface="Arial"/>
              </a:defRPr>
            </a:defPPr>
            <a:lvl1pPr algn="r">
              <a:defRPr sz="1350" b="0">
                <a:solidFill>
                  <a:srgbClr val="777777"/>
                </a:solidFill>
                <a:latin typeface="Arial"/>
                <a:ea typeface="Arial"/>
                <a:cs typeface="Arial"/>
              </a:defRPr>
            </a:lvl1pPr>
            <a:lvl2pPr algn="r">
              <a:defRPr sz="1350" b="0">
                <a:solidFill>
                  <a:srgbClr val="777777"/>
                </a:solidFill>
                <a:latin typeface="Arial"/>
                <a:ea typeface="Arial"/>
                <a:cs typeface="Arial"/>
              </a:defRPr>
            </a:lvl2pPr>
            <a:lvl3pPr algn="r">
              <a:defRPr sz="1350" b="0">
                <a:solidFill>
                  <a:srgbClr val="777777"/>
                </a:solidFill>
                <a:latin typeface="Arial"/>
                <a:ea typeface="Arial"/>
                <a:cs typeface="Arial"/>
              </a:defRPr>
            </a:lvl3pPr>
            <a:lvl4pPr algn="r">
              <a:defRPr sz="1350" b="0">
                <a:solidFill>
                  <a:srgbClr val="777777"/>
                </a:solidFill>
                <a:latin typeface="Arial"/>
                <a:ea typeface="Arial"/>
                <a:cs typeface="Arial"/>
              </a:defRPr>
            </a:lvl4pPr>
            <a:lvl5pPr algn="r">
              <a:defRPr sz="1350" b="0">
                <a:solidFill>
                  <a:srgbClr val="777777"/>
                </a:solidFill>
                <a:latin typeface="Arial"/>
                <a:ea typeface="Arial"/>
                <a:cs typeface="Arial"/>
              </a:defRPr>
            </a:lvl5pPr>
            <a:lvl6pPr algn="r">
              <a:defRPr sz="1350" b="0">
                <a:solidFill>
                  <a:srgbClr val="777777"/>
                </a:solidFill>
                <a:latin typeface="Arial"/>
                <a:ea typeface="Arial"/>
                <a:cs typeface="Arial"/>
              </a:defRPr>
            </a:lvl6pPr>
            <a:lvl7pPr algn="r">
              <a:defRPr sz="1350" b="0">
                <a:solidFill>
                  <a:srgbClr val="777777"/>
                </a:solidFill>
                <a:latin typeface="Arial"/>
                <a:ea typeface="Arial"/>
                <a:cs typeface="Arial"/>
              </a:defRPr>
            </a:lvl7pPr>
            <a:lvl8pPr algn="r">
              <a:defRPr sz="1350" b="0">
                <a:solidFill>
                  <a:srgbClr val="777777"/>
                </a:solidFill>
                <a:latin typeface="Arial"/>
                <a:ea typeface="Arial"/>
                <a:cs typeface="Arial"/>
              </a:defRPr>
            </a:lvl8pPr>
            <a:lvl9pPr algn="r">
              <a:defRPr sz="1350" b="0">
                <a:solidFill>
                  <a:srgbClr val="777777"/>
                </a:solidFill>
                <a:latin typeface="Arial"/>
                <a:ea typeface="Arial"/>
                <a:cs typeface="Arial"/>
              </a:defRPr>
            </a:lvl9pPr>
          </a:lstStyle>
          <a:p xmlns:a="http://schemas.openxmlformats.org/drawingml/2006/main">
            <a:pPr algn="r">
              <a:defRPr sz="1350" b="0">
                <a:solidFill>
                  <a:srgbClr val="777777"/>
                </a:solidFill>
                <a:latin typeface="Arial"/>
                <a:ea typeface="Arial"/>
                <a:cs typeface="Arial"/>
              </a:defRPr>
            </a:pPr>
            <a:r>
              <a:rPr sz="1350" b="0">
                <a:solidFill>
                  <a:srgbClr val="777777"/>
                </a:solidFill>
                <a:latin typeface="Arial"/>
                <a:ea typeface="Arial"/>
                <a:cs typeface="Arial"/>
              </a:rPr>
              <a:t>3</a:t>
            </a:r>
          </a:p>
        </p:txBody>
      </p:sp>
      <p:sp>
        <p:nvSpPr>
          <p:cNvPr id="4" name="text-62">
            <a:extLst xmlns:a="http://schemas.openxmlformats.org/drawingml/2006/main">
              <a:ext uri="{FF2B5EF4-FFF2-40B4-BE49-F238E27FC236}">
                <a16:creationId xmlns:a16="http://schemas.microsoft.com/office/drawing/2014/main" id="{6964B463-A657-42AE-9514-FCF8DB338311}"/>
              </a:ext>
            </a:extLst>
          </p:cNvPr>
          <p:cNvSpPr>
            <a:spLocks xmlns:a="http://schemas.openxmlformats.org/drawingml/2006/main" noGrp="1"/>
          </p:cNvSpPr>
          <p:nvPr/>
        </p:nvSpPr>
        <p:spPr>
          <a:xfrm xmlns:a="http://schemas.openxmlformats.org/drawingml/2006/main">
            <a:off x="609600" y="1295400"/>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75" b="1">
                <a:solidFill>
                  <a:srgbClr val="1572C3"/>
                </a:solidFill>
                <a:latin typeface="Yu Gothic"/>
                <a:ea typeface="Yu Gothic"/>
                <a:cs typeface="Yu Gothic"/>
              </a:defRPr>
            </a:defPPr>
            <a:lvl1pPr algn="l">
              <a:defRPr sz="2175" b="1">
                <a:solidFill>
                  <a:srgbClr val="1572C3"/>
                </a:solidFill>
                <a:latin typeface="Yu Gothic"/>
                <a:ea typeface="Yu Gothic"/>
                <a:cs typeface="Yu Gothic"/>
              </a:defRPr>
            </a:lvl1pPr>
            <a:lvl2pPr algn="l">
              <a:defRPr sz="2175" b="1">
                <a:solidFill>
                  <a:srgbClr val="1572C3"/>
                </a:solidFill>
                <a:latin typeface="Yu Gothic"/>
                <a:ea typeface="Yu Gothic"/>
                <a:cs typeface="Yu Gothic"/>
              </a:defRPr>
            </a:lvl2pPr>
            <a:lvl3pPr algn="l">
              <a:defRPr sz="2175" b="1">
                <a:solidFill>
                  <a:srgbClr val="1572C3"/>
                </a:solidFill>
                <a:latin typeface="Yu Gothic"/>
                <a:ea typeface="Yu Gothic"/>
                <a:cs typeface="Yu Gothic"/>
              </a:defRPr>
            </a:lvl3pPr>
            <a:lvl4pPr algn="l">
              <a:defRPr sz="2175" b="1">
                <a:solidFill>
                  <a:srgbClr val="1572C3"/>
                </a:solidFill>
                <a:latin typeface="Yu Gothic"/>
                <a:ea typeface="Yu Gothic"/>
                <a:cs typeface="Yu Gothic"/>
              </a:defRPr>
            </a:lvl4pPr>
            <a:lvl5pPr algn="l">
              <a:defRPr sz="2175" b="1">
                <a:solidFill>
                  <a:srgbClr val="1572C3"/>
                </a:solidFill>
                <a:latin typeface="Yu Gothic"/>
                <a:ea typeface="Yu Gothic"/>
                <a:cs typeface="Yu Gothic"/>
              </a:defRPr>
            </a:lvl5pPr>
            <a:lvl6pPr algn="l">
              <a:defRPr sz="2175" b="1">
                <a:solidFill>
                  <a:srgbClr val="1572C3"/>
                </a:solidFill>
                <a:latin typeface="Yu Gothic"/>
                <a:ea typeface="Yu Gothic"/>
                <a:cs typeface="Yu Gothic"/>
              </a:defRPr>
            </a:lvl6pPr>
            <a:lvl7pPr algn="l">
              <a:defRPr sz="2175" b="1">
                <a:solidFill>
                  <a:srgbClr val="1572C3"/>
                </a:solidFill>
                <a:latin typeface="Yu Gothic"/>
                <a:ea typeface="Yu Gothic"/>
                <a:cs typeface="Yu Gothic"/>
              </a:defRPr>
            </a:lvl7pPr>
            <a:lvl8pPr algn="l">
              <a:defRPr sz="2175" b="1">
                <a:solidFill>
                  <a:srgbClr val="1572C3"/>
                </a:solidFill>
                <a:latin typeface="Yu Gothic"/>
                <a:ea typeface="Yu Gothic"/>
                <a:cs typeface="Yu Gothic"/>
              </a:defRPr>
            </a:lvl8pPr>
            <a:lvl9pPr algn="l">
              <a:defRPr sz="2175" b="1">
                <a:solidFill>
                  <a:srgbClr val="1572C3"/>
                </a:solidFill>
                <a:latin typeface="Yu Gothic"/>
                <a:ea typeface="Yu Gothic"/>
                <a:cs typeface="Yu Gothic"/>
              </a:defRPr>
            </a:lvl9pPr>
          </a:lstStyle>
          <a:p xmlns:a="http://schemas.openxmlformats.org/drawingml/2006/main">
            <a:pPr algn="l">
              <a:defRPr sz="2175" b="1">
                <a:solidFill>
                  <a:srgbClr val="1572C3"/>
                </a:solidFill>
                <a:latin typeface="Yu Gothic"/>
                <a:ea typeface="Yu Gothic"/>
                <a:cs typeface="Yu Gothic"/>
              </a:defRPr>
            </a:pPr>
            <a:r>
              <a:rPr sz="2175" b="1">
                <a:solidFill>
                  <a:srgbClr val="1572C3"/>
                </a:solidFill>
                <a:latin typeface="Yu Gothic"/>
                <a:ea typeface="Yu Gothic"/>
                <a:cs typeface="Yu Gothic"/>
              </a:rPr>
              <a:t>lw x1, 0(x0)　：　データの0番地から、x1へ読む</a:t>
            </a:r>
          </a:p>
        </p:txBody>
      </p:sp>
      <p:sp>
        <p:nvSpPr>
          <p:cNvPr id="5" name="block-63">
            <a:extLst xmlns:a="http://schemas.openxmlformats.org/drawingml/2006/main">
              <a:ext uri="{FF2B5EF4-FFF2-40B4-BE49-F238E27FC236}">
                <a16:creationId xmlns:a16="http://schemas.microsoft.com/office/drawing/2014/main" id="{C357BFCB-1FBE-4DB6-A8FA-EF7580A8F1ED}"/>
              </a:ext>
            </a:extLst>
          </p:cNvPr>
          <p:cNvSpPr>
            <a:spLocks xmlns:a="http://schemas.openxmlformats.org/drawingml/2006/main" noGrp="1"/>
          </p:cNvSpPr>
          <p:nvPr/>
        </p:nvSpPr>
        <p:spPr>
          <a:xfrm xmlns:a="http://schemas.openxmlformats.org/drawingml/2006/main">
            <a:off x="1219200" y="2838450"/>
            <a:ext cx="1676400" cy="222885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6" name="text-64">
            <a:extLst xmlns:a="http://schemas.openxmlformats.org/drawingml/2006/main">
              <a:ext uri="{FF2B5EF4-FFF2-40B4-BE49-F238E27FC236}">
                <a16:creationId xmlns:a16="http://schemas.microsoft.com/office/drawing/2014/main" id="{EEB52567-E93B-42ED-BCB2-10302A76F35E}"/>
              </a:ext>
            </a:extLst>
          </p:cNvPr>
          <p:cNvSpPr>
            <a:spLocks xmlns:a="http://schemas.openxmlformats.org/drawingml/2006/main" noGrp="1"/>
          </p:cNvSpPr>
          <p:nvPr/>
        </p:nvSpPr>
        <p:spPr>
          <a:xfrm xmlns:a="http://schemas.openxmlformats.org/drawingml/2006/main">
            <a:off x="1619250" y="3467100"/>
            <a:ext cx="11525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1">
                <a:solidFill>
                  <a:srgbClr val="231F20"/>
                </a:solidFill>
                <a:latin typeface="Arial"/>
                <a:ea typeface="Arial"/>
                <a:cs typeface="Arial"/>
              </a:defRPr>
            </a:defPPr>
            <a:lvl1pPr algn="ctr">
              <a:defRPr sz="1575" b="1">
                <a:solidFill>
                  <a:srgbClr val="231F20"/>
                </a:solidFill>
                <a:latin typeface="Arial"/>
                <a:ea typeface="Arial"/>
                <a:cs typeface="Arial"/>
              </a:defRPr>
            </a:lvl1pPr>
            <a:lvl2pPr algn="ctr">
              <a:defRPr sz="1575" b="1">
                <a:solidFill>
                  <a:srgbClr val="231F20"/>
                </a:solidFill>
                <a:latin typeface="Arial"/>
                <a:ea typeface="Arial"/>
                <a:cs typeface="Arial"/>
              </a:defRPr>
            </a:lvl2pPr>
            <a:lvl3pPr algn="ctr">
              <a:defRPr sz="1575" b="1">
                <a:solidFill>
                  <a:srgbClr val="231F20"/>
                </a:solidFill>
                <a:latin typeface="Arial"/>
                <a:ea typeface="Arial"/>
                <a:cs typeface="Arial"/>
              </a:defRPr>
            </a:lvl3pPr>
            <a:lvl4pPr algn="ctr">
              <a:defRPr sz="1575" b="1">
                <a:solidFill>
                  <a:srgbClr val="231F20"/>
                </a:solidFill>
                <a:latin typeface="Arial"/>
                <a:ea typeface="Arial"/>
                <a:cs typeface="Arial"/>
              </a:defRPr>
            </a:lvl4pPr>
            <a:lvl5pPr algn="ctr">
              <a:defRPr sz="1575" b="1">
                <a:solidFill>
                  <a:srgbClr val="231F20"/>
                </a:solidFill>
                <a:latin typeface="Arial"/>
                <a:ea typeface="Arial"/>
                <a:cs typeface="Arial"/>
              </a:defRPr>
            </a:lvl5pPr>
            <a:lvl6pPr algn="ctr">
              <a:defRPr sz="1575" b="1">
                <a:solidFill>
                  <a:srgbClr val="231F20"/>
                </a:solidFill>
                <a:latin typeface="Arial"/>
                <a:ea typeface="Arial"/>
                <a:cs typeface="Arial"/>
              </a:defRPr>
            </a:lvl6pPr>
            <a:lvl7pPr algn="ctr">
              <a:defRPr sz="1575" b="1">
                <a:solidFill>
                  <a:srgbClr val="231F20"/>
                </a:solidFill>
                <a:latin typeface="Arial"/>
                <a:ea typeface="Arial"/>
                <a:cs typeface="Arial"/>
              </a:defRPr>
            </a:lvl7pPr>
            <a:lvl8pPr algn="ctr">
              <a:defRPr sz="1575" b="1">
                <a:solidFill>
                  <a:srgbClr val="231F20"/>
                </a:solidFill>
                <a:latin typeface="Arial"/>
                <a:ea typeface="Arial"/>
                <a:cs typeface="Arial"/>
              </a:defRPr>
            </a:lvl8pPr>
            <a:lvl9pPr algn="ctr">
              <a:defRPr sz="1575" b="1">
                <a:solidFill>
                  <a:srgbClr val="231F20"/>
                </a:solidFill>
                <a:latin typeface="Arial"/>
                <a:ea typeface="Arial"/>
                <a:cs typeface="Arial"/>
              </a:defRPr>
            </a:lvl9pPr>
          </a:lstStyle>
          <a:p xmlns:a="http://schemas.openxmlformats.org/drawingml/2006/main">
            <a:pPr algn="ctr">
              <a:defRPr sz="1575" b="1">
                <a:solidFill>
                  <a:srgbClr val="231F20"/>
                </a:solidFill>
                <a:latin typeface="Arial"/>
                <a:ea typeface="Arial"/>
                <a:cs typeface="Arial"/>
              </a:defRPr>
            </a:pPr>
            <a:r>
              <a:rPr sz="1575" b="1">
                <a:solidFill>
                  <a:srgbClr val="231F20"/>
                </a:solidFill>
                <a:latin typeface="Arial"/>
                <a:ea typeface="Arial"/>
                <a:cs typeface="Arial"/>
              </a:rPr>
              <a:t>Register</a:t>
            </a:r>
          </a:p>
          <a:p xmlns:a="http://schemas.openxmlformats.org/drawingml/2006/main">
            <a:pPr algn="ctr">
              <a:defRPr sz="1575" b="1">
                <a:solidFill>
                  <a:srgbClr val="231F20"/>
                </a:solidFill>
                <a:latin typeface="Arial"/>
                <a:ea typeface="Arial"/>
                <a:cs typeface="Arial"/>
              </a:defRPr>
            </a:pPr>
            <a:r>
              <a:rPr sz="1575" b="1">
                <a:solidFill>
                  <a:srgbClr val="231F20"/>
                </a:solidFill>
                <a:latin typeface="Arial"/>
                <a:ea typeface="Arial"/>
                <a:cs typeface="Arial"/>
              </a:rPr>
              <a:t>File</a:t>
            </a:r>
          </a:p>
        </p:txBody>
      </p:sp>
      <p:sp>
        <p:nvSpPr>
          <p:cNvPr id="7" name="text-65">
            <a:extLst xmlns:a="http://schemas.openxmlformats.org/drawingml/2006/main">
              <a:ext uri="{FF2B5EF4-FFF2-40B4-BE49-F238E27FC236}">
                <a16:creationId xmlns:a16="http://schemas.microsoft.com/office/drawing/2014/main" id="{C631C78D-2A36-40FF-A0F3-CABD2D5BA0CC}"/>
              </a:ext>
            </a:extLst>
          </p:cNvPr>
          <p:cNvSpPr>
            <a:spLocks xmlns:a="http://schemas.openxmlformats.org/drawingml/2006/main" noGrp="1"/>
          </p:cNvSpPr>
          <p:nvPr/>
        </p:nvSpPr>
        <p:spPr>
          <a:xfrm xmlns:a="http://schemas.openxmlformats.org/drawingml/2006/main">
            <a:off x="1314450" y="3143250"/>
            <a:ext cx="457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231F20"/>
                </a:solidFill>
                <a:latin typeface="Arial"/>
                <a:ea typeface="Arial"/>
                <a:cs typeface="Arial"/>
              </a:defRPr>
            </a:defPPr>
            <a:lvl1pPr algn="l">
              <a:defRPr sz="1350" b="0">
                <a:solidFill>
                  <a:srgbClr val="231F20"/>
                </a:solidFill>
                <a:latin typeface="Arial"/>
                <a:ea typeface="Arial"/>
                <a:cs typeface="Arial"/>
              </a:defRPr>
            </a:lvl1pPr>
            <a:lvl2pPr algn="l">
              <a:defRPr sz="1350" b="0">
                <a:solidFill>
                  <a:srgbClr val="231F20"/>
                </a:solidFill>
                <a:latin typeface="Arial"/>
                <a:ea typeface="Arial"/>
                <a:cs typeface="Arial"/>
              </a:defRPr>
            </a:lvl2pPr>
            <a:lvl3pPr algn="l">
              <a:defRPr sz="1350" b="0">
                <a:solidFill>
                  <a:srgbClr val="231F20"/>
                </a:solidFill>
                <a:latin typeface="Arial"/>
                <a:ea typeface="Arial"/>
                <a:cs typeface="Arial"/>
              </a:defRPr>
            </a:lvl3pPr>
            <a:lvl4pPr algn="l">
              <a:defRPr sz="1350" b="0">
                <a:solidFill>
                  <a:srgbClr val="231F20"/>
                </a:solidFill>
                <a:latin typeface="Arial"/>
                <a:ea typeface="Arial"/>
                <a:cs typeface="Arial"/>
              </a:defRPr>
            </a:lvl4pPr>
            <a:lvl5pPr algn="l">
              <a:defRPr sz="1350" b="0">
                <a:solidFill>
                  <a:srgbClr val="231F20"/>
                </a:solidFill>
                <a:latin typeface="Arial"/>
                <a:ea typeface="Arial"/>
                <a:cs typeface="Arial"/>
              </a:defRPr>
            </a:lvl5pPr>
            <a:lvl6pPr algn="l">
              <a:defRPr sz="1350" b="0">
                <a:solidFill>
                  <a:srgbClr val="231F20"/>
                </a:solidFill>
                <a:latin typeface="Arial"/>
                <a:ea typeface="Arial"/>
                <a:cs typeface="Arial"/>
              </a:defRPr>
            </a:lvl6pPr>
            <a:lvl7pPr algn="l">
              <a:defRPr sz="1350" b="0">
                <a:solidFill>
                  <a:srgbClr val="231F20"/>
                </a:solidFill>
                <a:latin typeface="Arial"/>
                <a:ea typeface="Arial"/>
                <a:cs typeface="Arial"/>
              </a:defRPr>
            </a:lvl7pPr>
            <a:lvl8pPr algn="l">
              <a:defRPr sz="1350" b="0">
                <a:solidFill>
                  <a:srgbClr val="231F20"/>
                </a:solidFill>
                <a:latin typeface="Arial"/>
                <a:ea typeface="Arial"/>
                <a:cs typeface="Arial"/>
              </a:defRPr>
            </a:lvl8pPr>
            <a:lvl9pPr algn="l">
              <a:defRPr sz="1350" b="0">
                <a:solidFill>
                  <a:srgbClr val="231F20"/>
                </a:solidFill>
                <a:latin typeface="Arial"/>
                <a:ea typeface="Arial"/>
                <a:cs typeface="Arial"/>
              </a:defRPr>
            </a:lvl9pPr>
          </a:lstStyle>
          <a:p xmlns:a="http://schemas.openxmlformats.org/drawingml/2006/main">
            <a:pPr algn="l">
              <a:defRPr sz="1350" b="0">
                <a:solidFill>
                  <a:srgbClr val="231F20"/>
                </a:solidFill>
                <a:latin typeface="Arial"/>
                <a:ea typeface="Arial"/>
                <a:cs typeface="Arial"/>
              </a:defRPr>
            </a:pPr>
            <a:r>
              <a:rPr sz="1350" b="0">
                <a:solidFill>
                  <a:srgbClr val="231F20"/>
                </a:solidFill>
                <a:latin typeface="Arial"/>
                <a:ea typeface="Arial"/>
                <a:cs typeface="Arial"/>
              </a:rPr>
              <a:t>A1</a:t>
            </a:r>
          </a:p>
        </p:txBody>
      </p:sp>
      <p:sp>
        <p:nvSpPr>
          <p:cNvPr id="8" name="text-66">
            <a:extLst xmlns:a="http://schemas.openxmlformats.org/drawingml/2006/main">
              <a:ext uri="{FF2B5EF4-FFF2-40B4-BE49-F238E27FC236}">
                <a16:creationId xmlns:a16="http://schemas.microsoft.com/office/drawing/2014/main" id="{97D4CE1F-8F0F-4125-99D7-F65B98CDF466}"/>
              </a:ext>
            </a:extLst>
          </p:cNvPr>
          <p:cNvSpPr>
            <a:spLocks xmlns:a="http://schemas.openxmlformats.org/drawingml/2006/main" noGrp="1"/>
          </p:cNvSpPr>
          <p:nvPr/>
        </p:nvSpPr>
        <p:spPr>
          <a:xfrm xmlns:a="http://schemas.openxmlformats.org/drawingml/2006/main">
            <a:off x="1314450" y="3848100"/>
            <a:ext cx="457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B9BEC6"/>
                </a:solidFill>
                <a:latin typeface="Arial"/>
                <a:ea typeface="Arial"/>
                <a:cs typeface="Arial"/>
              </a:defRPr>
            </a:defPPr>
            <a:lvl1pPr algn="l">
              <a:defRPr sz="1350" b="0">
                <a:solidFill>
                  <a:srgbClr val="B9BEC6"/>
                </a:solidFill>
                <a:latin typeface="Arial"/>
                <a:ea typeface="Arial"/>
                <a:cs typeface="Arial"/>
              </a:defRPr>
            </a:lvl1pPr>
            <a:lvl2pPr algn="l">
              <a:defRPr sz="1350" b="0">
                <a:solidFill>
                  <a:srgbClr val="B9BEC6"/>
                </a:solidFill>
                <a:latin typeface="Arial"/>
                <a:ea typeface="Arial"/>
                <a:cs typeface="Arial"/>
              </a:defRPr>
            </a:lvl2pPr>
            <a:lvl3pPr algn="l">
              <a:defRPr sz="1350" b="0">
                <a:solidFill>
                  <a:srgbClr val="B9BEC6"/>
                </a:solidFill>
                <a:latin typeface="Arial"/>
                <a:ea typeface="Arial"/>
                <a:cs typeface="Arial"/>
              </a:defRPr>
            </a:lvl3pPr>
            <a:lvl4pPr algn="l">
              <a:defRPr sz="1350" b="0">
                <a:solidFill>
                  <a:srgbClr val="B9BEC6"/>
                </a:solidFill>
                <a:latin typeface="Arial"/>
                <a:ea typeface="Arial"/>
                <a:cs typeface="Arial"/>
              </a:defRPr>
            </a:lvl4pPr>
            <a:lvl5pPr algn="l">
              <a:defRPr sz="1350" b="0">
                <a:solidFill>
                  <a:srgbClr val="B9BEC6"/>
                </a:solidFill>
                <a:latin typeface="Arial"/>
                <a:ea typeface="Arial"/>
                <a:cs typeface="Arial"/>
              </a:defRPr>
            </a:lvl5pPr>
            <a:lvl6pPr algn="l">
              <a:defRPr sz="1350" b="0">
                <a:solidFill>
                  <a:srgbClr val="B9BEC6"/>
                </a:solidFill>
                <a:latin typeface="Arial"/>
                <a:ea typeface="Arial"/>
                <a:cs typeface="Arial"/>
              </a:defRPr>
            </a:lvl6pPr>
            <a:lvl7pPr algn="l">
              <a:defRPr sz="1350" b="0">
                <a:solidFill>
                  <a:srgbClr val="B9BEC6"/>
                </a:solidFill>
                <a:latin typeface="Arial"/>
                <a:ea typeface="Arial"/>
                <a:cs typeface="Arial"/>
              </a:defRPr>
            </a:lvl7pPr>
            <a:lvl8pPr algn="l">
              <a:defRPr sz="1350" b="0">
                <a:solidFill>
                  <a:srgbClr val="B9BEC6"/>
                </a:solidFill>
                <a:latin typeface="Arial"/>
                <a:ea typeface="Arial"/>
                <a:cs typeface="Arial"/>
              </a:defRPr>
            </a:lvl8pPr>
            <a:lvl9pPr algn="l">
              <a:defRPr sz="1350" b="0">
                <a:solidFill>
                  <a:srgbClr val="B9BEC6"/>
                </a:solidFill>
                <a:latin typeface="Arial"/>
                <a:ea typeface="Arial"/>
                <a:cs typeface="Arial"/>
              </a:defRPr>
            </a:lvl9pPr>
          </a:lstStyle>
          <a:p xmlns:a="http://schemas.openxmlformats.org/drawingml/2006/main">
            <a:pPr algn="l">
              <a:defRPr sz="1350" b="0">
                <a:solidFill>
                  <a:srgbClr val="B9BEC6"/>
                </a:solidFill>
                <a:latin typeface="Arial"/>
                <a:ea typeface="Arial"/>
                <a:cs typeface="Arial"/>
              </a:defRPr>
            </a:pPr>
            <a:r>
              <a:rPr sz="1350" b="0">
                <a:solidFill>
                  <a:srgbClr val="B9BEC6"/>
                </a:solidFill>
                <a:latin typeface="Arial"/>
                <a:ea typeface="Arial"/>
                <a:cs typeface="Arial"/>
              </a:rPr>
              <a:t>A2</a:t>
            </a:r>
          </a:p>
        </p:txBody>
      </p:sp>
      <p:sp>
        <p:nvSpPr>
          <p:cNvPr id="9" name="text-67">
            <a:extLst xmlns:a="http://schemas.openxmlformats.org/drawingml/2006/main">
              <a:ext uri="{FF2B5EF4-FFF2-40B4-BE49-F238E27FC236}">
                <a16:creationId xmlns:a16="http://schemas.microsoft.com/office/drawing/2014/main" id="{6BB7835C-8FDE-46F9-8482-072B18D19F64}"/>
              </a:ext>
            </a:extLst>
          </p:cNvPr>
          <p:cNvSpPr>
            <a:spLocks xmlns:a="http://schemas.openxmlformats.org/drawingml/2006/main" noGrp="1"/>
          </p:cNvSpPr>
          <p:nvPr/>
        </p:nvSpPr>
        <p:spPr>
          <a:xfrm xmlns:a="http://schemas.openxmlformats.org/drawingml/2006/main">
            <a:off x="1314450" y="4286250"/>
            <a:ext cx="457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231F20"/>
                </a:solidFill>
                <a:latin typeface="Arial"/>
                <a:ea typeface="Arial"/>
                <a:cs typeface="Arial"/>
              </a:defRPr>
            </a:defPPr>
            <a:lvl1pPr algn="l">
              <a:defRPr sz="1350" b="0">
                <a:solidFill>
                  <a:srgbClr val="231F20"/>
                </a:solidFill>
                <a:latin typeface="Arial"/>
                <a:ea typeface="Arial"/>
                <a:cs typeface="Arial"/>
              </a:defRPr>
            </a:lvl1pPr>
            <a:lvl2pPr algn="l">
              <a:defRPr sz="1350" b="0">
                <a:solidFill>
                  <a:srgbClr val="231F20"/>
                </a:solidFill>
                <a:latin typeface="Arial"/>
                <a:ea typeface="Arial"/>
                <a:cs typeface="Arial"/>
              </a:defRPr>
            </a:lvl2pPr>
            <a:lvl3pPr algn="l">
              <a:defRPr sz="1350" b="0">
                <a:solidFill>
                  <a:srgbClr val="231F20"/>
                </a:solidFill>
                <a:latin typeface="Arial"/>
                <a:ea typeface="Arial"/>
                <a:cs typeface="Arial"/>
              </a:defRPr>
            </a:lvl3pPr>
            <a:lvl4pPr algn="l">
              <a:defRPr sz="1350" b="0">
                <a:solidFill>
                  <a:srgbClr val="231F20"/>
                </a:solidFill>
                <a:latin typeface="Arial"/>
                <a:ea typeface="Arial"/>
                <a:cs typeface="Arial"/>
              </a:defRPr>
            </a:lvl4pPr>
            <a:lvl5pPr algn="l">
              <a:defRPr sz="1350" b="0">
                <a:solidFill>
                  <a:srgbClr val="231F20"/>
                </a:solidFill>
                <a:latin typeface="Arial"/>
                <a:ea typeface="Arial"/>
                <a:cs typeface="Arial"/>
              </a:defRPr>
            </a:lvl5pPr>
            <a:lvl6pPr algn="l">
              <a:defRPr sz="1350" b="0">
                <a:solidFill>
                  <a:srgbClr val="231F20"/>
                </a:solidFill>
                <a:latin typeface="Arial"/>
                <a:ea typeface="Arial"/>
                <a:cs typeface="Arial"/>
              </a:defRPr>
            </a:lvl6pPr>
            <a:lvl7pPr algn="l">
              <a:defRPr sz="1350" b="0">
                <a:solidFill>
                  <a:srgbClr val="231F20"/>
                </a:solidFill>
                <a:latin typeface="Arial"/>
                <a:ea typeface="Arial"/>
                <a:cs typeface="Arial"/>
              </a:defRPr>
            </a:lvl7pPr>
            <a:lvl8pPr algn="l">
              <a:defRPr sz="1350" b="0">
                <a:solidFill>
                  <a:srgbClr val="231F20"/>
                </a:solidFill>
                <a:latin typeface="Arial"/>
                <a:ea typeface="Arial"/>
                <a:cs typeface="Arial"/>
              </a:defRPr>
            </a:lvl8pPr>
            <a:lvl9pPr algn="l">
              <a:defRPr sz="1350" b="0">
                <a:solidFill>
                  <a:srgbClr val="231F20"/>
                </a:solidFill>
                <a:latin typeface="Arial"/>
                <a:ea typeface="Arial"/>
                <a:cs typeface="Arial"/>
              </a:defRPr>
            </a:lvl9pPr>
          </a:lstStyle>
          <a:p xmlns:a="http://schemas.openxmlformats.org/drawingml/2006/main">
            <a:pPr algn="l">
              <a:defRPr sz="1350" b="0">
                <a:solidFill>
                  <a:srgbClr val="231F20"/>
                </a:solidFill>
                <a:latin typeface="Arial"/>
                <a:ea typeface="Arial"/>
                <a:cs typeface="Arial"/>
              </a:defRPr>
            </a:pPr>
            <a:r>
              <a:rPr sz="1350" b="0">
                <a:solidFill>
                  <a:srgbClr val="231F20"/>
                </a:solidFill>
                <a:latin typeface="Arial"/>
                <a:ea typeface="Arial"/>
                <a:cs typeface="Arial"/>
              </a:rPr>
              <a:t>A3</a:t>
            </a:r>
          </a:p>
        </p:txBody>
      </p:sp>
      <p:sp>
        <p:nvSpPr>
          <p:cNvPr id="10" name="text-68">
            <a:extLst xmlns:a="http://schemas.openxmlformats.org/drawingml/2006/main">
              <a:ext uri="{FF2B5EF4-FFF2-40B4-BE49-F238E27FC236}">
                <a16:creationId xmlns:a16="http://schemas.microsoft.com/office/drawing/2014/main" id="{1EFA8E67-BCF6-4903-8D58-91C18B198536}"/>
              </a:ext>
            </a:extLst>
          </p:cNvPr>
          <p:cNvSpPr>
            <a:spLocks xmlns:a="http://schemas.openxmlformats.org/drawingml/2006/main" noGrp="1"/>
          </p:cNvSpPr>
          <p:nvPr/>
        </p:nvSpPr>
        <p:spPr>
          <a:xfrm xmlns:a="http://schemas.openxmlformats.org/drawingml/2006/main">
            <a:off x="1314450" y="4705350"/>
            <a:ext cx="457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231F20"/>
                </a:solidFill>
                <a:latin typeface="Arial"/>
                <a:ea typeface="Arial"/>
                <a:cs typeface="Arial"/>
              </a:defRPr>
            </a:defPPr>
            <a:lvl1pPr algn="l">
              <a:defRPr sz="1350" b="0">
                <a:solidFill>
                  <a:srgbClr val="231F20"/>
                </a:solidFill>
                <a:latin typeface="Arial"/>
                <a:ea typeface="Arial"/>
                <a:cs typeface="Arial"/>
              </a:defRPr>
            </a:lvl1pPr>
            <a:lvl2pPr algn="l">
              <a:defRPr sz="1350" b="0">
                <a:solidFill>
                  <a:srgbClr val="231F20"/>
                </a:solidFill>
                <a:latin typeface="Arial"/>
                <a:ea typeface="Arial"/>
                <a:cs typeface="Arial"/>
              </a:defRPr>
            </a:lvl2pPr>
            <a:lvl3pPr algn="l">
              <a:defRPr sz="1350" b="0">
                <a:solidFill>
                  <a:srgbClr val="231F20"/>
                </a:solidFill>
                <a:latin typeface="Arial"/>
                <a:ea typeface="Arial"/>
                <a:cs typeface="Arial"/>
              </a:defRPr>
            </a:lvl3pPr>
            <a:lvl4pPr algn="l">
              <a:defRPr sz="1350" b="0">
                <a:solidFill>
                  <a:srgbClr val="231F20"/>
                </a:solidFill>
                <a:latin typeface="Arial"/>
                <a:ea typeface="Arial"/>
                <a:cs typeface="Arial"/>
              </a:defRPr>
            </a:lvl4pPr>
            <a:lvl5pPr algn="l">
              <a:defRPr sz="1350" b="0">
                <a:solidFill>
                  <a:srgbClr val="231F20"/>
                </a:solidFill>
                <a:latin typeface="Arial"/>
                <a:ea typeface="Arial"/>
                <a:cs typeface="Arial"/>
              </a:defRPr>
            </a:lvl5pPr>
            <a:lvl6pPr algn="l">
              <a:defRPr sz="1350" b="0">
                <a:solidFill>
                  <a:srgbClr val="231F20"/>
                </a:solidFill>
                <a:latin typeface="Arial"/>
                <a:ea typeface="Arial"/>
                <a:cs typeface="Arial"/>
              </a:defRPr>
            </a:lvl6pPr>
            <a:lvl7pPr algn="l">
              <a:defRPr sz="1350" b="0">
                <a:solidFill>
                  <a:srgbClr val="231F20"/>
                </a:solidFill>
                <a:latin typeface="Arial"/>
                <a:ea typeface="Arial"/>
                <a:cs typeface="Arial"/>
              </a:defRPr>
            </a:lvl7pPr>
            <a:lvl8pPr algn="l">
              <a:defRPr sz="1350" b="0">
                <a:solidFill>
                  <a:srgbClr val="231F20"/>
                </a:solidFill>
                <a:latin typeface="Arial"/>
                <a:ea typeface="Arial"/>
                <a:cs typeface="Arial"/>
              </a:defRPr>
            </a:lvl8pPr>
            <a:lvl9pPr algn="l">
              <a:defRPr sz="1350" b="0">
                <a:solidFill>
                  <a:srgbClr val="231F20"/>
                </a:solidFill>
                <a:latin typeface="Arial"/>
                <a:ea typeface="Arial"/>
                <a:cs typeface="Arial"/>
              </a:defRPr>
            </a:lvl9pPr>
          </a:lstStyle>
          <a:p xmlns:a="http://schemas.openxmlformats.org/drawingml/2006/main">
            <a:pPr algn="l">
              <a:defRPr sz="1350" b="0">
                <a:solidFill>
                  <a:srgbClr val="231F20"/>
                </a:solidFill>
                <a:latin typeface="Arial"/>
                <a:ea typeface="Arial"/>
                <a:cs typeface="Arial"/>
              </a:defRPr>
            </a:pPr>
            <a:r>
              <a:rPr sz="1350" b="0">
                <a:solidFill>
                  <a:srgbClr val="231F20"/>
                </a:solidFill>
                <a:latin typeface="Arial"/>
                <a:ea typeface="Arial"/>
                <a:cs typeface="Arial"/>
              </a:rPr>
              <a:t>WD3</a:t>
            </a:r>
          </a:p>
        </p:txBody>
      </p:sp>
      <p:sp>
        <p:nvSpPr>
          <p:cNvPr id="11" name="text-69">
            <a:extLst xmlns:a="http://schemas.openxmlformats.org/drawingml/2006/main">
              <a:ext uri="{FF2B5EF4-FFF2-40B4-BE49-F238E27FC236}">
                <a16:creationId xmlns:a16="http://schemas.microsoft.com/office/drawing/2014/main" id="{3CCA2201-DB13-4F0B-95A4-B801BE8D9EE0}"/>
              </a:ext>
            </a:extLst>
          </p:cNvPr>
          <p:cNvSpPr>
            <a:spLocks xmlns:a="http://schemas.openxmlformats.org/drawingml/2006/main" noGrp="1"/>
          </p:cNvSpPr>
          <p:nvPr/>
        </p:nvSpPr>
        <p:spPr>
          <a:xfrm xmlns:a="http://schemas.openxmlformats.org/drawingml/2006/main">
            <a:off x="2400300" y="3143250"/>
            <a:ext cx="457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231F20"/>
                </a:solidFill>
                <a:latin typeface="Arial"/>
                <a:ea typeface="Arial"/>
                <a:cs typeface="Arial"/>
              </a:defRPr>
            </a:defPPr>
            <a:lvl1pPr algn="l">
              <a:defRPr sz="1350" b="0">
                <a:solidFill>
                  <a:srgbClr val="231F20"/>
                </a:solidFill>
                <a:latin typeface="Arial"/>
                <a:ea typeface="Arial"/>
                <a:cs typeface="Arial"/>
              </a:defRPr>
            </a:lvl1pPr>
            <a:lvl2pPr algn="l">
              <a:defRPr sz="1350" b="0">
                <a:solidFill>
                  <a:srgbClr val="231F20"/>
                </a:solidFill>
                <a:latin typeface="Arial"/>
                <a:ea typeface="Arial"/>
                <a:cs typeface="Arial"/>
              </a:defRPr>
            </a:lvl2pPr>
            <a:lvl3pPr algn="l">
              <a:defRPr sz="1350" b="0">
                <a:solidFill>
                  <a:srgbClr val="231F20"/>
                </a:solidFill>
                <a:latin typeface="Arial"/>
                <a:ea typeface="Arial"/>
                <a:cs typeface="Arial"/>
              </a:defRPr>
            </a:lvl3pPr>
            <a:lvl4pPr algn="l">
              <a:defRPr sz="1350" b="0">
                <a:solidFill>
                  <a:srgbClr val="231F20"/>
                </a:solidFill>
                <a:latin typeface="Arial"/>
                <a:ea typeface="Arial"/>
                <a:cs typeface="Arial"/>
              </a:defRPr>
            </a:lvl4pPr>
            <a:lvl5pPr algn="l">
              <a:defRPr sz="1350" b="0">
                <a:solidFill>
                  <a:srgbClr val="231F20"/>
                </a:solidFill>
                <a:latin typeface="Arial"/>
                <a:ea typeface="Arial"/>
                <a:cs typeface="Arial"/>
              </a:defRPr>
            </a:lvl5pPr>
            <a:lvl6pPr algn="l">
              <a:defRPr sz="1350" b="0">
                <a:solidFill>
                  <a:srgbClr val="231F20"/>
                </a:solidFill>
                <a:latin typeface="Arial"/>
                <a:ea typeface="Arial"/>
                <a:cs typeface="Arial"/>
              </a:defRPr>
            </a:lvl6pPr>
            <a:lvl7pPr algn="l">
              <a:defRPr sz="1350" b="0">
                <a:solidFill>
                  <a:srgbClr val="231F20"/>
                </a:solidFill>
                <a:latin typeface="Arial"/>
                <a:ea typeface="Arial"/>
                <a:cs typeface="Arial"/>
              </a:defRPr>
            </a:lvl7pPr>
            <a:lvl8pPr algn="l">
              <a:defRPr sz="1350" b="0">
                <a:solidFill>
                  <a:srgbClr val="231F20"/>
                </a:solidFill>
                <a:latin typeface="Arial"/>
                <a:ea typeface="Arial"/>
                <a:cs typeface="Arial"/>
              </a:defRPr>
            </a:lvl8pPr>
            <a:lvl9pPr algn="l">
              <a:defRPr sz="1350" b="0">
                <a:solidFill>
                  <a:srgbClr val="231F20"/>
                </a:solidFill>
                <a:latin typeface="Arial"/>
                <a:ea typeface="Arial"/>
                <a:cs typeface="Arial"/>
              </a:defRPr>
            </a:lvl9pPr>
          </a:lstStyle>
          <a:p xmlns:a="http://schemas.openxmlformats.org/drawingml/2006/main">
            <a:pPr algn="l">
              <a:defRPr sz="1350" b="0">
                <a:solidFill>
                  <a:srgbClr val="231F20"/>
                </a:solidFill>
                <a:latin typeface="Arial"/>
                <a:ea typeface="Arial"/>
                <a:cs typeface="Arial"/>
              </a:defRPr>
            </a:pPr>
            <a:r>
              <a:rPr sz="1350" b="0">
                <a:solidFill>
                  <a:srgbClr val="231F20"/>
                </a:solidFill>
                <a:latin typeface="Arial"/>
                <a:ea typeface="Arial"/>
                <a:cs typeface="Arial"/>
              </a:rPr>
              <a:t>RD1</a:t>
            </a:r>
          </a:p>
        </p:txBody>
      </p:sp>
      <p:sp>
        <p:nvSpPr>
          <p:cNvPr id="12" name="text-70">
            <a:extLst xmlns:a="http://schemas.openxmlformats.org/drawingml/2006/main">
              <a:ext uri="{FF2B5EF4-FFF2-40B4-BE49-F238E27FC236}">
                <a16:creationId xmlns:a16="http://schemas.microsoft.com/office/drawing/2014/main" id="{8B23F694-BB18-4A14-B8FE-19B381D02515}"/>
              </a:ext>
            </a:extLst>
          </p:cNvPr>
          <p:cNvSpPr>
            <a:spLocks xmlns:a="http://schemas.openxmlformats.org/drawingml/2006/main" noGrp="1"/>
          </p:cNvSpPr>
          <p:nvPr/>
        </p:nvSpPr>
        <p:spPr>
          <a:xfrm xmlns:a="http://schemas.openxmlformats.org/drawingml/2006/main">
            <a:off x="2400300" y="3848100"/>
            <a:ext cx="457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B9BEC6"/>
                </a:solidFill>
                <a:latin typeface="Arial"/>
                <a:ea typeface="Arial"/>
                <a:cs typeface="Arial"/>
              </a:defRPr>
            </a:defPPr>
            <a:lvl1pPr algn="l">
              <a:defRPr sz="1350" b="0">
                <a:solidFill>
                  <a:srgbClr val="B9BEC6"/>
                </a:solidFill>
                <a:latin typeface="Arial"/>
                <a:ea typeface="Arial"/>
                <a:cs typeface="Arial"/>
              </a:defRPr>
            </a:lvl1pPr>
            <a:lvl2pPr algn="l">
              <a:defRPr sz="1350" b="0">
                <a:solidFill>
                  <a:srgbClr val="B9BEC6"/>
                </a:solidFill>
                <a:latin typeface="Arial"/>
                <a:ea typeface="Arial"/>
                <a:cs typeface="Arial"/>
              </a:defRPr>
            </a:lvl2pPr>
            <a:lvl3pPr algn="l">
              <a:defRPr sz="1350" b="0">
                <a:solidFill>
                  <a:srgbClr val="B9BEC6"/>
                </a:solidFill>
                <a:latin typeface="Arial"/>
                <a:ea typeface="Arial"/>
                <a:cs typeface="Arial"/>
              </a:defRPr>
            </a:lvl3pPr>
            <a:lvl4pPr algn="l">
              <a:defRPr sz="1350" b="0">
                <a:solidFill>
                  <a:srgbClr val="B9BEC6"/>
                </a:solidFill>
                <a:latin typeface="Arial"/>
                <a:ea typeface="Arial"/>
                <a:cs typeface="Arial"/>
              </a:defRPr>
            </a:lvl4pPr>
            <a:lvl5pPr algn="l">
              <a:defRPr sz="1350" b="0">
                <a:solidFill>
                  <a:srgbClr val="B9BEC6"/>
                </a:solidFill>
                <a:latin typeface="Arial"/>
                <a:ea typeface="Arial"/>
                <a:cs typeface="Arial"/>
              </a:defRPr>
            </a:lvl5pPr>
            <a:lvl6pPr algn="l">
              <a:defRPr sz="1350" b="0">
                <a:solidFill>
                  <a:srgbClr val="B9BEC6"/>
                </a:solidFill>
                <a:latin typeface="Arial"/>
                <a:ea typeface="Arial"/>
                <a:cs typeface="Arial"/>
              </a:defRPr>
            </a:lvl6pPr>
            <a:lvl7pPr algn="l">
              <a:defRPr sz="1350" b="0">
                <a:solidFill>
                  <a:srgbClr val="B9BEC6"/>
                </a:solidFill>
                <a:latin typeface="Arial"/>
                <a:ea typeface="Arial"/>
                <a:cs typeface="Arial"/>
              </a:defRPr>
            </a:lvl7pPr>
            <a:lvl8pPr algn="l">
              <a:defRPr sz="1350" b="0">
                <a:solidFill>
                  <a:srgbClr val="B9BEC6"/>
                </a:solidFill>
                <a:latin typeface="Arial"/>
                <a:ea typeface="Arial"/>
                <a:cs typeface="Arial"/>
              </a:defRPr>
            </a:lvl8pPr>
            <a:lvl9pPr algn="l">
              <a:defRPr sz="1350" b="0">
                <a:solidFill>
                  <a:srgbClr val="B9BEC6"/>
                </a:solidFill>
                <a:latin typeface="Arial"/>
                <a:ea typeface="Arial"/>
                <a:cs typeface="Arial"/>
              </a:defRPr>
            </a:lvl9pPr>
          </a:lstStyle>
          <a:p xmlns:a="http://schemas.openxmlformats.org/drawingml/2006/main">
            <a:pPr algn="l">
              <a:defRPr sz="1350" b="0">
                <a:solidFill>
                  <a:srgbClr val="B9BEC6"/>
                </a:solidFill>
                <a:latin typeface="Arial"/>
                <a:ea typeface="Arial"/>
                <a:cs typeface="Arial"/>
              </a:defRPr>
            </a:pPr>
            <a:r>
              <a:rPr sz="1350" b="0">
                <a:solidFill>
                  <a:srgbClr val="B9BEC6"/>
                </a:solidFill>
                <a:latin typeface="Arial"/>
                <a:ea typeface="Arial"/>
                <a:cs typeface="Arial"/>
              </a:rPr>
              <a:t>RD2</a:t>
            </a:r>
          </a:p>
        </p:txBody>
      </p:sp>
      <p:sp>
        <p:nvSpPr>
          <p:cNvPr id="13" name="text-71">
            <a:extLst xmlns:a="http://schemas.openxmlformats.org/drawingml/2006/main">
              <a:ext uri="{FF2B5EF4-FFF2-40B4-BE49-F238E27FC236}">
                <a16:creationId xmlns:a16="http://schemas.microsoft.com/office/drawing/2014/main" id="{69465B8E-4FC1-441A-9299-459F2FED5D11}"/>
              </a:ext>
            </a:extLst>
          </p:cNvPr>
          <p:cNvSpPr>
            <a:spLocks xmlns:a="http://schemas.openxmlformats.org/drawingml/2006/main" noGrp="1"/>
          </p:cNvSpPr>
          <p:nvPr/>
        </p:nvSpPr>
        <p:spPr>
          <a:xfrm xmlns:a="http://schemas.openxmlformats.org/drawingml/2006/main">
            <a:off x="1219200" y="1885950"/>
            <a:ext cx="1676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1">
                <a:solidFill>
                  <a:srgbClr val="231F20"/>
                </a:solidFill>
                <a:latin typeface="Yu Gothic"/>
                <a:ea typeface="Yu Gothic"/>
                <a:cs typeface="Yu Gothic"/>
              </a:defRPr>
            </a:defPPr>
            <a:lvl1pPr algn="ctr">
              <a:defRPr sz="1875" b="1">
                <a:solidFill>
                  <a:srgbClr val="231F20"/>
                </a:solidFill>
                <a:latin typeface="Yu Gothic"/>
                <a:ea typeface="Yu Gothic"/>
                <a:cs typeface="Yu Gothic"/>
              </a:defRPr>
            </a:lvl1pPr>
            <a:lvl2pPr algn="ctr">
              <a:defRPr sz="1875" b="1">
                <a:solidFill>
                  <a:srgbClr val="231F20"/>
                </a:solidFill>
                <a:latin typeface="Yu Gothic"/>
                <a:ea typeface="Yu Gothic"/>
                <a:cs typeface="Yu Gothic"/>
              </a:defRPr>
            </a:lvl2pPr>
            <a:lvl3pPr algn="ctr">
              <a:defRPr sz="1875" b="1">
                <a:solidFill>
                  <a:srgbClr val="231F20"/>
                </a:solidFill>
                <a:latin typeface="Yu Gothic"/>
                <a:ea typeface="Yu Gothic"/>
                <a:cs typeface="Yu Gothic"/>
              </a:defRPr>
            </a:lvl3pPr>
            <a:lvl4pPr algn="ctr">
              <a:defRPr sz="1875" b="1">
                <a:solidFill>
                  <a:srgbClr val="231F20"/>
                </a:solidFill>
                <a:latin typeface="Yu Gothic"/>
                <a:ea typeface="Yu Gothic"/>
                <a:cs typeface="Yu Gothic"/>
              </a:defRPr>
            </a:lvl4pPr>
            <a:lvl5pPr algn="ctr">
              <a:defRPr sz="1875" b="1">
                <a:solidFill>
                  <a:srgbClr val="231F20"/>
                </a:solidFill>
                <a:latin typeface="Yu Gothic"/>
                <a:ea typeface="Yu Gothic"/>
                <a:cs typeface="Yu Gothic"/>
              </a:defRPr>
            </a:lvl5pPr>
            <a:lvl6pPr algn="ctr">
              <a:defRPr sz="1875" b="1">
                <a:solidFill>
                  <a:srgbClr val="231F20"/>
                </a:solidFill>
                <a:latin typeface="Yu Gothic"/>
                <a:ea typeface="Yu Gothic"/>
                <a:cs typeface="Yu Gothic"/>
              </a:defRPr>
            </a:lvl6pPr>
            <a:lvl7pPr algn="ctr">
              <a:defRPr sz="1875" b="1">
                <a:solidFill>
                  <a:srgbClr val="231F20"/>
                </a:solidFill>
                <a:latin typeface="Yu Gothic"/>
                <a:ea typeface="Yu Gothic"/>
                <a:cs typeface="Yu Gothic"/>
              </a:defRPr>
            </a:lvl7pPr>
            <a:lvl8pPr algn="ctr">
              <a:defRPr sz="1875" b="1">
                <a:solidFill>
                  <a:srgbClr val="231F20"/>
                </a:solidFill>
                <a:latin typeface="Yu Gothic"/>
                <a:ea typeface="Yu Gothic"/>
                <a:cs typeface="Yu Gothic"/>
              </a:defRPr>
            </a:lvl8pPr>
            <a:lvl9pPr algn="ctr">
              <a:defRPr sz="1875" b="1">
                <a:solidFill>
                  <a:srgbClr val="231F20"/>
                </a:solidFill>
                <a:latin typeface="Yu Gothic"/>
                <a:ea typeface="Yu Gothic"/>
                <a:cs typeface="Yu Gothic"/>
              </a:defRPr>
            </a:lvl9pPr>
          </a:lstStyle>
          <a:p xmlns:a="http://schemas.openxmlformats.org/drawingml/2006/main">
            <a:pPr algn="ctr">
              <a:defRPr sz="1875" b="1">
                <a:solidFill>
                  <a:srgbClr val="231F20"/>
                </a:solidFill>
                <a:latin typeface="Yu Gothic"/>
                <a:ea typeface="Yu Gothic"/>
                <a:cs typeface="Yu Gothic"/>
              </a:defRPr>
            </a:pPr>
            <a:r>
              <a:rPr sz="1875" b="1">
                <a:solidFill>
                  <a:srgbClr val="231F20"/>
                </a:solidFill>
                <a:latin typeface="Yu Gothic"/>
                <a:ea typeface="Yu Gothic"/>
                <a:cs typeface="Yu Gothic"/>
              </a:rPr>
              <a:t>レジスタ群</a:t>
            </a:r>
          </a:p>
        </p:txBody>
      </p:sp>
      <p:sp>
        <p:nvSpPr>
          <p:cNvPr id="14" name="circuit-72">
            <a:extLst xmlns:a="http://schemas.openxmlformats.org/drawingml/2006/main">
              <a:ext uri="{FF2B5EF4-FFF2-40B4-BE49-F238E27FC236}">
                <a16:creationId xmlns:a16="http://schemas.microsoft.com/office/drawing/2014/main" id="{0F3C918C-BAFD-4283-A8D4-B7590C6C0694}"/>
              </a:ext>
            </a:extLst>
          </p:cNvPr>
          <p:cNvSpPr>
            <a:spLocks xmlns:a="http://schemas.openxmlformats.org/drawingml/2006/main" noGrp="1"/>
          </p:cNvSpPr>
          <p:nvPr/>
        </p:nvSpPr>
        <p:spPr>
          <a:xfrm xmlns:a="http://schemas.openxmlformats.org/drawingml/2006/main">
            <a:off x="1552575" y="2838450"/>
            <a:ext cx="190500" cy="114300"/>
          </a:xfrm>
          <a:custGeom xmlns:a="http://schemas.openxmlformats.org/drawingml/2006/main">
            <a:pathLst>
              <a:path w="190500" h="114300">
                <a:moveTo>
                  <a:pt x="0" y="0"/>
                </a:moveTo>
                <a:lnTo>
                  <a:pt x="95250" y="114300"/>
                </a:lnTo>
                <a:lnTo>
                  <a:pt x="190500" y="0"/>
                </a:lnTo>
                <a:close/>
              </a:path>
            </a:pathLst>
          </a:custGeom>
          <a:noFill xmlns:a="http://schemas.openxmlformats.org/drawingml/2006/main"/>
          <a:ln xmlns:a="http://schemas.openxmlformats.org/drawingml/2006/main" w="20955">
            <a:solidFill>
              <a:srgbClr val="231F20"/>
            </a:solidFill>
          </a:ln>
        </p:spPr>
      </p:sp>
      <p:sp>
        <p:nvSpPr>
          <p:cNvPr id="15" name="wire-73">
            <a:extLst xmlns:a="http://schemas.openxmlformats.org/drawingml/2006/main">
              <a:ext uri="{FF2B5EF4-FFF2-40B4-BE49-F238E27FC236}">
                <a16:creationId xmlns:a16="http://schemas.microsoft.com/office/drawing/2014/main" id="{3914B336-F340-411B-9ED0-E0CD7A38F1D5}"/>
              </a:ext>
            </a:extLst>
          </p:cNvPr>
          <p:cNvSpPr>
            <a:spLocks xmlns:a="http://schemas.openxmlformats.org/drawingml/2006/main" noGrp="1"/>
          </p:cNvSpPr>
          <p:nvPr/>
        </p:nvSpPr>
        <p:spPr>
          <a:xfrm xmlns:a="http://schemas.openxmlformats.org/drawingml/2006/main">
            <a:off x="1647825" y="2609850"/>
            <a:ext cx="9525" cy="228600"/>
          </a:xfrm>
          <a:custGeom xmlns:a="http://schemas.openxmlformats.org/drawingml/2006/main">
            <a:pathLst>
              <a:path w="9525" h="228600">
                <a:moveTo>
                  <a:pt x="0" y="0"/>
                </a:moveTo>
                <a:lnTo>
                  <a:pt x="0" y="228600"/>
                </a:lnTo>
              </a:path>
            </a:pathLst>
          </a:custGeom>
          <a:noFill xmlns:a="http://schemas.openxmlformats.org/drawingml/2006/main"/>
          <a:ln xmlns:a="http://schemas.openxmlformats.org/drawingml/2006/main" w="12383">
            <a:solidFill>
              <a:srgbClr val="231F20"/>
            </a:solidFill>
          </a:ln>
        </p:spPr>
      </p:sp>
      <p:sp>
        <p:nvSpPr>
          <p:cNvPr id="16" name="text-74">
            <a:extLst xmlns:a="http://schemas.openxmlformats.org/drawingml/2006/main">
              <a:ext uri="{FF2B5EF4-FFF2-40B4-BE49-F238E27FC236}">
                <a16:creationId xmlns:a16="http://schemas.microsoft.com/office/drawing/2014/main" id="{C444710E-90E8-4777-AE7A-82AAD33A30FE}"/>
              </a:ext>
            </a:extLst>
          </p:cNvPr>
          <p:cNvSpPr>
            <a:spLocks xmlns:a="http://schemas.openxmlformats.org/drawingml/2006/main" noGrp="1"/>
          </p:cNvSpPr>
          <p:nvPr/>
        </p:nvSpPr>
        <p:spPr>
          <a:xfrm xmlns:a="http://schemas.openxmlformats.org/drawingml/2006/main">
            <a:off x="1409700" y="2343150"/>
            <a:ext cx="4953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425" b="0">
                <a:solidFill>
                  <a:srgbClr val="231F20"/>
                </a:solidFill>
                <a:latin typeface="Arial"/>
                <a:ea typeface="Arial"/>
                <a:cs typeface="Arial"/>
              </a:defRPr>
            </a:defPPr>
            <a:lvl1pPr algn="ctr">
              <a:defRPr sz="1425" b="0">
                <a:solidFill>
                  <a:srgbClr val="231F20"/>
                </a:solidFill>
                <a:latin typeface="Arial"/>
                <a:ea typeface="Arial"/>
                <a:cs typeface="Arial"/>
              </a:defRPr>
            </a:lvl1pPr>
            <a:lvl2pPr algn="ctr">
              <a:defRPr sz="1425" b="0">
                <a:solidFill>
                  <a:srgbClr val="231F20"/>
                </a:solidFill>
                <a:latin typeface="Arial"/>
                <a:ea typeface="Arial"/>
                <a:cs typeface="Arial"/>
              </a:defRPr>
            </a:lvl2pPr>
            <a:lvl3pPr algn="ctr">
              <a:defRPr sz="1425" b="0">
                <a:solidFill>
                  <a:srgbClr val="231F20"/>
                </a:solidFill>
                <a:latin typeface="Arial"/>
                <a:ea typeface="Arial"/>
                <a:cs typeface="Arial"/>
              </a:defRPr>
            </a:lvl3pPr>
            <a:lvl4pPr algn="ctr">
              <a:defRPr sz="1425" b="0">
                <a:solidFill>
                  <a:srgbClr val="231F20"/>
                </a:solidFill>
                <a:latin typeface="Arial"/>
                <a:ea typeface="Arial"/>
                <a:cs typeface="Arial"/>
              </a:defRPr>
            </a:lvl4pPr>
            <a:lvl5pPr algn="ctr">
              <a:defRPr sz="1425" b="0">
                <a:solidFill>
                  <a:srgbClr val="231F20"/>
                </a:solidFill>
                <a:latin typeface="Arial"/>
                <a:ea typeface="Arial"/>
                <a:cs typeface="Arial"/>
              </a:defRPr>
            </a:lvl5pPr>
            <a:lvl6pPr algn="ctr">
              <a:defRPr sz="1425" b="0">
                <a:solidFill>
                  <a:srgbClr val="231F20"/>
                </a:solidFill>
                <a:latin typeface="Arial"/>
                <a:ea typeface="Arial"/>
                <a:cs typeface="Arial"/>
              </a:defRPr>
            </a:lvl6pPr>
            <a:lvl7pPr algn="ctr">
              <a:defRPr sz="1425" b="0">
                <a:solidFill>
                  <a:srgbClr val="231F20"/>
                </a:solidFill>
                <a:latin typeface="Arial"/>
                <a:ea typeface="Arial"/>
                <a:cs typeface="Arial"/>
              </a:defRPr>
            </a:lvl7pPr>
            <a:lvl8pPr algn="ctr">
              <a:defRPr sz="1425" b="0">
                <a:solidFill>
                  <a:srgbClr val="231F20"/>
                </a:solidFill>
                <a:latin typeface="Arial"/>
                <a:ea typeface="Arial"/>
                <a:cs typeface="Arial"/>
              </a:defRPr>
            </a:lvl8pPr>
            <a:lvl9pPr algn="ctr">
              <a:defRPr sz="1425" b="0">
                <a:solidFill>
                  <a:srgbClr val="231F20"/>
                </a:solidFill>
                <a:latin typeface="Arial"/>
                <a:ea typeface="Arial"/>
                <a:cs typeface="Arial"/>
              </a:defRPr>
            </a:lvl9pPr>
          </a:lstStyle>
          <a:p xmlns:a="http://schemas.openxmlformats.org/drawingml/2006/main">
            <a:pPr algn="ctr">
              <a:defRPr sz="1425" b="0">
                <a:solidFill>
                  <a:srgbClr val="231F20"/>
                </a:solidFill>
                <a:latin typeface="Arial"/>
                <a:ea typeface="Arial"/>
                <a:cs typeface="Arial"/>
              </a:defRPr>
            </a:pPr>
            <a:r>
              <a:rPr sz="1425" b="0">
                <a:solidFill>
                  <a:srgbClr val="231F20"/>
                </a:solidFill>
                <a:latin typeface="Arial"/>
                <a:ea typeface="Arial"/>
                <a:cs typeface="Arial"/>
              </a:rPr>
              <a:t>clk</a:t>
            </a:r>
          </a:p>
        </p:txBody>
      </p:sp>
      <p:sp>
        <p:nvSpPr>
          <p:cNvPr id="17" name="text-75">
            <a:extLst xmlns:a="http://schemas.openxmlformats.org/drawingml/2006/main">
              <a:ext uri="{FF2B5EF4-FFF2-40B4-BE49-F238E27FC236}">
                <a16:creationId xmlns:a16="http://schemas.microsoft.com/office/drawing/2014/main" id="{C3178D0D-AD8B-4DD1-BE17-5C7F575CC25B}"/>
              </a:ext>
            </a:extLst>
          </p:cNvPr>
          <p:cNvSpPr>
            <a:spLocks xmlns:a="http://schemas.openxmlformats.org/drawingml/2006/main" noGrp="1"/>
          </p:cNvSpPr>
          <p:nvPr/>
        </p:nvSpPr>
        <p:spPr>
          <a:xfrm xmlns:a="http://schemas.openxmlformats.org/drawingml/2006/main">
            <a:off x="2228850" y="2857500"/>
            <a:ext cx="5238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1572C3"/>
                </a:solidFill>
                <a:latin typeface="Arial"/>
                <a:ea typeface="Arial"/>
                <a:cs typeface="Arial"/>
              </a:defRPr>
            </a:defPPr>
            <a:lvl1pPr algn="l">
              <a:defRPr sz="1350" b="0">
                <a:solidFill>
                  <a:srgbClr val="1572C3"/>
                </a:solidFill>
                <a:latin typeface="Arial"/>
                <a:ea typeface="Arial"/>
                <a:cs typeface="Arial"/>
              </a:defRPr>
            </a:lvl1pPr>
            <a:lvl2pPr algn="l">
              <a:defRPr sz="1350" b="0">
                <a:solidFill>
                  <a:srgbClr val="1572C3"/>
                </a:solidFill>
                <a:latin typeface="Arial"/>
                <a:ea typeface="Arial"/>
                <a:cs typeface="Arial"/>
              </a:defRPr>
            </a:lvl2pPr>
            <a:lvl3pPr algn="l">
              <a:defRPr sz="1350" b="0">
                <a:solidFill>
                  <a:srgbClr val="1572C3"/>
                </a:solidFill>
                <a:latin typeface="Arial"/>
                <a:ea typeface="Arial"/>
                <a:cs typeface="Arial"/>
              </a:defRPr>
            </a:lvl3pPr>
            <a:lvl4pPr algn="l">
              <a:defRPr sz="1350" b="0">
                <a:solidFill>
                  <a:srgbClr val="1572C3"/>
                </a:solidFill>
                <a:latin typeface="Arial"/>
                <a:ea typeface="Arial"/>
                <a:cs typeface="Arial"/>
              </a:defRPr>
            </a:lvl4pPr>
            <a:lvl5pPr algn="l">
              <a:defRPr sz="1350" b="0">
                <a:solidFill>
                  <a:srgbClr val="1572C3"/>
                </a:solidFill>
                <a:latin typeface="Arial"/>
                <a:ea typeface="Arial"/>
                <a:cs typeface="Arial"/>
              </a:defRPr>
            </a:lvl5pPr>
            <a:lvl6pPr algn="l">
              <a:defRPr sz="1350" b="0">
                <a:solidFill>
                  <a:srgbClr val="1572C3"/>
                </a:solidFill>
                <a:latin typeface="Arial"/>
                <a:ea typeface="Arial"/>
                <a:cs typeface="Arial"/>
              </a:defRPr>
            </a:lvl6pPr>
            <a:lvl7pPr algn="l">
              <a:defRPr sz="1350" b="0">
                <a:solidFill>
                  <a:srgbClr val="1572C3"/>
                </a:solidFill>
                <a:latin typeface="Arial"/>
                <a:ea typeface="Arial"/>
                <a:cs typeface="Arial"/>
              </a:defRPr>
            </a:lvl7pPr>
            <a:lvl8pPr algn="l">
              <a:defRPr sz="1350" b="0">
                <a:solidFill>
                  <a:srgbClr val="1572C3"/>
                </a:solidFill>
                <a:latin typeface="Arial"/>
                <a:ea typeface="Arial"/>
                <a:cs typeface="Arial"/>
              </a:defRPr>
            </a:lvl8pPr>
            <a:lvl9pPr algn="l">
              <a:defRPr sz="1350" b="0">
                <a:solidFill>
                  <a:srgbClr val="1572C3"/>
                </a:solidFill>
                <a:latin typeface="Arial"/>
                <a:ea typeface="Arial"/>
                <a:cs typeface="Arial"/>
              </a:defRPr>
            </a:lvl9pPr>
          </a:lstStyle>
          <a:p xmlns:a="http://schemas.openxmlformats.org/drawingml/2006/main">
            <a:pPr algn="l">
              <a:defRPr sz="1350" b="0">
                <a:solidFill>
                  <a:srgbClr val="1572C3"/>
                </a:solidFill>
                <a:latin typeface="Arial"/>
                <a:ea typeface="Arial"/>
                <a:cs typeface="Arial"/>
              </a:defRPr>
            </a:pPr>
            <a:r>
              <a:rPr sz="1350" b="0">
                <a:solidFill>
                  <a:srgbClr val="1572C3"/>
                </a:solidFill>
                <a:latin typeface="Arial"/>
                <a:ea typeface="Arial"/>
                <a:cs typeface="Arial"/>
              </a:rPr>
              <a:t>WE3</a:t>
            </a:r>
          </a:p>
        </p:txBody>
      </p:sp>
      <p:sp>
        <p:nvSpPr>
          <p:cNvPr id="18" name="text-76">
            <a:extLst xmlns:a="http://schemas.openxmlformats.org/drawingml/2006/main">
              <a:ext uri="{FF2B5EF4-FFF2-40B4-BE49-F238E27FC236}">
                <a16:creationId xmlns:a16="http://schemas.microsoft.com/office/drawing/2014/main" id="{AA4700C7-4D9C-4856-A097-476C268ACFDA}"/>
              </a:ext>
            </a:extLst>
          </p:cNvPr>
          <p:cNvSpPr>
            <a:spLocks xmlns:a="http://schemas.openxmlformats.org/drawingml/2006/main" noGrp="1"/>
          </p:cNvSpPr>
          <p:nvPr/>
        </p:nvSpPr>
        <p:spPr>
          <a:xfrm xmlns:a="http://schemas.openxmlformats.org/drawingml/2006/main">
            <a:off x="2305050" y="2362200"/>
            <a:ext cx="3905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00" b="1">
                <a:solidFill>
                  <a:srgbClr val="1572C3"/>
                </a:solidFill>
                <a:latin typeface="Arial"/>
                <a:ea typeface="Arial"/>
                <a:cs typeface="Arial"/>
              </a:defRPr>
            </a:defPPr>
            <a:lvl1pPr algn="ctr">
              <a:defRPr sz="1500" b="1">
                <a:solidFill>
                  <a:srgbClr val="1572C3"/>
                </a:solidFill>
                <a:latin typeface="Arial"/>
                <a:ea typeface="Arial"/>
                <a:cs typeface="Arial"/>
              </a:defRPr>
            </a:lvl1pPr>
            <a:lvl2pPr algn="ctr">
              <a:defRPr sz="1500" b="1">
                <a:solidFill>
                  <a:srgbClr val="1572C3"/>
                </a:solidFill>
                <a:latin typeface="Arial"/>
                <a:ea typeface="Arial"/>
                <a:cs typeface="Arial"/>
              </a:defRPr>
            </a:lvl2pPr>
            <a:lvl3pPr algn="ctr">
              <a:defRPr sz="1500" b="1">
                <a:solidFill>
                  <a:srgbClr val="1572C3"/>
                </a:solidFill>
                <a:latin typeface="Arial"/>
                <a:ea typeface="Arial"/>
                <a:cs typeface="Arial"/>
              </a:defRPr>
            </a:lvl3pPr>
            <a:lvl4pPr algn="ctr">
              <a:defRPr sz="1500" b="1">
                <a:solidFill>
                  <a:srgbClr val="1572C3"/>
                </a:solidFill>
                <a:latin typeface="Arial"/>
                <a:ea typeface="Arial"/>
                <a:cs typeface="Arial"/>
              </a:defRPr>
            </a:lvl4pPr>
            <a:lvl5pPr algn="ctr">
              <a:defRPr sz="1500" b="1">
                <a:solidFill>
                  <a:srgbClr val="1572C3"/>
                </a:solidFill>
                <a:latin typeface="Arial"/>
                <a:ea typeface="Arial"/>
                <a:cs typeface="Arial"/>
              </a:defRPr>
            </a:lvl5pPr>
            <a:lvl6pPr algn="ctr">
              <a:defRPr sz="1500" b="1">
                <a:solidFill>
                  <a:srgbClr val="1572C3"/>
                </a:solidFill>
                <a:latin typeface="Arial"/>
                <a:ea typeface="Arial"/>
                <a:cs typeface="Arial"/>
              </a:defRPr>
            </a:lvl6pPr>
            <a:lvl7pPr algn="ctr">
              <a:defRPr sz="1500" b="1">
                <a:solidFill>
                  <a:srgbClr val="1572C3"/>
                </a:solidFill>
                <a:latin typeface="Arial"/>
                <a:ea typeface="Arial"/>
                <a:cs typeface="Arial"/>
              </a:defRPr>
            </a:lvl7pPr>
            <a:lvl8pPr algn="ctr">
              <a:defRPr sz="1500" b="1">
                <a:solidFill>
                  <a:srgbClr val="1572C3"/>
                </a:solidFill>
                <a:latin typeface="Arial"/>
                <a:ea typeface="Arial"/>
                <a:cs typeface="Arial"/>
              </a:defRPr>
            </a:lvl8pPr>
            <a:lvl9pPr algn="ctr">
              <a:defRPr sz="1500" b="1">
                <a:solidFill>
                  <a:srgbClr val="1572C3"/>
                </a:solidFill>
                <a:latin typeface="Arial"/>
                <a:ea typeface="Arial"/>
                <a:cs typeface="Arial"/>
              </a:defRPr>
            </a:lvl9pPr>
          </a:lstStyle>
          <a:p xmlns:a="http://schemas.openxmlformats.org/drawingml/2006/main">
            <a:pPr algn="ctr">
              <a:defRPr sz="1500" b="1">
                <a:solidFill>
                  <a:srgbClr val="1572C3"/>
                </a:solidFill>
                <a:latin typeface="Arial"/>
                <a:ea typeface="Arial"/>
                <a:cs typeface="Arial"/>
              </a:defRPr>
            </a:pPr>
            <a:r>
              <a:rPr sz="1500" b="1">
                <a:solidFill>
                  <a:srgbClr val="1572C3"/>
                </a:solidFill>
                <a:latin typeface="Arial"/>
                <a:ea typeface="Arial"/>
                <a:cs typeface="Arial"/>
              </a:rPr>
              <a:t>1</a:t>
            </a:r>
          </a:p>
        </p:txBody>
      </p:sp>
      <p:sp>
        <p:nvSpPr>
          <p:cNvPr id="19" name="wire-77">
            <a:extLst xmlns:a="http://schemas.openxmlformats.org/drawingml/2006/main">
              <a:ext uri="{FF2B5EF4-FFF2-40B4-BE49-F238E27FC236}">
                <a16:creationId xmlns:a16="http://schemas.microsoft.com/office/drawing/2014/main" id="{4E34ED26-9E92-4FFD-83D2-1128962E5476}"/>
              </a:ext>
            </a:extLst>
          </p:cNvPr>
          <p:cNvSpPr>
            <a:spLocks xmlns:a="http://schemas.openxmlformats.org/drawingml/2006/main" noGrp="1"/>
          </p:cNvSpPr>
          <p:nvPr/>
        </p:nvSpPr>
        <p:spPr>
          <a:xfrm xmlns:a="http://schemas.openxmlformats.org/drawingml/2006/main">
            <a:off x="2486025" y="2619375"/>
            <a:ext cx="9525" cy="219075"/>
          </a:xfrm>
          <a:custGeom xmlns:a="http://schemas.openxmlformats.org/drawingml/2006/main">
            <a:pathLst>
              <a:path w="9525" h="219075">
                <a:moveTo>
                  <a:pt x="0" y="0"/>
                </a:moveTo>
                <a:lnTo>
                  <a:pt x="0" y="219075"/>
                </a:lnTo>
              </a:path>
            </a:pathLst>
          </a:custGeom>
          <a:noFill xmlns:a="http://schemas.openxmlformats.org/drawingml/2006/main"/>
          <a:ln xmlns:a="http://schemas.openxmlformats.org/drawingml/2006/main" w="12383">
            <a:solidFill>
              <a:srgbClr val="1572C3"/>
            </a:solidFill>
          </a:ln>
        </p:spPr>
      </p:sp>
      <p:sp>
        <p:nvSpPr>
          <p:cNvPr id="20" name="circuit-78">
            <a:extLst xmlns:a="http://schemas.openxmlformats.org/drawingml/2006/main">
              <a:ext uri="{FF2B5EF4-FFF2-40B4-BE49-F238E27FC236}">
                <a16:creationId xmlns:a16="http://schemas.microsoft.com/office/drawing/2014/main" id="{608880AB-525E-4C0F-9451-26773F6F0000}"/>
              </a:ext>
            </a:extLst>
          </p:cNvPr>
          <p:cNvSpPr>
            <a:spLocks xmlns:a="http://schemas.openxmlformats.org/drawingml/2006/main" noGrp="1"/>
          </p:cNvSpPr>
          <p:nvPr/>
        </p:nvSpPr>
        <p:spPr>
          <a:xfrm xmlns:a="http://schemas.openxmlformats.org/drawingml/2006/main">
            <a:off x="2454593" y="2762250"/>
            <a:ext cx="62865" cy="76200"/>
          </a:xfrm>
          <a:custGeom xmlns:a="http://schemas.openxmlformats.org/drawingml/2006/main">
            <a:pathLst>
              <a:path w="62865" h="76200">
                <a:moveTo>
                  <a:pt x="31433" y="76200"/>
                </a:moveTo>
                <a:lnTo>
                  <a:pt x="62865" y="0"/>
                </a:lnTo>
                <a:lnTo>
                  <a:pt x="0" y="0"/>
                </a:lnTo>
                <a:close/>
              </a:path>
            </a:pathLst>
          </a:custGeom>
          <a:solidFill xmlns:a="http://schemas.openxmlformats.org/drawingml/2006/main">
            <a:srgbClr val="1572C3"/>
          </a:solidFill>
          <a:ln xmlns:a="http://schemas.openxmlformats.org/drawingml/2006/main" w="9525">
            <a:solidFill>
              <a:srgbClr val="1572C3"/>
            </a:solidFill>
          </a:ln>
        </p:spPr>
      </p:sp>
      <p:sp>
        <p:nvSpPr>
          <p:cNvPr id="21" name="wire-79">
            <a:extLst xmlns:a="http://schemas.openxmlformats.org/drawingml/2006/main">
              <a:ext uri="{FF2B5EF4-FFF2-40B4-BE49-F238E27FC236}">
                <a16:creationId xmlns:a16="http://schemas.microsoft.com/office/drawing/2014/main" id="{4BE4189D-21B0-49E8-A6DF-A61E8F3B6C79}"/>
              </a:ext>
            </a:extLst>
          </p:cNvPr>
          <p:cNvSpPr>
            <a:spLocks xmlns:a="http://schemas.openxmlformats.org/drawingml/2006/main" noGrp="1"/>
          </p:cNvSpPr>
          <p:nvPr/>
        </p:nvSpPr>
        <p:spPr>
          <a:xfrm xmlns:a="http://schemas.openxmlformats.org/drawingml/2006/main">
            <a:off x="885825" y="3276600"/>
            <a:ext cx="333375" cy="9525"/>
          </a:xfrm>
          <a:custGeom xmlns:a="http://schemas.openxmlformats.org/drawingml/2006/main">
            <a:pathLst>
              <a:path w="333375" h="9525">
                <a:moveTo>
                  <a:pt x="0" y="0"/>
                </a:moveTo>
                <a:lnTo>
                  <a:pt x="333375" y="0"/>
                </a:lnTo>
              </a:path>
            </a:pathLst>
          </a:custGeom>
          <a:noFill xmlns:a="http://schemas.openxmlformats.org/drawingml/2006/main"/>
          <a:ln xmlns:a="http://schemas.openxmlformats.org/drawingml/2006/main" w="17145">
            <a:solidFill>
              <a:srgbClr val="231F20"/>
            </a:solidFill>
          </a:ln>
        </p:spPr>
      </p:sp>
      <p:sp>
        <p:nvSpPr>
          <p:cNvPr id="22" name="circuit-80">
            <a:extLst xmlns:a="http://schemas.openxmlformats.org/drawingml/2006/main">
              <a:ext uri="{FF2B5EF4-FFF2-40B4-BE49-F238E27FC236}">
                <a16:creationId xmlns:a16="http://schemas.microsoft.com/office/drawing/2014/main" id="{6EAD259E-6D2B-43F2-9E89-88F3793663B8}"/>
              </a:ext>
            </a:extLst>
          </p:cNvPr>
          <p:cNvSpPr>
            <a:spLocks xmlns:a="http://schemas.openxmlformats.org/drawingml/2006/main" noGrp="1"/>
          </p:cNvSpPr>
          <p:nvPr/>
        </p:nvSpPr>
        <p:spPr>
          <a:xfrm xmlns:a="http://schemas.openxmlformats.org/drawingml/2006/main">
            <a:off x="1143000" y="32451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23" name="text-81">
            <a:extLst xmlns:a="http://schemas.openxmlformats.org/drawingml/2006/main">
              <a:ext uri="{FF2B5EF4-FFF2-40B4-BE49-F238E27FC236}">
                <a16:creationId xmlns:a16="http://schemas.microsoft.com/office/drawing/2014/main" id="{B0AF6027-7F6F-4B66-A93F-01304510B551}"/>
              </a:ext>
            </a:extLst>
          </p:cNvPr>
          <p:cNvSpPr>
            <a:spLocks xmlns:a="http://schemas.openxmlformats.org/drawingml/2006/main" noGrp="1"/>
          </p:cNvSpPr>
          <p:nvPr/>
        </p:nvSpPr>
        <p:spPr>
          <a:xfrm xmlns:a="http://schemas.openxmlformats.org/drawingml/2006/main">
            <a:off x="542925" y="3114675"/>
            <a:ext cx="304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0">
                <a:solidFill>
                  <a:srgbClr val="231F20"/>
                </a:solidFill>
                <a:latin typeface="Arial"/>
                <a:ea typeface="Arial"/>
                <a:cs typeface="Arial"/>
              </a:defRPr>
            </a:defPPr>
            <a:lvl1pPr algn="ctr">
              <a:defRPr sz="1725" b="0">
                <a:solidFill>
                  <a:srgbClr val="231F20"/>
                </a:solidFill>
                <a:latin typeface="Arial"/>
                <a:ea typeface="Arial"/>
                <a:cs typeface="Arial"/>
              </a:defRPr>
            </a:lvl1pPr>
            <a:lvl2pPr algn="ctr">
              <a:defRPr sz="1725" b="0">
                <a:solidFill>
                  <a:srgbClr val="231F20"/>
                </a:solidFill>
                <a:latin typeface="Arial"/>
                <a:ea typeface="Arial"/>
                <a:cs typeface="Arial"/>
              </a:defRPr>
            </a:lvl2pPr>
            <a:lvl3pPr algn="ctr">
              <a:defRPr sz="1725" b="0">
                <a:solidFill>
                  <a:srgbClr val="231F20"/>
                </a:solidFill>
                <a:latin typeface="Arial"/>
                <a:ea typeface="Arial"/>
                <a:cs typeface="Arial"/>
              </a:defRPr>
            </a:lvl3pPr>
            <a:lvl4pPr algn="ctr">
              <a:defRPr sz="1725" b="0">
                <a:solidFill>
                  <a:srgbClr val="231F20"/>
                </a:solidFill>
                <a:latin typeface="Arial"/>
                <a:ea typeface="Arial"/>
                <a:cs typeface="Arial"/>
              </a:defRPr>
            </a:lvl4pPr>
            <a:lvl5pPr algn="ctr">
              <a:defRPr sz="1725" b="0">
                <a:solidFill>
                  <a:srgbClr val="231F20"/>
                </a:solidFill>
                <a:latin typeface="Arial"/>
                <a:ea typeface="Arial"/>
                <a:cs typeface="Arial"/>
              </a:defRPr>
            </a:lvl5pPr>
            <a:lvl6pPr algn="ctr">
              <a:defRPr sz="1725" b="0">
                <a:solidFill>
                  <a:srgbClr val="231F20"/>
                </a:solidFill>
                <a:latin typeface="Arial"/>
                <a:ea typeface="Arial"/>
                <a:cs typeface="Arial"/>
              </a:defRPr>
            </a:lvl6pPr>
            <a:lvl7pPr algn="ctr">
              <a:defRPr sz="1725" b="0">
                <a:solidFill>
                  <a:srgbClr val="231F20"/>
                </a:solidFill>
                <a:latin typeface="Arial"/>
                <a:ea typeface="Arial"/>
                <a:cs typeface="Arial"/>
              </a:defRPr>
            </a:lvl7pPr>
            <a:lvl8pPr algn="ctr">
              <a:defRPr sz="1725" b="0">
                <a:solidFill>
                  <a:srgbClr val="231F20"/>
                </a:solidFill>
                <a:latin typeface="Arial"/>
                <a:ea typeface="Arial"/>
                <a:cs typeface="Arial"/>
              </a:defRPr>
            </a:lvl8pPr>
            <a:lvl9pPr algn="ctr">
              <a:defRPr sz="1725" b="0">
                <a:solidFill>
                  <a:srgbClr val="231F20"/>
                </a:solidFill>
                <a:latin typeface="Arial"/>
                <a:ea typeface="Arial"/>
                <a:cs typeface="Arial"/>
              </a:defRPr>
            </a:lvl9pPr>
          </a:lstStyle>
          <a:p xmlns:a="http://schemas.openxmlformats.org/drawingml/2006/main">
            <a:pPr algn="ctr">
              <a:defRPr sz="1725" b="0">
                <a:solidFill>
                  <a:srgbClr val="231F20"/>
                </a:solidFill>
                <a:latin typeface="Arial"/>
                <a:ea typeface="Arial"/>
                <a:cs typeface="Arial"/>
              </a:defRPr>
            </a:pPr>
            <a:r>
              <a:rPr sz="1725" b="0">
                <a:solidFill>
                  <a:srgbClr val="231F20"/>
                </a:solidFill>
                <a:latin typeface="Arial"/>
                <a:ea typeface="Arial"/>
                <a:cs typeface="Arial"/>
              </a:rPr>
              <a:t>0</a:t>
            </a:r>
          </a:p>
        </p:txBody>
      </p:sp>
      <p:sp>
        <p:nvSpPr>
          <p:cNvPr id="24" name="wire-82">
            <a:extLst xmlns:a="http://schemas.openxmlformats.org/drawingml/2006/main">
              <a:ext uri="{FF2B5EF4-FFF2-40B4-BE49-F238E27FC236}">
                <a16:creationId xmlns:a16="http://schemas.microsoft.com/office/drawing/2014/main" id="{7FDAB859-463F-4E5B-A104-20A06189CCFF}"/>
              </a:ext>
            </a:extLst>
          </p:cNvPr>
          <p:cNvSpPr>
            <a:spLocks xmlns:a="http://schemas.openxmlformats.org/drawingml/2006/main" noGrp="1"/>
          </p:cNvSpPr>
          <p:nvPr/>
        </p:nvSpPr>
        <p:spPr>
          <a:xfrm xmlns:a="http://schemas.openxmlformats.org/drawingml/2006/main">
            <a:off x="885825" y="3981450"/>
            <a:ext cx="333375" cy="9525"/>
          </a:xfrm>
          <a:custGeom xmlns:a="http://schemas.openxmlformats.org/drawingml/2006/main">
            <a:pathLst>
              <a:path w="333375" h="9525">
                <a:moveTo>
                  <a:pt x="0" y="0"/>
                </a:moveTo>
                <a:lnTo>
                  <a:pt x="333375" y="0"/>
                </a:lnTo>
              </a:path>
            </a:pathLst>
          </a:custGeom>
          <a:noFill xmlns:a="http://schemas.openxmlformats.org/drawingml/2006/main"/>
          <a:ln xmlns:a="http://schemas.openxmlformats.org/drawingml/2006/main" w="17145">
            <a:solidFill>
              <a:srgbClr val="B9BEC6"/>
            </a:solidFill>
          </a:ln>
        </p:spPr>
      </p:sp>
      <p:sp>
        <p:nvSpPr>
          <p:cNvPr id="25" name="circuit-83">
            <a:extLst xmlns:a="http://schemas.openxmlformats.org/drawingml/2006/main">
              <a:ext uri="{FF2B5EF4-FFF2-40B4-BE49-F238E27FC236}">
                <a16:creationId xmlns:a16="http://schemas.microsoft.com/office/drawing/2014/main" id="{E40A18D9-E382-4401-841B-9F8BD56FD83B}"/>
              </a:ext>
            </a:extLst>
          </p:cNvPr>
          <p:cNvSpPr>
            <a:spLocks xmlns:a="http://schemas.openxmlformats.org/drawingml/2006/main" noGrp="1"/>
          </p:cNvSpPr>
          <p:nvPr/>
        </p:nvSpPr>
        <p:spPr>
          <a:xfrm xmlns:a="http://schemas.openxmlformats.org/drawingml/2006/main">
            <a:off x="1143000" y="395001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B9BEC6"/>
          </a:solidFill>
          <a:ln xmlns:a="http://schemas.openxmlformats.org/drawingml/2006/main" w="9525">
            <a:solidFill>
              <a:srgbClr val="B9BEC6"/>
            </a:solidFill>
          </a:ln>
        </p:spPr>
      </p:sp>
      <p:sp>
        <p:nvSpPr>
          <p:cNvPr id="26" name="text-84">
            <a:extLst xmlns:a="http://schemas.openxmlformats.org/drawingml/2006/main">
              <a:ext uri="{FF2B5EF4-FFF2-40B4-BE49-F238E27FC236}">
                <a16:creationId xmlns:a16="http://schemas.microsoft.com/office/drawing/2014/main" id="{4E71DA87-4F5A-48CA-B15F-04B6D56CB01B}"/>
              </a:ext>
            </a:extLst>
          </p:cNvPr>
          <p:cNvSpPr>
            <a:spLocks xmlns:a="http://schemas.openxmlformats.org/drawingml/2006/main" noGrp="1"/>
          </p:cNvSpPr>
          <p:nvPr/>
        </p:nvSpPr>
        <p:spPr>
          <a:xfrm xmlns:a="http://schemas.openxmlformats.org/drawingml/2006/main">
            <a:off x="542925" y="3819525"/>
            <a:ext cx="304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0">
                <a:solidFill>
                  <a:srgbClr val="B9BEC6"/>
                </a:solidFill>
                <a:latin typeface="Yu Gothic"/>
                <a:ea typeface="Yu Gothic"/>
                <a:cs typeface="Yu Gothic"/>
              </a:defRPr>
            </a:defPPr>
            <a:lvl1pPr algn="ctr">
              <a:defRPr sz="1725" b="0">
                <a:solidFill>
                  <a:srgbClr val="B9BEC6"/>
                </a:solidFill>
                <a:latin typeface="Yu Gothic"/>
                <a:ea typeface="Yu Gothic"/>
                <a:cs typeface="Yu Gothic"/>
              </a:defRPr>
            </a:lvl1pPr>
            <a:lvl2pPr algn="ctr">
              <a:defRPr sz="1725" b="0">
                <a:solidFill>
                  <a:srgbClr val="B9BEC6"/>
                </a:solidFill>
                <a:latin typeface="Yu Gothic"/>
                <a:ea typeface="Yu Gothic"/>
                <a:cs typeface="Yu Gothic"/>
              </a:defRPr>
            </a:lvl2pPr>
            <a:lvl3pPr algn="ctr">
              <a:defRPr sz="1725" b="0">
                <a:solidFill>
                  <a:srgbClr val="B9BEC6"/>
                </a:solidFill>
                <a:latin typeface="Yu Gothic"/>
                <a:ea typeface="Yu Gothic"/>
                <a:cs typeface="Yu Gothic"/>
              </a:defRPr>
            </a:lvl3pPr>
            <a:lvl4pPr algn="ctr">
              <a:defRPr sz="1725" b="0">
                <a:solidFill>
                  <a:srgbClr val="B9BEC6"/>
                </a:solidFill>
                <a:latin typeface="Yu Gothic"/>
                <a:ea typeface="Yu Gothic"/>
                <a:cs typeface="Yu Gothic"/>
              </a:defRPr>
            </a:lvl4pPr>
            <a:lvl5pPr algn="ctr">
              <a:defRPr sz="1725" b="0">
                <a:solidFill>
                  <a:srgbClr val="B9BEC6"/>
                </a:solidFill>
                <a:latin typeface="Yu Gothic"/>
                <a:ea typeface="Yu Gothic"/>
                <a:cs typeface="Yu Gothic"/>
              </a:defRPr>
            </a:lvl5pPr>
            <a:lvl6pPr algn="ctr">
              <a:defRPr sz="1725" b="0">
                <a:solidFill>
                  <a:srgbClr val="B9BEC6"/>
                </a:solidFill>
                <a:latin typeface="Yu Gothic"/>
                <a:ea typeface="Yu Gothic"/>
                <a:cs typeface="Yu Gothic"/>
              </a:defRPr>
            </a:lvl6pPr>
            <a:lvl7pPr algn="ctr">
              <a:defRPr sz="1725" b="0">
                <a:solidFill>
                  <a:srgbClr val="B9BEC6"/>
                </a:solidFill>
                <a:latin typeface="Yu Gothic"/>
                <a:ea typeface="Yu Gothic"/>
                <a:cs typeface="Yu Gothic"/>
              </a:defRPr>
            </a:lvl7pPr>
            <a:lvl8pPr algn="ctr">
              <a:defRPr sz="1725" b="0">
                <a:solidFill>
                  <a:srgbClr val="B9BEC6"/>
                </a:solidFill>
                <a:latin typeface="Yu Gothic"/>
                <a:ea typeface="Yu Gothic"/>
                <a:cs typeface="Yu Gothic"/>
              </a:defRPr>
            </a:lvl8pPr>
            <a:lvl9pPr algn="ctr">
              <a:defRPr sz="1725" b="0">
                <a:solidFill>
                  <a:srgbClr val="B9BEC6"/>
                </a:solidFill>
                <a:latin typeface="Yu Gothic"/>
                <a:ea typeface="Yu Gothic"/>
                <a:cs typeface="Yu Gothic"/>
              </a:defRPr>
            </a:lvl9pPr>
          </a:lstStyle>
          <a:p xmlns:a="http://schemas.openxmlformats.org/drawingml/2006/main">
            <a:pPr algn="ctr">
              <a:defRPr sz="1725" b="0">
                <a:solidFill>
                  <a:srgbClr val="B9BEC6"/>
                </a:solidFill>
                <a:latin typeface="Yu Gothic"/>
                <a:ea typeface="Yu Gothic"/>
                <a:cs typeface="Yu Gothic"/>
              </a:defRPr>
            </a:pPr>
            <a:r>
              <a:rPr sz="1725" b="0">
                <a:solidFill>
                  <a:srgbClr val="B9BEC6"/>
                </a:solidFill>
                <a:latin typeface="Yu Gothic"/>
                <a:ea typeface="Yu Gothic"/>
                <a:cs typeface="Yu Gothic"/>
              </a:rPr>
              <a:t>—</a:t>
            </a:r>
          </a:p>
        </p:txBody>
      </p:sp>
      <p:sp>
        <p:nvSpPr>
          <p:cNvPr id="27" name="wire-85">
            <a:extLst xmlns:a="http://schemas.openxmlformats.org/drawingml/2006/main">
              <a:ext uri="{FF2B5EF4-FFF2-40B4-BE49-F238E27FC236}">
                <a16:creationId xmlns:a16="http://schemas.microsoft.com/office/drawing/2014/main" id="{577F33C0-04D2-4A32-9409-B77757ADD73D}"/>
              </a:ext>
            </a:extLst>
          </p:cNvPr>
          <p:cNvSpPr>
            <a:spLocks xmlns:a="http://schemas.openxmlformats.org/drawingml/2006/main" noGrp="1"/>
          </p:cNvSpPr>
          <p:nvPr/>
        </p:nvSpPr>
        <p:spPr>
          <a:xfrm xmlns:a="http://schemas.openxmlformats.org/drawingml/2006/main">
            <a:off x="885825" y="4419600"/>
            <a:ext cx="333375" cy="9525"/>
          </a:xfrm>
          <a:custGeom xmlns:a="http://schemas.openxmlformats.org/drawingml/2006/main">
            <a:pathLst>
              <a:path w="333375" h="9525">
                <a:moveTo>
                  <a:pt x="0" y="0"/>
                </a:moveTo>
                <a:lnTo>
                  <a:pt x="333375" y="0"/>
                </a:lnTo>
              </a:path>
            </a:pathLst>
          </a:custGeom>
          <a:noFill xmlns:a="http://schemas.openxmlformats.org/drawingml/2006/main"/>
          <a:ln xmlns:a="http://schemas.openxmlformats.org/drawingml/2006/main" w="17145">
            <a:solidFill>
              <a:srgbClr val="231F20"/>
            </a:solidFill>
          </a:ln>
        </p:spPr>
      </p:sp>
      <p:sp>
        <p:nvSpPr>
          <p:cNvPr id="28" name="circuit-86">
            <a:extLst xmlns:a="http://schemas.openxmlformats.org/drawingml/2006/main">
              <a:ext uri="{FF2B5EF4-FFF2-40B4-BE49-F238E27FC236}">
                <a16:creationId xmlns:a16="http://schemas.microsoft.com/office/drawing/2014/main" id="{938C9DA3-94D2-4C21-8E78-BFB2ED3030AC}"/>
              </a:ext>
            </a:extLst>
          </p:cNvPr>
          <p:cNvSpPr>
            <a:spLocks xmlns:a="http://schemas.openxmlformats.org/drawingml/2006/main" noGrp="1"/>
          </p:cNvSpPr>
          <p:nvPr/>
        </p:nvSpPr>
        <p:spPr>
          <a:xfrm xmlns:a="http://schemas.openxmlformats.org/drawingml/2006/main">
            <a:off x="1143000" y="43881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29" name="text-87">
            <a:extLst xmlns:a="http://schemas.openxmlformats.org/drawingml/2006/main">
              <a:ext uri="{FF2B5EF4-FFF2-40B4-BE49-F238E27FC236}">
                <a16:creationId xmlns:a16="http://schemas.microsoft.com/office/drawing/2014/main" id="{1282A8B8-82C1-443A-89D4-F92B6C8D900A}"/>
              </a:ext>
            </a:extLst>
          </p:cNvPr>
          <p:cNvSpPr>
            <a:spLocks xmlns:a="http://schemas.openxmlformats.org/drawingml/2006/main" noGrp="1"/>
          </p:cNvSpPr>
          <p:nvPr/>
        </p:nvSpPr>
        <p:spPr>
          <a:xfrm xmlns:a="http://schemas.openxmlformats.org/drawingml/2006/main">
            <a:off x="542925" y="4257675"/>
            <a:ext cx="304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0">
                <a:solidFill>
                  <a:srgbClr val="231F20"/>
                </a:solidFill>
                <a:latin typeface="Arial"/>
                <a:ea typeface="Arial"/>
                <a:cs typeface="Arial"/>
              </a:defRPr>
            </a:defPPr>
            <a:lvl1pPr algn="ctr">
              <a:defRPr sz="1725" b="0">
                <a:solidFill>
                  <a:srgbClr val="231F20"/>
                </a:solidFill>
                <a:latin typeface="Arial"/>
                <a:ea typeface="Arial"/>
                <a:cs typeface="Arial"/>
              </a:defRPr>
            </a:lvl1pPr>
            <a:lvl2pPr algn="ctr">
              <a:defRPr sz="1725" b="0">
                <a:solidFill>
                  <a:srgbClr val="231F20"/>
                </a:solidFill>
                <a:latin typeface="Arial"/>
                <a:ea typeface="Arial"/>
                <a:cs typeface="Arial"/>
              </a:defRPr>
            </a:lvl2pPr>
            <a:lvl3pPr algn="ctr">
              <a:defRPr sz="1725" b="0">
                <a:solidFill>
                  <a:srgbClr val="231F20"/>
                </a:solidFill>
                <a:latin typeface="Arial"/>
                <a:ea typeface="Arial"/>
                <a:cs typeface="Arial"/>
              </a:defRPr>
            </a:lvl3pPr>
            <a:lvl4pPr algn="ctr">
              <a:defRPr sz="1725" b="0">
                <a:solidFill>
                  <a:srgbClr val="231F20"/>
                </a:solidFill>
                <a:latin typeface="Arial"/>
                <a:ea typeface="Arial"/>
                <a:cs typeface="Arial"/>
              </a:defRPr>
            </a:lvl4pPr>
            <a:lvl5pPr algn="ctr">
              <a:defRPr sz="1725" b="0">
                <a:solidFill>
                  <a:srgbClr val="231F20"/>
                </a:solidFill>
                <a:latin typeface="Arial"/>
                <a:ea typeface="Arial"/>
                <a:cs typeface="Arial"/>
              </a:defRPr>
            </a:lvl5pPr>
            <a:lvl6pPr algn="ctr">
              <a:defRPr sz="1725" b="0">
                <a:solidFill>
                  <a:srgbClr val="231F20"/>
                </a:solidFill>
                <a:latin typeface="Arial"/>
                <a:ea typeface="Arial"/>
                <a:cs typeface="Arial"/>
              </a:defRPr>
            </a:lvl6pPr>
            <a:lvl7pPr algn="ctr">
              <a:defRPr sz="1725" b="0">
                <a:solidFill>
                  <a:srgbClr val="231F20"/>
                </a:solidFill>
                <a:latin typeface="Arial"/>
                <a:ea typeface="Arial"/>
                <a:cs typeface="Arial"/>
              </a:defRPr>
            </a:lvl7pPr>
            <a:lvl8pPr algn="ctr">
              <a:defRPr sz="1725" b="0">
                <a:solidFill>
                  <a:srgbClr val="231F20"/>
                </a:solidFill>
                <a:latin typeface="Arial"/>
                <a:ea typeface="Arial"/>
                <a:cs typeface="Arial"/>
              </a:defRPr>
            </a:lvl8pPr>
            <a:lvl9pPr algn="ctr">
              <a:defRPr sz="1725" b="0">
                <a:solidFill>
                  <a:srgbClr val="231F20"/>
                </a:solidFill>
                <a:latin typeface="Arial"/>
                <a:ea typeface="Arial"/>
                <a:cs typeface="Arial"/>
              </a:defRPr>
            </a:lvl9pPr>
          </a:lstStyle>
          <a:p xmlns:a="http://schemas.openxmlformats.org/drawingml/2006/main">
            <a:pPr algn="ctr">
              <a:defRPr sz="1725" b="0">
                <a:solidFill>
                  <a:srgbClr val="231F20"/>
                </a:solidFill>
                <a:latin typeface="Arial"/>
                <a:ea typeface="Arial"/>
                <a:cs typeface="Arial"/>
              </a:defRPr>
            </a:pPr>
            <a:r>
              <a:rPr sz="1725" b="0">
                <a:solidFill>
                  <a:srgbClr val="231F20"/>
                </a:solidFill>
                <a:latin typeface="Arial"/>
                <a:ea typeface="Arial"/>
                <a:cs typeface="Arial"/>
              </a:rPr>
              <a:t>1</a:t>
            </a:r>
          </a:p>
        </p:txBody>
      </p:sp>
      <p:sp>
        <p:nvSpPr>
          <p:cNvPr id="30" name="wire-88">
            <a:extLst xmlns:a="http://schemas.openxmlformats.org/drawingml/2006/main">
              <a:ext uri="{FF2B5EF4-FFF2-40B4-BE49-F238E27FC236}">
                <a16:creationId xmlns:a16="http://schemas.microsoft.com/office/drawing/2014/main" id="{CA250897-B8AE-4A02-A7DB-3A73D8CD3E23}"/>
              </a:ext>
            </a:extLst>
          </p:cNvPr>
          <p:cNvSpPr>
            <a:spLocks xmlns:a="http://schemas.openxmlformats.org/drawingml/2006/main" noGrp="1"/>
          </p:cNvSpPr>
          <p:nvPr/>
        </p:nvSpPr>
        <p:spPr>
          <a:xfrm xmlns:a="http://schemas.openxmlformats.org/drawingml/2006/main">
            <a:off x="2895600" y="3276600"/>
            <a:ext cx="819150" cy="9525"/>
          </a:xfrm>
          <a:custGeom xmlns:a="http://schemas.openxmlformats.org/drawingml/2006/main">
            <a:pathLst>
              <a:path w="819150" h="9525">
                <a:moveTo>
                  <a:pt x="0" y="0"/>
                </a:moveTo>
                <a:lnTo>
                  <a:pt x="819150" y="0"/>
                </a:lnTo>
              </a:path>
            </a:pathLst>
          </a:custGeom>
          <a:noFill xmlns:a="http://schemas.openxmlformats.org/drawingml/2006/main"/>
          <a:ln xmlns:a="http://schemas.openxmlformats.org/drawingml/2006/main" w="28575">
            <a:solidFill>
              <a:srgbClr val="231F20"/>
            </a:solidFill>
          </a:ln>
        </p:spPr>
      </p:sp>
      <p:sp>
        <p:nvSpPr>
          <p:cNvPr id="31" name="circuit-89">
            <a:extLst xmlns:a="http://schemas.openxmlformats.org/drawingml/2006/main">
              <a:ext uri="{FF2B5EF4-FFF2-40B4-BE49-F238E27FC236}">
                <a16:creationId xmlns:a16="http://schemas.microsoft.com/office/drawing/2014/main" id="{63F6C5A3-F3A2-453E-BFAC-995A8E18A941}"/>
              </a:ext>
            </a:extLst>
          </p:cNvPr>
          <p:cNvSpPr>
            <a:spLocks xmlns:a="http://schemas.openxmlformats.org/drawingml/2006/main" noGrp="1"/>
          </p:cNvSpPr>
          <p:nvPr/>
        </p:nvSpPr>
        <p:spPr>
          <a:xfrm xmlns:a="http://schemas.openxmlformats.org/drawingml/2006/main">
            <a:off x="3638550" y="32451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32" name="text-90">
            <a:extLst xmlns:a="http://schemas.openxmlformats.org/drawingml/2006/main">
              <a:ext uri="{FF2B5EF4-FFF2-40B4-BE49-F238E27FC236}">
                <a16:creationId xmlns:a16="http://schemas.microsoft.com/office/drawing/2014/main" id="{4117BCD0-F6AB-45E7-A09C-EC2CD72FE9B9}"/>
              </a:ext>
            </a:extLst>
          </p:cNvPr>
          <p:cNvSpPr>
            <a:spLocks xmlns:a="http://schemas.openxmlformats.org/drawingml/2006/main" noGrp="1"/>
          </p:cNvSpPr>
          <p:nvPr/>
        </p:nvSpPr>
        <p:spPr>
          <a:xfrm xmlns:a="http://schemas.openxmlformats.org/drawingml/2006/main">
            <a:off x="3048000" y="2924175"/>
            <a:ext cx="4667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00" b="1">
                <a:solidFill>
                  <a:srgbClr val="1572C3"/>
                </a:solidFill>
                <a:latin typeface="Arial"/>
                <a:ea typeface="Arial"/>
                <a:cs typeface="Arial"/>
              </a:defRPr>
            </a:defPPr>
            <a:lvl1pPr algn="ctr">
              <a:defRPr sz="1800" b="1">
                <a:solidFill>
                  <a:srgbClr val="1572C3"/>
                </a:solidFill>
                <a:latin typeface="Arial"/>
                <a:ea typeface="Arial"/>
                <a:cs typeface="Arial"/>
              </a:defRPr>
            </a:lvl1pPr>
            <a:lvl2pPr algn="ctr">
              <a:defRPr sz="1800" b="1">
                <a:solidFill>
                  <a:srgbClr val="1572C3"/>
                </a:solidFill>
                <a:latin typeface="Arial"/>
                <a:ea typeface="Arial"/>
                <a:cs typeface="Arial"/>
              </a:defRPr>
            </a:lvl2pPr>
            <a:lvl3pPr algn="ctr">
              <a:defRPr sz="1800" b="1">
                <a:solidFill>
                  <a:srgbClr val="1572C3"/>
                </a:solidFill>
                <a:latin typeface="Arial"/>
                <a:ea typeface="Arial"/>
                <a:cs typeface="Arial"/>
              </a:defRPr>
            </a:lvl3pPr>
            <a:lvl4pPr algn="ctr">
              <a:defRPr sz="1800" b="1">
                <a:solidFill>
                  <a:srgbClr val="1572C3"/>
                </a:solidFill>
                <a:latin typeface="Arial"/>
                <a:ea typeface="Arial"/>
                <a:cs typeface="Arial"/>
              </a:defRPr>
            </a:lvl4pPr>
            <a:lvl5pPr algn="ctr">
              <a:defRPr sz="1800" b="1">
                <a:solidFill>
                  <a:srgbClr val="1572C3"/>
                </a:solidFill>
                <a:latin typeface="Arial"/>
                <a:ea typeface="Arial"/>
                <a:cs typeface="Arial"/>
              </a:defRPr>
            </a:lvl5pPr>
            <a:lvl6pPr algn="ctr">
              <a:defRPr sz="1800" b="1">
                <a:solidFill>
                  <a:srgbClr val="1572C3"/>
                </a:solidFill>
                <a:latin typeface="Arial"/>
                <a:ea typeface="Arial"/>
                <a:cs typeface="Arial"/>
              </a:defRPr>
            </a:lvl6pPr>
            <a:lvl7pPr algn="ctr">
              <a:defRPr sz="1800" b="1">
                <a:solidFill>
                  <a:srgbClr val="1572C3"/>
                </a:solidFill>
                <a:latin typeface="Arial"/>
                <a:ea typeface="Arial"/>
                <a:cs typeface="Arial"/>
              </a:defRPr>
            </a:lvl7pPr>
            <a:lvl8pPr algn="ctr">
              <a:defRPr sz="1800" b="1">
                <a:solidFill>
                  <a:srgbClr val="1572C3"/>
                </a:solidFill>
                <a:latin typeface="Arial"/>
                <a:ea typeface="Arial"/>
                <a:cs typeface="Arial"/>
              </a:defRPr>
            </a:lvl8pPr>
            <a:lvl9pPr algn="ctr">
              <a:defRPr sz="1800" b="1">
                <a:solidFill>
                  <a:srgbClr val="1572C3"/>
                </a:solidFill>
                <a:latin typeface="Arial"/>
                <a:ea typeface="Arial"/>
                <a:cs typeface="Arial"/>
              </a:defRPr>
            </a:lvl9pPr>
          </a:lstStyle>
          <a:p xmlns:a="http://schemas.openxmlformats.org/drawingml/2006/main">
            <a:pPr algn="ctr">
              <a:defRPr sz="1800" b="1">
                <a:solidFill>
                  <a:srgbClr val="1572C3"/>
                </a:solidFill>
                <a:latin typeface="Arial"/>
                <a:ea typeface="Arial"/>
                <a:cs typeface="Arial"/>
              </a:defRPr>
            </a:pPr>
            <a:r>
              <a:rPr sz="1800" b="1">
                <a:solidFill>
                  <a:srgbClr val="1572C3"/>
                </a:solidFill>
                <a:latin typeface="Arial"/>
                <a:ea typeface="Arial"/>
                <a:cs typeface="Arial"/>
              </a:rPr>
              <a:t>0</a:t>
            </a:r>
          </a:p>
        </p:txBody>
      </p:sp>
      <p:sp>
        <p:nvSpPr>
          <p:cNvPr id="33" name="circuit-91">
            <a:extLst xmlns:a="http://schemas.openxmlformats.org/drawingml/2006/main">
              <a:ext uri="{FF2B5EF4-FFF2-40B4-BE49-F238E27FC236}">
                <a16:creationId xmlns:a16="http://schemas.microsoft.com/office/drawing/2014/main" id="{2266DDC9-77EE-4FB5-867D-1AB764B43CEE}"/>
              </a:ext>
            </a:extLst>
          </p:cNvPr>
          <p:cNvSpPr>
            <a:spLocks xmlns:a="http://schemas.openxmlformats.org/drawingml/2006/main" noGrp="1"/>
          </p:cNvSpPr>
          <p:nvPr/>
        </p:nvSpPr>
        <p:spPr>
          <a:xfrm xmlns:a="http://schemas.openxmlformats.org/drawingml/2006/main">
            <a:off x="3714750" y="3048000"/>
            <a:ext cx="857250" cy="1143000"/>
          </a:xfrm>
          <a:custGeom xmlns:a="http://schemas.openxmlformats.org/drawingml/2006/main">
            <a:pathLst>
              <a:path w="857250" h="1143000">
                <a:moveTo>
                  <a:pt x="0" y="0"/>
                </a:moveTo>
                <a:lnTo>
                  <a:pt x="857250" y="219075"/>
                </a:lnTo>
                <a:lnTo>
                  <a:pt x="857250" y="933450"/>
                </a:lnTo>
                <a:lnTo>
                  <a:pt x="0" y="1143000"/>
                </a:lnTo>
                <a:lnTo>
                  <a:pt x="0" y="733425"/>
                </a:lnTo>
                <a:lnTo>
                  <a:pt x="266700" y="581025"/>
                </a:lnTo>
                <a:lnTo>
                  <a:pt x="0" y="428625"/>
                </a:lnTo>
                <a:close/>
              </a:path>
            </a:pathLst>
          </a:custGeom>
          <a:solidFill xmlns:a="http://schemas.openxmlformats.org/drawingml/2006/main">
            <a:srgbClr val="FFFFFF"/>
          </a:solidFill>
          <a:ln xmlns:a="http://schemas.openxmlformats.org/drawingml/2006/main" w="21908">
            <a:solidFill>
              <a:srgbClr val="231F20"/>
            </a:solidFill>
          </a:ln>
        </p:spPr>
      </p:sp>
      <p:sp>
        <p:nvSpPr>
          <p:cNvPr id="34" name="text-92">
            <a:extLst xmlns:a="http://schemas.openxmlformats.org/drawingml/2006/main">
              <a:ext uri="{FF2B5EF4-FFF2-40B4-BE49-F238E27FC236}">
                <a16:creationId xmlns:a16="http://schemas.microsoft.com/office/drawing/2014/main" id="{B671CB94-FEA1-48E7-A155-6290E5D88560}"/>
              </a:ext>
            </a:extLst>
          </p:cNvPr>
          <p:cNvSpPr>
            <a:spLocks xmlns:a="http://schemas.openxmlformats.org/drawingml/2006/main" noGrp="1"/>
          </p:cNvSpPr>
          <p:nvPr/>
        </p:nvSpPr>
        <p:spPr>
          <a:xfrm xmlns:a="http://schemas.openxmlformats.org/drawingml/2006/main">
            <a:off x="4048125" y="3333750"/>
            <a:ext cx="4572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775" b="0">
                <a:solidFill>
                  <a:srgbClr val="231F20"/>
                </a:solidFill>
                <a:latin typeface="Yu Gothic"/>
                <a:ea typeface="Yu Gothic"/>
                <a:cs typeface="Yu Gothic"/>
              </a:defRPr>
            </a:defPPr>
            <a:lvl1pPr algn="ctr">
              <a:defRPr sz="2775" b="0">
                <a:solidFill>
                  <a:srgbClr val="231F20"/>
                </a:solidFill>
                <a:latin typeface="Yu Gothic"/>
                <a:ea typeface="Yu Gothic"/>
                <a:cs typeface="Yu Gothic"/>
              </a:defRPr>
            </a:lvl1pPr>
            <a:lvl2pPr algn="ctr">
              <a:defRPr sz="2775" b="0">
                <a:solidFill>
                  <a:srgbClr val="231F20"/>
                </a:solidFill>
                <a:latin typeface="Yu Gothic"/>
                <a:ea typeface="Yu Gothic"/>
                <a:cs typeface="Yu Gothic"/>
              </a:defRPr>
            </a:lvl2pPr>
            <a:lvl3pPr algn="ctr">
              <a:defRPr sz="2775" b="0">
                <a:solidFill>
                  <a:srgbClr val="231F20"/>
                </a:solidFill>
                <a:latin typeface="Yu Gothic"/>
                <a:ea typeface="Yu Gothic"/>
                <a:cs typeface="Yu Gothic"/>
              </a:defRPr>
            </a:lvl3pPr>
            <a:lvl4pPr algn="ctr">
              <a:defRPr sz="2775" b="0">
                <a:solidFill>
                  <a:srgbClr val="231F20"/>
                </a:solidFill>
                <a:latin typeface="Yu Gothic"/>
                <a:ea typeface="Yu Gothic"/>
                <a:cs typeface="Yu Gothic"/>
              </a:defRPr>
            </a:lvl4pPr>
            <a:lvl5pPr algn="ctr">
              <a:defRPr sz="2775" b="0">
                <a:solidFill>
                  <a:srgbClr val="231F20"/>
                </a:solidFill>
                <a:latin typeface="Yu Gothic"/>
                <a:ea typeface="Yu Gothic"/>
                <a:cs typeface="Yu Gothic"/>
              </a:defRPr>
            </a:lvl5pPr>
            <a:lvl6pPr algn="ctr">
              <a:defRPr sz="2775" b="0">
                <a:solidFill>
                  <a:srgbClr val="231F20"/>
                </a:solidFill>
                <a:latin typeface="Yu Gothic"/>
                <a:ea typeface="Yu Gothic"/>
                <a:cs typeface="Yu Gothic"/>
              </a:defRPr>
            </a:lvl6pPr>
            <a:lvl7pPr algn="ctr">
              <a:defRPr sz="2775" b="0">
                <a:solidFill>
                  <a:srgbClr val="231F20"/>
                </a:solidFill>
                <a:latin typeface="Yu Gothic"/>
                <a:ea typeface="Yu Gothic"/>
                <a:cs typeface="Yu Gothic"/>
              </a:defRPr>
            </a:lvl7pPr>
            <a:lvl8pPr algn="ctr">
              <a:defRPr sz="2775" b="0">
                <a:solidFill>
                  <a:srgbClr val="231F20"/>
                </a:solidFill>
                <a:latin typeface="Yu Gothic"/>
                <a:ea typeface="Yu Gothic"/>
                <a:cs typeface="Yu Gothic"/>
              </a:defRPr>
            </a:lvl8pPr>
            <a:lvl9pPr algn="ctr">
              <a:defRPr sz="2775" b="0">
                <a:solidFill>
                  <a:srgbClr val="231F20"/>
                </a:solidFill>
                <a:latin typeface="Yu Gothic"/>
                <a:ea typeface="Yu Gothic"/>
                <a:cs typeface="Yu Gothic"/>
              </a:defRPr>
            </a:lvl9pPr>
          </a:lstStyle>
          <a:p xmlns:a="http://schemas.openxmlformats.org/drawingml/2006/main">
            <a:pPr algn="ctr">
              <a:defRPr sz="2775" b="0">
                <a:solidFill>
                  <a:srgbClr val="231F20"/>
                </a:solidFill>
                <a:latin typeface="Yu Gothic"/>
                <a:ea typeface="Yu Gothic"/>
                <a:cs typeface="Yu Gothic"/>
              </a:defRPr>
            </a:pPr>
            <a:r>
              <a:rPr sz="2775" b="0">
                <a:solidFill>
                  <a:srgbClr val="231F20"/>
                </a:solidFill>
                <a:latin typeface="Yu Gothic"/>
                <a:ea typeface="Yu Gothic"/>
                <a:cs typeface="Yu Gothic"/>
              </a:rPr>
              <a:t>＋</a:t>
            </a:r>
          </a:p>
        </p:txBody>
      </p:sp>
      <p:sp>
        <p:nvSpPr>
          <p:cNvPr id="35" name="text-93">
            <a:extLst xmlns:a="http://schemas.openxmlformats.org/drawingml/2006/main">
              <a:ext uri="{FF2B5EF4-FFF2-40B4-BE49-F238E27FC236}">
                <a16:creationId xmlns:a16="http://schemas.microsoft.com/office/drawing/2014/main" id="{8591DEBA-8692-4E74-987E-509F4B8F67B9}"/>
              </a:ext>
            </a:extLst>
          </p:cNvPr>
          <p:cNvSpPr>
            <a:spLocks xmlns:a="http://schemas.openxmlformats.org/drawingml/2006/main" noGrp="1"/>
          </p:cNvSpPr>
          <p:nvPr/>
        </p:nvSpPr>
        <p:spPr>
          <a:xfrm xmlns:a="http://schemas.openxmlformats.org/drawingml/2006/main">
            <a:off x="3638550" y="2552700"/>
            <a:ext cx="11144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950" b="1">
                <a:solidFill>
                  <a:srgbClr val="231F20"/>
                </a:solidFill>
                <a:latin typeface="Arial"/>
                <a:ea typeface="Arial"/>
                <a:cs typeface="Arial"/>
              </a:defRPr>
            </a:defPPr>
            <a:lvl1pPr algn="ctr">
              <a:defRPr sz="1950" b="1">
                <a:solidFill>
                  <a:srgbClr val="231F20"/>
                </a:solidFill>
                <a:latin typeface="Arial"/>
                <a:ea typeface="Arial"/>
                <a:cs typeface="Arial"/>
              </a:defRPr>
            </a:lvl1pPr>
            <a:lvl2pPr algn="ctr">
              <a:defRPr sz="1950" b="1">
                <a:solidFill>
                  <a:srgbClr val="231F20"/>
                </a:solidFill>
                <a:latin typeface="Arial"/>
                <a:ea typeface="Arial"/>
                <a:cs typeface="Arial"/>
              </a:defRPr>
            </a:lvl2pPr>
            <a:lvl3pPr algn="ctr">
              <a:defRPr sz="1950" b="1">
                <a:solidFill>
                  <a:srgbClr val="231F20"/>
                </a:solidFill>
                <a:latin typeface="Arial"/>
                <a:ea typeface="Arial"/>
                <a:cs typeface="Arial"/>
              </a:defRPr>
            </a:lvl3pPr>
            <a:lvl4pPr algn="ctr">
              <a:defRPr sz="1950" b="1">
                <a:solidFill>
                  <a:srgbClr val="231F20"/>
                </a:solidFill>
                <a:latin typeface="Arial"/>
                <a:ea typeface="Arial"/>
                <a:cs typeface="Arial"/>
              </a:defRPr>
            </a:lvl4pPr>
            <a:lvl5pPr algn="ctr">
              <a:defRPr sz="1950" b="1">
                <a:solidFill>
                  <a:srgbClr val="231F20"/>
                </a:solidFill>
                <a:latin typeface="Arial"/>
                <a:ea typeface="Arial"/>
                <a:cs typeface="Arial"/>
              </a:defRPr>
            </a:lvl5pPr>
            <a:lvl6pPr algn="ctr">
              <a:defRPr sz="1950" b="1">
                <a:solidFill>
                  <a:srgbClr val="231F20"/>
                </a:solidFill>
                <a:latin typeface="Arial"/>
                <a:ea typeface="Arial"/>
                <a:cs typeface="Arial"/>
              </a:defRPr>
            </a:lvl6pPr>
            <a:lvl7pPr algn="ctr">
              <a:defRPr sz="1950" b="1">
                <a:solidFill>
                  <a:srgbClr val="231F20"/>
                </a:solidFill>
                <a:latin typeface="Arial"/>
                <a:ea typeface="Arial"/>
                <a:cs typeface="Arial"/>
              </a:defRPr>
            </a:lvl7pPr>
            <a:lvl8pPr algn="ctr">
              <a:defRPr sz="1950" b="1">
                <a:solidFill>
                  <a:srgbClr val="231F20"/>
                </a:solidFill>
                <a:latin typeface="Arial"/>
                <a:ea typeface="Arial"/>
                <a:cs typeface="Arial"/>
              </a:defRPr>
            </a:lvl8pPr>
            <a:lvl9pPr algn="ctr">
              <a:defRPr sz="1950" b="1">
                <a:solidFill>
                  <a:srgbClr val="231F20"/>
                </a:solidFill>
                <a:latin typeface="Arial"/>
                <a:ea typeface="Arial"/>
                <a:cs typeface="Arial"/>
              </a:defRPr>
            </a:lvl9pPr>
          </a:lstStyle>
          <a:p xmlns:a="http://schemas.openxmlformats.org/drawingml/2006/main">
            <a:pPr algn="ctr">
              <a:defRPr sz="1950" b="1">
                <a:solidFill>
                  <a:srgbClr val="231F20"/>
                </a:solidFill>
                <a:latin typeface="Arial"/>
                <a:ea typeface="Arial"/>
                <a:cs typeface="Arial"/>
              </a:defRPr>
            </a:pPr>
            <a:r>
              <a:rPr sz="1950" b="1">
                <a:solidFill>
                  <a:srgbClr val="231F20"/>
                </a:solidFill>
                <a:latin typeface="Arial"/>
                <a:ea typeface="Arial"/>
                <a:cs typeface="Arial"/>
              </a:rPr>
              <a:t>ALU</a:t>
            </a:r>
          </a:p>
        </p:txBody>
      </p:sp>
      <p:sp>
        <p:nvSpPr>
          <p:cNvPr id="36" name="circuit-94">
            <a:extLst xmlns:a="http://schemas.openxmlformats.org/drawingml/2006/main">
              <a:ext uri="{FF2B5EF4-FFF2-40B4-BE49-F238E27FC236}">
                <a16:creationId xmlns:a16="http://schemas.microsoft.com/office/drawing/2014/main" id="{BA2A1F49-001E-4ECA-A5CC-F0CFCCC6F639}"/>
              </a:ext>
            </a:extLst>
          </p:cNvPr>
          <p:cNvSpPr>
            <a:spLocks xmlns:a="http://schemas.openxmlformats.org/drawingml/2006/main" noGrp="1"/>
          </p:cNvSpPr>
          <p:nvPr/>
        </p:nvSpPr>
        <p:spPr>
          <a:xfrm xmlns:a="http://schemas.openxmlformats.org/drawingml/2006/main">
            <a:off x="3619500" y="4867275"/>
            <a:ext cx="1143000" cy="561975"/>
          </a:xfrm>
          <a:custGeom xmlns:a="http://schemas.openxmlformats.org/drawingml/2006/main">
            <a:pathLst>
              <a:path w="1143000" h="561975">
                <a:moveTo>
                  <a:pt x="0" y="209550"/>
                </a:moveTo>
                <a:lnTo>
                  <a:pt x="1143000" y="0"/>
                </a:lnTo>
                <a:lnTo>
                  <a:pt x="1143000" y="561975"/>
                </a:lnTo>
                <a:lnTo>
                  <a:pt x="0" y="561975"/>
                </a:lnTo>
                <a:close/>
              </a:path>
            </a:pathLst>
          </a:custGeom>
          <a:solidFill xmlns:a="http://schemas.openxmlformats.org/drawingml/2006/main">
            <a:srgbClr val="FFFFFF"/>
          </a:solidFill>
          <a:ln xmlns:a="http://schemas.openxmlformats.org/drawingml/2006/main" w="20955">
            <a:solidFill>
              <a:srgbClr val="231F20"/>
            </a:solidFill>
          </a:ln>
        </p:spPr>
      </p:sp>
      <p:sp>
        <p:nvSpPr>
          <p:cNvPr id="37" name="text-95">
            <a:extLst xmlns:a="http://schemas.openxmlformats.org/drawingml/2006/main">
              <a:ext uri="{FF2B5EF4-FFF2-40B4-BE49-F238E27FC236}">
                <a16:creationId xmlns:a16="http://schemas.microsoft.com/office/drawing/2014/main" id="{71AA21D1-4AC3-446C-A7F6-12305CBD105E}"/>
              </a:ext>
            </a:extLst>
          </p:cNvPr>
          <p:cNvSpPr>
            <a:spLocks xmlns:a="http://schemas.openxmlformats.org/drawingml/2006/main" noGrp="1"/>
          </p:cNvSpPr>
          <p:nvPr/>
        </p:nvSpPr>
        <p:spPr>
          <a:xfrm xmlns:a="http://schemas.openxmlformats.org/drawingml/2006/main">
            <a:off x="3714750" y="5114925"/>
            <a:ext cx="9239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650" b="1">
                <a:solidFill>
                  <a:srgbClr val="231F20"/>
                </a:solidFill>
                <a:latin typeface="Arial"/>
                <a:ea typeface="Arial"/>
                <a:cs typeface="Arial"/>
              </a:defRPr>
            </a:defPPr>
            <a:lvl1pPr algn="ctr">
              <a:defRPr sz="1650" b="1">
                <a:solidFill>
                  <a:srgbClr val="231F20"/>
                </a:solidFill>
                <a:latin typeface="Arial"/>
                <a:ea typeface="Arial"/>
                <a:cs typeface="Arial"/>
              </a:defRPr>
            </a:lvl1pPr>
            <a:lvl2pPr algn="ctr">
              <a:defRPr sz="1650" b="1">
                <a:solidFill>
                  <a:srgbClr val="231F20"/>
                </a:solidFill>
                <a:latin typeface="Arial"/>
                <a:ea typeface="Arial"/>
                <a:cs typeface="Arial"/>
              </a:defRPr>
            </a:lvl2pPr>
            <a:lvl3pPr algn="ctr">
              <a:defRPr sz="1650" b="1">
                <a:solidFill>
                  <a:srgbClr val="231F20"/>
                </a:solidFill>
                <a:latin typeface="Arial"/>
                <a:ea typeface="Arial"/>
                <a:cs typeface="Arial"/>
              </a:defRPr>
            </a:lvl3pPr>
            <a:lvl4pPr algn="ctr">
              <a:defRPr sz="1650" b="1">
                <a:solidFill>
                  <a:srgbClr val="231F20"/>
                </a:solidFill>
                <a:latin typeface="Arial"/>
                <a:ea typeface="Arial"/>
                <a:cs typeface="Arial"/>
              </a:defRPr>
            </a:lvl4pPr>
            <a:lvl5pPr algn="ctr">
              <a:defRPr sz="1650" b="1">
                <a:solidFill>
                  <a:srgbClr val="231F20"/>
                </a:solidFill>
                <a:latin typeface="Arial"/>
                <a:ea typeface="Arial"/>
                <a:cs typeface="Arial"/>
              </a:defRPr>
            </a:lvl5pPr>
            <a:lvl6pPr algn="ctr">
              <a:defRPr sz="1650" b="1">
                <a:solidFill>
                  <a:srgbClr val="231F20"/>
                </a:solidFill>
                <a:latin typeface="Arial"/>
                <a:ea typeface="Arial"/>
                <a:cs typeface="Arial"/>
              </a:defRPr>
            </a:lvl6pPr>
            <a:lvl7pPr algn="ctr">
              <a:defRPr sz="1650" b="1">
                <a:solidFill>
                  <a:srgbClr val="231F20"/>
                </a:solidFill>
                <a:latin typeface="Arial"/>
                <a:ea typeface="Arial"/>
                <a:cs typeface="Arial"/>
              </a:defRPr>
            </a:lvl7pPr>
            <a:lvl8pPr algn="ctr">
              <a:defRPr sz="1650" b="1">
                <a:solidFill>
                  <a:srgbClr val="231F20"/>
                </a:solidFill>
                <a:latin typeface="Arial"/>
                <a:ea typeface="Arial"/>
                <a:cs typeface="Arial"/>
              </a:defRPr>
            </a:lvl8pPr>
            <a:lvl9pPr algn="ctr">
              <a:defRPr sz="1650" b="1">
                <a:solidFill>
                  <a:srgbClr val="231F20"/>
                </a:solidFill>
                <a:latin typeface="Arial"/>
                <a:ea typeface="Arial"/>
                <a:cs typeface="Arial"/>
              </a:defRPr>
            </a:lvl9pPr>
          </a:lstStyle>
          <a:p xmlns:a="http://schemas.openxmlformats.org/drawingml/2006/main">
            <a:pPr algn="ctr">
              <a:defRPr sz="1650" b="1">
                <a:solidFill>
                  <a:srgbClr val="231F20"/>
                </a:solidFill>
                <a:latin typeface="Arial"/>
                <a:ea typeface="Arial"/>
                <a:cs typeface="Arial"/>
              </a:defRPr>
            </a:pPr>
            <a:r>
              <a:rPr sz="1650" b="1">
                <a:solidFill>
                  <a:srgbClr val="231F20"/>
                </a:solidFill>
                <a:latin typeface="Arial"/>
                <a:ea typeface="Arial"/>
                <a:cs typeface="Arial"/>
              </a:rPr>
              <a:t>extend</a:t>
            </a:r>
          </a:p>
        </p:txBody>
      </p:sp>
      <p:sp>
        <p:nvSpPr>
          <p:cNvPr id="38" name="text-96">
            <a:extLst xmlns:a="http://schemas.openxmlformats.org/drawingml/2006/main">
              <a:ext uri="{FF2B5EF4-FFF2-40B4-BE49-F238E27FC236}">
                <a16:creationId xmlns:a16="http://schemas.microsoft.com/office/drawing/2014/main" id="{724E91AE-4443-4C61-9162-B34927618342}"/>
              </a:ext>
            </a:extLst>
          </p:cNvPr>
          <p:cNvSpPr>
            <a:spLocks xmlns:a="http://schemas.openxmlformats.org/drawingml/2006/main" noGrp="1"/>
          </p:cNvSpPr>
          <p:nvPr/>
        </p:nvSpPr>
        <p:spPr>
          <a:xfrm xmlns:a="http://schemas.openxmlformats.org/drawingml/2006/main">
            <a:off x="3524250" y="5572125"/>
            <a:ext cx="1371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650" b="0">
                <a:solidFill>
                  <a:srgbClr val="231F20"/>
                </a:solidFill>
                <a:latin typeface="Yu Gothic"/>
                <a:ea typeface="Yu Gothic"/>
                <a:cs typeface="Yu Gothic"/>
              </a:defRPr>
            </a:defPPr>
            <a:lvl1pPr algn="ctr">
              <a:defRPr sz="1650" b="0">
                <a:solidFill>
                  <a:srgbClr val="231F20"/>
                </a:solidFill>
                <a:latin typeface="Yu Gothic"/>
                <a:ea typeface="Yu Gothic"/>
                <a:cs typeface="Yu Gothic"/>
              </a:defRPr>
            </a:lvl1pPr>
            <a:lvl2pPr algn="ctr">
              <a:defRPr sz="1650" b="0">
                <a:solidFill>
                  <a:srgbClr val="231F20"/>
                </a:solidFill>
                <a:latin typeface="Yu Gothic"/>
                <a:ea typeface="Yu Gothic"/>
                <a:cs typeface="Yu Gothic"/>
              </a:defRPr>
            </a:lvl2pPr>
            <a:lvl3pPr algn="ctr">
              <a:defRPr sz="1650" b="0">
                <a:solidFill>
                  <a:srgbClr val="231F20"/>
                </a:solidFill>
                <a:latin typeface="Yu Gothic"/>
                <a:ea typeface="Yu Gothic"/>
                <a:cs typeface="Yu Gothic"/>
              </a:defRPr>
            </a:lvl3pPr>
            <a:lvl4pPr algn="ctr">
              <a:defRPr sz="1650" b="0">
                <a:solidFill>
                  <a:srgbClr val="231F20"/>
                </a:solidFill>
                <a:latin typeface="Yu Gothic"/>
                <a:ea typeface="Yu Gothic"/>
                <a:cs typeface="Yu Gothic"/>
              </a:defRPr>
            </a:lvl4pPr>
            <a:lvl5pPr algn="ctr">
              <a:defRPr sz="1650" b="0">
                <a:solidFill>
                  <a:srgbClr val="231F20"/>
                </a:solidFill>
                <a:latin typeface="Yu Gothic"/>
                <a:ea typeface="Yu Gothic"/>
                <a:cs typeface="Yu Gothic"/>
              </a:defRPr>
            </a:lvl5pPr>
            <a:lvl6pPr algn="ctr">
              <a:defRPr sz="1650" b="0">
                <a:solidFill>
                  <a:srgbClr val="231F20"/>
                </a:solidFill>
                <a:latin typeface="Yu Gothic"/>
                <a:ea typeface="Yu Gothic"/>
                <a:cs typeface="Yu Gothic"/>
              </a:defRPr>
            </a:lvl6pPr>
            <a:lvl7pPr algn="ctr">
              <a:defRPr sz="1650" b="0">
                <a:solidFill>
                  <a:srgbClr val="231F20"/>
                </a:solidFill>
                <a:latin typeface="Yu Gothic"/>
                <a:ea typeface="Yu Gothic"/>
                <a:cs typeface="Yu Gothic"/>
              </a:defRPr>
            </a:lvl7pPr>
            <a:lvl8pPr algn="ctr">
              <a:defRPr sz="1650" b="0">
                <a:solidFill>
                  <a:srgbClr val="231F20"/>
                </a:solidFill>
                <a:latin typeface="Yu Gothic"/>
                <a:ea typeface="Yu Gothic"/>
                <a:cs typeface="Yu Gothic"/>
              </a:defRPr>
            </a:lvl8pPr>
            <a:lvl9pPr algn="ctr">
              <a:defRPr sz="1650" b="0">
                <a:solidFill>
                  <a:srgbClr val="231F20"/>
                </a:solidFill>
                <a:latin typeface="Yu Gothic"/>
                <a:ea typeface="Yu Gothic"/>
                <a:cs typeface="Yu Gothic"/>
              </a:defRPr>
            </a:lvl9pPr>
          </a:lstStyle>
          <a:p xmlns:a="http://schemas.openxmlformats.org/drawingml/2006/main">
            <a:pPr algn="ctr">
              <a:defRPr sz="1650" b="0">
                <a:solidFill>
                  <a:srgbClr val="231F20"/>
                </a:solidFill>
                <a:latin typeface="Yu Gothic"/>
                <a:ea typeface="Yu Gothic"/>
                <a:cs typeface="Yu Gothic"/>
              </a:defRPr>
            </a:pPr>
            <a:r>
              <a:rPr sz="1650" b="0">
                <a:solidFill>
                  <a:srgbClr val="231F20"/>
                </a:solidFill>
                <a:latin typeface="Yu Gothic"/>
                <a:ea typeface="Yu Gothic"/>
                <a:cs typeface="Yu Gothic"/>
              </a:rPr>
              <a:t>即値を作る</a:t>
            </a:r>
          </a:p>
        </p:txBody>
      </p:sp>
      <p:sp>
        <p:nvSpPr>
          <p:cNvPr id="39" name="wire-97">
            <a:extLst xmlns:a="http://schemas.openxmlformats.org/drawingml/2006/main">
              <a:ext uri="{FF2B5EF4-FFF2-40B4-BE49-F238E27FC236}">
                <a16:creationId xmlns:a16="http://schemas.microsoft.com/office/drawing/2014/main" id="{2824C29A-40BE-4FC7-95FE-3637CF436C7B}"/>
              </a:ext>
            </a:extLst>
          </p:cNvPr>
          <p:cNvSpPr>
            <a:spLocks xmlns:a="http://schemas.openxmlformats.org/drawingml/2006/main" noGrp="1"/>
          </p:cNvSpPr>
          <p:nvPr/>
        </p:nvSpPr>
        <p:spPr>
          <a:xfrm xmlns:a="http://schemas.openxmlformats.org/drawingml/2006/main">
            <a:off x="4762500" y="5229225"/>
            <a:ext cx="190500" cy="9525"/>
          </a:xfrm>
          <a:custGeom xmlns:a="http://schemas.openxmlformats.org/drawingml/2006/main">
            <a:pathLst>
              <a:path w="190500" h="9525">
                <a:moveTo>
                  <a:pt x="0" y="0"/>
                </a:moveTo>
                <a:lnTo>
                  <a:pt x="190500" y="0"/>
                </a:lnTo>
              </a:path>
            </a:pathLst>
          </a:custGeom>
          <a:noFill xmlns:a="http://schemas.openxmlformats.org/drawingml/2006/main"/>
          <a:ln xmlns:a="http://schemas.openxmlformats.org/drawingml/2006/main" w="28575">
            <a:solidFill>
              <a:srgbClr val="231F20"/>
            </a:solidFill>
          </a:ln>
        </p:spPr>
      </p:sp>
      <p:sp>
        <p:nvSpPr>
          <p:cNvPr id="40" name="wire-98">
            <a:extLst xmlns:a="http://schemas.openxmlformats.org/drawingml/2006/main">
              <a:ext uri="{FF2B5EF4-FFF2-40B4-BE49-F238E27FC236}">
                <a16:creationId xmlns:a16="http://schemas.microsoft.com/office/drawing/2014/main" id="{AD3113DD-17E6-4EE5-AD9A-A8573858D14E}"/>
              </a:ext>
            </a:extLst>
          </p:cNvPr>
          <p:cNvSpPr>
            <a:spLocks xmlns:a="http://schemas.openxmlformats.org/drawingml/2006/main" noGrp="1"/>
          </p:cNvSpPr>
          <p:nvPr/>
        </p:nvSpPr>
        <p:spPr>
          <a:xfrm xmlns:a="http://schemas.openxmlformats.org/drawingml/2006/main">
            <a:off x="4953000" y="4524375"/>
            <a:ext cx="9525" cy="704850"/>
          </a:xfrm>
          <a:custGeom xmlns:a="http://schemas.openxmlformats.org/drawingml/2006/main">
            <a:pathLst>
              <a:path w="9525" h="704850">
                <a:moveTo>
                  <a:pt x="0" y="704850"/>
                </a:moveTo>
                <a:lnTo>
                  <a:pt x="0" y="0"/>
                </a:lnTo>
              </a:path>
            </a:pathLst>
          </a:custGeom>
          <a:noFill xmlns:a="http://schemas.openxmlformats.org/drawingml/2006/main"/>
          <a:ln xmlns:a="http://schemas.openxmlformats.org/drawingml/2006/main" w="28575">
            <a:solidFill>
              <a:srgbClr val="231F20"/>
            </a:solidFill>
          </a:ln>
        </p:spPr>
      </p:sp>
      <p:sp>
        <p:nvSpPr>
          <p:cNvPr id="41" name="wire-99">
            <a:extLst xmlns:a="http://schemas.openxmlformats.org/drawingml/2006/main">
              <a:ext uri="{FF2B5EF4-FFF2-40B4-BE49-F238E27FC236}">
                <a16:creationId xmlns:a16="http://schemas.microsoft.com/office/drawing/2014/main" id="{82F4D8B1-AAD9-4341-B751-629BC2218857}"/>
              </a:ext>
            </a:extLst>
          </p:cNvPr>
          <p:cNvSpPr>
            <a:spLocks xmlns:a="http://schemas.openxmlformats.org/drawingml/2006/main" noGrp="1"/>
          </p:cNvSpPr>
          <p:nvPr/>
        </p:nvSpPr>
        <p:spPr>
          <a:xfrm xmlns:a="http://schemas.openxmlformats.org/drawingml/2006/main">
            <a:off x="3333750" y="4524375"/>
            <a:ext cx="1619250" cy="9525"/>
          </a:xfrm>
          <a:custGeom xmlns:a="http://schemas.openxmlformats.org/drawingml/2006/main">
            <a:pathLst>
              <a:path w="1619250" h="9525">
                <a:moveTo>
                  <a:pt x="1619250" y="0"/>
                </a:moveTo>
                <a:lnTo>
                  <a:pt x="0" y="0"/>
                </a:lnTo>
              </a:path>
            </a:pathLst>
          </a:custGeom>
          <a:noFill xmlns:a="http://schemas.openxmlformats.org/drawingml/2006/main"/>
          <a:ln xmlns:a="http://schemas.openxmlformats.org/drawingml/2006/main" w="28575">
            <a:solidFill>
              <a:srgbClr val="231F20"/>
            </a:solidFill>
          </a:ln>
        </p:spPr>
      </p:sp>
      <p:sp>
        <p:nvSpPr>
          <p:cNvPr id="42" name="wire-100">
            <a:extLst xmlns:a="http://schemas.openxmlformats.org/drawingml/2006/main">
              <a:ext uri="{FF2B5EF4-FFF2-40B4-BE49-F238E27FC236}">
                <a16:creationId xmlns:a16="http://schemas.microsoft.com/office/drawing/2014/main" id="{52537531-E2F4-42DC-BB68-EDEB78F28BAF}"/>
              </a:ext>
            </a:extLst>
          </p:cNvPr>
          <p:cNvSpPr>
            <a:spLocks xmlns:a="http://schemas.openxmlformats.org/drawingml/2006/main" noGrp="1"/>
          </p:cNvSpPr>
          <p:nvPr/>
        </p:nvSpPr>
        <p:spPr>
          <a:xfrm xmlns:a="http://schemas.openxmlformats.org/drawingml/2006/main">
            <a:off x="3333750" y="3981450"/>
            <a:ext cx="9525" cy="542925"/>
          </a:xfrm>
          <a:custGeom xmlns:a="http://schemas.openxmlformats.org/drawingml/2006/main">
            <a:pathLst>
              <a:path w="9525" h="542925">
                <a:moveTo>
                  <a:pt x="0" y="542925"/>
                </a:moveTo>
                <a:lnTo>
                  <a:pt x="0" y="0"/>
                </a:lnTo>
              </a:path>
            </a:pathLst>
          </a:custGeom>
          <a:noFill xmlns:a="http://schemas.openxmlformats.org/drawingml/2006/main"/>
          <a:ln xmlns:a="http://schemas.openxmlformats.org/drawingml/2006/main" w="28575">
            <a:solidFill>
              <a:srgbClr val="231F20"/>
            </a:solidFill>
          </a:ln>
        </p:spPr>
      </p:sp>
      <p:sp>
        <p:nvSpPr>
          <p:cNvPr id="43" name="wire-101">
            <a:extLst xmlns:a="http://schemas.openxmlformats.org/drawingml/2006/main">
              <a:ext uri="{FF2B5EF4-FFF2-40B4-BE49-F238E27FC236}">
                <a16:creationId xmlns:a16="http://schemas.microsoft.com/office/drawing/2014/main" id="{513955F5-3359-4648-8E01-1D66E6A367C7}"/>
              </a:ext>
            </a:extLst>
          </p:cNvPr>
          <p:cNvSpPr>
            <a:spLocks xmlns:a="http://schemas.openxmlformats.org/drawingml/2006/main" noGrp="1"/>
          </p:cNvSpPr>
          <p:nvPr/>
        </p:nvSpPr>
        <p:spPr>
          <a:xfrm xmlns:a="http://schemas.openxmlformats.org/drawingml/2006/main">
            <a:off x="3333750" y="3981450"/>
            <a:ext cx="381000" cy="9525"/>
          </a:xfrm>
          <a:custGeom xmlns:a="http://schemas.openxmlformats.org/drawingml/2006/main">
            <a:pathLst>
              <a:path w="381000" h="9525">
                <a:moveTo>
                  <a:pt x="0" y="0"/>
                </a:moveTo>
                <a:lnTo>
                  <a:pt x="381000" y="0"/>
                </a:lnTo>
              </a:path>
            </a:pathLst>
          </a:custGeom>
          <a:noFill xmlns:a="http://schemas.openxmlformats.org/drawingml/2006/main"/>
          <a:ln xmlns:a="http://schemas.openxmlformats.org/drawingml/2006/main" w="28575">
            <a:solidFill>
              <a:srgbClr val="231F20"/>
            </a:solidFill>
          </a:ln>
        </p:spPr>
      </p:sp>
      <p:sp>
        <p:nvSpPr>
          <p:cNvPr id="44" name="circuit-102">
            <a:extLst xmlns:a="http://schemas.openxmlformats.org/drawingml/2006/main">
              <a:ext uri="{FF2B5EF4-FFF2-40B4-BE49-F238E27FC236}">
                <a16:creationId xmlns:a16="http://schemas.microsoft.com/office/drawing/2014/main" id="{C492D372-FA38-4F4E-A273-6EE95269F0CF}"/>
              </a:ext>
            </a:extLst>
          </p:cNvPr>
          <p:cNvSpPr>
            <a:spLocks xmlns:a="http://schemas.openxmlformats.org/drawingml/2006/main" noGrp="1"/>
          </p:cNvSpPr>
          <p:nvPr/>
        </p:nvSpPr>
        <p:spPr>
          <a:xfrm xmlns:a="http://schemas.openxmlformats.org/drawingml/2006/main">
            <a:off x="3638550" y="395001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45" name="text-103">
            <a:extLst xmlns:a="http://schemas.openxmlformats.org/drawingml/2006/main">
              <a:ext uri="{FF2B5EF4-FFF2-40B4-BE49-F238E27FC236}">
                <a16:creationId xmlns:a16="http://schemas.microsoft.com/office/drawing/2014/main" id="{EB84764F-4B97-4E41-A5FA-13075BCFDC34}"/>
              </a:ext>
            </a:extLst>
          </p:cNvPr>
          <p:cNvSpPr>
            <a:spLocks xmlns:a="http://schemas.openxmlformats.org/drawingml/2006/main" noGrp="1"/>
          </p:cNvSpPr>
          <p:nvPr/>
        </p:nvSpPr>
        <p:spPr>
          <a:xfrm xmlns:a="http://schemas.openxmlformats.org/drawingml/2006/main">
            <a:off x="3333750" y="4181475"/>
            <a:ext cx="381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00" b="1">
                <a:solidFill>
                  <a:srgbClr val="1572C3"/>
                </a:solidFill>
                <a:latin typeface="Arial"/>
                <a:ea typeface="Arial"/>
                <a:cs typeface="Arial"/>
              </a:defRPr>
            </a:defPPr>
            <a:lvl1pPr algn="ctr">
              <a:defRPr sz="1800" b="1">
                <a:solidFill>
                  <a:srgbClr val="1572C3"/>
                </a:solidFill>
                <a:latin typeface="Arial"/>
                <a:ea typeface="Arial"/>
                <a:cs typeface="Arial"/>
              </a:defRPr>
            </a:lvl1pPr>
            <a:lvl2pPr algn="ctr">
              <a:defRPr sz="1800" b="1">
                <a:solidFill>
                  <a:srgbClr val="1572C3"/>
                </a:solidFill>
                <a:latin typeface="Arial"/>
                <a:ea typeface="Arial"/>
                <a:cs typeface="Arial"/>
              </a:defRPr>
            </a:lvl2pPr>
            <a:lvl3pPr algn="ctr">
              <a:defRPr sz="1800" b="1">
                <a:solidFill>
                  <a:srgbClr val="1572C3"/>
                </a:solidFill>
                <a:latin typeface="Arial"/>
                <a:ea typeface="Arial"/>
                <a:cs typeface="Arial"/>
              </a:defRPr>
            </a:lvl3pPr>
            <a:lvl4pPr algn="ctr">
              <a:defRPr sz="1800" b="1">
                <a:solidFill>
                  <a:srgbClr val="1572C3"/>
                </a:solidFill>
                <a:latin typeface="Arial"/>
                <a:ea typeface="Arial"/>
                <a:cs typeface="Arial"/>
              </a:defRPr>
            </a:lvl4pPr>
            <a:lvl5pPr algn="ctr">
              <a:defRPr sz="1800" b="1">
                <a:solidFill>
                  <a:srgbClr val="1572C3"/>
                </a:solidFill>
                <a:latin typeface="Arial"/>
                <a:ea typeface="Arial"/>
                <a:cs typeface="Arial"/>
              </a:defRPr>
            </a:lvl5pPr>
            <a:lvl6pPr algn="ctr">
              <a:defRPr sz="1800" b="1">
                <a:solidFill>
                  <a:srgbClr val="1572C3"/>
                </a:solidFill>
                <a:latin typeface="Arial"/>
                <a:ea typeface="Arial"/>
                <a:cs typeface="Arial"/>
              </a:defRPr>
            </a:lvl6pPr>
            <a:lvl7pPr algn="ctr">
              <a:defRPr sz="1800" b="1">
                <a:solidFill>
                  <a:srgbClr val="1572C3"/>
                </a:solidFill>
                <a:latin typeface="Arial"/>
                <a:ea typeface="Arial"/>
                <a:cs typeface="Arial"/>
              </a:defRPr>
            </a:lvl7pPr>
            <a:lvl8pPr algn="ctr">
              <a:defRPr sz="1800" b="1">
                <a:solidFill>
                  <a:srgbClr val="1572C3"/>
                </a:solidFill>
                <a:latin typeface="Arial"/>
                <a:ea typeface="Arial"/>
                <a:cs typeface="Arial"/>
              </a:defRPr>
            </a:lvl8pPr>
            <a:lvl9pPr algn="ctr">
              <a:defRPr sz="1800" b="1">
                <a:solidFill>
                  <a:srgbClr val="1572C3"/>
                </a:solidFill>
                <a:latin typeface="Arial"/>
                <a:ea typeface="Arial"/>
                <a:cs typeface="Arial"/>
              </a:defRPr>
            </a:lvl9pPr>
          </a:lstStyle>
          <a:p xmlns:a="http://schemas.openxmlformats.org/drawingml/2006/main">
            <a:pPr algn="ctr">
              <a:defRPr sz="1800" b="1">
                <a:solidFill>
                  <a:srgbClr val="1572C3"/>
                </a:solidFill>
                <a:latin typeface="Arial"/>
                <a:ea typeface="Arial"/>
                <a:cs typeface="Arial"/>
              </a:defRPr>
            </a:pPr>
            <a:r>
              <a:rPr sz="1800" b="1">
                <a:solidFill>
                  <a:srgbClr val="1572C3"/>
                </a:solidFill>
                <a:latin typeface="Arial"/>
                <a:ea typeface="Arial"/>
                <a:cs typeface="Arial"/>
              </a:rPr>
              <a:t>0</a:t>
            </a:r>
          </a:p>
        </p:txBody>
      </p:sp>
      <p:sp>
        <p:nvSpPr>
          <p:cNvPr id="46" name="wire-104">
            <a:extLst xmlns:a="http://schemas.openxmlformats.org/drawingml/2006/main">
              <a:ext uri="{FF2B5EF4-FFF2-40B4-BE49-F238E27FC236}">
                <a16:creationId xmlns:a16="http://schemas.microsoft.com/office/drawing/2014/main" id="{E28D0915-FFE7-4897-8CD1-FC1CA9E2C318}"/>
              </a:ext>
            </a:extLst>
          </p:cNvPr>
          <p:cNvSpPr>
            <a:spLocks xmlns:a="http://schemas.openxmlformats.org/drawingml/2006/main" noGrp="1"/>
          </p:cNvSpPr>
          <p:nvPr/>
        </p:nvSpPr>
        <p:spPr>
          <a:xfrm xmlns:a="http://schemas.openxmlformats.org/drawingml/2006/main">
            <a:off x="4572000" y="3619500"/>
            <a:ext cx="952500" cy="9525"/>
          </a:xfrm>
          <a:custGeom xmlns:a="http://schemas.openxmlformats.org/drawingml/2006/main">
            <a:pathLst>
              <a:path w="952500" h="9525">
                <a:moveTo>
                  <a:pt x="0" y="0"/>
                </a:moveTo>
                <a:lnTo>
                  <a:pt x="952500" y="0"/>
                </a:lnTo>
              </a:path>
            </a:pathLst>
          </a:custGeom>
          <a:noFill xmlns:a="http://schemas.openxmlformats.org/drawingml/2006/main"/>
          <a:ln xmlns:a="http://schemas.openxmlformats.org/drawingml/2006/main" w="28575">
            <a:solidFill>
              <a:srgbClr val="231F20"/>
            </a:solidFill>
          </a:ln>
        </p:spPr>
      </p:sp>
      <p:sp>
        <p:nvSpPr>
          <p:cNvPr id="47" name="circuit-105">
            <a:extLst xmlns:a="http://schemas.openxmlformats.org/drawingml/2006/main">
              <a:ext uri="{FF2B5EF4-FFF2-40B4-BE49-F238E27FC236}">
                <a16:creationId xmlns:a16="http://schemas.microsoft.com/office/drawing/2014/main" id="{D2E2D664-F67A-4925-8582-71B5BCB375B2}"/>
              </a:ext>
            </a:extLst>
          </p:cNvPr>
          <p:cNvSpPr>
            <a:spLocks xmlns:a="http://schemas.openxmlformats.org/drawingml/2006/main" noGrp="1"/>
          </p:cNvSpPr>
          <p:nvPr/>
        </p:nvSpPr>
        <p:spPr>
          <a:xfrm xmlns:a="http://schemas.openxmlformats.org/drawingml/2006/main">
            <a:off x="5448300" y="35880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48" name="text-106">
            <a:extLst xmlns:a="http://schemas.openxmlformats.org/drawingml/2006/main">
              <a:ext uri="{FF2B5EF4-FFF2-40B4-BE49-F238E27FC236}">
                <a16:creationId xmlns:a16="http://schemas.microsoft.com/office/drawing/2014/main" id="{88B3193D-B43D-4A3F-9EB8-67B4855F9B0F}"/>
              </a:ext>
            </a:extLst>
          </p:cNvPr>
          <p:cNvSpPr>
            <a:spLocks xmlns:a="http://schemas.openxmlformats.org/drawingml/2006/main" noGrp="1"/>
          </p:cNvSpPr>
          <p:nvPr/>
        </p:nvSpPr>
        <p:spPr>
          <a:xfrm xmlns:a="http://schemas.openxmlformats.org/drawingml/2006/main">
            <a:off x="4591050" y="3219450"/>
            <a:ext cx="904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1">
                <a:solidFill>
                  <a:srgbClr val="1572C3"/>
                </a:solidFill>
                <a:latin typeface="Yu Gothic"/>
                <a:ea typeface="Yu Gothic"/>
                <a:cs typeface="Yu Gothic"/>
              </a:defRPr>
            </a:defPPr>
            <a:lvl1pPr algn="ctr">
              <a:defRPr sz="1575" b="1">
                <a:solidFill>
                  <a:srgbClr val="1572C3"/>
                </a:solidFill>
                <a:latin typeface="Yu Gothic"/>
                <a:ea typeface="Yu Gothic"/>
                <a:cs typeface="Yu Gothic"/>
              </a:defRPr>
            </a:lvl1pPr>
            <a:lvl2pPr algn="ctr">
              <a:defRPr sz="1575" b="1">
                <a:solidFill>
                  <a:srgbClr val="1572C3"/>
                </a:solidFill>
                <a:latin typeface="Yu Gothic"/>
                <a:ea typeface="Yu Gothic"/>
                <a:cs typeface="Yu Gothic"/>
              </a:defRPr>
            </a:lvl2pPr>
            <a:lvl3pPr algn="ctr">
              <a:defRPr sz="1575" b="1">
                <a:solidFill>
                  <a:srgbClr val="1572C3"/>
                </a:solidFill>
                <a:latin typeface="Yu Gothic"/>
                <a:ea typeface="Yu Gothic"/>
                <a:cs typeface="Yu Gothic"/>
              </a:defRPr>
            </a:lvl3pPr>
            <a:lvl4pPr algn="ctr">
              <a:defRPr sz="1575" b="1">
                <a:solidFill>
                  <a:srgbClr val="1572C3"/>
                </a:solidFill>
                <a:latin typeface="Yu Gothic"/>
                <a:ea typeface="Yu Gothic"/>
                <a:cs typeface="Yu Gothic"/>
              </a:defRPr>
            </a:lvl4pPr>
            <a:lvl5pPr algn="ctr">
              <a:defRPr sz="1575" b="1">
                <a:solidFill>
                  <a:srgbClr val="1572C3"/>
                </a:solidFill>
                <a:latin typeface="Yu Gothic"/>
                <a:ea typeface="Yu Gothic"/>
                <a:cs typeface="Yu Gothic"/>
              </a:defRPr>
            </a:lvl5pPr>
            <a:lvl6pPr algn="ctr">
              <a:defRPr sz="1575" b="1">
                <a:solidFill>
                  <a:srgbClr val="1572C3"/>
                </a:solidFill>
                <a:latin typeface="Yu Gothic"/>
                <a:ea typeface="Yu Gothic"/>
                <a:cs typeface="Yu Gothic"/>
              </a:defRPr>
            </a:lvl6pPr>
            <a:lvl7pPr algn="ctr">
              <a:defRPr sz="1575" b="1">
                <a:solidFill>
                  <a:srgbClr val="1572C3"/>
                </a:solidFill>
                <a:latin typeface="Yu Gothic"/>
                <a:ea typeface="Yu Gothic"/>
                <a:cs typeface="Yu Gothic"/>
              </a:defRPr>
            </a:lvl7pPr>
            <a:lvl8pPr algn="ctr">
              <a:defRPr sz="1575" b="1">
                <a:solidFill>
                  <a:srgbClr val="1572C3"/>
                </a:solidFill>
                <a:latin typeface="Yu Gothic"/>
                <a:ea typeface="Yu Gothic"/>
                <a:cs typeface="Yu Gothic"/>
              </a:defRPr>
            </a:lvl8pPr>
            <a:lvl9pPr algn="ctr">
              <a:defRPr sz="1575" b="1">
                <a:solidFill>
                  <a:srgbClr val="1572C3"/>
                </a:solidFill>
                <a:latin typeface="Yu Gothic"/>
                <a:ea typeface="Yu Gothic"/>
                <a:cs typeface="Yu Gothic"/>
              </a:defRPr>
            </a:lvl9pPr>
          </a:lstStyle>
          <a:p xmlns:a="http://schemas.openxmlformats.org/drawingml/2006/main">
            <a:pPr algn="ctr">
              <a:defRPr sz="1575" b="1">
                <a:solidFill>
                  <a:srgbClr val="1572C3"/>
                </a:solidFill>
                <a:latin typeface="Yu Gothic"/>
                <a:ea typeface="Yu Gothic"/>
                <a:cs typeface="Yu Gothic"/>
              </a:defRPr>
            </a:pPr>
            <a:r>
              <a:rPr sz="1575" b="1">
                <a:solidFill>
                  <a:srgbClr val="1572C3"/>
                </a:solidFill>
                <a:latin typeface="Yu Gothic"/>
                <a:ea typeface="Yu Gothic"/>
                <a:cs typeface="Yu Gothic"/>
              </a:rPr>
              <a:t>番地 0</a:t>
            </a:r>
          </a:p>
        </p:txBody>
      </p:sp>
      <p:sp>
        <p:nvSpPr>
          <p:cNvPr id="49" name="wire-107">
            <a:extLst xmlns:a="http://schemas.openxmlformats.org/drawingml/2006/main">
              <a:ext uri="{FF2B5EF4-FFF2-40B4-BE49-F238E27FC236}">
                <a16:creationId xmlns:a16="http://schemas.microsoft.com/office/drawing/2014/main" id="{D54E262D-EDD3-400E-8204-45E5A622A3EE}"/>
              </a:ext>
            </a:extLst>
          </p:cNvPr>
          <p:cNvSpPr>
            <a:spLocks xmlns:a="http://schemas.openxmlformats.org/drawingml/2006/main" noGrp="1"/>
          </p:cNvSpPr>
          <p:nvPr/>
        </p:nvSpPr>
        <p:spPr>
          <a:xfrm xmlns:a="http://schemas.openxmlformats.org/drawingml/2006/main">
            <a:off x="2895600" y="3981450"/>
            <a:ext cx="228600" cy="9525"/>
          </a:xfrm>
          <a:custGeom xmlns:a="http://schemas.openxmlformats.org/drawingml/2006/main">
            <a:pathLst>
              <a:path w="228600" h="9525">
                <a:moveTo>
                  <a:pt x="0" y="0"/>
                </a:moveTo>
                <a:lnTo>
                  <a:pt x="228600" y="0"/>
                </a:lnTo>
              </a:path>
            </a:pathLst>
          </a:custGeom>
          <a:noFill xmlns:a="http://schemas.openxmlformats.org/drawingml/2006/main"/>
          <a:ln xmlns:a="http://schemas.openxmlformats.org/drawingml/2006/main" w="28575">
            <a:solidFill>
              <a:srgbClr val="B9BEC6"/>
            </a:solidFill>
          </a:ln>
        </p:spPr>
      </p:sp>
      <p:sp>
        <p:nvSpPr>
          <p:cNvPr id="50" name="wire-108">
            <a:extLst xmlns:a="http://schemas.openxmlformats.org/drawingml/2006/main">
              <a:ext uri="{FF2B5EF4-FFF2-40B4-BE49-F238E27FC236}">
                <a16:creationId xmlns:a16="http://schemas.microsoft.com/office/drawing/2014/main" id="{E9542F4C-0395-48B5-98E8-1C9E16CA4D96}"/>
              </a:ext>
            </a:extLst>
          </p:cNvPr>
          <p:cNvSpPr>
            <a:spLocks xmlns:a="http://schemas.openxmlformats.org/drawingml/2006/main" noGrp="1"/>
          </p:cNvSpPr>
          <p:nvPr/>
        </p:nvSpPr>
        <p:spPr>
          <a:xfrm xmlns:a="http://schemas.openxmlformats.org/drawingml/2006/main">
            <a:off x="5267325" y="4476750"/>
            <a:ext cx="257175" cy="9525"/>
          </a:xfrm>
          <a:custGeom xmlns:a="http://schemas.openxmlformats.org/drawingml/2006/main">
            <a:pathLst>
              <a:path w="257175" h="9525">
                <a:moveTo>
                  <a:pt x="0" y="0"/>
                </a:moveTo>
                <a:lnTo>
                  <a:pt x="257175" y="0"/>
                </a:lnTo>
              </a:path>
            </a:pathLst>
          </a:custGeom>
          <a:noFill xmlns:a="http://schemas.openxmlformats.org/drawingml/2006/main"/>
          <a:ln xmlns:a="http://schemas.openxmlformats.org/drawingml/2006/main" w="28575">
            <a:solidFill>
              <a:srgbClr val="B9BEC6"/>
            </a:solidFill>
          </a:ln>
        </p:spPr>
      </p:sp>
      <p:sp>
        <p:nvSpPr>
          <p:cNvPr id="51" name="block-109">
            <a:extLst xmlns:a="http://schemas.openxmlformats.org/drawingml/2006/main">
              <a:ext uri="{FF2B5EF4-FFF2-40B4-BE49-F238E27FC236}">
                <a16:creationId xmlns:a16="http://schemas.microsoft.com/office/drawing/2014/main" id="{ACF88C6E-3AC2-406E-BFB9-6FC05C5CA3F9}"/>
              </a:ext>
            </a:extLst>
          </p:cNvPr>
          <p:cNvSpPr>
            <a:spLocks xmlns:a="http://schemas.openxmlformats.org/drawingml/2006/main" noGrp="1"/>
          </p:cNvSpPr>
          <p:nvPr/>
        </p:nvSpPr>
        <p:spPr>
          <a:xfrm xmlns:a="http://schemas.openxmlformats.org/drawingml/2006/main">
            <a:off x="5524500" y="2838450"/>
            <a:ext cx="1657350" cy="222885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52" name="text-110">
            <a:extLst xmlns:a="http://schemas.openxmlformats.org/drawingml/2006/main">
              <a:ext uri="{FF2B5EF4-FFF2-40B4-BE49-F238E27FC236}">
                <a16:creationId xmlns:a16="http://schemas.microsoft.com/office/drawing/2014/main" id="{E5F69E5F-73F0-46CD-B0C1-FCF23DF21A21}"/>
              </a:ext>
            </a:extLst>
          </p:cNvPr>
          <p:cNvSpPr>
            <a:spLocks xmlns:a="http://schemas.openxmlformats.org/drawingml/2006/main" noGrp="1"/>
          </p:cNvSpPr>
          <p:nvPr/>
        </p:nvSpPr>
        <p:spPr>
          <a:xfrm xmlns:a="http://schemas.openxmlformats.org/drawingml/2006/main">
            <a:off x="5819775" y="3095625"/>
            <a:ext cx="120015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650" b="1">
                <a:solidFill>
                  <a:srgbClr val="231F20"/>
                </a:solidFill>
                <a:latin typeface="Arial"/>
                <a:ea typeface="Arial"/>
                <a:cs typeface="Arial"/>
              </a:defRPr>
            </a:defPPr>
            <a:lvl1pPr algn="ctr">
              <a:defRPr sz="1650" b="1">
                <a:solidFill>
                  <a:srgbClr val="231F20"/>
                </a:solidFill>
                <a:latin typeface="Arial"/>
                <a:ea typeface="Arial"/>
                <a:cs typeface="Arial"/>
              </a:defRPr>
            </a:lvl1pPr>
            <a:lvl2pPr algn="ctr">
              <a:defRPr sz="1650" b="1">
                <a:solidFill>
                  <a:srgbClr val="231F20"/>
                </a:solidFill>
                <a:latin typeface="Arial"/>
                <a:ea typeface="Arial"/>
                <a:cs typeface="Arial"/>
              </a:defRPr>
            </a:lvl2pPr>
            <a:lvl3pPr algn="ctr">
              <a:defRPr sz="1650" b="1">
                <a:solidFill>
                  <a:srgbClr val="231F20"/>
                </a:solidFill>
                <a:latin typeface="Arial"/>
                <a:ea typeface="Arial"/>
                <a:cs typeface="Arial"/>
              </a:defRPr>
            </a:lvl3pPr>
            <a:lvl4pPr algn="ctr">
              <a:defRPr sz="1650" b="1">
                <a:solidFill>
                  <a:srgbClr val="231F20"/>
                </a:solidFill>
                <a:latin typeface="Arial"/>
                <a:ea typeface="Arial"/>
                <a:cs typeface="Arial"/>
              </a:defRPr>
            </a:lvl4pPr>
            <a:lvl5pPr algn="ctr">
              <a:defRPr sz="1650" b="1">
                <a:solidFill>
                  <a:srgbClr val="231F20"/>
                </a:solidFill>
                <a:latin typeface="Arial"/>
                <a:ea typeface="Arial"/>
                <a:cs typeface="Arial"/>
              </a:defRPr>
            </a:lvl5pPr>
            <a:lvl6pPr algn="ctr">
              <a:defRPr sz="1650" b="1">
                <a:solidFill>
                  <a:srgbClr val="231F20"/>
                </a:solidFill>
                <a:latin typeface="Arial"/>
                <a:ea typeface="Arial"/>
                <a:cs typeface="Arial"/>
              </a:defRPr>
            </a:lvl6pPr>
            <a:lvl7pPr algn="ctr">
              <a:defRPr sz="1650" b="1">
                <a:solidFill>
                  <a:srgbClr val="231F20"/>
                </a:solidFill>
                <a:latin typeface="Arial"/>
                <a:ea typeface="Arial"/>
                <a:cs typeface="Arial"/>
              </a:defRPr>
            </a:lvl7pPr>
            <a:lvl8pPr algn="ctr">
              <a:defRPr sz="1650" b="1">
                <a:solidFill>
                  <a:srgbClr val="231F20"/>
                </a:solidFill>
                <a:latin typeface="Arial"/>
                <a:ea typeface="Arial"/>
                <a:cs typeface="Arial"/>
              </a:defRPr>
            </a:lvl8pPr>
            <a:lvl9pPr algn="ctr">
              <a:defRPr sz="1650" b="1">
                <a:solidFill>
                  <a:srgbClr val="231F20"/>
                </a:solidFill>
                <a:latin typeface="Arial"/>
                <a:ea typeface="Arial"/>
                <a:cs typeface="Arial"/>
              </a:defRPr>
            </a:lvl9pPr>
          </a:lstStyle>
          <a:p xmlns:a="http://schemas.openxmlformats.org/drawingml/2006/main">
            <a:pPr algn="ctr">
              <a:defRPr sz="1650" b="1">
                <a:solidFill>
                  <a:srgbClr val="231F20"/>
                </a:solidFill>
                <a:latin typeface="Arial"/>
                <a:ea typeface="Arial"/>
                <a:cs typeface="Arial"/>
              </a:defRPr>
            </a:pPr>
            <a:r>
              <a:rPr sz="1650" b="1">
                <a:solidFill>
                  <a:srgbClr val="231F20"/>
                </a:solidFill>
                <a:latin typeface="Arial"/>
                <a:ea typeface="Arial"/>
                <a:cs typeface="Arial"/>
              </a:rPr>
              <a:t>Data</a:t>
            </a:r>
          </a:p>
          <a:p xmlns:a="http://schemas.openxmlformats.org/drawingml/2006/main">
            <a:pPr algn="ctr">
              <a:defRPr sz="1650" b="1">
                <a:solidFill>
                  <a:srgbClr val="231F20"/>
                </a:solidFill>
                <a:latin typeface="Arial"/>
                <a:ea typeface="Arial"/>
                <a:cs typeface="Arial"/>
              </a:defRPr>
            </a:pPr>
            <a:r>
              <a:rPr sz="1650" b="1">
                <a:solidFill>
                  <a:srgbClr val="231F20"/>
                </a:solidFill>
                <a:latin typeface="Arial"/>
                <a:ea typeface="Arial"/>
                <a:cs typeface="Arial"/>
              </a:rPr>
              <a:t>Memory</a:t>
            </a:r>
          </a:p>
        </p:txBody>
      </p:sp>
      <p:sp>
        <p:nvSpPr>
          <p:cNvPr id="53" name="text-111">
            <a:extLst xmlns:a="http://schemas.openxmlformats.org/drawingml/2006/main">
              <a:ext uri="{FF2B5EF4-FFF2-40B4-BE49-F238E27FC236}">
                <a16:creationId xmlns:a16="http://schemas.microsoft.com/office/drawing/2014/main" id="{5E04F86C-105F-4E79-9F3F-1B5FD4C1CFA0}"/>
              </a:ext>
            </a:extLst>
          </p:cNvPr>
          <p:cNvSpPr>
            <a:spLocks xmlns:a="http://schemas.openxmlformats.org/drawingml/2006/main" noGrp="1"/>
          </p:cNvSpPr>
          <p:nvPr/>
        </p:nvSpPr>
        <p:spPr>
          <a:xfrm xmlns:a="http://schemas.openxmlformats.org/drawingml/2006/main">
            <a:off x="5619750" y="3476625"/>
            <a:ext cx="285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00" b="0">
                <a:solidFill>
                  <a:srgbClr val="231F20"/>
                </a:solidFill>
                <a:latin typeface="Arial"/>
                <a:ea typeface="Arial"/>
                <a:cs typeface="Arial"/>
              </a:defRPr>
            </a:defPPr>
            <a:lvl1pPr algn="l">
              <a:defRPr sz="1500" b="0">
                <a:solidFill>
                  <a:srgbClr val="231F20"/>
                </a:solidFill>
                <a:latin typeface="Arial"/>
                <a:ea typeface="Arial"/>
                <a:cs typeface="Arial"/>
              </a:defRPr>
            </a:lvl1pPr>
            <a:lvl2pPr algn="l">
              <a:defRPr sz="1500" b="0">
                <a:solidFill>
                  <a:srgbClr val="231F20"/>
                </a:solidFill>
                <a:latin typeface="Arial"/>
                <a:ea typeface="Arial"/>
                <a:cs typeface="Arial"/>
              </a:defRPr>
            </a:lvl2pPr>
            <a:lvl3pPr algn="l">
              <a:defRPr sz="1500" b="0">
                <a:solidFill>
                  <a:srgbClr val="231F20"/>
                </a:solidFill>
                <a:latin typeface="Arial"/>
                <a:ea typeface="Arial"/>
                <a:cs typeface="Arial"/>
              </a:defRPr>
            </a:lvl3pPr>
            <a:lvl4pPr algn="l">
              <a:defRPr sz="1500" b="0">
                <a:solidFill>
                  <a:srgbClr val="231F20"/>
                </a:solidFill>
                <a:latin typeface="Arial"/>
                <a:ea typeface="Arial"/>
                <a:cs typeface="Arial"/>
              </a:defRPr>
            </a:lvl4pPr>
            <a:lvl5pPr algn="l">
              <a:defRPr sz="1500" b="0">
                <a:solidFill>
                  <a:srgbClr val="231F20"/>
                </a:solidFill>
                <a:latin typeface="Arial"/>
                <a:ea typeface="Arial"/>
                <a:cs typeface="Arial"/>
              </a:defRPr>
            </a:lvl5pPr>
            <a:lvl6pPr algn="l">
              <a:defRPr sz="1500" b="0">
                <a:solidFill>
                  <a:srgbClr val="231F20"/>
                </a:solidFill>
                <a:latin typeface="Arial"/>
                <a:ea typeface="Arial"/>
                <a:cs typeface="Arial"/>
              </a:defRPr>
            </a:lvl6pPr>
            <a:lvl7pPr algn="l">
              <a:defRPr sz="1500" b="0">
                <a:solidFill>
                  <a:srgbClr val="231F20"/>
                </a:solidFill>
                <a:latin typeface="Arial"/>
                <a:ea typeface="Arial"/>
                <a:cs typeface="Arial"/>
              </a:defRPr>
            </a:lvl7pPr>
            <a:lvl8pPr algn="l">
              <a:defRPr sz="1500" b="0">
                <a:solidFill>
                  <a:srgbClr val="231F20"/>
                </a:solidFill>
                <a:latin typeface="Arial"/>
                <a:ea typeface="Arial"/>
                <a:cs typeface="Arial"/>
              </a:defRPr>
            </a:lvl8pPr>
            <a:lvl9pPr algn="l">
              <a:defRPr sz="1500" b="0">
                <a:solidFill>
                  <a:srgbClr val="231F20"/>
                </a:solidFill>
                <a:latin typeface="Arial"/>
                <a:ea typeface="Arial"/>
                <a:cs typeface="Arial"/>
              </a:defRPr>
            </a:lvl9pPr>
          </a:lstStyle>
          <a:p xmlns:a="http://schemas.openxmlformats.org/drawingml/2006/main">
            <a:pPr algn="l">
              <a:defRPr sz="1500" b="0">
                <a:solidFill>
                  <a:srgbClr val="231F20"/>
                </a:solidFill>
                <a:latin typeface="Arial"/>
                <a:ea typeface="Arial"/>
                <a:cs typeface="Arial"/>
              </a:defRPr>
            </a:pPr>
            <a:r>
              <a:rPr sz="1500" b="0">
                <a:solidFill>
                  <a:srgbClr val="231F20"/>
                </a:solidFill>
                <a:latin typeface="Arial"/>
                <a:ea typeface="Arial"/>
                <a:cs typeface="Arial"/>
              </a:rPr>
              <a:t>A</a:t>
            </a:r>
          </a:p>
        </p:txBody>
      </p:sp>
      <p:sp>
        <p:nvSpPr>
          <p:cNvPr id="54" name="text-112">
            <a:extLst xmlns:a="http://schemas.openxmlformats.org/drawingml/2006/main">
              <a:ext uri="{FF2B5EF4-FFF2-40B4-BE49-F238E27FC236}">
                <a16:creationId xmlns:a16="http://schemas.microsoft.com/office/drawing/2014/main" id="{F4D63BE3-A6E1-44C9-96AA-767A993052F1}"/>
              </a:ext>
            </a:extLst>
          </p:cNvPr>
          <p:cNvSpPr>
            <a:spLocks xmlns:a="http://schemas.openxmlformats.org/drawingml/2006/main" noGrp="1"/>
          </p:cNvSpPr>
          <p:nvPr/>
        </p:nvSpPr>
        <p:spPr>
          <a:xfrm xmlns:a="http://schemas.openxmlformats.org/drawingml/2006/main">
            <a:off x="5619750" y="4324350"/>
            <a:ext cx="4000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00" b="0">
                <a:solidFill>
                  <a:srgbClr val="B9BEC6"/>
                </a:solidFill>
                <a:latin typeface="Arial"/>
                <a:ea typeface="Arial"/>
                <a:cs typeface="Arial"/>
              </a:defRPr>
            </a:defPPr>
            <a:lvl1pPr algn="l">
              <a:defRPr sz="1500" b="0">
                <a:solidFill>
                  <a:srgbClr val="B9BEC6"/>
                </a:solidFill>
                <a:latin typeface="Arial"/>
                <a:ea typeface="Arial"/>
                <a:cs typeface="Arial"/>
              </a:defRPr>
            </a:lvl1pPr>
            <a:lvl2pPr algn="l">
              <a:defRPr sz="1500" b="0">
                <a:solidFill>
                  <a:srgbClr val="B9BEC6"/>
                </a:solidFill>
                <a:latin typeface="Arial"/>
                <a:ea typeface="Arial"/>
                <a:cs typeface="Arial"/>
              </a:defRPr>
            </a:lvl2pPr>
            <a:lvl3pPr algn="l">
              <a:defRPr sz="1500" b="0">
                <a:solidFill>
                  <a:srgbClr val="B9BEC6"/>
                </a:solidFill>
                <a:latin typeface="Arial"/>
                <a:ea typeface="Arial"/>
                <a:cs typeface="Arial"/>
              </a:defRPr>
            </a:lvl3pPr>
            <a:lvl4pPr algn="l">
              <a:defRPr sz="1500" b="0">
                <a:solidFill>
                  <a:srgbClr val="B9BEC6"/>
                </a:solidFill>
                <a:latin typeface="Arial"/>
                <a:ea typeface="Arial"/>
                <a:cs typeface="Arial"/>
              </a:defRPr>
            </a:lvl4pPr>
            <a:lvl5pPr algn="l">
              <a:defRPr sz="1500" b="0">
                <a:solidFill>
                  <a:srgbClr val="B9BEC6"/>
                </a:solidFill>
                <a:latin typeface="Arial"/>
                <a:ea typeface="Arial"/>
                <a:cs typeface="Arial"/>
              </a:defRPr>
            </a:lvl5pPr>
            <a:lvl6pPr algn="l">
              <a:defRPr sz="1500" b="0">
                <a:solidFill>
                  <a:srgbClr val="B9BEC6"/>
                </a:solidFill>
                <a:latin typeface="Arial"/>
                <a:ea typeface="Arial"/>
                <a:cs typeface="Arial"/>
              </a:defRPr>
            </a:lvl6pPr>
            <a:lvl7pPr algn="l">
              <a:defRPr sz="1500" b="0">
                <a:solidFill>
                  <a:srgbClr val="B9BEC6"/>
                </a:solidFill>
                <a:latin typeface="Arial"/>
                <a:ea typeface="Arial"/>
                <a:cs typeface="Arial"/>
              </a:defRPr>
            </a:lvl7pPr>
            <a:lvl8pPr algn="l">
              <a:defRPr sz="1500" b="0">
                <a:solidFill>
                  <a:srgbClr val="B9BEC6"/>
                </a:solidFill>
                <a:latin typeface="Arial"/>
                <a:ea typeface="Arial"/>
                <a:cs typeface="Arial"/>
              </a:defRPr>
            </a:lvl8pPr>
            <a:lvl9pPr algn="l">
              <a:defRPr sz="1500" b="0">
                <a:solidFill>
                  <a:srgbClr val="B9BEC6"/>
                </a:solidFill>
                <a:latin typeface="Arial"/>
                <a:ea typeface="Arial"/>
                <a:cs typeface="Arial"/>
              </a:defRPr>
            </a:lvl9pPr>
          </a:lstStyle>
          <a:p xmlns:a="http://schemas.openxmlformats.org/drawingml/2006/main">
            <a:pPr algn="l">
              <a:defRPr sz="1500" b="0">
                <a:solidFill>
                  <a:srgbClr val="B9BEC6"/>
                </a:solidFill>
                <a:latin typeface="Arial"/>
                <a:ea typeface="Arial"/>
                <a:cs typeface="Arial"/>
              </a:defRPr>
            </a:pPr>
            <a:r>
              <a:rPr sz="1500" b="0">
                <a:solidFill>
                  <a:srgbClr val="B9BEC6"/>
                </a:solidFill>
                <a:latin typeface="Arial"/>
                <a:ea typeface="Arial"/>
                <a:cs typeface="Arial"/>
              </a:rPr>
              <a:t>WD</a:t>
            </a:r>
          </a:p>
        </p:txBody>
      </p:sp>
      <p:sp>
        <p:nvSpPr>
          <p:cNvPr id="55" name="text-113">
            <a:extLst xmlns:a="http://schemas.openxmlformats.org/drawingml/2006/main">
              <a:ext uri="{FF2B5EF4-FFF2-40B4-BE49-F238E27FC236}">
                <a16:creationId xmlns:a16="http://schemas.microsoft.com/office/drawing/2014/main" id="{CE6082F5-EF0E-45B5-B104-35F271F18BAB}"/>
              </a:ext>
            </a:extLst>
          </p:cNvPr>
          <p:cNvSpPr>
            <a:spLocks xmlns:a="http://schemas.openxmlformats.org/drawingml/2006/main" noGrp="1"/>
          </p:cNvSpPr>
          <p:nvPr/>
        </p:nvSpPr>
        <p:spPr>
          <a:xfrm xmlns:a="http://schemas.openxmlformats.org/drawingml/2006/main">
            <a:off x="6734175" y="40195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00" b="0">
                <a:solidFill>
                  <a:srgbClr val="231F20"/>
                </a:solidFill>
                <a:latin typeface="Arial"/>
                <a:ea typeface="Arial"/>
                <a:cs typeface="Arial"/>
              </a:defRPr>
            </a:defPPr>
            <a:lvl1pPr algn="l">
              <a:defRPr sz="1500" b="0">
                <a:solidFill>
                  <a:srgbClr val="231F20"/>
                </a:solidFill>
                <a:latin typeface="Arial"/>
                <a:ea typeface="Arial"/>
                <a:cs typeface="Arial"/>
              </a:defRPr>
            </a:lvl1pPr>
            <a:lvl2pPr algn="l">
              <a:defRPr sz="1500" b="0">
                <a:solidFill>
                  <a:srgbClr val="231F20"/>
                </a:solidFill>
                <a:latin typeface="Arial"/>
                <a:ea typeface="Arial"/>
                <a:cs typeface="Arial"/>
              </a:defRPr>
            </a:lvl2pPr>
            <a:lvl3pPr algn="l">
              <a:defRPr sz="1500" b="0">
                <a:solidFill>
                  <a:srgbClr val="231F20"/>
                </a:solidFill>
                <a:latin typeface="Arial"/>
                <a:ea typeface="Arial"/>
                <a:cs typeface="Arial"/>
              </a:defRPr>
            </a:lvl3pPr>
            <a:lvl4pPr algn="l">
              <a:defRPr sz="1500" b="0">
                <a:solidFill>
                  <a:srgbClr val="231F20"/>
                </a:solidFill>
                <a:latin typeface="Arial"/>
                <a:ea typeface="Arial"/>
                <a:cs typeface="Arial"/>
              </a:defRPr>
            </a:lvl4pPr>
            <a:lvl5pPr algn="l">
              <a:defRPr sz="1500" b="0">
                <a:solidFill>
                  <a:srgbClr val="231F20"/>
                </a:solidFill>
                <a:latin typeface="Arial"/>
                <a:ea typeface="Arial"/>
                <a:cs typeface="Arial"/>
              </a:defRPr>
            </a:lvl5pPr>
            <a:lvl6pPr algn="l">
              <a:defRPr sz="1500" b="0">
                <a:solidFill>
                  <a:srgbClr val="231F20"/>
                </a:solidFill>
                <a:latin typeface="Arial"/>
                <a:ea typeface="Arial"/>
                <a:cs typeface="Arial"/>
              </a:defRPr>
            </a:lvl6pPr>
            <a:lvl7pPr algn="l">
              <a:defRPr sz="1500" b="0">
                <a:solidFill>
                  <a:srgbClr val="231F20"/>
                </a:solidFill>
                <a:latin typeface="Arial"/>
                <a:ea typeface="Arial"/>
                <a:cs typeface="Arial"/>
              </a:defRPr>
            </a:lvl7pPr>
            <a:lvl8pPr algn="l">
              <a:defRPr sz="1500" b="0">
                <a:solidFill>
                  <a:srgbClr val="231F20"/>
                </a:solidFill>
                <a:latin typeface="Arial"/>
                <a:ea typeface="Arial"/>
                <a:cs typeface="Arial"/>
              </a:defRPr>
            </a:lvl8pPr>
            <a:lvl9pPr algn="l">
              <a:defRPr sz="1500" b="0">
                <a:solidFill>
                  <a:srgbClr val="231F20"/>
                </a:solidFill>
                <a:latin typeface="Arial"/>
                <a:ea typeface="Arial"/>
                <a:cs typeface="Arial"/>
              </a:defRPr>
            </a:lvl9pPr>
          </a:lstStyle>
          <a:p xmlns:a="http://schemas.openxmlformats.org/drawingml/2006/main">
            <a:pPr algn="l">
              <a:defRPr sz="1500" b="0">
                <a:solidFill>
                  <a:srgbClr val="231F20"/>
                </a:solidFill>
                <a:latin typeface="Arial"/>
                <a:ea typeface="Arial"/>
                <a:cs typeface="Arial"/>
              </a:defRPr>
            </a:pPr>
            <a:r>
              <a:rPr sz="1500" b="0">
                <a:solidFill>
                  <a:srgbClr val="231F20"/>
                </a:solidFill>
                <a:latin typeface="Arial"/>
                <a:ea typeface="Arial"/>
                <a:cs typeface="Arial"/>
              </a:rPr>
              <a:t>RD</a:t>
            </a:r>
          </a:p>
        </p:txBody>
      </p:sp>
      <p:sp>
        <p:nvSpPr>
          <p:cNvPr id="56" name="text-114">
            <a:extLst xmlns:a="http://schemas.openxmlformats.org/drawingml/2006/main">
              <a:ext uri="{FF2B5EF4-FFF2-40B4-BE49-F238E27FC236}">
                <a16:creationId xmlns:a16="http://schemas.microsoft.com/office/drawing/2014/main" id="{354155FE-9B3F-47A7-8654-FCD55240CD7D}"/>
              </a:ext>
            </a:extLst>
          </p:cNvPr>
          <p:cNvSpPr>
            <a:spLocks xmlns:a="http://schemas.openxmlformats.org/drawingml/2006/main" noGrp="1"/>
          </p:cNvSpPr>
          <p:nvPr/>
        </p:nvSpPr>
        <p:spPr>
          <a:xfrm xmlns:a="http://schemas.openxmlformats.org/drawingml/2006/main">
            <a:off x="6219825" y="2867025"/>
            <a:ext cx="4095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00" b="0">
                <a:solidFill>
                  <a:srgbClr val="B9BEC6"/>
                </a:solidFill>
                <a:latin typeface="Arial"/>
                <a:ea typeface="Arial"/>
                <a:cs typeface="Arial"/>
              </a:defRPr>
            </a:defPPr>
            <a:lvl1pPr algn="l">
              <a:defRPr sz="1500" b="0">
                <a:solidFill>
                  <a:srgbClr val="B9BEC6"/>
                </a:solidFill>
                <a:latin typeface="Arial"/>
                <a:ea typeface="Arial"/>
                <a:cs typeface="Arial"/>
              </a:defRPr>
            </a:lvl1pPr>
            <a:lvl2pPr algn="l">
              <a:defRPr sz="1500" b="0">
                <a:solidFill>
                  <a:srgbClr val="B9BEC6"/>
                </a:solidFill>
                <a:latin typeface="Arial"/>
                <a:ea typeface="Arial"/>
                <a:cs typeface="Arial"/>
              </a:defRPr>
            </a:lvl2pPr>
            <a:lvl3pPr algn="l">
              <a:defRPr sz="1500" b="0">
                <a:solidFill>
                  <a:srgbClr val="B9BEC6"/>
                </a:solidFill>
                <a:latin typeface="Arial"/>
                <a:ea typeface="Arial"/>
                <a:cs typeface="Arial"/>
              </a:defRPr>
            </a:lvl3pPr>
            <a:lvl4pPr algn="l">
              <a:defRPr sz="1500" b="0">
                <a:solidFill>
                  <a:srgbClr val="B9BEC6"/>
                </a:solidFill>
                <a:latin typeface="Arial"/>
                <a:ea typeface="Arial"/>
                <a:cs typeface="Arial"/>
              </a:defRPr>
            </a:lvl4pPr>
            <a:lvl5pPr algn="l">
              <a:defRPr sz="1500" b="0">
                <a:solidFill>
                  <a:srgbClr val="B9BEC6"/>
                </a:solidFill>
                <a:latin typeface="Arial"/>
                <a:ea typeface="Arial"/>
                <a:cs typeface="Arial"/>
              </a:defRPr>
            </a:lvl5pPr>
            <a:lvl6pPr algn="l">
              <a:defRPr sz="1500" b="0">
                <a:solidFill>
                  <a:srgbClr val="B9BEC6"/>
                </a:solidFill>
                <a:latin typeface="Arial"/>
                <a:ea typeface="Arial"/>
                <a:cs typeface="Arial"/>
              </a:defRPr>
            </a:lvl6pPr>
            <a:lvl7pPr algn="l">
              <a:defRPr sz="1500" b="0">
                <a:solidFill>
                  <a:srgbClr val="B9BEC6"/>
                </a:solidFill>
                <a:latin typeface="Arial"/>
                <a:ea typeface="Arial"/>
                <a:cs typeface="Arial"/>
              </a:defRPr>
            </a:lvl7pPr>
            <a:lvl8pPr algn="l">
              <a:defRPr sz="1500" b="0">
                <a:solidFill>
                  <a:srgbClr val="B9BEC6"/>
                </a:solidFill>
                <a:latin typeface="Arial"/>
                <a:ea typeface="Arial"/>
                <a:cs typeface="Arial"/>
              </a:defRPr>
            </a:lvl8pPr>
            <a:lvl9pPr algn="l">
              <a:defRPr sz="1500" b="0">
                <a:solidFill>
                  <a:srgbClr val="B9BEC6"/>
                </a:solidFill>
                <a:latin typeface="Arial"/>
                <a:ea typeface="Arial"/>
                <a:cs typeface="Arial"/>
              </a:defRPr>
            </a:lvl9pPr>
          </a:lstStyle>
          <a:p xmlns:a="http://schemas.openxmlformats.org/drawingml/2006/main">
            <a:pPr algn="l">
              <a:defRPr sz="1500" b="0">
                <a:solidFill>
                  <a:srgbClr val="B9BEC6"/>
                </a:solidFill>
                <a:latin typeface="Arial"/>
                <a:ea typeface="Arial"/>
                <a:cs typeface="Arial"/>
              </a:defRPr>
            </a:pPr>
            <a:r>
              <a:rPr sz="1500" b="0">
                <a:solidFill>
                  <a:srgbClr val="B9BEC6"/>
                </a:solidFill>
                <a:latin typeface="Arial"/>
                <a:ea typeface="Arial"/>
                <a:cs typeface="Arial"/>
              </a:rPr>
              <a:t>WE</a:t>
            </a:r>
          </a:p>
        </p:txBody>
      </p:sp>
      <p:sp>
        <p:nvSpPr>
          <p:cNvPr id="57" name="text-115">
            <a:extLst xmlns:a="http://schemas.openxmlformats.org/drawingml/2006/main">
              <a:ext uri="{FF2B5EF4-FFF2-40B4-BE49-F238E27FC236}">
                <a16:creationId xmlns:a16="http://schemas.microsoft.com/office/drawing/2014/main" id="{B0316F1B-0873-41A0-959C-98550A4B86ED}"/>
              </a:ext>
            </a:extLst>
          </p:cNvPr>
          <p:cNvSpPr>
            <a:spLocks xmlns:a="http://schemas.openxmlformats.org/drawingml/2006/main" noGrp="1"/>
          </p:cNvSpPr>
          <p:nvPr/>
        </p:nvSpPr>
        <p:spPr>
          <a:xfrm xmlns:a="http://schemas.openxmlformats.org/drawingml/2006/main">
            <a:off x="5524500" y="1885950"/>
            <a:ext cx="1809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1">
                <a:solidFill>
                  <a:srgbClr val="231F20"/>
                </a:solidFill>
                <a:latin typeface="Yu Gothic"/>
                <a:ea typeface="Yu Gothic"/>
                <a:cs typeface="Yu Gothic"/>
              </a:defRPr>
            </a:defPPr>
            <a:lvl1pPr algn="ctr">
              <a:defRPr sz="1875" b="1">
                <a:solidFill>
                  <a:srgbClr val="231F20"/>
                </a:solidFill>
                <a:latin typeface="Yu Gothic"/>
                <a:ea typeface="Yu Gothic"/>
                <a:cs typeface="Yu Gothic"/>
              </a:defRPr>
            </a:lvl1pPr>
            <a:lvl2pPr algn="ctr">
              <a:defRPr sz="1875" b="1">
                <a:solidFill>
                  <a:srgbClr val="231F20"/>
                </a:solidFill>
                <a:latin typeface="Yu Gothic"/>
                <a:ea typeface="Yu Gothic"/>
                <a:cs typeface="Yu Gothic"/>
              </a:defRPr>
            </a:lvl2pPr>
            <a:lvl3pPr algn="ctr">
              <a:defRPr sz="1875" b="1">
                <a:solidFill>
                  <a:srgbClr val="231F20"/>
                </a:solidFill>
                <a:latin typeface="Yu Gothic"/>
                <a:ea typeface="Yu Gothic"/>
                <a:cs typeface="Yu Gothic"/>
              </a:defRPr>
            </a:lvl3pPr>
            <a:lvl4pPr algn="ctr">
              <a:defRPr sz="1875" b="1">
                <a:solidFill>
                  <a:srgbClr val="231F20"/>
                </a:solidFill>
                <a:latin typeface="Yu Gothic"/>
                <a:ea typeface="Yu Gothic"/>
                <a:cs typeface="Yu Gothic"/>
              </a:defRPr>
            </a:lvl4pPr>
            <a:lvl5pPr algn="ctr">
              <a:defRPr sz="1875" b="1">
                <a:solidFill>
                  <a:srgbClr val="231F20"/>
                </a:solidFill>
                <a:latin typeface="Yu Gothic"/>
                <a:ea typeface="Yu Gothic"/>
                <a:cs typeface="Yu Gothic"/>
              </a:defRPr>
            </a:lvl5pPr>
            <a:lvl6pPr algn="ctr">
              <a:defRPr sz="1875" b="1">
                <a:solidFill>
                  <a:srgbClr val="231F20"/>
                </a:solidFill>
                <a:latin typeface="Yu Gothic"/>
                <a:ea typeface="Yu Gothic"/>
                <a:cs typeface="Yu Gothic"/>
              </a:defRPr>
            </a:lvl6pPr>
            <a:lvl7pPr algn="ctr">
              <a:defRPr sz="1875" b="1">
                <a:solidFill>
                  <a:srgbClr val="231F20"/>
                </a:solidFill>
                <a:latin typeface="Yu Gothic"/>
                <a:ea typeface="Yu Gothic"/>
                <a:cs typeface="Yu Gothic"/>
              </a:defRPr>
            </a:lvl7pPr>
            <a:lvl8pPr algn="ctr">
              <a:defRPr sz="1875" b="1">
                <a:solidFill>
                  <a:srgbClr val="231F20"/>
                </a:solidFill>
                <a:latin typeface="Yu Gothic"/>
                <a:ea typeface="Yu Gothic"/>
                <a:cs typeface="Yu Gothic"/>
              </a:defRPr>
            </a:lvl8pPr>
            <a:lvl9pPr algn="ctr">
              <a:defRPr sz="1875" b="1">
                <a:solidFill>
                  <a:srgbClr val="231F20"/>
                </a:solidFill>
                <a:latin typeface="Yu Gothic"/>
                <a:ea typeface="Yu Gothic"/>
                <a:cs typeface="Yu Gothic"/>
              </a:defRPr>
            </a:lvl9pPr>
          </a:lstStyle>
          <a:p xmlns:a="http://schemas.openxmlformats.org/drawingml/2006/main">
            <a:pPr algn="ctr">
              <a:defRPr sz="1875" b="1">
                <a:solidFill>
                  <a:srgbClr val="231F20"/>
                </a:solidFill>
                <a:latin typeface="Yu Gothic"/>
                <a:ea typeface="Yu Gothic"/>
                <a:cs typeface="Yu Gothic"/>
              </a:defRPr>
            </a:pPr>
            <a:r>
              <a:rPr sz="1875" b="1">
                <a:solidFill>
                  <a:srgbClr val="231F20"/>
                </a:solidFill>
                <a:latin typeface="Yu Gothic"/>
                <a:ea typeface="Yu Gothic"/>
                <a:cs typeface="Yu Gothic"/>
              </a:rPr>
              <a:t>データメモリ</a:t>
            </a:r>
          </a:p>
        </p:txBody>
      </p:sp>
      <p:sp>
        <p:nvSpPr>
          <p:cNvPr id="58" name="text-116">
            <a:extLst xmlns:a="http://schemas.openxmlformats.org/drawingml/2006/main">
              <a:ext uri="{FF2B5EF4-FFF2-40B4-BE49-F238E27FC236}">
                <a16:creationId xmlns:a16="http://schemas.microsoft.com/office/drawing/2014/main" id="{5B7F73DE-DE9E-4AB3-8F03-BD828C01BE08}"/>
              </a:ext>
            </a:extLst>
          </p:cNvPr>
          <p:cNvSpPr>
            <a:spLocks xmlns:a="http://schemas.openxmlformats.org/drawingml/2006/main" noGrp="1"/>
          </p:cNvSpPr>
          <p:nvPr/>
        </p:nvSpPr>
        <p:spPr>
          <a:xfrm xmlns:a="http://schemas.openxmlformats.org/drawingml/2006/main">
            <a:off x="6229350" y="2362200"/>
            <a:ext cx="381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00" b="1">
                <a:solidFill>
                  <a:srgbClr val="B9BEC6"/>
                </a:solidFill>
                <a:latin typeface="Arial"/>
                <a:ea typeface="Arial"/>
                <a:cs typeface="Arial"/>
              </a:defRPr>
            </a:defPPr>
            <a:lvl1pPr algn="ctr">
              <a:defRPr sz="1500" b="1">
                <a:solidFill>
                  <a:srgbClr val="B9BEC6"/>
                </a:solidFill>
                <a:latin typeface="Arial"/>
                <a:ea typeface="Arial"/>
                <a:cs typeface="Arial"/>
              </a:defRPr>
            </a:lvl1pPr>
            <a:lvl2pPr algn="ctr">
              <a:defRPr sz="1500" b="1">
                <a:solidFill>
                  <a:srgbClr val="B9BEC6"/>
                </a:solidFill>
                <a:latin typeface="Arial"/>
                <a:ea typeface="Arial"/>
                <a:cs typeface="Arial"/>
              </a:defRPr>
            </a:lvl2pPr>
            <a:lvl3pPr algn="ctr">
              <a:defRPr sz="1500" b="1">
                <a:solidFill>
                  <a:srgbClr val="B9BEC6"/>
                </a:solidFill>
                <a:latin typeface="Arial"/>
                <a:ea typeface="Arial"/>
                <a:cs typeface="Arial"/>
              </a:defRPr>
            </a:lvl3pPr>
            <a:lvl4pPr algn="ctr">
              <a:defRPr sz="1500" b="1">
                <a:solidFill>
                  <a:srgbClr val="B9BEC6"/>
                </a:solidFill>
                <a:latin typeface="Arial"/>
                <a:ea typeface="Arial"/>
                <a:cs typeface="Arial"/>
              </a:defRPr>
            </a:lvl4pPr>
            <a:lvl5pPr algn="ctr">
              <a:defRPr sz="1500" b="1">
                <a:solidFill>
                  <a:srgbClr val="B9BEC6"/>
                </a:solidFill>
                <a:latin typeface="Arial"/>
                <a:ea typeface="Arial"/>
                <a:cs typeface="Arial"/>
              </a:defRPr>
            </a:lvl5pPr>
            <a:lvl6pPr algn="ctr">
              <a:defRPr sz="1500" b="1">
                <a:solidFill>
                  <a:srgbClr val="B9BEC6"/>
                </a:solidFill>
                <a:latin typeface="Arial"/>
                <a:ea typeface="Arial"/>
                <a:cs typeface="Arial"/>
              </a:defRPr>
            </a:lvl6pPr>
            <a:lvl7pPr algn="ctr">
              <a:defRPr sz="1500" b="1">
                <a:solidFill>
                  <a:srgbClr val="B9BEC6"/>
                </a:solidFill>
                <a:latin typeface="Arial"/>
                <a:ea typeface="Arial"/>
                <a:cs typeface="Arial"/>
              </a:defRPr>
            </a:lvl7pPr>
            <a:lvl8pPr algn="ctr">
              <a:defRPr sz="1500" b="1">
                <a:solidFill>
                  <a:srgbClr val="B9BEC6"/>
                </a:solidFill>
                <a:latin typeface="Arial"/>
                <a:ea typeface="Arial"/>
                <a:cs typeface="Arial"/>
              </a:defRPr>
            </a:lvl8pPr>
            <a:lvl9pPr algn="ctr">
              <a:defRPr sz="1500" b="1">
                <a:solidFill>
                  <a:srgbClr val="B9BEC6"/>
                </a:solidFill>
                <a:latin typeface="Arial"/>
                <a:ea typeface="Arial"/>
                <a:cs typeface="Arial"/>
              </a:defRPr>
            </a:lvl9pPr>
          </a:lstStyle>
          <a:p xmlns:a="http://schemas.openxmlformats.org/drawingml/2006/main">
            <a:pPr algn="ctr">
              <a:defRPr sz="1500" b="1">
                <a:solidFill>
                  <a:srgbClr val="B9BEC6"/>
                </a:solidFill>
                <a:latin typeface="Arial"/>
                <a:ea typeface="Arial"/>
                <a:cs typeface="Arial"/>
              </a:defRPr>
            </a:pPr>
            <a:r>
              <a:rPr sz="1500" b="1">
                <a:solidFill>
                  <a:srgbClr val="B9BEC6"/>
                </a:solidFill>
                <a:latin typeface="Arial"/>
                <a:ea typeface="Arial"/>
                <a:cs typeface="Arial"/>
              </a:rPr>
              <a:t>0</a:t>
            </a:r>
          </a:p>
        </p:txBody>
      </p:sp>
      <p:sp>
        <p:nvSpPr>
          <p:cNvPr id="59" name="wire-117">
            <a:extLst xmlns:a="http://schemas.openxmlformats.org/drawingml/2006/main">
              <a:ext uri="{FF2B5EF4-FFF2-40B4-BE49-F238E27FC236}">
                <a16:creationId xmlns:a16="http://schemas.microsoft.com/office/drawing/2014/main" id="{4C5B6DD3-5E22-4AD6-B2EC-F25D1112AF55}"/>
              </a:ext>
            </a:extLst>
          </p:cNvPr>
          <p:cNvSpPr>
            <a:spLocks xmlns:a="http://schemas.openxmlformats.org/drawingml/2006/main" noGrp="1"/>
          </p:cNvSpPr>
          <p:nvPr/>
        </p:nvSpPr>
        <p:spPr>
          <a:xfrm xmlns:a="http://schemas.openxmlformats.org/drawingml/2006/main">
            <a:off x="6429375" y="2619375"/>
            <a:ext cx="9525" cy="219075"/>
          </a:xfrm>
          <a:custGeom xmlns:a="http://schemas.openxmlformats.org/drawingml/2006/main">
            <a:pathLst>
              <a:path w="9525" h="219075">
                <a:moveTo>
                  <a:pt x="0" y="0"/>
                </a:moveTo>
                <a:lnTo>
                  <a:pt x="0" y="219075"/>
                </a:lnTo>
              </a:path>
            </a:pathLst>
          </a:custGeom>
          <a:noFill xmlns:a="http://schemas.openxmlformats.org/drawingml/2006/main"/>
          <a:ln xmlns:a="http://schemas.openxmlformats.org/drawingml/2006/main" w="12383">
            <a:solidFill>
              <a:srgbClr val="B9BEC6"/>
            </a:solidFill>
          </a:ln>
        </p:spPr>
      </p:sp>
      <p:sp>
        <p:nvSpPr>
          <p:cNvPr id="60" name="circuit-118">
            <a:extLst xmlns:a="http://schemas.openxmlformats.org/drawingml/2006/main">
              <a:ext uri="{FF2B5EF4-FFF2-40B4-BE49-F238E27FC236}">
                <a16:creationId xmlns:a16="http://schemas.microsoft.com/office/drawing/2014/main" id="{621A0A7C-87FE-4B96-A7E5-A812A53B2C96}"/>
              </a:ext>
            </a:extLst>
          </p:cNvPr>
          <p:cNvSpPr>
            <a:spLocks xmlns:a="http://schemas.openxmlformats.org/drawingml/2006/main" noGrp="1"/>
          </p:cNvSpPr>
          <p:nvPr/>
        </p:nvSpPr>
        <p:spPr>
          <a:xfrm xmlns:a="http://schemas.openxmlformats.org/drawingml/2006/main">
            <a:off x="6397943" y="2762250"/>
            <a:ext cx="62865" cy="76200"/>
          </a:xfrm>
          <a:custGeom xmlns:a="http://schemas.openxmlformats.org/drawingml/2006/main">
            <a:pathLst>
              <a:path w="62865" h="76200">
                <a:moveTo>
                  <a:pt x="31432" y="76200"/>
                </a:moveTo>
                <a:lnTo>
                  <a:pt x="62865" y="0"/>
                </a:lnTo>
                <a:lnTo>
                  <a:pt x="0" y="0"/>
                </a:lnTo>
                <a:close/>
              </a:path>
            </a:pathLst>
          </a:custGeom>
          <a:solidFill xmlns:a="http://schemas.openxmlformats.org/drawingml/2006/main">
            <a:srgbClr val="B9BEC6"/>
          </a:solidFill>
          <a:ln xmlns:a="http://schemas.openxmlformats.org/drawingml/2006/main" w="9525">
            <a:solidFill>
              <a:srgbClr val="B9BEC6"/>
            </a:solidFill>
          </a:ln>
        </p:spPr>
      </p:sp>
      <p:sp>
        <p:nvSpPr>
          <p:cNvPr id="61" name="wire-119">
            <a:extLst xmlns:a="http://schemas.openxmlformats.org/drawingml/2006/main">
              <a:ext uri="{FF2B5EF4-FFF2-40B4-BE49-F238E27FC236}">
                <a16:creationId xmlns:a16="http://schemas.microsoft.com/office/drawing/2014/main" id="{56E1ED81-D81E-4A89-9867-3B87E64B2608}"/>
              </a:ext>
            </a:extLst>
          </p:cNvPr>
          <p:cNvSpPr>
            <a:spLocks xmlns:a="http://schemas.openxmlformats.org/drawingml/2006/main" noGrp="1"/>
          </p:cNvSpPr>
          <p:nvPr/>
        </p:nvSpPr>
        <p:spPr>
          <a:xfrm xmlns:a="http://schemas.openxmlformats.org/drawingml/2006/main">
            <a:off x="7181850" y="4171950"/>
            <a:ext cx="314325" cy="9525"/>
          </a:xfrm>
          <a:custGeom xmlns:a="http://schemas.openxmlformats.org/drawingml/2006/main">
            <a:pathLst>
              <a:path w="314325" h="9525">
                <a:moveTo>
                  <a:pt x="0" y="0"/>
                </a:moveTo>
                <a:lnTo>
                  <a:pt x="314325" y="0"/>
                </a:lnTo>
              </a:path>
            </a:pathLst>
          </a:custGeom>
          <a:noFill xmlns:a="http://schemas.openxmlformats.org/drawingml/2006/main"/>
          <a:ln xmlns:a="http://schemas.openxmlformats.org/drawingml/2006/main" w="28575">
            <a:solidFill>
              <a:srgbClr val="1572C3"/>
            </a:solidFill>
          </a:ln>
        </p:spPr>
      </p:sp>
      <p:sp>
        <p:nvSpPr>
          <p:cNvPr id="62" name="wire-120">
            <a:extLst xmlns:a="http://schemas.openxmlformats.org/drawingml/2006/main">
              <a:ext uri="{FF2B5EF4-FFF2-40B4-BE49-F238E27FC236}">
                <a16:creationId xmlns:a16="http://schemas.microsoft.com/office/drawing/2014/main" id="{3042FC79-5CC5-4CA5-BB95-C7CAFC94495A}"/>
              </a:ext>
            </a:extLst>
          </p:cNvPr>
          <p:cNvSpPr>
            <a:spLocks xmlns:a="http://schemas.openxmlformats.org/drawingml/2006/main" noGrp="1"/>
          </p:cNvSpPr>
          <p:nvPr/>
        </p:nvSpPr>
        <p:spPr>
          <a:xfrm xmlns:a="http://schemas.openxmlformats.org/drawingml/2006/main">
            <a:off x="7496175" y="4171950"/>
            <a:ext cx="9525" cy="2000250"/>
          </a:xfrm>
          <a:custGeom xmlns:a="http://schemas.openxmlformats.org/drawingml/2006/main">
            <a:pathLst>
              <a:path w="9525" h="2000250">
                <a:moveTo>
                  <a:pt x="0" y="0"/>
                </a:moveTo>
                <a:lnTo>
                  <a:pt x="0" y="2000250"/>
                </a:lnTo>
              </a:path>
            </a:pathLst>
          </a:custGeom>
          <a:noFill xmlns:a="http://schemas.openxmlformats.org/drawingml/2006/main"/>
          <a:ln xmlns:a="http://schemas.openxmlformats.org/drawingml/2006/main" w="28575">
            <a:solidFill>
              <a:srgbClr val="1572C3"/>
            </a:solidFill>
          </a:ln>
        </p:spPr>
      </p:sp>
      <p:sp>
        <p:nvSpPr>
          <p:cNvPr id="63" name="wire-121">
            <a:extLst xmlns:a="http://schemas.openxmlformats.org/drawingml/2006/main">
              <a:ext uri="{FF2B5EF4-FFF2-40B4-BE49-F238E27FC236}">
                <a16:creationId xmlns:a16="http://schemas.microsoft.com/office/drawing/2014/main" id="{E6BDF737-9943-4AE5-B1CD-58272A0519D8}"/>
              </a:ext>
            </a:extLst>
          </p:cNvPr>
          <p:cNvSpPr>
            <a:spLocks xmlns:a="http://schemas.openxmlformats.org/drawingml/2006/main" noGrp="1"/>
          </p:cNvSpPr>
          <p:nvPr/>
        </p:nvSpPr>
        <p:spPr>
          <a:xfrm xmlns:a="http://schemas.openxmlformats.org/drawingml/2006/main">
            <a:off x="695325" y="6172200"/>
            <a:ext cx="6800850" cy="9525"/>
          </a:xfrm>
          <a:custGeom xmlns:a="http://schemas.openxmlformats.org/drawingml/2006/main">
            <a:pathLst>
              <a:path w="6800850" h="9525">
                <a:moveTo>
                  <a:pt x="6800850" y="0"/>
                </a:moveTo>
                <a:lnTo>
                  <a:pt x="0" y="0"/>
                </a:lnTo>
              </a:path>
            </a:pathLst>
          </a:custGeom>
          <a:noFill xmlns:a="http://schemas.openxmlformats.org/drawingml/2006/main"/>
          <a:ln xmlns:a="http://schemas.openxmlformats.org/drawingml/2006/main" w="28575">
            <a:solidFill>
              <a:srgbClr val="1572C3"/>
            </a:solidFill>
          </a:ln>
        </p:spPr>
      </p:sp>
      <p:sp>
        <p:nvSpPr>
          <p:cNvPr id="64" name="wire-122">
            <a:extLst xmlns:a="http://schemas.openxmlformats.org/drawingml/2006/main">
              <a:ext uri="{FF2B5EF4-FFF2-40B4-BE49-F238E27FC236}">
                <a16:creationId xmlns:a16="http://schemas.microsoft.com/office/drawing/2014/main" id="{4001F882-4EF0-492F-9A7C-65218D6D22CE}"/>
              </a:ext>
            </a:extLst>
          </p:cNvPr>
          <p:cNvSpPr>
            <a:spLocks xmlns:a="http://schemas.openxmlformats.org/drawingml/2006/main" noGrp="1"/>
          </p:cNvSpPr>
          <p:nvPr/>
        </p:nvSpPr>
        <p:spPr>
          <a:xfrm xmlns:a="http://schemas.openxmlformats.org/drawingml/2006/main">
            <a:off x="695325" y="4838700"/>
            <a:ext cx="9525" cy="1333500"/>
          </a:xfrm>
          <a:custGeom xmlns:a="http://schemas.openxmlformats.org/drawingml/2006/main">
            <a:pathLst>
              <a:path w="9525" h="1333500">
                <a:moveTo>
                  <a:pt x="0" y="1333500"/>
                </a:moveTo>
                <a:lnTo>
                  <a:pt x="0" y="0"/>
                </a:lnTo>
              </a:path>
            </a:pathLst>
          </a:custGeom>
          <a:noFill xmlns:a="http://schemas.openxmlformats.org/drawingml/2006/main"/>
          <a:ln xmlns:a="http://schemas.openxmlformats.org/drawingml/2006/main" w="28575">
            <a:solidFill>
              <a:srgbClr val="1572C3"/>
            </a:solidFill>
          </a:ln>
        </p:spPr>
      </p:sp>
      <p:sp>
        <p:nvSpPr>
          <p:cNvPr id="65" name="wire-123">
            <a:extLst xmlns:a="http://schemas.openxmlformats.org/drawingml/2006/main">
              <a:ext uri="{FF2B5EF4-FFF2-40B4-BE49-F238E27FC236}">
                <a16:creationId xmlns:a16="http://schemas.microsoft.com/office/drawing/2014/main" id="{79DB5C5B-F608-4719-B813-1226E2CD2FC2}"/>
              </a:ext>
            </a:extLst>
          </p:cNvPr>
          <p:cNvSpPr>
            <a:spLocks xmlns:a="http://schemas.openxmlformats.org/drawingml/2006/main" noGrp="1"/>
          </p:cNvSpPr>
          <p:nvPr/>
        </p:nvSpPr>
        <p:spPr>
          <a:xfrm xmlns:a="http://schemas.openxmlformats.org/drawingml/2006/main">
            <a:off x="695325" y="4838700"/>
            <a:ext cx="523875" cy="9525"/>
          </a:xfrm>
          <a:custGeom xmlns:a="http://schemas.openxmlformats.org/drawingml/2006/main">
            <a:pathLst>
              <a:path w="523875" h="9525">
                <a:moveTo>
                  <a:pt x="0" y="0"/>
                </a:moveTo>
                <a:lnTo>
                  <a:pt x="523875" y="0"/>
                </a:lnTo>
              </a:path>
            </a:pathLst>
          </a:custGeom>
          <a:noFill xmlns:a="http://schemas.openxmlformats.org/drawingml/2006/main"/>
          <a:ln xmlns:a="http://schemas.openxmlformats.org/drawingml/2006/main" w="28575">
            <a:solidFill>
              <a:srgbClr val="1572C3"/>
            </a:solidFill>
          </a:ln>
        </p:spPr>
      </p:sp>
      <p:sp>
        <p:nvSpPr>
          <p:cNvPr id="66" name="circuit-124">
            <a:extLst xmlns:a="http://schemas.openxmlformats.org/drawingml/2006/main">
              <a:ext uri="{FF2B5EF4-FFF2-40B4-BE49-F238E27FC236}">
                <a16:creationId xmlns:a16="http://schemas.microsoft.com/office/drawing/2014/main" id="{BC2BAD8C-E483-4639-9171-1A6ECC887B65}"/>
              </a:ext>
            </a:extLst>
          </p:cNvPr>
          <p:cNvSpPr>
            <a:spLocks xmlns:a="http://schemas.openxmlformats.org/drawingml/2006/main" noGrp="1"/>
          </p:cNvSpPr>
          <p:nvPr/>
        </p:nvSpPr>
        <p:spPr>
          <a:xfrm xmlns:a="http://schemas.openxmlformats.org/drawingml/2006/main">
            <a:off x="1143000" y="48072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67" name="text-125">
            <a:extLst xmlns:a="http://schemas.openxmlformats.org/drawingml/2006/main">
              <a:ext uri="{FF2B5EF4-FFF2-40B4-BE49-F238E27FC236}">
                <a16:creationId xmlns:a16="http://schemas.microsoft.com/office/drawing/2014/main" id="{408F310D-A070-43A5-8869-011CC59A7DCB}"/>
              </a:ext>
            </a:extLst>
          </p:cNvPr>
          <p:cNvSpPr>
            <a:spLocks xmlns:a="http://schemas.openxmlformats.org/drawingml/2006/main" noGrp="1"/>
          </p:cNvSpPr>
          <p:nvPr/>
        </p:nvSpPr>
        <p:spPr>
          <a:xfrm xmlns:a="http://schemas.openxmlformats.org/drawingml/2006/main">
            <a:off x="5429250" y="5695950"/>
            <a:ext cx="1905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00" b="1">
                <a:solidFill>
                  <a:srgbClr val="1572C3"/>
                </a:solidFill>
                <a:latin typeface="Yu Gothic"/>
                <a:ea typeface="Yu Gothic"/>
                <a:cs typeface="Yu Gothic"/>
              </a:defRPr>
            </a:defPPr>
            <a:lvl1pPr algn="ctr">
              <a:defRPr sz="1800" b="1">
                <a:solidFill>
                  <a:srgbClr val="1572C3"/>
                </a:solidFill>
                <a:latin typeface="Yu Gothic"/>
                <a:ea typeface="Yu Gothic"/>
                <a:cs typeface="Yu Gothic"/>
              </a:defRPr>
            </a:lvl1pPr>
            <a:lvl2pPr algn="ctr">
              <a:defRPr sz="1800" b="1">
                <a:solidFill>
                  <a:srgbClr val="1572C3"/>
                </a:solidFill>
                <a:latin typeface="Yu Gothic"/>
                <a:ea typeface="Yu Gothic"/>
                <a:cs typeface="Yu Gothic"/>
              </a:defRPr>
            </a:lvl2pPr>
            <a:lvl3pPr algn="ctr">
              <a:defRPr sz="1800" b="1">
                <a:solidFill>
                  <a:srgbClr val="1572C3"/>
                </a:solidFill>
                <a:latin typeface="Yu Gothic"/>
                <a:ea typeface="Yu Gothic"/>
                <a:cs typeface="Yu Gothic"/>
              </a:defRPr>
            </a:lvl3pPr>
            <a:lvl4pPr algn="ctr">
              <a:defRPr sz="1800" b="1">
                <a:solidFill>
                  <a:srgbClr val="1572C3"/>
                </a:solidFill>
                <a:latin typeface="Yu Gothic"/>
                <a:ea typeface="Yu Gothic"/>
                <a:cs typeface="Yu Gothic"/>
              </a:defRPr>
            </a:lvl4pPr>
            <a:lvl5pPr algn="ctr">
              <a:defRPr sz="1800" b="1">
                <a:solidFill>
                  <a:srgbClr val="1572C3"/>
                </a:solidFill>
                <a:latin typeface="Yu Gothic"/>
                <a:ea typeface="Yu Gothic"/>
                <a:cs typeface="Yu Gothic"/>
              </a:defRPr>
            </a:lvl5pPr>
            <a:lvl6pPr algn="ctr">
              <a:defRPr sz="1800" b="1">
                <a:solidFill>
                  <a:srgbClr val="1572C3"/>
                </a:solidFill>
                <a:latin typeface="Yu Gothic"/>
                <a:ea typeface="Yu Gothic"/>
                <a:cs typeface="Yu Gothic"/>
              </a:defRPr>
            </a:lvl6pPr>
            <a:lvl7pPr algn="ctr">
              <a:defRPr sz="1800" b="1">
                <a:solidFill>
                  <a:srgbClr val="1572C3"/>
                </a:solidFill>
                <a:latin typeface="Yu Gothic"/>
                <a:ea typeface="Yu Gothic"/>
                <a:cs typeface="Yu Gothic"/>
              </a:defRPr>
            </a:lvl7pPr>
            <a:lvl8pPr algn="ctr">
              <a:defRPr sz="1800" b="1">
                <a:solidFill>
                  <a:srgbClr val="1572C3"/>
                </a:solidFill>
                <a:latin typeface="Yu Gothic"/>
                <a:ea typeface="Yu Gothic"/>
                <a:cs typeface="Yu Gothic"/>
              </a:defRPr>
            </a:lvl8pPr>
            <a:lvl9pPr algn="ctr">
              <a:defRPr sz="1800" b="1">
                <a:solidFill>
                  <a:srgbClr val="1572C3"/>
                </a:solidFill>
                <a:latin typeface="Yu Gothic"/>
                <a:ea typeface="Yu Gothic"/>
                <a:cs typeface="Yu Gothic"/>
              </a:defRPr>
            </a:lvl9pPr>
          </a:lstStyle>
          <a:p xmlns:a="http://schemas.openxmlformats.org/drawingml/2006/main">
            <a:pPr algn="ctr">
              <a:defRPr sz="1800" b="1">
                <a:solidFill>
                  <a:srgbClr val="1572C3"/>
                </a:solidFill>
                <a:latin typeface="Yu Gothic"/>
                <a:ea typeface="Yu Gothic"/>
                <a:cs typeface="Yu Gothic"/>
              </a:defRPr>
            </a:pPr>
            <a:r>
              <a:rPr sz="1800" b="1">
                <a:solidFill>
                  <a:srgbClr val="1572C3"/>
                </a:solidFill>
                <a:latin typeface="Yu Gothic"/>
                <a:ea typeface="Yu Gothic"/>
                <a:cs typeface="Yu Gothic"/>
              </a:rPr>
              <a:t>読んだ値 3</a:t>
            </a:r>
          </a:p>
        </p:txBody>
      </p:sp>
      <p:sp>
        <p:nvSpPr>
          <p:cNvPr id="68" name="text-126">
            <a:extLst xmlns:a="http://schemas.openxmlformats.org/drawingml/2006/main">
              <a:ext uri="{FF2B5EF4-FFF2-40B4-BE49-F238E27FC236}">
                <a16:creationId xmlns:a16="http://schemas.microsoft.com/office/drawing/2014/main" id="{E4D37686-515A-4078-B00C-B6A0B19F295D}"/>
              </a:ext>
            </a:extLst>
          </p:cNvPr>
          <p:cNvSpPr>
            <a:spLocks xmlns:a="http://schemas.openxmlformats.org/drawingml/2006/main" noGrp="1"/>
          </p:cNvSpPr>
          <p:nvPr/>
        </p:nvSpPr>
        <p:spPr>
          <a:xfrm xmlns:a="http://schemas.openxmlformats.org/drawingml/2006/main">
            <a:off x="8096250" y="2762250"/>
            <a:ext cx="3476625" cy="2524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950" b="0">
                <a:solidFill>
                  <a:srgbClr val="231F20"/>
                </a:solidFill>
                <a:latin typeface="Yu Gothic"/>
                <a:ea typeface="Yu Gothic"/>
                <a:cs typeface="Yu Gothic"/>
              </a:defRPr>
            </a:defPPr>
            <a:lvl1pPr algn="l">
              <a:defRPr sz="1950" b="0">
                <a:solidFill>
                  <a:srgbClr val="231F20"/>
                </a:solidFill>
                <a:latin typeface="Yu Gothic"/>
                <a:ea typeface="Yu Gothic"/>
                <a:cs typeface="Yu Gothic"/>
              </a:defRPr>
            </a:lvl1pPr>
            <a:lvl2pPr algn="l">
              <a:defRPr sz="1950" b="0">
                <a:solidFill>
                  <a:srgbClr val="231F20"/>
                </a:solidFill>
                <a:latin typeface="Yu Gothic"/>
                <a:ea typeface="Yu Gothic"/>
                <a:cs typeface="Yu Gothic"/>
              </a:defRPr>
            </a:lvl2pPr>
            <a:lvl3pPr algn="l">
              <a:defRPr sz="1950" b="0">
                <a:solidFill>
                  <a:srgbClr val="231F20"/>
                </a:solidFill>
                <a:latin typeface="Yu Gothic"/>
                <a:ea typeface="Yu Gothic"/>
                <a:cs typeface="Yu Gothic"/>
              </a:defRPr>
            </a:lvl3pPr>
            <a:lvl4pPr algn="l">
              <a:defRPr sz="1950" b="0">
                <a:solidFill>
                  <a:srgbClr val="231F20"/>
                </a:solidFill>
                <a:latin typeface="Yu Gothic"/>
                <a:ea typeface="Yu Gothic"/>
                <a:cs typeface="Yu Gothic"/>
              </a:defRPr>
            </a:lvl4pPr>
            <a:lvl5pPr algn="l">
              <a:defRPr sz="1950" b="0">
                <a:solidFill>
                  <a:srgbClr val="231F20"/>
                </a:solidFill>
                <a:latin typeface="Yu Gothic"/>
                <a:ea typeface="Yu Gothic"/>
                <a:cs typeface="Yu Gothic"/>
              </a:defRPr>
            </a:lvl5pPr>
            <a:lvl6pPr algn="l">
              <a:defRPr sz="1950" b="0">
                <a:solidFill>
                  <a:srgbClr val="231F20"/>
                </a:solidFill>
                <a:latin typeface="Yu Gothic"/>
                <a:ea typeface="Yu Gothic"/>
                <a:cs typeface="Yu Gothic"/>
              </a:defRPr>
            </a:lvl6pPr>
            <a:lvl7pPr algn="l">
              <a:defRPr sz="1950" b="0">
                <a:solidFill>
                  <a:srgbClr val="231F20"/>
                </a:solidFill>
                <a:latin typeface="Yu Gothic"/>
                <a:ea typeface="Yu Gothic"/>
                <a:cs typeface="Yu Gothic"/>
              </a:defRPr>
            </a:lvl7pPr>
            <a:lvl8pPr algn="l">
              <a:defRPr sz="1950" b="0">
                <a:solidFill>
                  <a:srgbClr val="231F20"/>
                </a:solidFill>
                <a:latin typeface="Yu Gothic"/>
                <a:ea typeface="Yu Gothic"/>
                <a:cs typeface="Yu Gothic"/>
              </a:defRPr>
            </a:lvl8pPr>
            <a:lvl9pPr algn="l">
              <a:defRPr sz="1950" b="0">
                <a:solidFill>
                  <a:srgbClr val="231F20"/>
                </a:solidFill>
                <a:latin typeface="Yu Gothic"/>
                <a:ea typeface="Yu Gothic"/>
                <a:cs typeface="Yu Gothic"/>
              </a:defRPr>
            </a:lvl9pPr>
          </a:lstStyle>
          <a:p xmlns:a="http://schemas.openxmlformats.org/drawingml/2006/main">
            <a:pPr algn="l">
              <a:defRPr sz="1950" b="0">
                <a:solidFill>
                  <a:srgbClr val="231F20"/>
                </a:solidFill>
                <a:latin typeface="Yu Gothic"/>
                <a:ea typeface="Yu Gothic"/>
                <a:cs typeface="Yu Gothic"/>
              </a:defRPr>
            </a:pPr>
            <a:r>
              <a:rPr sz="1950" b="0">
                <a:solidFill>
                  <a:srgbClr val="231F20"/>
                </a:solidFill>
                <a:latin typeface="Yu Gothic"/>
                <a:ea typeface="Yu Gothic"/>
                <a:cs typeface="Yu Gothic"/>
              </a:rPr>
              <a:t>① 0 + 0で番地を作る</a:t>
            </a:r>
          </a:p>
          <a:p xmlns:a="http://schemas.openxmlformats.org/drawingml/2006/main">
            <a:r>
              <a:t/>
            </a:r>
          </a:p>
          <a:p xmlns:a="http://schemas.openxmlformats.org/drawingml/2006/main">
            <a:pPr algn="l">
              <a:defRPr sz="1950" b="0">
                <a:solidFill>
                  <a:srgbClr val="231F20"/>
                </a:solidFill>
                <a:latin typeface="Yu Gothic"/>
                <a:ea typeface="Yu Gothic"/>
                <a:cs typeface="Yu Gothic"/>
              </a:defRPr>
            </a:pPr>
            <a:r>
              <a:rPr sz="1950" b="0">
                <a:solidFill>
                  <a:srgbClr val="231F20"/>
                </a:solidFill>
                <a:latin typeface="Yu Gothic"/>
                <a:ea typeface="Yu Gothic"/>
                <a:cs typeface="Yu Gothic"/>
              </a:rPr>
              <a:t>② 0番地の3を読む</a:t>
            </a:r>
          </a:p>
          <a:p xmlns:a="http://schemas.openxmlformats.org/drawingml/2006/main">
            <a:r>
              <a:t/>
            </a:r>
          </a:p>
          <a:p xmlns:a="http://schemas.openxmlformats.org/drawingml/2006/main">
            <a:pPr algn="l">
              <a:defRPr sz="1950" b="0">
                <a:solidFill>
                  <a:srgbClr val="231F20"/>
                </a:solidFill>
                <a:latin typeface="Yu Gothic"/>
                <a:ea typeface="Yu Gothic"/>
                <a:cs typeface="Yu Gothic"/>
              </a:defRPr>
            </a:pPr>
            <a:r>
              <a:rPr sz="1950" b="0">
                <a:solidFill>
                  <a:srgbClr val="231F20"/>
                </a:solidFill>
                <a:latin typeface="Yu Gothic"/>
                <a:ea typeface="Yu Gothic"/>
                <a:cs typeface="Yu Gothic"/>
              </a:rPr>
              <a:t>③ x1へ3を保存する</a:t>
            </a:r>
          </a:p>
        </p:txBody>
      </p:sp>
      <p:sp>
        <p:nvSpPr>
          <p:cNvPr id="69" name="text-127">
            <a:extLst xmlns:a="http://schemas.openxmlformats.org/drawingml/2006/main">
              <a:ext uri="{FF2B5EF4-FFF2-40B4-BE49-F238E27FC236}">
                <a16:creationId xmlns:a16="http://schemas.microsoft.com/office/drawing/2014/main" id="{83C8397E-5D6C-49FF-8A9C-C2AEE16DC443}"/>
              </a:ext>
            </a:extLst>
          </p:cNvPr>
          <p:cNvSpPr>
            <a:spLocks xmlns:a="http://schemas.openxmlformats.org/drawingml/2006/main" noGrp="1"/>
          </p:cNvSpPr>
          <p:nvPr/>
        </p:nvSpPr>
        <p:spPr>
          <a:xfrm xmlns:a="http://schemas.openxmlformats.org/drawingml/2006/main">
            <a:off x="8096250" y="5524500"/>
            <a:ext cx="3476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800" b="1">
                <a:solidFill>
                  <a:srgbClr val="231F20"/>
                </a:solidFill>
                <a:latin typeface="Yu Gothic"/>
                <a:ea typeface="Yu Gothic"/>
                <a:cs typeface="Yu Gothic"/>
              </a:defRPr>
            </a:defPPr>
            <a:lvl1pPr algn="l">
              <a:defRPr sz="1800" b="1">
                <a:solidFill>
                  <a:srgbClr val="231F20"/>
                </a:solidFill>
                <a:latin typeface="Yu Gothic"/>
                <a:ea typeface="Yu Gothic"/>
                <a:cs typeface="Yu Gothic"/>
              </a:defRPr>
            </a:lvl1pPr>
            <a:lvl2pPr algn="l">
              <a:defRPr sz="1800" b="1">
                <a:solidFill>
                  <a:srgbClr val="231F20"/>
                </a:solidFill>
                <a:latin typeface="Yu Gothic"/>
                <a:ea typeface="Yu Gothic"/>
                <a:cs typeface="Yu Gothic"/>
              </a:defRPr>
            </a:lvl2pPr>
            <a:lvl3pPr algn="l">
              <a:defRPr sz="1800" b="1">
                <a:solidFill>
                  <a:srgbClr val="231F20"/>
                </a:solidFill>
                <a:latin typeface="Yu Gothic"/>
                <a:ea typeface="Yu Gothic"/>
                <a:cs typeface="Yu Gothic"/>
              </a:defRPr>
            </a:lvl3pPr>
            <a:lvl4pPr algn="l">
              <a:defRPr sz="1800" b="1">
                <a:solidFill>
                  <a:srgbClr val="231F20"/>
                </a:solidFill>
                <a:latin typeface="Yu Gothic"/>
                <a:ea typeface="Yu Gothic"/>
                <a:cs typeface="Yu Gothic"/>
              </a:defRPr>
            </a:lvl4pPr>
            <a:lvl5pPr algn="l">
              <a:defRPr sz="1800" b="1">
                <a:solidFill>
                  <a:srgbClr val="231F20"/>
                </a:solidFill>
                <a:latin typeface="Yu Gothic"/>
                <a:ea typeface="Yu Gothic"/>
                <a:cs typeface="Yu Gothic"/>
              </a:defRPr>
            </a:lvl5pPr>
            <a:lvl6pPr algn="l">
              <a:defRPr sz="1800" b="1">
                <a:solidFill>
                  <a:srgbClr val="231F20"/>
                </a:solidFill>
                <a:latin typeface="Yu Gothic"/>
                <a:ea typeface="Yu Gothic"/>
                <a:cs typeface="Yu Gothic"/>
              </a:defRPr>
            </a:lvl6pPr>
            <a:lvl7pPr algn="l">
              <a:defRPr sz="1800" b="1">
                <a:solidFill>
                  <a:srgbClr val="231F20"/>
                </a:solidFill>
                <a:latin typeface="Yu Gothic"/>
                <a:ea typeface="Yu Gothic"/>
                <a:cs typeface="Yu Gothic"/>
              </a:defRPr>
            </a:lvl7pPr>
            <a:lvl8pPr algn="l">
              <a:defRPr sz="1800" b="1">
                <a:solidFill>
                  <a:srgbClr val="231F20"/>
                </a:solidFill>
                <a:latin typeface="Yu Gothic"/>
                <a:ea typeface="Yu Gothic"/>
                <a:cs typeface="Yu Gothic"/>
              </a:defRPr>
            </a:lvl8pPr>
            <a:lvl9pPr algn="l">
              <a:defRPr sz="1800" b="1">
                <a:solidFill>
                  <a:srgbClr val="231F20"/>
                </a:solidFill>
                <a:latin typeface="Yu Gothic"/>
                <a:ea typeface="Yu Gothic"/>
                <a:cs typeface="Yu Gothic"/>
              </a:defRPr>
            </a:lvl9pPr>
          </a:lstStyle>
          <a:p xmlns:a="http://schemas.openxmlformats.org/drawingml/2006/main">
            <a:pPr algn="l">
              <a:defRPr sz="1800" b="1">
                <a:solidFill>
                  <a:srgbClr val="231F20"/>
                </a:solidFill>
                <a:latin typeface="Yu Gothic"/>
                <a:ea typeface="Yu Gothic"/>
                <a:cs typeface="Yu Gothic"/>
              </a:defRPr>
            </a:pPr>
            <a:r>
              <a:rPr sz="1800" b="1">
                <a:solidFill>
                  <a:srgbClr val="231F20"/>
                </a:solidFill>
                <a:latin typeface="Yu Gothic"/>
                <a:ea typeface="Yu Gothic"/>
                <a:cs typeface="Yu Gothic"/>
              </a:rPr>
              <a:t>初期状態：0番地に3</a:t>
            </a:r>
          </a:p>
        </p:txBody>
      </p:sp>
      <p:sp>
        <p:nvSpPr>
          <p:cNvPr id="70" name="text-128">
            <a:extLst xmlns:a="http://schemas.openxmlformats.org/drawingml/2006/main">
              <a:ext uri="{FF2B5EF4-FFF2-40B4-BE49-F238E27FC236}">
                <a16:creationId xmlns:a16="http://schemas.microsoft.com/office/drawing/2014/main" id="{63ED3B7B-1019-49E8-BC24-5BCF4AE08AAE}"/>
              </a:ext>
            </a:extLst>
          </p:cNvPr>
          <p:cNvSpPr>
            <a:spLocks xmlns:a="http://schemas.openxmlformats.org/drawingml/2006/main" noGrp="1"/>
          </p:cNvSpPr>
          <p:nvPr/>
        </p:nvSpPr>
        <p:spPr>
          <a:xfrm xmlns:a="http://schemas.openxmlformats.org/drawingml/2006/main">
            <a:off x="8096250" y="1895475"/>
            <a:ext cx="347662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800" b="0">
                <a:solidFill>
                  <a:srgbClr val="231F20"/>
                </a:solidFill>
                <a:latin typeface="Yu Gothic"/>
                <a:ea typeface="Yu Gothic"/>
                <a:cs typeface="Yu Gothic"/>
              </a:defRPr>
            </a:defPPr>
            <a:lvl1pPr algn="l">
              <a:defRPr sz="1800" b="0">
                <a:solidFill>
                  <a:srgbClr val="231F20"/>
                </a:solidFill>
                <a:latin typeface="Yu Gothic"/>
                <a:ea typeface="Yu Gothic"/>
                <a:cs typeface="Yu Gothic"/>
              </a:defRPr>
            </a:lvl1pPr>
            <a:lvl2pPr algn="l">
              <a:defRPr sz="1800" b="0">
                <a:solidFill>
                  <a:srgbClr val="231F20"/>
                </a:solidFill>
                <a:latin typeface="Yu Gothic"/>
                <a:ea typeface="Yu Gothic"/>
                <a:cs typeface="Yu Gothic"/>
              </a:defRPr>
            </a:lvl2pPr>
            <a:lvl3pPr algn="l">
              <a:defRPr sz="1800" b="0">
                <a:solidFill>
                  <a:srgbClr val="231F20"/>
                </a:solidFill>
                <a:latin typeface="Yu Gothic"/>
                <a:ea typeface="Yu Gothic"/>
                <a:cs typeface="Yu Gothic"/>
              </a:defRPr>
            </a:lvl3pPr>
            <a:lvl4pPr algn="l">
              <a:defRPr sz="1800" b="0">
                <a:solidFill>
                  <a:srgbClr val="231F20"/>
                </a:solidFill>
                <a:latin typeface="Yu Gothic"/>
                <a:ea typeface="Yu Gothic"/>
                <a:cs typeface="Yu Gothic"/>
              </a:defRPr>
            </a:lvl4pPr>
            <a:lvl5pPr algn="l">
              <a:defRPr sz="1800" b="0">
                <a:solidFill>
                  <a:srgbClr val="231F20"/>
                </a:solidFill>
                <a:latin typeface="Yu Gothic"/>
                <a:ea typeface="Yu Gothic"/>
                <a:cs typeface="Yu Gothic"/>
              </a:defRPr>
            </a:lvl5pPr>
            <a:lvl6pPr algn="l">
              <a:defRPr sz="1800" b="0">
                <a:solidFill>
                  <a:srgbClr val="231F20"/>
                </a:solidFill>
                <a:latin typeface="Yu Gothic"/>
                <a:ea typeface="Yu Gothic"/>
                <a:cs typeface="Yu Gothic"/>
              </a:defRPr>
            </a:lvl6pPr>
            <a:lvl7pPr algn="l">
              <a:defRPr sz="1800" b="0">
                <a:solidFill>
                  <a:srgbClr val="231F20"/>
                </a:solidFill>
                <a:latin typeface="Yu Gothic"/>
                <a:ea typeface="Yu Gothic"/>
                <a:cs typeface="Yu Gothic"/>
              </a:defRPr>
            </a:lvl7pPr>
            <a:lvl8pPr algn="l">
              <a:defRPr sz="1800" b="0">
                <a:solidFill>
                  <a:srgbClr val="231F20"/>
                </a:solidFill>
                <a:latin typeface="Yu Gothic"/>
                <a:ea typeface="Yu Gothic"/>
                <a:cs typeface="Yu Gothic"/>
              </a:defRPr>
            </a:lvl8pPr>
            <a:lvl9pPr algn="l">
              <a:defRPr sz="1800" b="0">
                <a:solidFill>
                  <a:srgbClr val="231F20"/>
                </a:solidFill>
                <a:latin typeface="Yu Gothic"/>
                <a:ea typeface="Yu Gothic"/>
                <a:cs typeface="Yu Gothic"/>
              </a:defRPr>
            </a:lvl9pPr>
          </a:lstStyle>
          <a:p xmlns:a="http://schemas.openxmlformats.org/drawingml/2006/main">
            <a:pPr algn="l">
              <a:defRPr sz="1800" b="0">
                <a:solidFill>
                  <a:srgbClr val="231F20"/>
                </a:solidFill>
                <a:latin typeface="Yu Gothic"/>
                <a:ea typeface="Yu Gothic"/>
                <a:cs typeface="Yu Gothic"/>
              </a:defRPr>
            </a:pPr>
            <a:r>
              <a:rPr sz="1800" b="0">
                <a:solidFill>
                  <a:srgbClr val="231F20"/>
                </a:solidFill>
                <a:latin typeface="Yu Gothic"/>
                <a:ea typeface="Yu Gothic"/>
                <a:cs typeface="Yu Gothic"/>
              </a:rPr>
              <a:t>x0は常に0</a:t>
            </a:r>
          </a:p>
          <a:p xmlns:a="http://schemas.openxmlformats.org/drawingml/2006/main">
            <a:pPr algn="l">
              <a:defRPr sz="1800" b="0">
                <a:solidFill>
                  <a:srgbClr val="231F20"/>
                </a:solidFill>
                <a:latin typeface="Yu Gothic"/>
                <a:ea typeface="Yu Gothic"/>
                <a:cs typeface="Yu Gothic"/>
              </a:defRPr>
            </a:pPr>
            <a:r>
              <a:rPr sz="1800" b="0">
                <a:solidFill>
                  <a:srgbClr val="231F20"/>
                </a:solidFill>
                <a:latin typeface="Yu Gothic"/>
                <a:ea typeface="Yu Gothic"/>
                <a:cs typeface="Yu Gothic"/>
              </a:rPr>
              <a:t>x1はCPU内の保存場所</a:t>
            </a:r>
          </a:p>
        </p:txBody>
      </p:sp>
      <p:sp>
        <p:nvSpPr>
          <p:cNvPr id="71" name="text-129">
            <a:extLst xmlns:a="http://schemas.openxmlformats.org/drawingml/2006/main">
              <a:ext uri="{FF2B5EF4-FFF2-40B4-BE49-F238E27FC236}">
                <a16:creationId xmlns:a16="http://schemas.microsoft.com/office/drawing/2014/main" id="{263162B4-151B-48FD-B9B3-CAF151AD77B2}"/>
              </a:ext>
            </a:extLst>
          </p:cNvPr>
          <p:cNvSpPr>
            <a:spLocks xmlns:a="http://schemas.openxmlformats.org/drawingml/2006/main" noGrp="1"/>
          </p:cNvSpPr>
          <p:nvPr/>
        </p:nvSpPr>
        <p:spPr>
          <a:xfrm xmlns:a="http://schemas.openxmlformats.org/drawingml/2006/main">
            <a:off x="609600" y="6334125"/>
            <a:ext cx="6000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1">
                <a:solidFill>
                  <a:srgbClr val="0078BA"/>
                </a:solidFill>
                <a:latin typeface="Yu Gothic"/>
                <a:ea typeface="Yu Gothic"/>
                <a:cs typeface="Yu Gothic"/>
              </a:defRPr>
            </a:defPPr>
            <a:lvl1pPr algn="l">
              <a:defRPr sz="1275" b="1">
                <a:solidFill>
                  <a:srgbClr val="0078BA"/>
                </a:solidFill>
                <a:latin typeface="Yu Gothic"/>
                <a:ea typeface="Yu Gothic"/>
                <a:cs typeface="Yu Gothic"/>
              </a:defRPr>
            </a:lvl1pPr>
            <a:lvl2pPr algn="l">
              <a:defRPr sz="1275" b="1">
                <a:solidFill>
                  <a:srgbClr val="0078BA"/>
                </a:solidFill>
                <a:latin typeface="Yu Gothic"/>
                <a:ea typeface="Yu Gothic"/>
                <a:cs typeface="Yu Gothic"/>
              </a:defRPr>
            </a:lvl2pPr>
            <a:lvl3pPr algn="l">
              <a:defRPr sz="1275" b="1">
                <a:solidFill>
                  <a:srgbClr val="0078BA"/>
                </a:solidFill>
                <a:latin typeface="Yu Gothic"/>
                <a:ea typeface="Yu Gothic"/>
                <a:cs typeface="Yu Gothic"/>
              </a:defRPr>
            </a:lvl3pPr>
            <a:lvl4pPr algn="l">
              <a:defRPr sz="1275" b="1">
                <a:solidFill>
                  <a:srgbClr val="0078BA"/>
                </a:solidFill>
                <a:latin typeface="Yu Gothic"/>
                <a:ea typeface="Yu Gothic"/>
                <a:cs typeface="Yu Gothic"/>
              </a:defRPr>
            </a:lvl4pPr>
            <a:lvl5pPr algn="l">
              <a:defRPr sz="1275" b="1">
                <a:solidFill>
                  <a:srgbClr val="0078BA"/>
                </a:solidFill>
                <a:latin typeface="Yu Gothic"/>
                <a:ea typeface="Yu Gothic"/>
                <a:cs typeface="Yu Gothic"/>
              </a:defRPr>
            </a:lvl5pPr>
            <a:lvl6pPr algn="l">
              <a:defRPr sz="1275" b="1">
                <a:solidFill>
                  <a:srgbClr val="0078BA"/>
                </a:solidFill>
                <a:latin typeface="Yu Gothic"/>
                <a:ea typeface="Yu Gothic"/>
                <a:cs typeface="Yu Gothic"/>
              </a:defRPr>
            </a:lvl6pPr>
            <a:lvl7pPr algn="l">
              <a:defRPr sz="1275" b="1">
                <a:solidFill>
                  <a:srgbClr val="0078BA"/>
                </a:solidFill>
                <a:latin typeface="Yu Gothic"/>
                <a:ea typeface="Yu Gothic"/>
                <a:cs typeface="Yu Gothic"/>
              </a:defRPr>
            </a:lvl7pPr>
            <a:lvl8pPr algn="l">
              <a:defRPr sz="1275" b="1">
                <a:solidFill>
                  <a:srgbClr val="0078BA"/>
                </a:solidFill>
                <a:latin typeface="Yu Gothic"/>
                <a:ea typeface="Yu Gothic"/>
                <a:cs typeface="Yu Gothic"/>
              </a:defRPr>
            </a:lvl8pPr>
            <a:lvl9pPr algn="l">
              <a:defRPr sz="1275" b="1">
                <a:solidFill>
                  <a:srgbClr val="0078BA"/>
                </a:solidFill>
                <a:latin typeface="Yu Gothic"/>
                <a:ea typeface="Yu Gothic"/>
                <a:cs typeface="Yu Gothic"/>
              </a:defRPr>
            </a:lvl9pPr>
          </a:lstStyle>
          <a:p xmlns:a="http://schemas.openxmlformats.org/drawingml/2006/main">
            <a:pPr algn="l">
              <a:defRPr sz="1275" b="1">
                <a:solidFill>
                  <a:srgbClr val="0078BA"/>
                </a:solidFill>
                <a:latin typeface="Yu Gothic"/>
                <a:ea typeface="Yu Gothic"/>
                <a:cs typeface="Yu Gothic"/>
              </a:defRPr>
            </a:pPr>
            <a:r>
              <a:rPr sz="1275" b="1">
                <a:solidFill>
                  <a:srgbClr val="0078BA"/>
                </a:solidFill>
                <a:latin typeface="Yu Gothic"/>
                <a:ea typeface="Yu Gothic"/>
                <a:cs typeface="Yu Gothic"/>
              </a:rPr>
              <a:t>図 3</a:t>
            </a:r>
          </a:p>
        </p:txBody>
      </p:sp>
      <p:sp>
        <p:nvSpPr>
          <p:cNvPr id="72" name="text-130">
            <a:extLst xmlns:a="http://schemas.openxmlformats.org/drawingml/2006/main">
              <a:ext uri="{FF2B5EF4-FFF2-40B4-BE49-F238E27FC236}">
                <a16:creationId xmlns:a16="http://schemas.microsoft.com/office/drawing/2014/main" id="{4A7CC179-7381-4FAE-A96A-04B017A38185}"/>
              </a:ext>
            </a:extLst>
          </p:cNvPr>
          <p:cNvSpPr>
            <a:spLocks xmlns:a="http://schemas.openxmlformats.org/drawingml/2006/main" noGrp="1"/>
          </p:cNvSpPr>
          <p:nvPr/>
        </p:nvSpPr>
        <p:spPr>
          <a:xfrm xmlns:a="http://schemas.openxmlformats.org/drawingml/2006/main">
            <a:off x="1247775" y="6334125"/>
            <a:ext cx="9791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Yu Gothic"/>
                <a:ea typeface="Yu Gothic"/>
                <a:cs typeface="Yu Gothic"/>
              </a:defRPr>
            </a:defPPr>
            <a:lvl1pPr algn="l">
              <a:defRPr sz="1200" b="0">
                <a:solidFill>
                  <a:srgbClr val="231F20"/>
                </a:solidFill>
                <a:latin typeface="Yu Gothic"/>
                <a:ea typeface="Yu Gothic"/>
                <a:cs typeface="Yu Gothic"/>
              </a:defRPr>
            </a:lvl1pPr>
            <a:lvl2pPr algn="l">
              <a:defRPr sz="1200" b="0">
                <a:solidFill>
                  <a:srgbClr val="231F20"/>
                </a:solidFill>
                <a:latin typeface="Yu Gothic"/>
                <a:ea typeface="Yu Gothic"/>
                <a:cs typeface="Yu Gothic"/>
              </a:defRPr>
            </a:lvl2pPr>
            <a:lvl3pPr algn="l">
              <a:defRPr sz="1200" b="0">
                <a:solidFill>
                  <a:srgbClr val="231F20"/>
                </a:solidFill>
                <a:latin typeface="Yu Gothic"/>
                <a:ea typeface="Yu Gothic"/>
                <a:cs typeface="Yu Gothic"/>
              </a:defRPr>
            </a:lvl3pPr>
            <a:lvl4pPr algn="l">
              <a:defRPr sz="1200" b="0">
                <a:solidFill>
                  <a:srgbClr val="231F20"/>
                </a:solidFill>
                <a:latin typeface="Yu Gothic"/>
                <a:ea typeface="Yu Gothic"/>
                <a:cs typeface="Yu Gothic"/>
              </a:defRPr>
            </a:lvl4pPr>
            <a:lvl5pPr algn="l">
              <a:defRPr sz="1200" b="0">
                <a:solidFill>
                  <a:srgbClr val="231F20"/>
                </a:solidFill>
                <a:latin typeface="Yu Gothic"/>
                <a:ea typeface="Yu Gothic"/>
                <a:cs typeface="Yu Gothic"/>
              </a:defRPr>
            </a:lvl5pPr>
            <a:lvl6pPr algn="l">
              <a:defRPr sz="1200" b="0">
                <a:solidFill>
                  <a:srgbClr val="231F20"/>
                </a:solidFill>
                <a:latin typeface="Yu Gothic"/>
                <a:ea typeface="Yu Gothic"/>
                <a:cs typeface="Yu Gothic"/>
              </a:defRPr>
            </a:lvl6pPr>
            <a:lvl7pPr algn="l">
              <a:defRPr sz="1200" b="0">
                <a:solidFill>
                  <a:srgbClr val="231F20"/>
                </a:solidFill>
                <a:latin typeface="Yu Gothic"/>
                <a:ea typeface="Yu Gothic"/>
                <a:cs typeface="Yu Gothic"/>
              </a:defRPr>
            </a:lvl7pPr>
            <a:lvl8pPr algn="l">
              <a:defRPr sz="1200" b="0">
                <a:solidFill>
                  <a:srgbClr val="231F20"/>
                </a:solidFill>
                <a:latin typeface="Yu Gothic"/>
                <a:ea typeface="Yu Gothic"/>
                <a:cs typeface="Yu Gothic"/>
              </a:defRPr>
            </a:lvl8pPr>
            <a:lvl9pPr algn="l">
              <a:defRPr sz="1200" b="0">
                <a:solidFill>
                  <a:srgbClr val="231F20"/>
                </a:solidFill>
                <a:latin typeface="Yu Gothic"/>
                <a:ea typeface="Yu Gothic"/>
                <a:cs typeface="Yu Gothic"/>
              </a:defRPr>
            </a:lvl9pPr>
          </a:lstStyle>
          <a:p xmlns:a="http://schemas.openxmlformats.org/drawingml/2006/main">
            <a:pPr algn="l">
              <a:defRPr sz="1200" b="0">
                <a:solidFill>
                  <a:srgbClr val="231F20"/>
                </a:solidFill>
                <a:latin typeface="Yu Gothic"/>
                <a:ea typeface="Yu Gothic"/>
                <a:cs typeface="Yu Gothic"/>
              </a:defRPr>
            </a:pPr>
            <a:r>
              <a:rPr sz="1200" b="0">
                <a:solidFill>
                  <a:srgbClr val="231F20"/>
                </a:solidFill>
                <a:latin typeface="Yu Gothic"/>
                <a:ea typeface="Yu Gothic"/>
                <a:cs typeface="Yu Gothic"/>
              </a:rPr>
              <a:t>A：番地／レジスタ番号　RD：読出し値　WD：書込み値　WE：書込許可。灰色は不使用</a:t>
            </a:r>
          </a:p>
        </p:txBody>
      </p:sp>
    </p:spTree>
    <p:extLst>
      <p:ext uri="{BB962C8B-B14F-4D97-AF65-F5344CB8AC3E}">
        <p14:creationId xmlns:p14="http://schemas.microsoft.com/office/powerpoint/2010/main" val="73244250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3" name="text-131">
            <a:extLst xmlns:a="http://schemas.openxmlformats.org/drawingml/2006/main">
              <a:ext uri="{FF2B5EF4-FFF2-40B4-BE49-F238E27FC236}">
                <a16:creationId xmlns:a16="http://schemas.microsoft.com/office/drawing/2014/main" id="{EE899C72-8F33-44BA-B27D-8660FE7A0402}"/>
              </a:ext>
            </a:extLst>
          </p:cNvPr>
          <p:cNvSpPr>
            <a:spLocks xmlns:a="http://schemas.openxmlformats.org/drawingml/2006/main" noGrp="1"/>
          </p:cNvSpPr>
          <p:nvPr/>
        </p:nvSpPr>
        <p:spPr>
          <a:xfrm xmlns:a="http://schemas.openxmlformats.org/drawingml/2006/main">
            <a:off x="609600" y="314325"/>
            <a:ext cx="5619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231F20"/>
                </a:solidFill>
                <a:latin typeface="Arial"/>
                <a:ea typeface="Arial"/>
                <a:cs typeface="Arial"/>
              </a:defRPr>
            </a:defPPr>
            <a:lvl1pPr algn="l">
              <a:defRPr sz="2850" b="1">
                <a:solidFill>
                  <a:srgbClr val="231F20"/>
                </a:solidFill>
                <a:latin typeface="Arial"/>
                <a:ea typeface="Arial"/>
                <a:cs typeface="Arial"/>
              </a:defRPr>
            </a:lvl1pPr>
            <a:lvl2pPr algn="l">
              <a:defRPr sz="2850" b="1">
                <a:solidFill>
                  <a:srgbClr val="231F20"/>
                </a:solidFill>
                <a:latin typeface="Arial"/>
                <a:ea typeface="Arial"/>
                <a:cs typeface="Arial"/>
              </a:defRPr>
            </a:lvl2pPr>
            <a:lvl3pPr algn="l">
              <a:defRPr sz="2850" b="1">
                <a:solidFill>
                  <a:srgbClr val="231F20"/>
                </a:solidFill>
                <a:latin typeface="Arial"/>
                <a:ea typeface="Arial"/>
                <a:cs typeface="Arial"/>
              </a:defRPr>
            </a:lvl3pPr>
            <a:lvl4pPr algn="l">
              <a:defRPr sz="2850" b="1">
                <a:solidFill>
                  <a:srgbClr val="231F20"/>
                </a:solidFill>
                <a:latin typeface="Arial"/>
                <a:ea typeface="Arial"/>
                <a:cs typeface="Arial"/>
              </a:defRPr>
            </a:lvl4pPr>
            <a:lvl5pPr algn="l">
              <a:defRPr sz="2850" b="1">
                <a:solidFill>
                  <a:srgbClr val="231F20"/>
                </a:solidFill>
                <a:latin typeface="Arial"/>
                <a:ea typeface="Arial"/>
                <a:cs typeface="Arial"/>
              </a:defRPr>
            </a:lvl5pPr>
            <a:lvl6pPr algn="l">
              <a:defRPr sz="2850" b="1">
                <a:solidFill>
                  <a:srgbClr val="231F20"/>
                </a:solidFill>
                <a:latin typeface="Arial"/>
                <a:ea typeface="Arial"/>
                <a:cs typeface="Arial"/>
              </a:defRPr>
            </a:lvl6pPr>
            <a:lvl7pPr algn="l">
              <a:defRPr sz="2850" b="1">
                <a:solidFill>
                  <a:srgbClr val="231F20"/>
                </a:solidFill>
                <a:latin typeface="Arial"/>
                <a:ea typeface="Arial"/>
                <a:cs typeface="Arial"/>
              </a:defRPr>
            </a:lvl7pPr>
            <a:lvl8pPr algn="l">
              <a:defRPr sz="2850" b="1">
                <a:solidFill>
                  <a:srgbClr val="231F20"/>
                </a:solidFill>
                <a:latin typeface="Arial"/>
                <a:ea typeface="Arial"/>
                <a:cs typeface="Arial"/>
              </a:defRPr>
            </a:lvl8pPr>
            <a:lvl9pPr algn="l">
              <a:defRPr sz="2850" b="1">
                <a:solidFill>
                  <a:srgbClr val="231F20"/>
                </a:solidFill>
                <a:latin typeface="Arial"/>
                <a:ea typeface="Arial"/>
                <a:cs typeface="Arial"/>
              </a:defRPr>
            </a:lvl9pPr>
          </a:lstStyle>
          <a:p xmlns:a="http://schemas.openxmlformats.org/drawingml/2006/main">
            <a:pPr algn="l">
              <a:defRPr sz="2850" b="1">
                <a:solidFill>
                  <a:srgbClr val="231F20"/>
                </a:solidFill>
                <a:latin typeface="Arial"/>
                <a:ea typeface="Arial"/>
                <a:cs typeface="Arial"/>
              </a:defRPr>
            </a:pPr>
            <a:r>
              <a:rPr sz="2850" b="1">
                <a:solidFill>
                  <a:srgbClr val="231F20"/>
                </a:solidFill>
                <a:latin typeface="Arial"/>
                <a:ea typeface="Arial"/>
                <a:cs typeface="Arial"/>
              </a:rPr>
              <a:t>4</a:t>
            </a:r>
          </a:p>
        </p:txBody>
      </p:sp>
      <p:sp>
        <p:nvSpPr>
          <p:cNvPr id="2" name="text-132">
            <a:extLst xmlns:a="http://schemas.openxmlformats.org/drawingml/2006/main">
              <a:ext uri="{FF2B5EF4-FFF2-40B4-BE49-F238E27FC236}">
                <a16:creationId xmlns:a16="http://schemas.microsoft.com/office/drawing/2014/main" id="{73D55873-F0F4-425D-B5B2-247775699742}"/>
              </a:ext>
            </a:extLst>
          </p:cNvPr>
          <p:cNvSpPr>
            <a:spLocks xmlns:a="http://schemas.openxmlformats.org/drawingml/2006/main" noGrp="1"/>
          </p:cNvSpPr>
          <p:nvPr/>
        </p:nvSpPr>
        <p:spPr>
          <a:xfrm xmlns:a="http://schemas.openxmlformats.org/drawingml/2006/main">
            <a:off x="1257300" y="314325"/>
            <a:ext cx="103251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0078BA"/>
                </a:solidFill>
                <a:latin typeface="Yu Gothic"/>
                <a:ea typeface="Yu Gothic"/>
                <a:cs typeface="Yu Gothic"/>
              </a:defRPr>
            </a:defPPr>
            <a:lvl1pPr algn="l">
              <a:defRPr sz="2850" b="1">
                <a:solidFill>
                  <a:srgbClr val="0078BA"/>
                </a:solidFill>
                <a:latin typeface="Yu Gothic"/>
                <a:ea typeface="Yu Gothic"/>
                <a:cs typeface="Yu Gothic"/>
              </a:defRPr>
            </a:lvl1pPr>
            <a:lvl2pPr algn="l">
              <a:defRPr sz="2850" b="1">
                <a:solidFill>
                  <a:srgbClr val="0078BA"/>
                </a:solidFill>
                <a:latin typeface="Yu Gothic"/>
                <a:ea typeface="Yu Gothic"/>
                <a:cs typeface="Yu Gothic"/>
              </a:defRPr>
            </a:lvl2pPr>
            <a:lvl3pPr algn="l">
              <a:defRPr sz="2850" b="1">
                <a:solidFill>
                  <a:srgbClr val="0078BA"/>
                </a:solidFill>
                <a:latin typeface="Yu Gothic"/>
                <a:ea typeface="Yu Gothic"/>
                <a:cs typeface="Yu Gothic"/>
              </a:defRPr>
            </a:lvl3pPr>
            <a:lvl4pPr algn="l">
              <a:defRPr sz="2850" b="1">
                <a:solidFill>
                  <a:srgbClr val="0078BA"/>
                </a:solidFill>
                <a:latin typeface="Yu Gothic"/>
                <a:ea typeface="Yu Gothic"/>
                <a:cs typeface="Yu Gothic"/>
              </a:defRPr>
            </a:lvl4pPr>
            <a:lvl5pPr algn="l">
              <a:defRPr sz="2850" b="1">
                <a:solidFill>
                  <a:srgbClr val="0078BA"/>
                </a:solidFill>
                <a:latin typeface="Yu Gothic"/>
                <a:ea typeface="Yu Gothic"/>
                <a:cs typeface="Yu Gothic"/>
              </a:defRPr>
            </a:lvl5pPr>
            <a:lvl6pPr algn="l">
              <a:defRPr sz="2850" b="1">
                <a:solidFill>
                  <a:srgbClr val="0078BA"/>
                </a:solidFill>
                <a:latin typeface="Yu Gothic"/>
                <a:ea typeface="Yu Gothic"/>
                <a:cs typeface="Yu Gothic"/>
              </a:defRPr>
            </a:lvl6pPr>
            <a:lvl7pPr algn="l">
              <a:defRPr sz="2850" b="1">
                <a:solidFill>
                  <a:srgbClr val="0078BA"/>
                </a:solidFill>
                <a:latin typeface="Yu Gothic"/>
                <a:ea typeface="Yu Gothic"/>
                <a:cs typeface="Yu Gothic"/>
              </a:defRPr>
            </a:lvl7pPr>
            <a:lvl8pPr algn="l">
              <a:defRPr sz="2850" b="1">
                <a:solidFill>
                  <a:srgbClr val="0078BA"/>
                </a:solidFill>
                <a:latin typeface="Yu Gothic"/>
                <a:ea typeface="Yu Gothic"/>
                <a:cs typeface="Yu Gothic"/>
              </a:defRPr>
            </a:lvl8pPr>
            <a:lvl9pPr algn="l">
              <a:defRPr sz="2850" b="1">
                <a:solidFill>
                  <a:srgbClr val="0078BA"/>
                </a:solidFill>
                <a:latin typeface="Yu Gothic"/>
                <a:ea typeface="Yu Gothic"/>
                <a:cs typeface="Yu Gothic"/>
              </a:defRPr>
            </a:lvl9pPr>
          </a:lstStyle>
          <a:p xmlns:a="http://schemas.openxmlformats.org/drawingml/2006/main">
            <a:pPr algn="l">
              <a:defRPr sz="2850" b="1">
                <a:solidFill>
                  <a:srgbClr val="0078BA"/>
                </a:solidFill>
                <a:latin typeface="Yu Gothic"/>
                <a:ea typeface="Yu Gothic"/>
                <a:cs typeface="Yu Gothic"/>
              </a:defRPr>
            </a:pPr>
            <a:r>
              <a:rPr sz="2850" b="1">
                <a:solidFill>
                  <a:srgbClr val="0078BA"/>
                </a:solidFill>
                <a:latin typeface="Yu Gothic"/>
                <a:ea typeface="Yu Gothic"/>
                <a:cs typeface="Yu Gothic"/>
              </a:rPr>
              <a:t>sw：レジスタの値をメモリへ書く</a:t>
            </a:r>
          </a:p>
        </p:txBody>
      </p:sp>
      <p:sp>
        <p:nvSpPr>
          <p:cNvPr id="3" name="text-133">
            <a:extLst xmlns:a="http://schemas.openxmlformats.org/drawingml/2006/main">
              <a:ext uri="{FF2B5EF4-FFF2-40B4-BE49-F238E27FC236}">
                <a16:creationId xmlns:a16="http://schemas.microsoft.com/office/drawing/2014/main" id="{FA93473B-FABF-4DFC-8D8C-3A4A0DC233DE}"/>
              </a:ext>
            </a:extLst>
          </p:cNvPr>
          <p:cNvSpPr>
            <a:spLocks xmlns:a="http://schemas.openxmlformats.org/drawingml/2006/main" noGrp="1"/>
          </p:cNvSpPr>
          <p:nvPr/>
        </p:nvSpPr>
        <p:spPr>
          <a:xfrm xmlns:a="http://schemas.openxmlformats.org/drawingml/2006/main">
            <a:off x="11277600" y="6334125"/>
            <a:ext cx="304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777777"/>
                </a:solidFill>
                <a:latin typeface="Arial"/>
                <a:ea typeface="Arial"/>
                <a:cs typeface="Arial"/>
              </a:defRPr>
            </a:defPPr>
            <a:lvl1pPr algn="r">
              <a:defRPr sz="1350" b="0">
                <a:solidFill>
                  <a:srgbClr val="777777"/>
                </a:solidFill>
                <a:latin typeface="Arial"/>
                <a:ea typeface="Arial"/>
                <a:cs typeface="Arial"/>
              </a:defRPr>
            </a:lvl1pPr>
            <a:lvl2pPr algn="r">
              <a:defRPr sz="1350" b="0">
                <a:solidFill>
                  <a:srgbClr val="777777"/>
                </a:solidFill>
                <a:latin typeface="Arial"/>
                <a:ea typeface="Arial"/>
                <a:cs typeface="Arial"/>
              </a:defRPr>
            </a:lvl2pPr>
            <a:lvl3pPr algn="r">
              <a:defRPr sz="1350" b="0">
                <a:solidFill>
                  <a:srgbClr val="777777"/>
                </a:solidFill>
                <a:latin typeface="Arial"/>
                <a:ea typeface="Arial"/>
                <a:cs typeface="Arial"/>
              </a:defRPr>
            </a:lvl3pPr>
            <a:lvl4pPr algn="r">
              <a:defRPr sz="1350" b="0">
                <a:solidFill>
                  <a:srgbClr val="777777"/>
                </a:solidFill>
                <a:latin typeface="Arial"/>
                <a:ea typeface="Arial"/>
                <a:cs typeface="Arial"/>
              </a:defRPr>
            </a:lvl4pPr>
            <a:lvl5pPr algn="r">
              <a:defRPr sz="1350" b="0">
                <a:solidFill>
                  <a:srgbClr val="777777"/>
                </a:solidFill>
                <a:latin typeface="Arial"/>
                <a:ea typeface="Arial"/>
                <a:cs typeface="Arial"/>
              </a:defRPr>
            </a:lvl5pPr>
            <a:lvl6pPr algn="r">
              <a:defRPr sz="1350" b="0">
                <a:solidFill>
                  <a:srgbClr val="777777"/>
                </a:solidFill>
                <a:latin typeface="Arial"/>
                <a:ea typeface="Arial"/>
                <a:cs typeface="Arial"/>
              </a:defRPr>
            </a:lvl6pPr>
            <a:lvl7pPr algn="r">
              <a:defRPr sz="1350" b="0">
                <a:solidFill>
                  <a:srgbClr val="777777"/>
                </a:solidFill>
                <a:latin typeface="Arial"/>
                <a:ea typeface="Arial"/>
                <a:cs typeface="Arial"/>
              </a:defRPr>
            </a:lvl7pPr>
            <a:lvl8pPr algn="r">
              <a:defRPr sz="1350" b="0">
                <a:solidFill>
                  <a:srgbClr val="777777"/>
                </a:solidFill>
                <a:latin typeface="Arial"/>
                <a:ea typeface="Arial"/>
                <a:cs typeface="Arial"/>
              </a:defRPr>
            </a:lvl8pPr>
            <a:lvl9pPr algn="r">
              <a:defRPr sz="1350" b="0">
                <a:solidFill>
                  <a:srgbClr val="777777"/>
                </a:solidFill>
                <a:latin typeface="Arial"/>
                <a:ea typeface="Arial"/>
                <a:cs typeface="Arial"/>
              </a:defRPr>
            </a:lvl9pPr>
          </a:lstStyle>
          <a:p xmlns:a="http://schemas.openxmlformats.org/drawingml/2006/main">
            <a:pPr algn="r">
              <a:defRPr sz="1350" b="0">
                <a:solidFill>
                  <a:srgbClr val="777777"/>
                </a:solidFill>
                <a:latin typeface="Arial"/>
                <a:ea typeface="Arial"/>
                <a:cs typeface="Arial"/>
              </a:defRPr>
            </a:pPr>
            <a:r>
              <a:rPr sz="1350" b="0">
                <a:solidFill>
                  <a:srgbClr val="777777"/>
                </a:solidFill>
                <a:latin typeface="Arial"/>
                <a:ea typeface="Arial"/>
                <a:cs typeface="Arial"/>
              </a:rPr>
              <a:t>4</a:t>
            </a:r>
          </a:p>
        </p:txBody>
      </p:sp>
      <p:sp>
        <p:nvSpPr>
          <p:cNvPr id="4" name="text-134">
            <a:extLst xmlns:a="http://schemas.openxmlformats.org/drawingml/2006/main">
              <a:ext uri="{FF2B5EF4-FFF2-40B4-BE49-F238E27FC236}">
                <a16:creationId xmlns:a16="http://schemas.microsoft.com/office/drawing/2014/main" id="{94509E1F-8B07-4CBC-8D60-9D6C82F514C3}"/>
              </a:ext>
            </a:extLst>
          </p:cNvPr>
          <p:cNvSpPr>
            <a:spLocks xmlns:a="http://schemas.openxmlformats.org/drawingml/2006/main" noGrp="1"/>
          </p:cNvSpPr>
          <p:nvPr/>
        </p:nvSpPr>
        <p:spPr>
          <a:xfrm xmlns:a="http://schemas.openxmlformats.org/drawingml/2006/main">
            <a:off x="609600" y="1295400"/>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75" b="1">
                <a:solidFill>
                  <a:srgbClr val="1572C3"/>
                </a:solidFill>
                <a:latin typeface="Yu Gothic"/>
                <a:ea typeface="Yu Gothic"/>
                <a:cs typeface="Yu Gothic"/>
              </a:defRPr>
            </a:defPPr>
            <a:lvl1pPr algn="l">
              <a:defRPr sz="2175" b="1">
                <a:solidFill>
                  <a:srgbClr val="1572C3"/>
                </a:solidFill>
                <a:latin typeface="Yu Gothic"/>
                <a:ea typeface="Yu Gothic"/>
                <a:cs typeface="Yu Gothic"/>
              </a:defRPr>
            </a:lvl1pPr>
            <a:lvl2pPr algn="l">
              <a:defRPr sz="2175" b="1">
                <a:solidFill>
                  <a:srgbClr val="1572C3"/>
                </a:solidFill>
                <a:latin typeface="Yu Gothic"/>
                <a:ea typeface="Yu Gothic"/>
                <a:cs typeface="Yu Gothic"/>
              </a:defRPr>
            </a:lvl2pPr>
            <a:lvl3pPr algn="l">
              <a:defRPr sz="2175" b="1">
                <a:solidFill>
                  <a:srgbClr val="1572C3"/>
                </a:solidFill>
                <a:latin typeface="Yu Gothic"/>
                <a:ea typeface="Yu Gothic"/>
                <a:cs typeface="Yu Gothic"/>
              </a:defRPr>
            </a:lvl3pPr>
            <a:lvl4pPr algn="l">
              <a:defRPr sz="2175" b="1">
                <a:solidFill>
                  <a:srgbClr val="1572C3"/>
                </a:solidFill>
                <a:latin typeface="Yu Gothic"/>
                <a:ea typeface="Yu Gothic"/>
                <a:cs typeface="Yu Gothic"/>
              </a:defRPr>
            </a:lvl4pPr>
            <a:lvl5pPr algn="l">
              <a:defRPr sz="2175" b="1">
                <a:solidFill>
                  <a:srgbClr val="1572C3"/>
                </a:solidFill>
                <a:latin typeface="Yu Gothic"/>
                <a:ea typeface="Yu Gothic"/>
                <a:cs typeface="Yu Gothic"/>
              </a:defRPr>
            </a:lvl5pPr>
            <a:lvl6pPr algn="l">
              <a:defRPr sz="2175" b="1">
                <a:solidFill>
                  <a:srgbClr val="1572C3"/>
                </a:solidFill>
                <a:latin typeface="Yu Gothic"/>
                <a:ea typeface="Yu Gothic"/>
                <a:cs typeface="Yu Gothic"/>
              </a:defRPr>
            </a:lvl6pPr>
            <a:lvl7pPr algn="l">
              <a:defRPr sz="2175" b="1">
                <a:solidFill>
                  <a:srgbClr val="1572C3"/>
                </a:solidFill>
                <a:latin typeface="Yu Gothic"/>
                <a:ea typeface="Yu Gothic"/>
                <a:cs typeface="Yu Gothic"/>
              </a:defRPr>
            </a:lvl7pPr>
            <a:lvl8pPr algn="l">
              <a:defRPr sz="2175" b="1">
                <a:solidFill>
                  <a:srgbClr val="1572C3"/>
                </a:solidFill>
                <a:latin typeface="Yu Gothic"/>
                <a:ea typeface="Yu Gothic"/>
                <a:cs typeface="Yu Gothic"/>
              </a:defRPr>
            </a:lvl8pPr>
            <a:lvl9pPr algn="l">
              <a:defRPr sz="2175" b="1">
                <a:solidFill>
                  <a:srgbClr val="1572C3"/>
                </a:solidFill>
                <a:latin typeface="Yu Gothic"/>
                <a:ea typeface="Yu Gothic"/>
                <a:cs typeface="Yu Gothic"/>
              </a:defRPr>
            </a:lvl9pPr>
          </a:lstStyle>
          <a:p xmlns:a="http://schemas.openxmlformats.org/drawingml/2006/main">
            <a:pPr algn="l">
              <a:defRPr sz="2175" b="1">
                <a:solidFill>
                  <a:srgbClr val="1572C3"/>
                </a:solidFill>
                <a:latin typeface="Yu Gothic"/>
                <a:ea typeface="Yu Gothic"/>
                <a:cs typeface="Yu Gothic"/>
              </a:defRPr>
            </a:pPr>
            <a:r>
              <a:rPr sz="2175" b="1">
                <a:solidFill>
                  <a:srgbClr val="1572C3"/>
                </a:solidFill>
                <a:latin typeface="Yu Gothic"/>
                <a:ea typeface="Yu Gothic"/>
                <a:cs typeface="Yu Gothic"/>
              </a:rPr>
              <a:t>sw x1, 4(x0)　：　x1の3を、データの4番地へ書く</a:t>
            </a:r>
          </a:p>
        </p:txBody>
      </p:sp>
      <p:sp>
        <p:nvSpPr>
          <p:cNvPr id="5" name="block-135">
            <a:extLst xmlns:a="http://schemas.openxmlformats.org/drawingml/2006/main">
              <a:ext uri="{FF2B5EF4-FFF2-40B4-BE49-F238E27FC236}">
                <a16:creationId xmlns:a16="http://schemas.microsoft.com/office/drawing/2014/main" id="{A1059FC3-27E1-41E4-A905-ACD50337995A}"/>
              </a:ext>
            </a:extLst>
          </p:cNvPr>
          <p:cNvSpPr>
            <a:spLocks xmlns:a="http://schemas.openxmlformats.org/drawingml/2006/main" noGrp="1"/>
          </p:cNvSpPr>
          <p:nvPr/>
        </p:nvSpPr>
        <p:spPr>
          <a:xfrm xmlns:a="http://schemas.openxmlformats.org/drawingml/2006/main">
            <a:off x="1219200" y="2838450"/>
            <a:ext cx="1676400" cy="222885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6" name="text-136">
            <a:extLst xmlns:a="http://schemas.openxmlformats.org/drawingml/2006/main">
              <a:ext uri="{FF2B5EF4-FFF2-40B4-BE49-F238E27FC236}">
                <a16:creationId xmlns:a16="http://schemas.microsoft.com/office/drawing/2014/main" id="{A9F798C3-8D81-4FEE-A506-7BD1572401AA}"/>
              </a:ext>
            </a:extLst>
          </p:cNvPr>
          <p:cNvSpPr>
            <a:spLocks xmlns:a="http://schemas.openxmlformats.org/drawingml/2006/main" noGrp="1"/>
          </p:cNvSpPr>
          <p:nvPr/>
        </p:nvSpPr>
        <p:spPr>
          <a:xfrm xmlns:a="http://schemas.openxmlformats.org/drawingml/2006/main">
            <a:off x="1619250" y="3467100"/>
            <a:ext cx="11525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1">
                <a:solidFill>
                  <a:srgbClr val="231F20"/>
                </a:solidFill>
                <a:latin typeface="Arial"/>
                <a:ea typeface="Arial"/>
                <a:cs typeface="Arial"/>
              </a:defRPr>
            </a:defPPr>
            <a:lvl1pPr algn="ctr">
              <a:defRPr sz="1575" b="1">
                <a:solidFill>
                  <a:srgbClr val="231F20"/>
                </a:solidFill>
                <a:latin typeface="Arial"/>
                <a:ea typeface="Arial"/>
                <a:cs typeface="Arial"/>
              </a:defRPr>
            </a:lvl1pPr>
            <a:lvl2pPr algn="ctr">
              <a:defRPr sz="1575" b="1">
                <a:solidFill>
                  <a:srgbClr val="231F20"/>
                </a:solidFill>
                <a:latin typeface="Arial"/>
                <a:ea typeface="Arial"/>
                <a:cs typeface="Arial"/>
              </a:defRPr>
            </a:lvl2pPr>
            <a:lvl3pPr algn="ctr">
              <a:defRPr sz="1575" b="1">
                <a:solidFill>
                  <a:srgbClr val="231F20"/>
                </a:solidFill>
                <a:latin typeface="Arial"/>
                <a:ea typeface="Arial"/>
                <a:cs typeface="Arial"/>
              </a:defRPr>
            </a:lvl3pPr>
            <a:lvl4pPr algn="ctr">
              <a:defRPr sz="1575" b="1">
                <a:solidFill>
                  <a:srgbClr val="231F20"/>
                </a:solidFill>
                <a:latin typeface="Arial"/>
                <a:ea typeface="Arial"/>
                <a:cs typeface="Arial"/>
              </a:defRPr>
            </a:lvl4pPr>
            <a:lvl5pPr algn="ctr">
              <a:defRPr sz="1575" b="1">
                <a:solidFill>
                  <a:srgbClr val="231F20"/>
                </a:solidFill>
                <a:latin typeface="Arial"/>
                <a:ea typeface="Arial"/>
                <a:cs typeface="Arial"/>
              </a:defRPr>
            </a:lvl5pPr>
            <a:lvl6pPr algn="ctr">
              <a:defRPr sz="1575" b="1">
                <a:solidFill>
                  <a:srgbClr val="231F20"/>
                </a:solidFill>
                <a:latin typeface="Arial"/>
                <a:ea typeface="Arial"/>
                <a:cs typeface="Arial"/>
              </a:defRPr>
            </a:lvl6pPr>
            <a:lvl7pPr algn="ctr">
              <a:defRPr sz="1575" b="1">
                <a:solidFill>
                  <a:srgbClr val="231F20"/>
                </a:solidFill>
                <a:latin typeface="Arial"/>
                <a:ea typeface="Arial"/>
                <a:cs typeface="Arial"/>
              </a:defRPr>
            </a:lvl7pPr>
            <a:lvl8pPr algn="ctr">
              <a:defRPr sz="1575" b="1">
                <a:solidFill>
                  <a:srgbClr val="231F20"/>
                </a:solidFill>
                <a:latin typeface="Arial"/>
                <a:ea typeface="Arial"/>
                <a:cs typeface="Arial"/>
              </a:defRPr>
            </a:lvl8pPr>
            <a:lvl9pPr algn="ctr">
              <a:defRPr sz="1575" b="1">
                <a:solidFill>
                  <a:srgbClr val="231F20"/>
                </a:solidFill>
                <a:latin typeface="Arial"/>
                <a:ea typeface="Arial"/>
                <a:cs typeface="Arial"/>
              </a:defRPr>
            </a:lvl9pPr>
          </a:lstStyle>
          <a:p xmlns:a="http://schemas.openxmlformats.org/drawingml/2006/main">
            <a:pPr algn="ctr">
              <a:defRPr sz="1575" b="1">
                <a:solidFill>
                  <a:srgbClr val="231F20"/>
                </a:solidFill>
                <a:latin typeface="Arial"/>
                <a:ea typeface="Arial"/>
                <a:cs typeface="Arial"/>
              </a:defRPr>
            </a:pPr>
            <a:r>
              <a:rPr sz="1575" b="1">
                <a:solidFill>
                  <a:srgbClr val="231F20"/>
                </a:solidFill>
                <a:latin typeface="Arial"/>
                <a:ea typeface="Arial"/>
                <a:cs typeface="Arial"/>
              </a:rPr>
              <a:t>Register</a:t>
            </a:r>
          </a:p>
          <a:p xmlns:a="http://schemas.openxmlformats.org/drawingml/2006/main">
            <a:pPr algn="ctr">
              <a:defRPr sz="1575" b="1">
                <a:solidFill>
                  <a:srgbClr val="231F20"/>
                </a:solidFill>
                <a:latin typeface="Arial"/>
                <a:ea typeface="Arial"/>
                <a:cs typeface="Arial"/>
              </a:defRPr>
            </a:pPr>
            <a:r>
              <a:rPr sz="1575" b="1">
                <a:solidFill>
                  <a:srgbClr val="231F20"/>
                </a:solidFill>
                <a:latin typeface="Arial"/>
                <a:ea typeface="Arial"/>
                <a:cs typeface="Arial"/>
              </a:rPr>
              <a:t>File</a:t>
            </a:r>
          </a:p>
        </p:txBody>
      </p:sp>
      <p:sp>
        <p:nvSpPr>
          <p:cNvPr id="7" name="text-137">
            <a:extLst xmlns:a="http://schemas.openxmlformats.org/drawingml/2006/main">
              <a:ext uri="{FF2B5EF4-FFF2-40B4-BE49-F238E27FC236}">
                <a16:creationId xmlns:a16="http://schemas.microsoft.com/office/drawing/2014/main" id="{EFF644B7-232F-492E-A2FB-039C9A5AB6E4}"/>
              </a:ext>
            </a:extLst>
          </p:cNvPr>
          <p:cNvSpPr>
            <a:spLocks xmlns:a="http://schemas.openxmlformats.org/drawingml/2006/main" noGrp="1"/>
          </p:cNvSpPr>
          <p:nvPr/>
        </p:nvSpPr>
        <p:spPr>
          <a:xfrm xmlns:a="http://schemas.openxmlformats.org/drawingml/2006/main">
            <a:off x="1314450" y="3143250"/>
            <a:ext cx="457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231F20"/>
                </a:solidFill>
                <a:latin typeface="Arial"/>
                <a:ea typeface="Arial"/>
                <a:cs typeface="Arial"/>
              </a:defRPr>
            </a:defPPr>
            <a:lvl1pPr algn="l">
              <a:defRPr sz="1350" b="0">
                <a:solidFill>
                  <a:srgbClr val="231F20"/>
                </a:solidFill>
                <a:latin typeface="Arial"/>
                <a:ea typeface="Arial"/>
                <a:cs typeface="Arial"/>
              </a:defRPr>
            </a:lvl1pPr>
            <a:lvl2pPr algn="l">
              <a:defRPr sz="1350" b="0">
                <a:solidFill>
                  <a:srgbClr val="231F20"/>
                </a:solidFill>
                <a:latin typeface="Arial"/>
                <a:ea typeface="Arial"/>
                <a:cs typeface="Arial"/>
              </a:defRPr>
            </a:lvl2pPr>
            <a:lvl3pPr algn="l">
              <a:defRPr sz="1350" b="0">
                <a:solidFill>
                  <a:srgbClr val="231F20"/>
                </a:solidFill>
                <a:latin typeface="Arial"/>
                <a:ea typeface="Arial"/>
                <a:cs typeface="Arial"/>
              </a:defRPr>
            </a:lvl3pPr>
            <a:lvl4pPr algn="l">
              <a:defRPr sz="1350" b="0">
                <a:solidFill>
                  <a:srgbClr val="231F20"/>
                </a:solidFill>
                <a:latin typeface="Arial"/>
                <a:ea typeface="Arial"/>
                <a:cs typeface="Arial"/>
              </a:defRPr>
            </a:lvl4pPr>
            <a:lvl5pPr algn="l">
              <a:defRPr sz="1350" b="0">
                <a:solidFill>
                  <a:srgbClr val="231F20"/>
                </a:solidFill>
                <a:latin typeface="Arial"/>
                <a:ea typeface="Arial"/>
                <a:cs typeface="Arial"/>
              </a:defRPr>
            </a:lvl5pPr>
            <a:lvl6pPr algn="l">
              <a:defRPr sz="1350" b="0">
                <a:solidFill>
                  <a:srgbClr val="231F20"/>
                </a:solidFill>
                <a:latin typeface="Arial"/>
                <a:ea typeface="Arial"/>
                <a:cs typeface="Arial"/>
              </a:defRPr>
            </a:lvl6pPr>
            <a:lvl7pPr algn="l">
              <a:defRPr sz="1350" b="0">
                <a:solidFill>
                  <a:srgbClr val="231F20"/>
                </a:solidFill>
                <a:latin typeface="Arial"/>
                <a:ea typeface="Arial"/>
                <a:cs typeface="Arial"/>
              </a:defRPr>
            </a:lvl7pPr>
            <a:lvl8pPr algn="l">
              <a:defRPr sz="1350" b="0">
                <a:solidFill>
                  <a:srgbClr val="231F20"/>
                </a:solidFill>
                <a:latin typeface="Arial"/>
                <a:ea typeface="Arial"/>
                <a:cs typeface="Arial"/>
              </a:defRPr>
            </a:lvl8pPr>
            <a:lvl9pPr algn="l">
              <a:defRPr sz="1350" b="0">
                <a:solidFill>
                  <a:srgbClr val="231F20"/>
                </a:solidFill>
                <a:latin typeface="Arial"/>
                <a:ea typeface="Arial"/>
                <a:cs typeface="Arial"/>
              </a:defRPr>
            </a:lvl9pPr>
          </a:lstStyle>
          <a:p xmlns:a="http://schemas.openxmlformats.org/drawingml/2006/main">
            <a:pPr algn="l">
              <a:defRPr sz="1350" b="0">
                <a:solidFill>
                  <a:srgbClr val="231F20"/>
                </a:solidFill>
                <a:latin typeface="Arial"/>
                <a:ea typeface="Arial"/>
                <a:cs typeface="Arial"/>
              </a:defRPr>
            </a:pPr>
            <a:r>
              <a:rPr sz="1350" b="0">
                <a:solidFill>
                  <a:srgbClr val="231F20"/>
                </a:solidFill>
                <a:latin typeface="Arial"/>
                <a:ea typeface="Arial"/>
                <a:cs typeface="Arial"/>
              </a:rPr>
              <a:t>A1</a:t>
            </a:r>
          </a:p>
        </p:txBody>
      </p:sp>
      <p:sp>
        <p:nvSpPr>
          <p:cNvPr id="8" name="text-138">
            <a:extLst xmlns:a="http://schemas.openxmlformats.org/drawingml/2006/main">
              <a:ext uri="{FF2B5EF4-FFF2-40B4-BE49-F238E27FC236}">
                <a16:creationId xmlns:a16="http://schemas.microsoft.com/office/drawing/2014/main" id="{F79CB809-0D20-4FC4-B6E0-C2B236002E08}"/>
              </a:ext>
            </a:extLst>
          </p:cNvPr>
          <p:cNvSpPr>
            <a:spLocks xmlns:a="http://schemas.openxmlformats.org/drawingml/2006/main" noGrp="1"/>
          </p:cNvSpPr>
          <p:nvPr/>
        </p:nvSpPr>
        <p:spPr>
          <a:xfrm xmlns:a="http://schemas.openxmlformats.org/drawingml/2006/main">
            <a:off x="1314450" y="3848100"/>
            <a:ext cx="457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231F20"/>
                </a:solidFill>
                <a:latin typeface="Arial"/>
                <a:ea typeface="Arial"/>
                <a:cs typeface="Arial"/>
              </a:defRPr>
            </a:defPPr>
            <a:lvl1pPr algn="l">
              <a:defRPr sz="1350" b="0">
                <a:solidFill>
                  <a:srgbClr val="231F20"/>
                </a:solidFill>
                <a:latin typeface="Arial"/>
                <a:ea typeface="Arial"/>
                <a:cs typeface="Arial"/>
              </a:defRPr>
            </a:lvl1pPr>
            <a:lvl2pPr algn="l">
              <a:defRPr sz="1350" b="0">
                <a:solidFill>
                  <a:srgbClr val="231F20"/>
                </a:solidFill>
                <a:latin typeface="Arial"/>
                <a:ea typeface="Arial"/>
                <a:cs typeface="Arial"/>
              </a:defRPr>
            </a:lvl2pPr>
            <a:lvl3pPr algn="l">
              <a:defRPr sz="1350" b="0">
                <a:solidFill>
                  <a:srgbClr val="231F20"/>
                </a:solidFill>
                <a:latin typeface="Arial"/>
                <a:ea typeface="Arial"/>
                <a:cs typeface="Arial"/>
              </a:defRPr>
            </a:lvl3pPr>
            <a:lvl4pPr algn="l">
              <a:defRPr sz="1350" b="0">
                <a:solidFill>
                  <a:srgbClr val="231F20"/>
                </a:solidFill>
                <a:latin typeface="Arial"/>
                <a:ea typeface="Arial"/>
                <a:cs typeface="Arial"/>
              </a:defRPr>
            </a:lvl4pPr>
            <a:lvl5pPr algn="l">
              <a:defRPr sz="1350" b="0">
                <a:solidFill>
                  <a:srgbClr val="231F20"/>
                </a:solidFill>
                <a:latin typeface="Arial"/>
                <a:ea typeface="Arial"/>
                <a:cs typeface="Arial"/>
              </a:defRPr>
            </a:lvl5pPr>
            <a:lvl6pPr algn="l">
              <a:defRPr sz="1350" b="0">
                <a:solidFill>
                  <a:srgbClr val="231F20"/>
                </a:solidFill>
                <a:latin typeface="Arial"/>
                <a:ea typeface="Arial"/>
                <a:cs typeface="Arial"/>
              </a:defRPr>
            </a:lvl6pPr>
            <a:lvl7pPr algn="l">
              <a:defRPr sz="1350" b="0">
                <a:solidFill>
                  <a:srgbClr val="231F20"/>
                </a:solidFill>
                <a:latin typeface="Arial"/>
                <a:ea typeface="Arial"/>
                <a:cs typeface="Arial"/>
              </a:defRPr>
            </a:lvl7pPr>
            <a:lvl8pPr algn="l">
              <a:defRPr sz="1350" b="0">
                <a:solidFill>
                  <a:srgbClr val="231F20"/>
                </a:solidFill>
                <a:latin typeface="Arial"/>
                <a:ea typeface="Arial"/>
                <a:cs typeface="Arial"/>
              </a:defRPr>
            </a:lvl8pPr>
            <a:lvl9pPr algn="l">
              <a:defRPr sz="1350" b="0">
                <a:solidFill>
                  <a:srgbClr val="231F20"/>
                </a:solidFill>
                <a:latin typeface="Arial"/>
                <a:ea typeface="Arial"/>
                <a:cs typeface="Arial"/>
              </a:defRPr>
            </a:lvl9pPr>
          </a:lstStyle>
          <a:p xmlns:a="http://schemas.openxmlformats.org/drawingml/2006/main">
            <a:pPr algn="l">
              <a:defRPr sz="1350" b="0">
                <a:solidFill>
                  <a:srgbClr val="231F20"/>
                </a:solidFill>
                <a:latin typeface="Arial"/>
                <a:ea typeface="Arial"/>
                <a:cs typeface="Arial"/>
              </a:defRPr>
            </a:pPr>
            <a:r>
              <a:rPr sz="1350" b="0">
                <a:solidFill>
                  <a:srgbClr val="231F20"/>
                </a:solidFill>
                <a:latin typeface="Arial"/>
                <a:ea typeface="Arial"/>
                <a:cs typeface="Arial"/>
              </a:rPr>
              <a:t>A2</a:t>
            </a:r>
          </a:p>
        </p:txBody>
      </p:sp>
      <p:sp>
        <p:nvSpPr>
          <p:cNvPr id="9" name="text-139">
            <a:extLst xmlns:a="http://schemas.openxmlformats.org/drawingml/2006/main">
              <a:ext uri="{FF2B5EF4-FFF2-40B4-BE49-F238E27FC236}">
                <a16:creationId xmlns:a16="http://schemas.microsoft.com/office/drawing/2014/main" id="{6A5F7C5E-1454-419A-8AC3-FC0C6D52DE89}"/>
              </a:ext>
            </a:extLst>
          </p:cNvPr>
          <p:cNvSpPr>
            <a:spLocks xmlns:a="http://schemas.openxmlformats.org/drawingml/2006/main" noGrp="1"/>
          </p:cNvSpPr>
          <p:nvPr/>
        </p:nvSpPr>
        <p:spPr>
          <a:xfrm xmlns:a="http://schemas.openxmlformats.org/drawingml/2006/main">
            <a:off x="1314450" y="4286250"/>
            <a:ext cx="457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B9BEC6"/>
                </a:solidFill>
                <a:latin typeface="Arial"/>
                <a:ea typeface="Arial"/>
                <a:cs typeface="Arial"/>
              </a:defRPr>
            </a:defPPr>
            <a:lvl1pPr algn="l">
              <a:defRPr sz="1350" b="0">
                <a:solidFill>
                  <a:srgbClr val="B9BEC6"/>
                </a:solidFill>
                <a:latin typeface="Arial"/>
                <a:ea typeface="Arial"/>
                <a:cs typeface="Arial"/>
              </a:defRPr>
            </a:lvl1pPr>
            <a:lvl2pPr algn="l">
              <a:defRPr sz="1350" b="0">
                <a:solidFill>
                  <a:srgbClr val="B9BEC6"/>
                </a:solidFill>
                <a:latin typeface="Arial"/>
                <a:ea typeface="Arial"/>
                <a:cs typeface="Arial"/>
              </a:defRPr>
            </a:lvl2pPr>
            <a:lvl3pPr algn="l">
              <a:defRPr sz="1350" b="0">
                <a:solidFill>
                  <a:srgbClr val="B9BEC6"/>
                </a:solidFill>
                <a:latin typeface="Arial"/>
                <a:ea typeface="Arial"/>
                <a:cs typeface="Arial"/>
              </a:defRPr>
            </a:lvl3pPr>
            <a:lvl4pPr algn="l">
              <a:defRPr sz="1350" b="0">
                <a:solidFill>
                  <a:srgbClr val="B9BEC6"/>
                </a:solidFill>
                <a:latin typeface="Arial"/>
                <a:ea typeface="Arial"/>
                <a:cs typeface="Arial"/>
              </a:defRPr>
            </a:lvl4pPr>
            <a:lvl5pPr algn="l">
              <a:defRPr sz="1350" b="0">
                <a:solidFill>
                  <a:srgbClr val="B9BEC6"/>
                </a:solidFill>
                <a:latin typeface="Arial"/>
                <a:ea typeface="Arial"/>
                <a:cs typeface="Arial"/>
              </a:defRPr>
            </a:lvl5pPr>
            <a:lvl6pPr algn="l">
              <a:defRPr sz="1350" b="0">
                <a:solidFill>
                  <a:srgbClr val="B9BEC6"/>
                </a:solidFill>
                <a:latin typeface="Arial"/>
                <a:ea typeface="Arial"/>
                <a:cs typeface="Arial"/>
              </a:defRPr>
            </a:lvl6pPr>
            <a:lvl7pPr algn="l">
              <a:defRPr sz="1350" b="0">
                <a:solidFill>
                  <a:srgbClr val="B9BEC6"/>
                </a:solidFill>
                <a:latin typeface="Arial"/>
                <a:ea typeface="Arial"/>
                <a:cs typeface="Arial"/>
              </a:defRPr>
            </a:lvl7pPr>
            <a:lvl8pPr algn="l">
              <a:defRPr sz="1350" b="0">
                <a:solidFill>
                  <a:srgbClr val="B9BEC6"/>
                </a:solidFill>
                <a:latin typeface="Arial"/>
                <a:ea typeface="Arial"/>
                <a:cs typeface="Arial"/>
              </a:defRPr>
            </a:lvl8pPr>
            <a:lvl9pPr algn="l">
              <a:defRPr sz="1350" b="0">
                <a:solidFill>
                  <a:srgbClr val="B9BEC6"/>
                </a:solidFill>
                <a:latin typeface="Arial"/>
                <a:ea typeface="Arial"/>
                <a:cs typeface="Arial"/>
              </a:defRPr>
            </a:lvl9pPr>
          </a:lstStyle>
          <a:p xmlns:a="http://schemas.openxmlformats.org/drawingml/2006/main">
            <a:pPr algn="l">
              <a:defRPr sz="1350" b="0">
                <a:solidFill>
                  <a:srgbClr val="B9BEC6"/>
                </a:solidFill>
                <a:latin typeface="Arial"/>
                <a:ea typeface="Arial"/>
                <a:cs typeface="Arial"/>
              </a:defRPr>
            </a:pPr>
            <a:r>
              <a:rPr sz="1350" b="0">
                <a:solidFill>
                  <a:srgbClr val="B9BEC6"/>
                </a:solidFill>
                <a:latin typeface="Arial"/>
                <a:ea typeface="Arial"/>
                <a:cs typeface="Arial"/>
              </a:rPr>
              <a:t>A3</a:t>
            </a:r>
          </a:p>
        </p:txBody>
      </p:sp>
      <p:sp>
        <p:nvSpPr>
          <p:cNvPr id="10" name="text-140">
            <a:extLst xmlns:a="http://schemas.openxmlformats.org/drawingml/2006/main">
              <a:ext uri="{FF2B5EF4-FFF2-40B4-BE49-F238E27FC236}">
                <a16:creationId xmlns:a16="http://schemas.microsoft.com/office/drawing/2014/main" id="{04E90159-144A-4B6D-8CC0-C8F4A6BE83B3}"/>
              </a:ext>
            </a:extLst>
          </p:cNvPr>
          <p:cNvSpPr>
            <a:spLocks xmlns:a="http://schemas.openxmlformats.org/drawingml/2006/main" noGrp="1"/>
          </p:cNvSpPr>
          <p:nvPr/>
        </p:nvSpPr>
        <p:spPr>
          <a:xfrm xmlns:a="http://schemas.openxmlformats.org/drawingml/2006/main">
            <a:off x="1314450" y="4705350"/>
            <a:ext cx="457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B9BEC6"/>
                </a:solidFill>
                <a:latin typeface="Arial"/>
                <a:ea typeface="Arial"/>
                <a:cs typeface="Arial"/>
              </a:defRPr>
            </a:defPPr>
            <a:lvl1pPr algn="l">
              <a:defRPr sz="1350" b="0">
                <a:solidFill>
                  <a:srgbClr val="B9BEC6"/>
                </a:solidFill>
                <a:latin typeface="Arial"/>
                <a:ea typeface="Arial"/>
                <a:cs typeface="Arial"/>
              </a:defRPr>
            </a:lvl1pPr>
            <a:lvl2pPr algn="l">
              <a:defRPr sz="1350" b="0">
                <a:solidFill>
                  <a:srgbClr val="B9BEC6"/>
                </a:solidFill>
                <a:latin typeface="Arial"/>
                <a:ea typeface="Arial"/>
                <a:cs typeface="Arial"/>
              </a:defRPr>
            </a:lvl2pPr>
            <a:lvl3pPr algn="l">
              <a:defRPr sz="1350" b="0">
                <a:solidFill>
                  <a:srgbClr val="B9BEC6"/>
                </a:solidFill>
                <a:latin typeface="Arial"/>
                <a:ea typeface="Arial"/>
                <a:cs typeface="Arial"/>
              </a:defRPr>
            </a:lvl3pPr>
            <a:lvl4pPr algn="l">
              <a:defRPr sz="1350" b="0">
                <a:solidFill>
                  <a:srgbClr val="B9BEC6"/>
                </a:solidFill>
                <a:latin typeface="Arial"/>
                <a:ea typeface="Arial"/>
                <a:cs typeface="Arial"/>
              </a:defRPr>
            </a:lvl4pPr>
            <a:lvl5pPr algn="l">
              <a:defRPr sz="1350" b="0">
                <a:solidFill>
                  <a:srgbClr val="B9BEC6"/>
                </a:solidFill>
                <a:latin typeface="Arial"/>
                <a:ea typeface="Arial"/>
                <a:cs typeface="Arial"/>
              </a:defRPr>
            </a:lvl5pPr>
            <a:lvl6pPr algn="l">
              <a:defRPr sz="1350" b="0">
                <a:solidFill>
                  <a:srgbClr val="B9BEC6"/>
                </a:solidFill>
                <a:latin typeface="Arial"/>
                <a:ea typeface="Arial"/>
                <a:cs typeface="Arial"/>
              </a:defRPr>
            </a:lvl6pPr>
            <a:lvl7pPr algn="l">
              <a:defRPr sz="1350" b="0">
                <a:solidFill>
                  <a:srgbClr val="B9BEC6"/>
                </a:solidFill>
                <a:latin typeface="Arial"/>
                <a:ea typeface="Arial"/>
                <a:cs typeface="Arial"/>
              </a:defRPr>
            </a:lvl7pPr>
            <a:lvl8pPr algn="l">
              <a:defRPr sz="1350" b="0">
                <a:solidFill>
                  <a:srgbClr val="B9BEC6"/>
                </a:solidFill>
                <a:latin typeface="Arial"/>
                <a:ea typeface="Arial"/>
                <a:cs typeface="Arial"/>
              </a:defRPr>
            </a:lvl8pPr>
            <a:lvl9pPr algn="l">
              <a:defRPr sz="1350" b="0">
                <a:solidFill>
                  <a:srgbClr val="B9BEC6"/>
                </a:solidFill>
                <a:latin typeface="Arial"/>
                <a:ea typeface="Arial"/>
                <a:cs typeface="Arial"/>
              </a:defRPr>
            </a:lvl9pPr>
          </a:lstStyle>
          <a:p xmlns:a="http://schemas.openxmlformats.org/drawingml/2006/main">
            <a:pPr algn="l">
              <a:defRPr sz="1350" b="0">
                <a:solidFill>
                  <a:srgbClr val="B9BEC6"/>
                </a:solidFill>
                <a:latin typeface="Arial"/>
                <a:ea typeface="Arial"/>
                <a:cs typeface="Arial"/>
              </a:defRPr>
            </a:pPr>
            <a:r>
              <a:rPr sz="1350" b="0">
                <a:solidFill>
                  <a:srgbClr val="B9BEC6"/>
                </a:solidFill>
                <a:latin typeface="Arial"/>
                <a:ea typeface="Arial"/>
                <a:cs typeface="Arial"/>
              </a:rPr>
              <a:t>WD3</a:t>
            </a:r>
          </a:p>
        </p:txBody>
      </p:sp>
      <p:sp>
        <p:nvSpPr>
          <p:cNvPr id="11" name="text-141">
            <a:extLst xmlns:a="http://schemas.openxmlformats.org/drawingml/2006/main">
              <a:ext uri="{FF2B5EF4-FFF2-40B4-BE49-F238E27FC236}">
                <a16:creationId xmlns:a16="http://schemas.microsoft.com/office/drawing/2014/main" id="{D8515094-1A0D-4C97-AE20-81AE043C5708}"/>
              </a:ext>
            </a:extLst>
          </p:cNvPr>
          <p:cNvSpPr>
            <a:spLocks xmlns:a="http://schemas.openxmlformats.org/drawingml/2006/main" noGrp="1"/>
          </p:cNvSpPr>
          <p:nvPr/>
        </p:nvSpPr>
        <p:spPr>
          <a:xfrm xmlns:a="http://schemas.openxmlformats.org/drawingml/2006/main">
            <a:off x="2400300" y="3143250"/>
            <a:ext cx="457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231F20"/>
                </a:solidFill>
                <a:latin typeface="Arial"/>
                <a:ea typeface="Arial"/>
                <a:cs typeface="Arial"/>
              </a:defRPr>
            </a:defPPr>
            <a:lvl1pPr algn="l">
              <a:defRPr sz="1350" b="0">
                <a:solidFill>
                  <a:srgbClr val="231F20"/>
                </a:solidFill>
                <a:latin typeface="Arial"/>
                <a:ea typeface="Arial"/>
                <a:cs typeface="Arial"/>
              </a:defRPr>
            </a:lvl1pPr>
            <a:lvl2pPr algn="l">
              <a:defRPr sz="1350" b="0">
                <a:solidFill>
                  <a:srgbClr val="231F20"/>
                </a:solidFill>
                <a:latin typeface="Arial"/>
                <a:ea typeface="Arial"/>
                <a:cs typeface="Arial"/>
              </a:defRPr>
            </a:lvl2pPr>
            <a:lvl3pPr algn="l">
              <a:defRPr sz="1350" b="0">
                <a:solidFill>
                  <a:srgbClr val="231F20"/>
                </a:solidFill>
                <a:latin typeface="Arial"/>
                <a:ea typeface="Arial"/>
                <a:cs typeface="Arial"/>
              </a:defRPr>
            </a:lvl3pPr>
            <a:lvl4pPr algn="l">
              <a:defRPr sz="1350" b="0">
                <a:solidFill>
                  <a:srgbClr val="231F20"/>
                </a:solidFill>
                <a:latin typeface="Arial"/>
                <a:ea typeface="Arial"/>
                <a:cs typeface="Arial"/>
              </a:defRPr>
            </a:lvl4pPr>
            <a:lvl5pPr algn="l">
              <a:defRPr sz="1350" b="0">
                <a:solidFill>
                  <a:srgbClr val="231F20"/>
                </a:solidFill>
                <a:latin typeface="Arial"/>
                <a:ea typeface="Arial"/>
                <a:cs typeface="Arial"/>
              </a:defRPr>
            </a:lvl5pPr>
            <a:lvl6pPr algn="l">
              <a:defRPr sz="1350" b="0">
                <a:solidFill>
                  <a:srgbClr val="231F20"/>
                </a:solidFill>
                <a:latin typeface="Arial"/>
                <a:ea typeface="Arial"/>
                <a:cs typeface="Arial"/>
              </a:defRPr>
            </a:lvl6pPr>
            <a:lvl7pPr algn="l">
              <a:defRPr sz="1350" b="0">
                <a:solidFill>
                  <a:srgbClr val="231F20"/>
                </a:solidFill>
                <a:latin typeface="Arial"/>
                <a:ea typeface="Arial"/>
                <a:cs typeface="Arial"/>
              </a:defRPr>
            </a:lvl7pPr>
            <a:lvl8pPr algn="l">
              <a:defRPr sz="1350" b="0">
                <a:solidFill>
                  <a:srgbClr val="231F20"/>
                </a:solidFill>
                <a:latin typeface="Arial"/>
                <a:ea typeface="Arial"/>
                <a:cs typeface="Arial"/>
              </a:defRPr>
            </a:lvl8pPr>
            <a:lvl9pPr algn="l">
              <a:defRPr sz="1350" b="0">
                <a:solidFill>
                  <a:srgbClr val="231F20"/>
                </a:solidFill>
                <a:latin typeface="Arial"/>
                <a:ea typeface="Arial"/>
                <a:cs typeface="Arial"/>
              </a:defRPr>
            </a:lvl9pPr>
          </a:lstStyle>
          <a:p xmlns:a="http://schemas.openxmlformats.org/drawingml/2006/main">
            <a:pPr algn="l">
              <a:defRPr sz="1350" b="0">
                <a:solidFill>
                  <a:srgbClr val="231F20"/>
                </a:solidFill>
                <a:latin typeface="Arial"/>
                <a:ea typeface="Arial"/>
                <a:cs typeface="Arial"/>
              </a:defRPr>
            </a:pPr>
            <a:r>
              <a:rPr sz="1350" b="0">
                <a:solidFill>
                  <a:srgbClr val="231F20"/>
                </a:solidFill>
                <a:latin typeface="Arial"/>
                <a:ea typeface="Arial"/>
                <a:cs typeface="Arial"/>
              </a:rPr>
              <a:t>RD1</a:t>
            </a:r>
          </a:p>
        </p:txBody>
      </p:sp>
      <p:sp>
        <p:nvSpPr>
          <p:cNvPr id="12" name="text-142">
            <a:extLst xmlns:a="http://schemas.openxmlformats.org/drawingml/2006/main">
              <a:ext uri="{FF2B5EF4-FFF2-40B4-BE49-F238E27FC236}">
                <a16:creationId xmlns:a16="http://schemas.microsoft.com/office/drawing/2014/main" id="{8F1B5D00-1EE9-45DF-AC55-D857D1980B80}"/>
              </a:ext>
            </a:extLst>
          </p:cNvPr>
          <p:cNvSpPr>
            <a:spLocks xmlns:a="http://schemas.openxmlformats.org/drawingml/2006/main" noGrp="1"/>
          </p:cNvSpPr>
          <p:nvPr/>
        </p:nvSpPr>
        <p:spPr>
          <a:xfrm xmlns:a="http://schemas.openxmlformats.org/drawingml/2006/main">
            <a:off x="2400300" y="3848100"/>
            <a:ext cx="457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231F20"/>
                </a:solidFill>
                <a:latin typeface="Arial"/>
                <a:ea typeface="Arial"/>
                <a:cs typeface="Arial"/>
              </a:defRPr>
            </a:defPPr>
            <a:lvl1pPr algn="l">
              <a:defRPr sz="1350" b="0">
                <a:solidFill>
                  <a:srgbClr val="231F20"/>
                </a:solidFill>
                <a:latin typeface="Arial"/>
                <a:ea typeface="Arial"/>
                <a:cs typeface="Arial"/>
              </a:defRPr>
            </a:lvl1pPr>
            <a:lvl2pPr algn="l">
              <a:defRPr sz="1350" b="0">
                <a:solidFill>
                  <a:srgbClr val="231F20"/>
                </a:solidFill>
                <a:latin typeface="Arial"/>
                <a:ea typeface="Arial"/>
                <a:cs typeface="Arial"/>
              </a:defRPr>
            </a:lvl2pPr>
            <a:lvl3pPr algn="l">
              <a:defRPr sz="1350" b="0">
                <a:solidFill>
                  <a:srgbClr val="231F20"/>
                </a:solidFill>
                <a:latin typeface="Arial"/>
                <a:ea typeface="Arial"/>
                <a:cs typeface="Arial"/>
              </a:defRPr>
            </a:lvl3pPr>
            <a:lvl4pPr algn="l">
              <a:defRPr sz="1350" b="0">
                <a:solidFill>
                  <a:srgbClr val="231F20"/>
                </a:solidFill>
                <a:latin typeface="Arial"/>
                <a:ea typeface="Arial"/>
                <a:cs typeface="Arial"/>
              </a:defRPr>
            </a:lvl4pPr>
            <a:lvl5pPr algn="l">
              <a:defRPr sz="1350" b="0">
                <a:solidFill>
                  <a:srgbClr val="231F20"/>
                </a:solidFill>
                <a:latin typeface="Arial"/>
                <a:ea typeface="Arial"/>
                <a:cs typeface="Arial"/>
              </a:defRPr>
            </a:lvl5pPr>
            <a:lvl6pPr algn="l">
              <a:defRPr sz="1350" b="0">
                <a:solidFill>
                  <a:srgbClr val="231F20"/>
                </a:solidFill>
                <a:latin typeface="Arial"/>
                <a:ea typeface="Arial"/>
                <a:cs typeface="Arial"/>
              </a:defRPr>
            </a:lvl6pPr>
            <a:lvl7pPr algn="l">
              <a:defRPr sz="1350" b="0">
                <a:solidFill>
                  <a:srgbClr val="231F20"/>
                </a:solidFill>
                <a:latin typeface="Arial"/>
                <a:ea typeface="Arial"/>
                <a:cs typeface="Arial"/>
              </a:defRPr>
            </a:lvl7pPr>
            <a:lvl8pPr algn="l">
              <a:defRPr sz="1350" b="0">
                <a:solidFill>
                  <a:srgbClr val="231F20"/>
                </a:solidFill>
                <a:latin typeface="Arial"/>
                <a:ea typeface="Arial"/>
                <a:cs typeface="Arial"/>
              </a:defRPr>
            </a:lvl8pPr>
            <a:lvl9pPr algn="l">
              <a:defRPr sz="1350" b="0">
                <a:solidFill>
                  <a:srgbClr val="231F20"/>
                </a:solidFill>
                <a:latin typeface="Arial"/>
                <a:ea typeface="Arial"/>
                <a:cs typeface="Arial"/>
              </a:defRPr>
            </a:lvl9pPr>
          </a:lstStyle>
          <a:p xmlns:a="http://schemas.openxmlformats.org/drawingml/2006/main">
            <a:pPr algn="l">
              <a:defRPr sz="1350" b="0">
                <a:solidFill>
                  <a:srgbClr val="231F20"/>
                </a:solidFill>
                <a:latin typeface="Arial"/>
                <a:ea typeface="Arial"/>
                <a:cs typeface="Arial"/>
              </a:defRPr>
            </a:pPr>
            <a:r>
              <a:rPr sz="1350" b="0">
                <a:solidFill>
                  <a:srgbClr val="231F20"/>
                </a:solidFill>
                <a:latin typeface="Arial"/>
                <a:ea typeface="Arial"/>
                <a:cs typeface="Arial"/>
              </a:rPr>
              <a:t>RD2</a:t>
            </a:r>
          </a:p>
        </p:txBody>
      </p:sp>
      <p:sp>
        <p:nvSpPr>
          <p:cNvPr id="13" name="text-143">
            <a:extLst xmlns:a="http://schemas.openxmlformats.org/drawingml/2006/main">
              <a:ext uri="{FF2B5EF4-FFF2-40B4-BE49-F238E27FC236}">
                <a16:creationId xmlns:a16="http://schemas.microsoft.com/office/drawing/2014/main" id="{05928225-4A56-403E-A1EF-C4B99A869216}"/>
              </a:ext>
            </a:extLst>
          </p:cNvPr>
          <p:cNvSpPr>
            <a:spLocks xmlns:a="http://schemas.openxmlformats.org/drawingml/2006/main" noGrp="1"/>
          </p:cNvSpPr>
          <p:nvPr/>
        </p:nvSpPr>
        <p:spPr>
          <a:xfrm xmlns:a="http://schemas.openxmlformats.org/drawingml/2006/main">
            <a:off x="1219200" y="1885950"/>
            <a:ext cx="1676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1">
                <a:solidFill>
                  <a:srgbClr val="231F20"/>
                </a:solidFill>
                <a:latin typeface="Yu Gothic"/>
                <a:ea typeface="Yu Gothic"/>
                <a:cs typeface="Yu Gothic"/>
              </a:defRPr>
            </a:defPPr>
            <a:lvl1pPr algn="ctr">
              <a:defRPr sz="1875" b="1">
                <a:solidFill>
                  <a:srgbClr val="231F20"/>
                </a:solidFill>
                <a:latin typeface="Yu Gothic"/>
                <a:ea typeface="Yu Gothic"/>
                <a:cs typeface="Yu Gothic"/>
              </a:defRPr>
            </a:lvl1pPr>
            <a:lvl2pPr algn="ctr">
              <a:defRPr sz="1875" b="1">
                <a:solidFill>
                  <a:srgbClr val="231F20"/>
                </a:solidFill>
                <a:latin typeface="Yu Gothic"/>
                <a:ea typeface="Yu Gothic"/>
                <a:cs typeface="Yu Gothic"/>
              </a:defRPr>
            </a:lvl2pPr>
            <a:lvl3pPr algn="ctr">
              <a:defRPr sz="1875" b="1">
                <a:solidFill>
                  <a:srgbClr val="231F20"/>
                </a:solidFill>
                <a:latin typeface="Yu Gothic"/>
                <a:ea typeface="Yu Gothic"/>
                <a:cs typeface="Yu Gothic"/>
              </a:defRPr>
            </a:lvl3pPr>
            <a:lvl4pPr algn="ctr">
              <a:defRPr sz="1875" b="1">
                <a:solidFill>
                  <a:srgbClr val="231F20"/>
                </a:solidFill>
                <a:latin typeface="Yu Gothic"/>
                <a:ea typeface="Yu Gothic"/>
                <a:cs typeface="Yu Gothic"/>
              </a:defRPr>
            </a:lvl4pPr>
            <a:lvl5pPr algn="ctr">
              <a:defRPr sz="1875" b="1">
                <a:solidFill>
                  <a:srgbClr val="231F20"/>
                </a:solidFill>
                <a:latin typeface="Yu Gothic"/>
                <a:ea typeface="Yu Gothic"/>
                <a:cs typeface="Yu Gothic"/>
              </a:defRPr>
            </a:lvl5pPr>
            <a:lvl6pPr algn="ctr">
              <a:defRPr sz="1875" b="1">
                <a:solidFill>
                  <a:srgbClr val="231F20"/>
                </a:solidFill>
                <a:latin typeface="Yu Gothic"/>
                <a:ea typeface="Yu Gothic"/>
                <a:cs typeface="Yu Gothic"/>
              </a:defRPr>
            </a:lvl6pPr>
            <a:lvl7pPr algn="ctr">
              <a:defRPr sz="1875" b="1">
                <a:solidFill>
                  <a:srgbClr val="231F20"/>
                </a:solidFill>
                <a:latin typeface="Yu Gothic"/>
                <a:ea typeface="Yu Gothic"/>
                <a:cs typeface="Yu Gothic"/>
              </a:defRPr>
            </a:lvl7pPr>
            <a:lvl8pPr algn="ctr">
              <a:defRPr sz="1875" b="1">
                <a:solidFill>
                  <a:srgbClr val="231F20"/>
                </a:solidFill>
                <a:latin typeface="Yu Gothic"/>
                <a:ea typeface="Yu Gothic"/>
                <a:cs typeface="Yu Gothic"/>
              </a:defRPr>
            </a:lvl8pPr>
            <a:lvl9pPr algn="ctr">
              <a:defRPr sz="1875" b="1">
                <a:solidFill>
                  <a:srgbClr val="231F20"/>
                </a:solidFill>
                <a:latin typeface="Yu Gothic"/>
                <a:ea typeface="Yu Gothic"/>
                <a:cs typeface="Yu Gothic"/>
              </a:defRPr>
            </a:lvl9pPr>
          </a:lstStyle>
          <a:p xmlns:a="http://schemas.openxmlformats.org/drawingml/2006/main">
            <a:pPr algn="ctr">
              <a:defRPr sz="1875" b="1">
                <a:solidFill>
                  <a:srgbClr val="231F20"/>
                </a:solidFill>
                <a:latin typeface="Yu Gothic"/>
                <a:ea typeface="Yu Gothic"/>
                <a:cs typeface="Yu Gothic"/>
              </a:defRPr>
            </a:pPr>
            <a:r>
              <a:rPr sz="1875" b="1">
                <a:solidFill>
                  <a:srgbClr val="231F20"/>
                </a:solidFill>
                <a:latin typeface="Yu Gothic"/>
                <a:ea typeface="Yu Gothic"/>
                <a:cs typeface="Yu Gothic"/>
              </a:rPr>
              <a:t>レジスタ群</a:t>
            </a:r>
          </a:p>
        </p:txBody>
      </p:sp>
      <p:sp>
        <p:nvSpPr>
          <p:cNvPr id="14" name="circuit-144">
            <a:extLst xmlns:a="http://schemas.openxmlformats.org/drawingml/2006/main">
              <a:ext uri="{FF2B5EF4-FFF2-40B4-BE49-F238E27FC236}">
                <a16:creationId xmlns:a16="http://schemas.microsoft.com/office/drawing/2014/main" id="{C604CE99-2219-4E05-A13E-C47330A87FE2}"/>
              </a:ext>
            </a:extLst>
          </p:cNvPr>
          <p:cNvSpPr>
            <a:spLocks xmlns:a="http://schemas.openxmlformats.org/drawingml/2006/main" noGrp="1"/>
          </p:cNvSpPr>
          <p:nvPr/>
        </p:nvSpPr>
        <p:spPr>
          <a:xfrm xmlns:a="http://schemas.openxmlformats.org/drawingml/2006/main">
            <a:off x="1552575" y="2838450"/>
            <a:ext cx="190500" cy="114300"/>
          </a:xfrm>
          <a:custGeom xmlns:a="http://schemas.openxmlformats.org/drawingml/2006/main">
            <a:pathLst>
              <a:path w="190500" h="114300">
                <a:moveTo>
                  <a:pt x="0" y="0"/>
                </a:moveTo>
                <a:lnTo>
                  <a:pt x="95250" y="114300"/>
                </a:lnTo>
                <a:lnTo>
                  <a:pt x="190500" y="0"/>
                </a:lnTo>
                <a:close/>
              </a:path>
            </a:pathLst>
          </a:custGeom>
          <a:noFill xmlns:a="http://schemas.openxmlformats.org/drawingml/2006/main"/>
          <a:ln xmlns:a="http://schemas.openxmlformats.org/drawingml/2006/main" w="20955">
            <a:solidFill>
              <a:srgbClr val="231F20"/>
            </a:solidFill>
          </a:ln>
        </p:spPr>
      </p:sp>
      <p:sp>
        <p:nvSpPr>
          <p:cNvPr id="15" name="wire-145">
            <a:extLst xmlns:a="http://schemas.openxmlformats.org/drawingml/2006/main">
              <a:ext uri="{FF2B5EF4-FFF2-40B4-BE49-F238E27FC236}">
                <a16:creationId xmlns:a16="http://schemas.microsoft.com/office/drawing/2014/main" id="{6EE129B4-F67E-4A4D-9D4F-CE17CFFDFF08}"/>
              </a:ext>
            </a:extLst>
          </p:cNvPr>
          <p:cNvSpPr>
            <a:spLocks xmlns:a="http://schemas.openxmlformats.org/drawingml/2006/main" noGrp="1"/>
          </p:cNvSpPr>
          <p:nvPr/>
        </p:nvSpPr>
        <p:spPr>
          <a:xfrm xmlns:a="http://schemas.openxmlformats.org/drawingml/2006/main">
            <a:off x="1647825" y="2609850"/>
            <a:ext cx="9525" cy="228600"/>
          </a:xfrm>
          <a:custGeom xmlns:a="http://schemas.openxmlformats.org/drawingml/2006/main">
            <a:pathLst>
              <a:path w="9525" h="228600">
                <a:moveTo>
                  <a:pt x="0" y="0"/>
                </a:moveTo>
                <a:lnTo>
                  <a:pt x="0" y="228600"/>
                </a:lnTo>
              </a:path>
            </a:pathLst>
          </a:custGeom>
          <a:noFill xmlns:a="http://schemas.openxmlformats.org/drawingml/2006/main"/>
          <a:ln xmlns:a="http://schemas.openxmlformats.org/drawingml/2006/main" w="12383">
            <a:solidFill>
              <a:srgbClr val="231F20"/>
            </a:solidFill>
          </a:ln>
        </p:spPr>
      </p:sp>
      <p:sp>
        <p:nvSpPr>
          <p:cNvPr id="16" name="text-146">
            <a:extLst xmlns:a="http://schemas.openxmlformats.org/drawingml/2006/main">
              <a:ext uri="{FF2B5EF4-FFF2-40B4-BE49-F238E27FC236}">
                <a16:creationId xmlns:a16="http://schemas.microsoft.com/office/drawing/2014/main" id="{572A0C46-5AC6-412C-A3FC-FE5E3713C92C}"/>
              </a:ext>
            </a:extLst>
          </p:cNvPr>
          <p:cNvSpPr>
            <a:spLocks xmlns:a="http://schemas.openxmlformats.org/drawingml/2006/main" noGrp="1"/>
          </p:cNvSpPr>
          <p:nvPr/>
        </p:nvSpPr>
        <p:spPr>
          <a:xfrm xmlns:a="http://schemas.openxmlformats.org/drawingml/2006/main">
            <a:off x="1409700" y="2343150"/>
            <a:ext cx="4953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425" b="0">
                <a:solidFill>
                  <a:srgbClr val="231F20"/>
                </a:solidFill>
                <a:latin typeface="Arial"/>
                <a:ea typeface="Arial"/>
                <a:cs typeface="Arial"/>
              </a:defRPr>
            </a:defPPr>
            <a:lvl1pPr algn="ctr">
              <a:defRPr sz="1425" b="0">
                <a:solidFill>
                  <a:srgbClr val="231F20"/>
                </a:solidFill>
                <a:latin typeface="Arial"/>
                <a:ea typeface="Arial"/>
                <a:cs typeface="Arial"/>
              </a:defRPr>
            </a:lvl1pPr>
            <a:lvl2pPr algn="ctr">
              <a:defRPr sz="1425" b="0">
                <a:solidFill>
                  <a:srgbClr val="231F20"/>
                </a:solidFill>
                <a:latin typeface="Arial"/>
                <a:ea typeface="Arial"/>
                <a:cs typeface="Arial"/>
              </a:defRPr>
            </a:lvl2pPr>
            <a:lvl3pPr algn="ctr">
              <a:defRPr sz="1425" b="0">
                <a:solidFill>
                  <a:srgbClr val="231F20"/>
                </a:solidFill>
                <a:latin typeface="Arial"/>
                <a:ea typeface="Arial"/>
                <a:cs typeface="Arial"/>
              </a:defRPr>
            </a:lvl3pPr>
            <a:lvl4pPr algn="ctr">
              <a:defRPr sz="1425" b="0">
                <a:solidFill>
                  <a:srgbClr val="231F20"/>
                </a:solidFill>
                <a:latin typeface="Arial"/>
                <a:ea typeface="Arial"/>
                <a:cs typeface="Arial"/>
              </a:defRPr>
            </a:lvl4pPr>
            <a:lvl5pPr algn="ctr">
              <a:defRPr sz="1425" b="0">
                <a:solidFill>
                  <a:srgbClr val="231F20"/>
                </a:solidFill>
                <a:latin typeface="Arial"/>
                <a:ea typeface="Arial"/>
                <a:cs typeface="Arial"/>
              </a:defRPr>
            </a:lvl5pPr>
            <a:lvl6pPr algn="ctr">
              <a:defRPr sz="1425" b="0">
                <a:solidFill>
                  <a:srgbClr val="231F20"/>
                </a:solidFill>
                <a:latin typeface="Arial"/>
                <a:ea typeface="Arial"/>
                <a:cs typeface="Arial"/>
              </a:defRPr>
            </a:lvl6pPr>
            <a:lvl7pPr algn="ctr">
              <a:defRPr sz="1425" b="0">
                <a:solidFill>
                  <a:srgbClr val="231F20"/>
                </a:solidFill>
                <a:latin typeface="Arial"/>
                <a:ea typeface="Arial"/>
                <a:cs typeface="Arial"/>
              </a:defRPr>
            </a:lvl7pPr>
            <a:lvl8pPr algn="ctr">
              <a:defRPr sz="1425" b="0">
                <a:solidFill>
                  <a:srgbClr val="231F20"/>
                </a:solidFill>
                <a:latin typeface="Arial"/>
                <a:ea typeface="Arial"/>
                <a:cs typeface="Arial"/>
              </a:defRPr>
            </a:lvl8pPr>
            <a:lvl9pPr algn="ctr">
              <a:defRPr sz="1425" b="0">
                <a:solidFill>
                  <a:srgbClr val="231F20"/>
                </a:solidFill>
                <a:latin typeface="Arial"/>
                <a:ea typeface="Arial"/>
                <a:cs typeface="Arial"/>
              </a:defRPr>
            </a:lvl9pPr>
          </a:lstStyle>
          <a:p xmlns:a="http://schemas.openxmlformats.org/drawingml/2006/main">
            <a:pPr algn="ctr">
              <a:defRPr sz="1425" b="0">
                <a:solidFill>
                  <a:srgbClr val="231F20"/>
                </a:solidFill>
                <a:latin typeface="Arial"/>
                <a:ea typeface="Arial"/>
                <a:cs typeface="Arial"/>
              </a:defRPr>
            </a:pPr>
            <a:r>
              <a:rPr sz="1425" b="0">
                <a:solidFill>
                  <a:srgbClr val="231F20"/>
                </a:solidFill>
                <a:latin typeface="Arial"/>
                <a:ea typeface="Arial"/>
                <a:cs typeface="Arial"/>
              </a:rPr>
              <a:t>clk</a:t>
            </a:r>
          </a:p>
        </p:txBody>
      </p:sp>
      <p:sp>
        <p:nvSpPr>
          <p:cNvPr id="17" name="text-147">
            <a:extLst xmlns:a="http://schemas.openxmlformats.org/drawingml/2006/main">
              <a:ext uri="{FF2B5EF4-FFF2-40B4-BE49-F238E27FC236}">
                <a16:creationId xmlns:a16="http://schemas.microsoft.com/office/drawing/2014/main" id="{C1160666-8E4C-4E84-B7A3-BAF72B4CB086}"/>
              </a:ext>
            </a:extLst>
          </p:cNvPr>
          <p:cNvSpPr>
            <a:spLocks xmlns:a="http://schemas.openxmlformats.org/drawingml/2006/main" noGrp="1"/>
          </p:cNvSpPr>
          <p:nvPr/>
        </p:nvSpPr>
        <p:spPr>
          <a:xfrm xmlns:a="http://schemas.openxmlformats.org/drawingml/2006/main">
            <a:off x="2228850" y="2857500"/>
            <a:ext cx="5238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B9BEC6"/>
                </a:solidFill>
                <a:latin typeface="Arial"/>
                <a:ea typeface="Arial"/>
                <a:cs typeface="Arial"/>
              </a:defRPr>
            </a:defPPr>
            <a:lvl1pPr algn="l">
              <a:defRPr sz="1350" b="0">
                <a:solidFill>
                  <a:srgbClr val="B9BEC6"/>
                </a:solidFill>
                <a:latin typeface="Arial"/>
                <a:ea typeface="Arial"/>
                <a:cs typeface="Arial"/>
              </a:defRPr>
            </a:lvl1pPr>
            <a:lvl2pPr algn="l">
              <a:defRPr sz="1350" b="0">
                <a:solidFill>
                  <a:srgbClr val="B9BEC6"/>
                </a:solidFill>
                <a:latin typeface="Arial"/>
                <a:ea typeface="Arial"/>
                <a:cs typeface="Arial"/>
              </a:defRPr>
            </a:lvl2pPr>
            <a:lvl3pPr algn="l">
              <a:defRPr sz="1350" b="0">
                <a:solidFill>
                  <a:srgbClr val="B9BEC6"/>
                </a:solidFill>
                <a:latin typeface="Arial"/>
                <a:ea typeface="Arial"/>
                <a:cs typeface="Arial"/>
              </a:defRPr>
            </a:lvl3pPr>
            <a:lvl4pPr algn="l">
              <a:defRPr sz="1350" b="0">
                <a:solidFill>
                  <a:srgbClr val="B9BEC6"/>
                </a:solidFill>
                <a:latin typeface="Arial"/>
                <a:ea typeface="Arial"/>
                <a:cs typeface="Arial"/>
              </a:defRPr>
            </a:lvl4pPr>
            <a:lvl5pPr algn="l">
              <a:defRPr sz="1350" b="0">
                <a:solidFill>
                  <a:srgbClr val="B9BEC6"/>
                </a:solidFill>
                <a:latin typeface="Arial"/>
                <a:ea typeface="Arial"/>
                <a:cs typeface="Arial"/>
              </a:defRPr>
            </a:lvl5pPr>
            <a:lvl6pPr algn="l">
              <a:defRPr sz="1350" b="0">
                <a:solidFill>
                  <a:srgbClr val="B9BEC6"/>
                </a:solidFill>
                <a:latin typeface="Arial"/>
                <a:ea typeface="Arial"/>
                <a:cs typeface="Arial"/>
              </a:defRPr>
            </a:lvl6pPr>
            <a:lvl7pPr algn="l">
              <a:defRPr sz="1350" b="0">
                <a:solidFill>
                  <a:srgbClr val="B9BEC6"/>
                </a:solidFill>
                <a:latin typeface="Arial"/>
                <a:ea typeface="Arial"/>
                <a:cs typeface="Arial"/>
              </a:defRPr>
            </a:lvl7pPr>
            <a:lvl8pPr algn="l">
              <a:defRPr sz="1350" b="0">
                <a:solidFill>
                  <a:srgbClr val="B9BEC6"/>
                </a:solidFill>
                <a:latin typeface="Arial"/>
                <a:ea typeface="Arial"/>
                <a:cs typeface="Arial"/>
              </a:defRPr>
            </a:lvl8pPr>
            <a:lvl9pPr algn="l">
              <a:defRPr sz="1350" b="0">
                <a:solidFill>
                  <a:srgbClr val="B9BEC6"/>
                </a:solidFill>
                <a:latin typeface="Arial"/>
                <a:ea typeface="Arial"/>
                <a:cs typeface="Arial"/>
              </a:defRPr>
            </a:lvl9pPr>
          </a:lstStyle>
          <a:p xmlns:a="http://schemas.openxmlformats.org/drawingml/2006/main">
            <a:pPr algn="l">
              <a:defRPr sz="1350" b="0">
                <a:solidFill>
                  <a:srgbClr val="B9BEC6"/>
                </a:solidFill>
                <a:latin typeface="Arial"/>
                <a:ea typeface="Arial"/>
                <a:cs typeface="Arial"/>
              </a:defRPr>
            </a:pPr>
            <a:r>
              <a:rPr sz="1350" b="0">
                <a:solidFill>
                  <a:srgbClr val="B9BEC6"/>
                </a:solidFill>
                <a:latin typeface="Arial"/>
                <a:ea typeface="Arial"/>
                <a:cs typeface="Arial"/>
              </a:rPr>
              <a:t>WE3</a:t>
            </a:r>
          </a:p>
        </p:txBody>
      </p:sp>
      <p:sp>
        <p:nvSpPr>
          <p:cNvPr id="18" name="text-148">
            <a:extLst xmlns:a="http://schemas.openxmlformats.org/drawingml/2006/main">
              <a:ext uri="{FF2B5EF4-FFF2-40B4-BE49-F238E27FC236}">
                <a16:creationId xmlns:a16="http://schemas.microsoft.com/office/drawing/2014/main" id="{7D2B91AE-49A5-4193-86DF-EAAEBC68CEE2}"/>
              </a:ext>
            </a:extLst>
          </p:cNvPr>
          <p:cNvSpPr>
            <a:spLocks xmlns:a="http://schemas.openxmlformats.org/drawingml/2006/main" noGrp="1"/>
          </p:cNvSpPr>
          <p:nvPr/>
        </p:nvSpPr>
        <p:spPr>
          <a:xfrm xmlns:a="http://schemas.openxmlformats.org/drawingml/2006/main">
            <a:off x="2305050" y="2362200"/>
            <a:ext cx="3905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00" b="1">
                <a:solidFill>
                  <a:srgbClr val="B9BEC6"/>
                </a:solidFill>
                <a:latin typeface="Arial"/>
                <a:ea typeface="Arial"/>
                <a:cs typeface="Arial"/>
              </a:defRPr>
            </a:defPPr>
            <a:lvl1pPr algn="ctr">
              <a:defRPr sz="1500" b="1">
                <a:solidFill>
                  <a:srgbClr val="B9BEC6"/>
                </a:solidFill>
                <a:latin typeface="Arial"/>
                <a:ea typeface="Arial"/>
                <a:cs typeface="Arial"/>
              </a:defRPr>
            </a:lvl1pPr>
            <a:lvl2pPr algn="ctr">
              <a:defRPr sz="1500" b="1">
                <a:solidFill>
                  <a:srgbClr val="B9BEC6"/>
                </a:solidFill>
                <a:latin typeface="Arial"/>
                <a:ea typeface="Arial"/>
                <a:cs typeface="Arial"/>
              </a:defRPr>
            </a:lvl2pPr>
            <a:lvl3pPr algn="ctr">
              <a:defRPr sz="1500" b="1">
                <a:solidFill>
                  <a:srgbClr val="B9BEC6"/>
                </a:solidFill>
                <a:latin typeface="Arial"/>
                <a:ea typeface="Arial"/>
                <a:cs typeface="Arial"/>
              </a:defRPr>
            </a:lvl3pPr>
            <a:lvl4pPr algn="ctr">
              <a:defRPr sz="1500" b="1">
                <a:solidFill>
                  <a:srgbClr val="B9BEC6"/>
                </a:solidFill>
                <a:latin typeface="Arial"/>
                <a:ea typeface="Arial"/>
                <a:cs typeface="Arial"/>
              </a:defRPr>
            </a:lvl4pPr>
            <a:lvl5pPr algn="ctr">
              <a:defRPr sz="1500" b="1">
                <a:solidFill>
                  <a:srgbClr val="B9BEC6"/>
                </a:solidFill>
                <a:latin typeface="Arial"/>
                <a:ea typeface="Arial"/>
                <a:cs typeface="Arial"/>
              </a:defRPr>
            </a:lvl5pPr>
            <a:lvl6pPr algn="ctr">
              <a:defRPr sz="1500" b="1">
                <a:solidFill>
                  <a:srgbClr val="B9BEC6"/>
                </a:solidFill>
                <a:latin typeface="Arial"/>
                <a:ea typeface="Arial"/>
                <a:cs typeface="Arial"/>
              </a:defRPr>
            </a:lvl6pPr>
            <a:lvl7pPr algn="ctr">
              <a:defRPr sz="1500" b="1">
                <a:solidFill>
                  <a:srgbClr val="B9BEC6"/>
                </a:solidFill>
                <a:latin typeface="Arial"/>
                <a:ea typeface="Arial"/>
                <a:cs typeface="Arial"/>
              </a:defRPr>
            </a:lvl7pPr>
            <a:lvl8pPr algn="ctr">
              <a:defRPr sz="1500" b="1">
                <a:solidFill>
                  <a:srgbClr val="B9BEC6"/>
                </a:solidFill>
                <a:latin typeface="Arial"/>
                <a:ea typeface="Arial"/>
                <a:cs typeface="Arial"/>
              </a:defRPr>
            </a:lvl8pPr>
            <a:lvl9pPr algn="ctr">
              <a:defRPr sz="1500" b="1">
                <a:solidFill>
                  <a:srgbClr val="B9BEC6"/>
                </a:solidFill>
                <a:latin typeface="Arial"/>
                <a:ea typeface="Arial"/>
                <a:cs typeface="Arial"/>
              </a:defRPr>
            </a:lvl9pPr>
          </a:lstStyle>
          <a:p xmlns:a="http://schemas.openxmlformats.org/drawingml/2006/main">
            <a:pPr algn="ctr">
              <a:defRPr sz="1500" b="1">
                <a:solidFill>
                  <a:srgbClr val="B9BEC6"/>
                </a:solidFill>
                <a:latin typeface="Arial"/>
                <a:ea typeface="Arial"/>
                <a:cs typeface="Arial"/>
              </a:defRPr>
            </a:pPr>
            <a:r>
              <a:rPr sz="1500" b="1">
                <a:solidFill>
                  <a:srgbClr val="B9BEC6"/>
                </a:solidFill>
                <a:latin typeface="Arial"/>
                <a:ea typeface="Arial"/>
                <a:cs typeface="Arial"/>
              </a:rPr>
              <a:t>0</a:t>
            </a:r>
          </a:p>
        </p:txBody>
      </p:sp>
      <p:sp>
        <p:nvSpPr>
          <p:cNvPr id="19" name="wire-149">
            <a:extLst xmlns:a="http://schemas.openxmlformats.org/drawingml/2006/main">
              <a:ext uri="{FF2B5EF4-FFF2-40B4-BE49-F238E27FC236}">
                <a16:creationId xmlns:a16="http://schemas.microsoft.com/office/drawing/2014/main" id="{5A1CF617-BF69-419A-B692-1B9817E86798}"/>
              </a:ext>
            </a:extLst>
          </p:cNvPr>
          <p:cNvSpPr>
            <a:spLocks xmlns:a="http://schemas.openxmlformats.org/drawingml/2006/main" noGrp="1"/>
          </p:cNvSpPr>
          <p:nvPr/>
        </p:nvSpPr>
        <p:spPr>
          <a:xfrm xmlns:a="http://schemas.openxmlformats.org/drawingml/2006/main">
            <a:off x="2486025" y="2619375"/>
            <a:ext cx="9525" cy="219075"/>
          </a:xfrm>
          <a:custGeom xmlns:a="http://schemas.openxmlformats.org/drawingml/2006/main">
            <a:pathLst>
              <a:path w="9525" h="219075">
                <a:moveTo>
                  <a:pt x="0" y="0"/>
                </a:moveTo>
                <a:lnTo>
                  <a:pt x="0" y="219075"/>
                </a:lnTo>
              </a:path>
            </a:pathLst>
          </a:custGeom>
          <a:noFill xmlns:a="http://schemas.openxmlformats.org/drawingml/2006/main"/>
          <a:ln xmlns:a="http://schemas.openxmlformats.org/drawingml/2006/main" w="12383">
            <a:solidFill>
              <a:srgbClr val="B9BEC6"/>
            </a:solidFill>
          </a:ln>
        </p:spPr>
      </p:sp>
      <p:sp>
        <p:nvSpPr>
          <p:cNvPr id="20" name="circuit-150">
            <a:extLst xmlns:a="http://schemas.openxmlformats.org/drawingml/2006/main">
              <a:ext uri="{FF2B5EF4-FFF2-40B4-BE49-F238E27FC236}">
                <a16:creationId xmlns:a16="http://schemas.microsoft.com/office/drawing/2014/main" id="{44CDE8CD-B6E8-4B35-8423-B613E85AFD67}"/>
              </a:ext>
            </a:extLst>
          </p:cNvPr>
          <p:cNvSpPr>
            <a:spLocks xmlns:a="http://schemas.openxmlformats.org/drawingml/2006/main" noGrp="1"/>
          </p:cNvSpPr>
          <p:nvPr/>
        </p:nvSpPr>
        <p:spPr>
          <a:xfrm xmlns:a="http://schemas.openxmlformats.org/drawingml/2006/main">
            <a:off x="2454593" y="2762250"/>
            <a:ext cx="62865" cy="76200"/>
          </a:xfrm>
          <a:custGeom xmlns:a="http://schemas.openxmlformats.org/drawingml/2006/main">
            <a:pathLst>
              <a:path w="62865" h="76200">
                <a:moveTo>
                  <a:pt x="31433" y="76200"/>
                </a:moveTo>
                <a:lnTo>
                  <a:pt x="62865" y="0"/>
                </a:lnTo>
                <a:lnTo>
                  <a:pt x="0" y="0"/>
                </a:lnTo>
                <a:close/>
              </a:path>
            </a:pathLst>
          </a:custGeom>
          <a:solidFill xmlns:a="http://schemas.openxmlformats.org/drawingml/2006/main">
            <a:srgbClr val="B9BEC6"/>
          </a:solidFill>
          <a:ln xmlns:a="http://schemas.openxmlformats.org/drawingml/2006/main" w="9525">
            <a:solidFill>
              <a:srgbClr val="B9BEC6"/>
            </a:solidFill>
          </a:ln>
        </p:spPr>
      </p:sp>
      <p:sp>
        <p:nvSpPr>
          <p:cNvPr id="21" name="wire-151">
            <a:extLst xmlns:a="http://schemas.openxmlformats.org/drawingml/2006/main">
              <a:ext uri="{FF2B5EF4-FFF2-40B4-BE49-F238E27FC236}">
                <a16:creationId xmlns:a16="http://schemas.microsoft.com/office/drawing/2014/main" id="{72ECB257-6E37-4471-9F2D-F5EB311FB557}"/>
              </a:ext>
            </a:extLst>
          </p:cNvPr>
          <p:cNvSpPr>
            <a:spLocks xmlns:a="http://schemas.openxmlformats.org/drawingml/2006/main" noGrp="1"/>
          </p:cNvSpPr>
          <p:nvPr/>
        </p:nvSpPr>
        <p:spPr>
          <a:xfrm xmlns:a="http://schemas.openxmlformats.org/drawingml/2006/main">
            <a:off x="885825" y="3276600"/>
            <a:ext cx="333375" cy="9525"/>
          </a:xfrm>
          <a:custGeom xmlns:a="http://schemas.openxmlformats.org/drawingml/2006/main">
            <a:pathLst>
              <a:path w="333375" h="9525">
                <a:moveTo>
                  <a:pt x="0" y="0"/>
                </a:moveTo>
                <a:lnTo>
                  <a:pt x="333375" y="0"/>
                </a:lnTo>
              </a:path>
            </a:pathLst>
          </a:custGeom>
          <a:noFill xmlns:a="http://schemas.openxmlformats.org/drawingml/2006/main"/>
          <a:ln xmlns:a="http://schemas.openxmlformats.org/drawingml/2006/main" w="17145">
            <a:solidFill>
              <a:srgbClr val="231F20"/>
            </a:solidFill>
          </a:ln>
        </p:spPr>
      </p:sp>
      <p:sp>
        <p:nvSpPr>
          <p:cNvPr id="22" name="circuit-152">
            <a:extLst xmlns:a="http://schemas.openxmlformats.org/drawingml/2006/main">
              <a:ext uri="{FF2B5EF4-FFF2-40B4-BE49-F238E27FC236}">
                <a16:creationId xmlns:a16="http://schemas.microsoft.com/office/drawing/2014/main" id="{28244A7D-3732-4447-B96B-13AD34F700DA}"/>
              </a:ext>
            </a:extLst>
          </p:cNvPr>
          <p:cNvSpPr>
            <a:spLocks xmlns:a="http://schemas.openxmlformats.org/drawingml/2006/main" noGrp="1"/>
          </p:cNvSpPr>
          <p:nvPr/>
        </p:nvSpPr>
        <p:spPr>
          <a:xfrm xmlns:a="http://schemas.openxmlformats.org/drawingml/2006/main">
            <a:off x="1143000" y="32451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23" name="text-153">
            <a:extLst xmlns:a="http://schemas.openxmlformats.org/drawingml/2006/main">
              <a:ext uri="{FF2B5EF4-FFF2-40B4-BE49-F238E27FC236}">
                <a16:creationId xmlns:a16="http://schemas.microsoft.com/office/drawing/2014/main" id="{2F2BF40B-8610-4D84-A8F9-1B505F0F1C35}"/>
              </a:ext>
            </a:extLst>
          </p:cNvPr>
          <p:cNvSpPr>
            <a:spLocks xmlns:a="http://schemas.openxmlformats.org/drawingml/2006/main" noGrp="1"/>
          </p:cNvSpPr>
          <p:nvPr/>
        </p:nvSpPr>
        <p:spPr>
          <a:xfrm xmlns:a="http://schemas.openxmlformats.org/drawingml/2006/main">
            <a:off x="542925" y="3114675"/>
            <a:ext cx="304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0">
                <a:solidFill>
                  <a:srgbClr val="231F20"/>
                </a:solidFill>
                <a:latin typeface="Arial"/>
                <a:ea typeface="Arial"/>
                <a:cs typeface="Arial"/>
              </a:defRPr>
            </a:defPPr>
            <a:lvl1pPr algn="ctr">
              <a:defRPr sz="1725" b="0">
                <a:solidFill>
                  <a:srgbClr val="231F20"/>
                </a:solidFill>
                <a:latin typeface="Arial"/>
                <a:ea typeface="Arial"/>
                <a:cs typeface="Arial"/>
              </a:defRPr>
            </a:lvl1pPr>
            <a:lvl2pPr algn="ctr">
              <a:defRPr sz="1725" b="0">
                <a:solidFill>
                  <a:srgbClr val="231F20"/>
                </a:solidFill>
                <a:latin typeface="Arial"/>
                <a:ea typeface="Arial"/>
                <a:cs typeface="Arial"/>
              </a:defRPr>
            </a:lvl2pPr>
            <a:lvl3pPr algn="ctr">
              <a:defRPr sz="1725" b="0">
                <a:solidFill>
                  <a:srgbClr val="231F20"/>
                </a:solidFill>
                <a:latin typeface="Arial"/>
                <a:ea typeface="Arial"/>
                <a:cs typeface="Arial"/>
              </a:defRPr>
            </a:lvl3pPr>
            <a:lvl4pPr algn="ctr">
              <a:defRPr sz="1725" b="0">
                <a:solidFill>
                  <a:srgbClr val="231F20"/>
                </a:solidFill>
                <a:latin typeface="Arial"/>
                <a:ea typeface="Arial"/>
                <a:cs typeface="Arial"/>
              </a:defRPr>
            </a:lvl4pPr>
            <a:lvl5pPr algn="ctr">
              <a:defRPr sz="1725" b="0">
                <a:solidFill>
                  <a:srgbClr val="231F20"/>
                </a:solidFill>
                <a:latin typeface="Arial"/>
                <a:ea typeface="Arial"/>
                <a:cs typeface="Arial"/>
              </a:defRPr>
            </a:lvl5pPr>
            <a:lvl6pPr algn="ctr">
              <a:defRPr sz="1725" b="0">
                <a:solidFill>
                  <a:srgbClr val="231F20"/>
                </a:solidFill>
                <a:latin typeface="Arial"/>
                <a:ea typeface="Arial"/>
                <a:cs typeface="Arial"/>
              </a:defRPr>
            </a:lvl6pPr>
            <a:lvl7pPr algn="ctr">
              <a:defRPr sz="1725" b="0">
                <a:solidFill>
                  <a:srgbClr val="231F20"/>
                </a:solidFill>
                <a:latin typeface="Arial"/>
                <a:ea typeface="Arial"/>
                <a:cs typeface="Arial"/>
              </a:defRPr>
            </a:lvl7pPr>
            <a:lvl8pPr algn="ctr">
              <a:defRPr sz="1725" b="0">
                <a:solidFill>
                  <a:srgbClr val="231F20"/>
                </a:solidFill>
                <a:latin typeface="Arial"/>
                <a:ea typeface="Arial"/>
                <a:cs typeface="Arial"/>
              </a:defRPr>
            </a:lvl8pPr>
            <a:lvl9pPr algn="ctr">
              <a:defRPr sz="1725" b="0">
                <a:solidFill>
                  <a:srgbClr val="231F20"/>
                </a:solidFill>
                <a:latin typeface="Arial"/>
                <a:ea typeface="Arial"/>
                <a:cs typeface="Arial"/>
              </a:defRPr>
            </a:lvl9pPr>
          </a:lstStyle>
          <a:p xmlns:a="http://schemas.openxmlformats.org/drawingml/2006/main">
            <a:pPr algn="ctr">
              <a:defRPr sz="1725" b="0">
                <a:solidFill>
                  <a:srgbClr val="231F20"/>
                </a:solidFill>
                <a:latin typeface="Arial"/>
                <a:ea typeface="Arial"/>
                <a:cs typeface="Arial"/>
              </a:defRPr>
            </a:pPr>
            <a:r>
              <a:rPr sz="1725" b="0">
                <a:solidFill>
                  <a:srgbClr val="231F20"/>
                </a:solidFill>
                <a:latin typeface="Arial"/>
                <a:ea typeface="Arial"/>
                <a:cs typeface="Arial"/>
              </a:rPr>
              <a:t>0</a:t>
            </a:r>
          </a:p>
        </p:txBody>
      </p:sp>
      <p:sp>
        <p:nvSpPr>
          <p:cNvPr id="24" name="wire-154">
            <a:extLst xmlns:a="http://schemas.openxmlformats.org/drawingml/2006/main">
              <a:ext uri="{FF2B5EF4-FFF2-40B4-BE49-F238E27FC236}">
                <a16:creationId xmlns:a16="http://schemas.microsoft.com/office/drawing/2014/main" id="{6125A94D-876B-4DB1-B0CA-BA7F269A5872}"/>
              </a:ext>
            </a:extLst>
          </p:cNvPr>
          <p:cNvSpPr>
            <a:spLocks xmlns:a="http://schemas.openxmlformats.org/drawingml/2006/main" noGrp="1"/>
          </p:cNvSpPr>
          <p:nvPr/>
        </p:nvSpPr>
        <p:spPr>
          <a:xfrm xmlns:a="http://schemas.openxmlformats.org/drawingml/2006/main">
            <a:off x="885825" y="3981450"/>
            <a:ext cx="333375" cy="9525"/>
          </a:xfrm>
          <a:custGeom xmlns:a="http://schemas.openxmlformats.org/drawingml/2006/main">
            <a:pathLst>
              <a:path w="333375" h="9525">
                <a:moveTo>
                  <a:pt x="0" y="0"/>
                </a:moveTo>
                <a:lnTo>
                  <a:pt x="333375" y="0"/>
                </a:lnTo>
              </a:path>
            </a:pathLst>
          </a:custGeom>
          <a:noFill xmlns:a="http://schemas.openxmlformats.org/drawingml/2006/main"/>
          <a:ln xmlns:a="http://schemas.openxmlformats.org/drawingml/2006/main" w="17145">
            <a:solidFill>
              <a:srgbClr val="231F20"/>
            </a:solidFill>
          </a:ln>
        </p:spPr>
      </p:sp>
      <p:sp>
        <p:nvSpPr>
          <p:cNvPr id="25" name="circuit-155">
            <a:extLst xmlns:a="http://schemas.openxmlformats.org/drawingml/2006/main">
              <a:ext uri="{FF2B5EF4-FFF2-40B4-BE49-F238E27FC236}">
                <a16:creationId xmlns:a16="http://schemas.microsoft.com/office/drawing/2014/main" id="{1FAAB179-A115-43BA-AC53-7184B17EFC77}"/>
              </a:ext>
            </a:extLst>
          </p:cNvPr>
          <p:cNvSpPr>
            <a:spLocks xmlns:a="http://schemas.openxmlformats.org/drawingml/2006/main" noGrp="1"/>
          </p:cNvSpPr>
          <p:nvPr/>
        </p:nvSpPr>
        <p:spPr>
          <a:xfrm xmlns:a="http://schemas.openxmlformats.org/drawingml/2006/main">
            <a:off x="1143000" y="395001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26" name="text-156">
            <a:extLst xmlns:a="http://schemas.openxmlformats.org/drawingml/2006/main">
              <a:ext uri="{FF2B5EF4-FFF2-40B4-BE49-F238E27FC236}">
                <a16:creationId xmlns:a16="http://schemas.microsoft.com/office/drawing/2014/main" id="{7BBE3162-7364-4B87-8694-E7EA630B60C8}"/>
              </a:ext>
            </a:extLst>
          </p:cNvPr>
          <p:cNvSpPr>
            <a:spLocks xmlns:a="http://schemas.openxmlformats.org/drawingml/2006/main" noGrp="1"/>
          </p:cNvSpPr>
          <p:nvPr/>
        </p:nvSpPr>
        <p:spPr>
          <a:xfrm xmlns:a="http://schemas.openxmlformats.org/drawingml/2006/main">
            <a:off x="542925" y="3819525"/>
            <a:ext cx="304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0">
                <a:solidFill>
                  <a:srgbClr val="231F20"/>
                </a:solidFill>
                <a:latin typeface="Arial"/>
                <a:ea typeface="Arial"/>
                <a:cs typeface="Arial"/>
              </a:defRPr>
            </a:defPPr>
            <a:lvl1pPr algn="ctr">
              <a:defRPr sz="1725" b="0">
                <a:solidFill>
                  <a:srgbClr val="231F20"/>
                </a:solidFill>
                <a:latin typeface="Arial"/>
                <a:ea typeface="Arial"/>
                <a:cs typeface="Arial"/>
              </a:defRPr>
            </a:lvl1pPr>
            <a:lvl2pPr algn="ctr">
              <a:defRPr sz="1725" b="0">
                <a:solidFill>
                  <a:srgbClr val="231F20"/>
                </a:solidFill>
                <a:latin typeface="Arial"/>
                <a:ea typeface="Arial"/>
                <a:cs typeface="Arial"/>
              </a:defRPr>
            </a:lvl2pPr>
            <a:lvl3pPr algn="ctr">
              <a:defRPr sz="1725" b="0">
                <a:solidFill>
                  <a:srgbClr val="231F20"/>
                </a:solidFill>
                <a:latin typeface="Arial"/>
                <a:ea typeface="Arial"/>
                <a:cs typeface="Arial"/>
              </a:defRPr>
            </a:lvl3pPr>
            <a:lvl4pPr algn="ctr">
              <a:defRPr sz="1725" b="0">
                <a:solidFill>
                  <a:srgbClr val="231F20"/>
                </a:solidFill>
                <a:latin typeface="Arial"/>
                <a:ea typeface="Arial"/>
                <a:cs typeface="Arial"/>
              </a:defRPr>
            </a:lvl4pPr>
            <a:lvl5pPr algn="ctr">
              <a:defRPr sz="1725" b="0">
                <a:solidFill>
                  <a:srgbClr val="231F20"/>
                </a:solidFill>
                <a:latin typeface="Arial"/>
                <a:ea typeface="Arial"/>
                <a:cs typeface="Arial"/>
              </a:defRPr>
            </a:lvl5pPr>
            <a:lvl6pPr algn="ctr">
              <a:defRPr sz="1725" b="0">
                <a:solidFill>
                  <a:srgbClr val="231F20"/>
                </a:solidFill>
                <a:latin typeface="Arial"/>
                <a:ea typeface="Arial"/>
                <a:cs typeface="Arial"/>
              </a:defRPr>
            </a:lvl6pPr>
            <a:lvl7pPr algn="ctr">
              <a:defRPr sz="1725" b="0">
                <a:solidFill>
                  <a:srgbClr val="231F20"/>
                </a:solidFill>
                <a:latin typeface="Arial"/>
                <a:ea typeface="Arial"/>
                <a:cs typeface="Arial"/>
              </a:defRPr>
            </a:lvl7pPr>
            <a:lvl8pPr algn="ctr">
              <a:defRPr sz="1725" b="0">
                <a:solidFill>
                  <a:srgbClr val="231F20"/>
                </a:solidFill>
                <a:latin typeface="Arial"/>
                <a:ea typeface="Arial"/>
                <a:cs typeface="Arial"/>
              </a:defRPr>
            </a:lvl8pPr>
            <a:lvl9pPr algn="ctr">
              <a:defRPr sz="1725" b="0">
                <a:solidFill>
                  <a:srgbClr val="231F20"/>
                </a:solidFill>
                <a:latin typeface="Arial"/>
                <a:ea typeface="Arial"/>
                <a:cs typeface="Arial"/>
              </a:defRPr>
            </a:lvl9pPr>
          </a:lstStyle>
          <a:p xmlns:a="http://schemas.openxmlformats.org/drawingml/2006/main">
            <a:pPr algn="ctr">
              <a:defRPr sz="1725" b="0">
                <a:solidFill>
                  <a:srgbClr val="231F20"/>
                </a:solidFill>
                <a:latin typeface="Arial"/>
                <a:ea typeface="Arial"/>
                <a:cs typeface="Arial"/>
              </a:defRPr>
            </a:pPr>
            <a:r>
              <a:rPr sz="1725" b="0">
                <a:solidFill>
                  <a:srgbClr val="231F20"/>
                </a:solidFill>
                <a:latin typeface="Arial"/>
                <a:ea typeface="Arial"/>
                <a:cs typeface="Arial"/>
              </a:rPr>
              <a:t>1</a:t>
            </a:r>
          </a:p>
        </p:txBody>
      </p:sp>
      <p:sp>
        <p:nvSpPr>
          <p:cNvPr id="27" name="wire-157">
            <a:extLst xmlns:a="http://schemas.openxmlformats.org/drawingml/2006/main">
              <a:ext uri="{FF2B5EF4-FFF2-40B4-BE49-F238E27FC236}">
                <a16:creationId xmlns:a16="http://schemas.microsoft.com/office/drawing/2014/main" id="{92041A38-B576-4F45-84A0-6BFF3A1A7C80}"/>
              </a:ext>
            </a:extLst>
          </p:cNvPr>
          <p:cNvSpPr>
            <a:spLocks xmlns:a="http://schemas.openxmlformats.org/drawingml/2006/main" noGrp="1"/>
          </p:cNvSpPr>
          <p:nvPr/>
        </p:nvSpPr>
        <p:spPr>
          <a:xfrm xmlns:a="http://schemas.openxmlformats.org/drawingml/2006/main">
            <a:off x="885825" y="4419600"/>
            <a:ext cx="333375" cy="9525"/>
          </a:xfrm>
          <a:custGeom xmlns:a="http://schemas.openxmlformats.org/drawingml/2006/main">
            <a:pathLst>
              <a:path w="333375" h="9525">
                <a:moveTo>
                  <a:pt x="0" y="0"/>
                </a:moveTo>
                <a:lnTo>
                  <a:pt x="333375" y="0"/>
                </a:lnTo>
              </a:path>
            </a:pathLst>
          </a:custGeom>
          <a:noFill xmlns:a="http://schemas.openxmlformats.org/drawingml/2006/main"/>
          <a:ln xmlns:a="http://schemas.openxmlformats.org/drawingml/2006/main" w="17145">
            <a:solidFill>
              <a:srgbClr val="B9BEC6"/>
            </a:solidFill>
          </a:ln>
        </p:spPr>
      </p:sp>
      <p:sp>
        <p:nvSpPr>
          <p:cNvPr id="28" name="circuit-158">
            <a:extLst xmlns:a="http://schemas.openxmlformats.org/drawingml/2006/main">
              <a:ext uri="{FF2B5EF4-FFF2-40B4-BE49-F238E27FC236}">
                <a16:creationId xmlns:a16="http://schemas.microsoft.com/office/drawing/2014/main" id="{AD07900C-89F1-4637-A0C0-4024F543A8B4}"/>
              </a:ext>
            </a:extLst>
          </p:cNvPr>
          <p:cNvSpPr>
            <a:spLocks xmlns:a="http://schemas.openxmlformats.org/drawingml/2006/main" noGrp="1"/>
          </p:cNvSpPr>
          <p:nvPr/>
        </p:nvSpPr>
        <p:spPr>
          <a:xfrm xmlns:a="http://schemas.openxmlformats.org/drawingml/2006/main">
            <a:off x="1143000" y="43881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B9BEC6"/>
          </a:solidFill>
          <a:ln xmlns:a="http://schemas.openxmlformats.org/drawingml/2006/main" w="9525">
            <a:solidFill>
              <a:srgbClr val="B9BEC6"/>
            </a:solidFill>
          </a:ln>
        </p:spPr>
      </p:sp>
      <p:sp>
        <p:nvSpPr>
          <p:cNvPr id="29" name="text-159">
            <a:extLst xmlns:a="http://schemas.openxmlformats.org/drawingml/2006/main">
              <a:ext uri="{FF2B5EF4-FFF2-40B4-BE49-F238E27FC236}">
                <a16:creationId xmlns:a16="http://schemas.microsoft.com/office/drawing/2014/main" id="{CABE08DB-D8D4-44FD-BD90-AF407DAD3D2B}"/>
              </a:ext>
            </a:extLst>
          </p:cNvPr>
          <p:cNvSpPr>
            <a:spLocks xmlns:a="http://schemas.openxmlformats.org/drawingml/2006/main" noGrp="1"/>
          </p:cNvSpPr>
          <p:nvPr/>
        </p:nvSpPr>
        <p:spPr>
          <a:xfrm xmlns:a="http://schemas.openxmlformats.org/drawingml/2006/main">
            <a:off x="542925" y="4257675"/>
            <a:ext cx="304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0">
                <a:solidFill>
                  <a:srgbClr val="B9BEC6"/>
                </a:solidFill>
                <a:latin typeface="Yu Gothic"/>
                <a:ea typeface="Yu Gothic"/>
                <a:cs typeface="Yu Gothic"/>
              </a:defRPr>
            </a:defPPr>
            <a:lvl1pPr algn="ctr">
              <a:defRPr sz="1725" b="0">
                <a:solidFill>
                  <a:srgbClr val="B9BEC6"/>
                </a:solidFill>
                <a:latin typeface="Yu Gothic"/>
                <a:ea typeface="Yu Gothic"/>
                <a:cs typeface="Yu Gothic"/>
              </a:defRPr>
            </a:lvl1pPr>
            <a:lvl2pPr algn="ctr">
              <a:defRPr sz="1725" b="0">
                <a:solidFill>
                  <a:srgbClr val="B9BEC6"/>
                </a:solidFill>
                <a:latin typeface="Yu Gothic"/>
                <a:ea typeface="Yu Gothic"/>
                <a:cs typeface="Yu Gothic"/>
              </a:defRPr>
            </a:lvl2pPr>
            <a:lvl3pPr algn="ctr">
              <a:defRPr sz="1725" b="0">
                <a:solidFill>
                  <a:srgbClr val="B9BEC6"/>
                </a:solidFill>
                <a:latin typeface="Yu Gothic"/>
                <a:ea typeface="Yu Gothic"/>
                <a:cs typeface="Yu Gothic"/>
              </a:defRPr>
            </a:lvl3pPr>
            <a:lvl4pPr algn="ctr">
              <a:defRPr sz="1725" b="0">
                <a:solidFill>
                  <a:srgbClr val="B9BEC6"/>
                </a:solidFill>
                <a:latin typeface="Yu Gothic"/>
                <a:ea typeface="Yu Gothic"/>
                <a:cs typeface="Yu Gothic"/>
              </a:defRPr>
            </a:lvl4pPr>
            <a:lvl5pPr algn="ctr">
              <a:defRPr sz="1725" b="0">
                <a:solidFill>
                  <a:srgbClr val="B9BEC6"/>
                </a:solidFill>
                <a:latin typeface="Yu Gothic"/>
                <a:ea typeface="Yu Gothic"/>
                <a:cs typeface="Yu Gothic"/>
              </a:defRPr>
            </a:lvl5pPr>
            <a:lvl6pPr algn="ctr">
              <a:defRPr sz="1725" b="0">
                <a:solidFill>
                  <a:srgbClr val="B9BEC6"/>
                </a:solidFill>
                <a:latin typeface="Yu Gothic"/>
                <a:ea typeface="Yu Gothic"/>
                <a:cs typeface="Yu Gothic"/>
              </a:defRPr>
            </a:lvl6pPr>
            <a:lvl7pPr algn="ctr">
              <a:defRPr sz="1725" b="0">
                <a:solidFill>
                  <a:srgbClr val="B9BEC6"/>
                </a:solidFill>
                <a:latin typeface="Yu Gothic"/>
                <a:ea typeface="Yu Gothic"/>
                <a:cs typeface="Yu Gothic"/>
              </a:defRPr>
            </a:lvl7pPr>
            <a:lvl8pPr algn="ctr">
              <a:defRPr sz="1725" b="0">
                <a:solidFill>
                  <a:srgbClr val="B9BEC6"/>
                </a:solidFill>
                <a:latin typeface="Yu Gothic"/>
                <a:ea typeface="Yu Gothic"/>
                <a:cs typeface="Yu Gothic"/>
              </a:defRPr>
            </a:lvl8pPr>
            <a:lvl9pPr algn="ctr">
              <a:defRPr sz="1725" b="0">
                <a:solidFill>
                  <a:srgbClr val="B9BEC6"/>
                </a:solidFill>
                <a:latin typeface="Yu Gothic"/>
                <a:ea typeface="Yu Gothic"/>
                <a:cs typeface="Yu Gothic"/>
              </a:defRPr>
            </a:lvl9pPr>
          </a:lstStyle>
          <a:p xmlns:a="http://schemas.openxmlformats.org/drawingml/2006/main">
            <a:pPr algn="ctr">
              <a:defRPr sz="1725" b="0">
                <a:solidFill>
                  <a:srgbClr val="B9BEC6"/>
                </a:solidFill>
                <a:latin typeface="Yu Gothic"/>
                <a:ea typeface="Yu Gothic"/>
                <a:cs typeface="Yu Gothic"/>
              </a:defRPr>
            </a:pPr>
            <a:r>
              <a:rPr sz="1725" b="0">
                <a:solidFill>
                  <a:srgbClr val="B9BEC6"/>
                </a:solidFill>
                <a:latin typeface="Yu Gothic"/>
                <a:ea typeface="Yu Gothic"/>
                <a:cs typeface="Yu Gothic"/>
              </a:rPr>
              <a:t>—</a:t>
            </a:r>
          </a:p>
        </p:txBody>
      </p:sp>
      <p:sp>
        <p:nvSpPr>
          <p:cNvPr id="30" name="wire-160">
            <a:extLst xmlns:a="http://schemas.openxmlformats.org/drawingml/2006/main">
              <a:ext uri="{FF2B5EF4-FFF2-40B4-BE49-F238E27FC236}">
                <a16:creationId xmlns:a16="http://schemas.microsoft.com/office/drawing/2014/main" id="{83787B7C-44B9-4B55-A46E-FED99ECB00CE}"/>
              </a:ext>
            </a:extLst>
          </p:cNvPr>
          <p:cNvSpPr>
            <a:spLocks xmlns:a="http://schemas.openxmlformats.org/drawingml/2006/main" noGrp="1"/>
          </p:cNvSpPr>
          <p:nvPr/>
        </p:nvSpPr>
        <p:spPr>
          <a:xfrm xmlns:a="http://schemas.openxmlformats.org/drawingml/2006/main">
            <a:off x="2895600" y="3276600"/>
            <a:ext cx="819150" cy="9525"/>
          </a:xfrm>
          <a:custGeom xmlns:a="http://schemas.openxmlformats.org/drawingml/2006/main">
            <a:pathLst>
              <a:path w="819150" h="9525">
                <a:moveTo>
                  <a:pt x="0" y="0"/>
                </a:moveTo>
                <a:lnTo>
                  <a:pt x="819150" y="0"/>
                </a:lnTo>
              </a:path>
            </a:pathLst>
          </a:custGeom>
          <a:noFill xmlns:a="http://schemas.openxmlformats.org/drawingml/2006/main"/>
          <a:ln xmlns:a="http://schemas.openxmlformats.org/drawingml/2006/main" w="28575">
            <a:solidFill>
              <a:srgbClr val="231F20"/>
            </a:solidFill>
          </a:ln>
        </p:spPr>
      </p:sp>
      <p:sp>
        <p:nvSpPr>
          <p:cNvPr id="31" name="circuit-161">
            <a:extLst xmlns:a="http://schemas.openxmlformats.org/drawingml/2006/main">
              <a:ext uri="{FF2B5EF4-FFF2-40B4-BE49-F238E27FC236}">
                <a16:creationId xmlns:a16="http://schemas.microsoft.com/office/drawing/2014/main" id="{DB7569AE-6CC6-47E0-9FF0-EDB4386CB020}"/>
              </a:ext>
            </a:extLst>
          </p:cNvPr>
          <p:cNvSpPr>
            <a:spLocks xmlns:a="http://schemas.openxmlformats.org/drawingml/2006/main" noGrp="1"/>
          </p:cNvSpPr>
          <p:nvPr/>
        </p:nvSpPr>
        <p:spPr>
          <a:xfrm xmlns:a="http://schemas.openxmlformats.org/drawingml/2006/main">
            <a:off x="3638550" y="32451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32" name="text-162">
            <a:extLst xmlns:a="http://schemas.openxmlformats.org/drawingml/2006/main">
              <a:ext uri="{FF2B5EF4-FFF2-40B4-BE49-F238E27FC236}">
                <a16:creationId xmlns:a16="http://schemas.microsoft.com/office/drawing/2014/main" id="{3A50C817-4A30-4B9C-B11D-4068F0240C33}"/>
              </a:ext>
            </a:extLst>
          </p:cNvPr>
          <p:cNvSpPr>
            <a:spLocks xmlns:a="http://schemas.openxmlformats.org/drawingml/2006/main" noGrp="1"/>
          </p:cNvSpPr>
          <p:nvPr/>
        </p:nvSpPr>
        <p:spPr>
          <a:xfrm xmlns:a="http://schemas.openxmlformats.org/drawingml/2006/main">
            <a:off x="3048000" y="2924175"/>
            <a:ext cx="4667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00" b="1">
                <a:solidFill>
                  <a:srgbClr val="1572C3"/>
                </a:solidFill>
                <a:latin typeface="Arial"/>
                <a:ea typeface="Arial"/>
                <a:cs typeface="Arial"/>
              </a:defRPr>
            </a:defPPr>
            <a:lvl1pPr algn="ctr">
              <a:defRPr sz="1800" b="1">
                <a:solidFill>
                  <a:srgbClr val="1572C3"/>
                </a:solidFill>
                <a:latin typeface="Arial"/>
                <a:ea typeface="Arial"/>
                <a:cs typeface="Arial"/>
              </a:defRPr>
            </a:lvl1pPr>
            <a:lvl2pPr algn="ctr">
              <a:defRPr sz="1800" b="1">
                <a:solidFill>
                  <a:srgbClr val="1572C3"/>
                </a:solidFill>
                <a:latin typeface="Arial"/>
                <a:ea typeface="Arial"/>
                <a:cs typeface="Arial"/>
              </a:defRPr>
            </a:lvl2pPr>
            <a:lvl3pPr algn="ctr">
              <a:defRPr sz="1800" b="1">
                <a:solidFill>
                  <a:srgbClr val="1572C3"/>
                </a:solidFill>
                <a:latin typeface="Arial"/>
                <a:ea typeface="Arial"/>
                <a:cs typeface="Arial"/>
              </a:defRPr>
            </a:lvl3pPr>
            <a:lvl4pPr algn="ctr">
              <a:defRPr sz="1800" b="1">
                <a:solidFill>
                  <a:srgbClr val="1572C3"/>
                </a:solidFill>
                <a:latin typeface="Arial"/>
                <a:ea typeface="Arial"/>
                <a:cs typeface="Arial"/>
              </a:defRPr>
            </a:lvl4pPr>
            <a:lvl5pPr algn="ctr">
              <a:defRPr sz="1800" b="1">
                <a:solidFill>
                  <a:srgbClr val="1572C3"/>
                </a:solidFill>
                <a:latin typeface="Arial"/>
                <a:ea typeface="Arial"/>
                <a:cs typeface="Arial"/>
              </a:defRPr>
            </a:lvl5pPr>
            <a:lvl6pPr algn="ctr">
              <a:defRPr sz="1800" b="1">
                <a:solidFill>
                  <a:srgbClr val="1572C3"/>
                </a:solidFill>
                <a:latin typeface="Arial"/>
                <a:ea typeface="Arial"/>
                <a:cs typeface="Arial"/>
              </a:defRPr>
            </a:lvl6pPr>
            <a:lvl7pPr algn="ctr">
              <a:defRPr sz="1800" b="1">
                <a:solidFill>
                  <a:srgbClr val="1572C3"/>
                </a:solidFill>
                <a:latin typeface="Arial"/>
                <a:ea typeface="Arial"/>
                <a:cs typeface="Arial"/>
              </a:defRPr>
            </a:lvl7pPr>
            <a:lvl8pPr algn="ctr">
              <a:defRPr sz="1800" b="1">
                <a:solidFill>
                  <a:srgbClr val="1572C3"/>
                </a:solidFill>
                <a:latin typeface="Arial"/>
                <a:ea typeface="Arial"/>
                <a:cs typeface="Arial"/>
              </a:defRPr>
            </a:lvl8pPr>
            <a:lvl9pPr algn="ctr">
              <a:defRPr sz="1800" b="1">
                <a:solidFill>
                  <a:srgbClr val="1572C3"/>
                </a:solidFill>
                <a:latin typeface="Arial"/>
                <a:ea typeface="Arial"/>
                <a:cs typeface="Arial"/>
              </a:defRPr>
            </a:lvl9pPr>
          </a:lstStyle>
          <a:p xmlns:a="http://schemas.openxmlformats.org/drawingml/2006/main">
            <a:pPr algn="ctr">
              <a:defRPr sz="1800" b="1">
                <a:solidFill>
                  <a:srgbClr val="1572C3"/>
                </a:solidFill>
                <a:latin typeface="Arial"/>
                <a:ea typeface="Arial"/>
                <a:cs typeface="Arial"/>
              </a:defRPr>
            </a:pPr>
            <a:r>
              <a:rPr sz="1800" b="1">
                <a:solidFill>
                  <a:srgbClr val="1572C3"/>
                </a:solidFill>
                <a:latin typeface="Arial"/>
                <a:ea typeface="Arial"/>
                <a:cs typeface="Arial"/>
              </a:rPr>
              <a:t>0</a:t>
            </a:r>
          </a:p>
        </p:txBody>
      </p:sp>
      <p:sp>
        <p:nvSpPr>
          <p:cNvPr id="33" name="circuit-163">
            <a:extLst xmlns:a="http://schemas.openxmlformats.org/drawingml/2006/main">
              <a:ext uri="{FF2B5EF4-FFF2-40B4-BE49-F238E27FC236}">
                <a16:creationId xmlns:a16="http://schemas.microsoft.com/office/drawing/2014/main" id="{13741B17-20B2-404A-8537-BD4302EE1AFE}"/>
              </a:ext>
            </a:extLst>
          </p:cNvPr>
          <p:cNvSpPr>
            <a:spLocks xmlns:a="http://schemas.openxmlformats.org/drawingml/2006/main" noGrp="1"/>
          </p:cNvSpPr>
          <p:nvPr/>
        </p:nvSpPr>
        <p:spPr>
          <a:xfrm xmlns:a="http://schemas.openxmlformats.org/drawingml/2006/main">
            <a:off x="3714750" y="3048000"/>
            <a:ext cx="857250" cy="1143000"/>
          </a:xfrm>
          <a:custGeom xmlns:a="http://schemas.openxmlformats.org/drawingml/2006/main">
            <a:pathLst>
              <a:path w="857250" h="1143000">
                <a:moveTo>
                  <a:pt x="0" y="0"/>
                </a:moveTo>
                <a:lnTo>
                  <a:pt x="857250" y="219075"/>
                </a:lnTo>
                <a:lnTo>
                  <a:pt x="857250" y="933450"/>
                </a:lnTo>
                <a:lnTo>
                  <a:pt x="0" y="1143000"/>
                </a:lnTo>
                <a:lnTo>
                  <a:pt x="0" y="733425"/>
                </a:lnTo>
                <a:lnTo>
                  <a:pt x="266700" y="581025"/>
                </a:lnTo>
                <a:lnTo>
                  <a:pt x="0" y="428625"/>
                </a:lnTo>
                <a:close/>
              </a:path>
            </a:pathLst>
          </a:custGeom>
          <a:solidFill xmlns:a="http://schemas.openxmlformats.org/drawingml/2006/main">
            <a:srgbClr val="FFFFFF"/>
          </a:solidFill>
          <a:ln xmlns:a="http://schemas.openxmlformats.org/drawingml/2006/main" w="21908">
            <a:solidFill>
              <a:srgbClr val="231F20"/>
            </a:solidFill>
          </a:ln>
        </p:spPr>
      </p:sp>
      <p:sp>
        <p:nvSpPr>
          <p:cNvPr id="34" name="text-164">
            <a:extLst xmlns:a="http://schemas.openxmlformats.org/drawingml/2006/main">
              <a:ext uri="{FF2B5EF4-FFF2-40B4-BE49-F238E27FC236}">
                <a16:creationId xmlns:a16="http://schemas.microsoft.com/office/drawing/2014/main" id="{49891820-2583-4AB3-851A-0DFCB53D42EA}"/>
              </a:ext>
            </a:extLst>
          </p:cNvPr>
          <p:cNvSpPr>
            <a:spLocks xmlns:a="http://schemas.openxmlformats.org/drawingml/2006/main" noGrp="1"/>
          </p:cNvSpPr>
          <p:nvPr/>
        </p:nvSpPr>
        <p:spPr>
          <a:xfrm xmlns:a="http://schemas.openxmlformats.org/drawingml/2006/main">
            <a:off x="4048125" y="3333750"/>
            <a:ext cx="4572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775" b="0">
                <a:solidFill>
                  <a:srgbClr val="231F20"/>
                </a:solidFill>
                <a:latin typeface="Yu Gothic"/>
                <a:ea typeface="Yu Gothic"/>
                <a:cs typeface="Yu Gothic"/>
              </a:defRPr>
            </a:defPPr>
            <a:lvl1pPr algn="ctr">
              <a:defRPr sz="2775" b="0">
                <a:solidFill>
                  <a:srgbClr val="231F20"/>
                </a:solidFill>
                <a:latin typeface="Yu Gothic"/>
                <a:ea typeface="Yu Gothic"/>
                <a:cs typeface="Yu Gothic"/>
              </a:defRPr>
            </a:lvl1pPr>
            <a:lvl2pPr algn="ctr">
              <a:defRPr sz="2775" b="0">
                <a:solidFill>
                  <a:srgbClr val="231F20"/>
                </a:solidFill>
                <a:latin typeface="Yu Gothic"/>
                <a:ea typeface="Yu Gothic"/>
                <a:cs typeface="Yu Gothic"/>
              </a:defRPr>
            </a:lvl2pPr>
            <a:lvl3pPr algn="ctr">
              <a:defRPr sz="2775" b="0">
                <a:solidFill>
                  <a:srgbClr val="231F20"/>
                </a:solidFill>
                <a:latin typeface="Yu Gothic"/>
                <a:ea typeface="Yu Gothic"/>
                <a:cs typeface="Yu Gothic"/>
              </a:defRPr>
            </a:lvl3pPr>
            <a:lvl4pPr algn="ctr">
              <a:defRPr sz="2775" b="0">
                <a:solidFill>
                  <a:srgbClr val="231F20"/>
                </a:solidFill>
                <a:latin typeface="Yu Gothic"/>
                <a:ea typeface="Yu Gothic"/>
                <a:cs typeface="Yu Gothic"/>
              </a:defRPr>
            </a:lvl4pPr>
            <a:lvl5pPr algn="ctr">
              <a:defRPr sz="2775" b="0">
                <a:solidFill>
                  <a:srgbClr val="231F20"/>
                </a:solidFill>
                <a:latin typeface="Yu Gothic"/>
                <a:ea typeface="Yu Gothic"/>
                <a:cs typeface="Yu Gothic"/>
              </a:defRPr>
            </a:lvl5pPr>
            <a:lvl6pPr algn="ctr">
              <a:defRPr sz="2775" b="0">
                <a:solidFill>
                  <a:srgbClr val="231F20"/>
                </a:solidFill>
                <a:latin typeface="Yu Gothic"/>
                <a:ea typeface="Yu Gothic"/>
                <a:cs typeface="Yu Gothic"/>
              </a:defRPr>
            </a:lvl6pPr>
            <a:lvl7pPr algn="ctr">
              <a:defRPr sz="2775" b="0">
                <a:solidFill>
                  <a:srgbClr val="231F20"/>
                </a:solidFill>
                <a:latin typeface="Yu Gothic"/>
                <a:ea typeface="Yu Gothic"/>
                <a:cs typeface="Yu Gothic"/>
              </a:defRPr>
            </a:lvl7pPr>
            <a:lvl8pPr algn="ctr">
              <a:defRPr sz="2775" b="0">
                <a:solidFill>
                  <a:srgbClr val="231F20"/>
                </a:solidFill>
                <a:latin typeface="Yu Gothic"/>
                <a:ea typeface="Yu Gothic"/>
                <a:cs typeface="Yu Gothic"/>
              </a:defRPr>
            </a:lvl8pPr>
            <a:lvl9pPr algn="ctr">
              <a:defRPr sz="2775" b="0">
                <a:solidFill>
                  <a:srgbClr val="231F20"/>
                </a:solidFill>
                <a:latin typeface="Yu Gothic"/>
                <a:ea typeface="Yu Gothic"/>
                <a:cs typeface="Yu Gothic"/>
              </a:defRPr>
            </a:lvl9pPr>
          </a:lstStyle>
          <a:p xmlns:a="http://schemas.openxmlformats.org/drawingml/2006/main">
            <a:pPr algn="ctr">
              <a:defRPr sz="2775" b="0">
                <a:solidFill>
                  <a:srgbClr val="231F20"/>
                </a:solidFill>
                <a:latin typeface="Yu Gothic"/>
                <a:ea typeface="Yu Gothic"/>
                <a:cs typeface="Yu Gothic"/>
              </a:defRPr>
            </a:pPr>
            <a:r>
              <a:rPr sz="2775" b="0">
                <a:solidFill>
                  <a:srgbClr val="231F20"/>
                </a:solidFill>
                <a:latin typeface="Yu Gothic"/>
                <a:ea typeface="Yu Gothic"/>
                <a:cs typeface="Yu Gothic"/>
              </a:rPr>
              <a:t>＋</a:t>
            </a:r>
          </a:p>
        </p:txBody>
      </p:sp>
      <p:sp>
        <p:nvSpPr>
          <p:cNvPr id="35" name="text-165">
            <a:extLst xmlns:a="http://schemas.openxmlformats.org/drawingml/2006/main">
              <a:ext uri="{FF2B5EF4-FFF2-40B4-BE49-F238E27FC236}">
                <a16:creationId xmlns:a16="http://schemas.microsoft.com/office/drawing/2014/main" id="{AF12C694-053A-4E19-AC70-31D86430CE5A}"/>
              </a:ext>
            </a:extLst>
          </p:cNvPr>
          <p:cNvSpPr>
            <a:spLocks xmlns:a="http://schemas.openxmlformats.org/drawingml/2006/main" noGrp="1"/>
          </p:cNvSpPr>
          <p:nvPr/>
        </p:nvSpPr>
        <p:spPr>
          <a:xfrm xmlns:a="http://schemas.openxmlformats.org/drawingml/2006/main">
            <a:off x="3638550" y="2552700"/>
            <a:ext cx="11144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950" b="1">
                <a:solidFill>
                  <a:srgbClr val="231F20"/>
                </a:solidFill>
                <a:latin typeface="Arial"/>
                <a:ea typeface="Arial"/>
                <a:cs typeface="Arial"/>
              </a:defRPr>
            </a:defPPr>
            <a:lvl1pPr algn="ctr">
              <a:defRPr sz="1950" b="1">
                <a:solidFill>
                  <a:srgbClr val="231F20"/>
                </a:solidFill>
                <a:latin typeface="Arial"/>
                <a:ea typeface="Arial"/>
                <a:cs typeface="Arial"/>
              </a:defRPr>
            </a:lvl1pPr>
            <a:lvl2pPr algn="ctr">
              <a:defRPr sz="1950" b="1">
                <a:solidFill>
                  <a:srgbClr val="231F20"/>
                </a:solidFill>
                <a:latin typeface="Arial"/>
                <a:ea typeface="Arial"/>
                <a:cs typeface="Arial"/>
              </a:defRPr>
            </a:lvl2pPr>
            <a:lvl3pPr algn="ctr">
              <a:defRPr sz="1950" b="1">
                <a:solidFill>
                  <a:srgbClr val="231F20"/>
                </a:solidFill>
                <a:latin typeface="Arial"/>
                <a:ea typeface="Arial"/>
                <a:cs typeface="Arial"/>
              </a:defRPr>
            </a:lvl3pPr>
            <a:lvl4pPr algn="ctr">
              <a:defRPr sz="1950" b="1">
                <a:solidFill>
                  <a:srgbClr val="231F20"/>
                </a:solidFill>
                <a:latin typeface="Arial"/>
                <a:ea typeface="Arial"/>
                <a:cs typeface="Arial"/>
              </a:defRPr>
            </a:lvl4pPr>
            <a:lvl5pPr algn="ctr">
              <a:defRPr sz="1950" b="1">
                <a:solidFill>
                  <a:srgbClr val="231F20"/>
                </a:solidFill>
                <a:latin typeface="Arial"/>
                <a:ea typeface="Arial"/>
                <a:cs typeface="Arial"/>
              </a:defRPr>
            </a:lvl5pPr>
            <a:lvl6pPr algn="ctr">
              <a:defRPr sz="1950" b="1">
                <a:solidFill>
                  <a:srgbClr val="231F20"/>
                </a:solidFill>
                <a:latin typeface="Arial"/>
                <a:ea typeface="Arial"/>
                <a:cs typeface="Arial"/>
              </a:defRPr>
            </a:lvl6pPr>
            <a:lvl7pPr algn="ctr">
              <a:defRPr sz="1950" b="1">
                <a:solidFill>
                  <a:srgbClr val="231F20"/>
                </a:solidFill>
                <a:latin typeface="Arial"/>
                <a:ea typeface="Arial"/>
                <a:cs typeface="Arial"/>
              </a:defRPr>
            </a:lvl7pPr>
            <a:lvl8pPr algn="ctr">
              <a:defRPr sz="1950" b="1">
                <a:solidFill>
                  <a:srgbClr val="231F20"/>
                </a:solidFill>
                <a:latin typeface="Arial"/>
                <a:ea typeface="Arial"/>
                <a:cs typeface="Arial"/>
              </a:defRPr>
            </a:lvl8pPr>
            <a:lvl9pPr algn="ctr">
              <a:defRPr sz="1950" b="1">
                <a:solidFill>
                  <a:srgbClr val="231F20"/>
                </a:solidFill>
                <a:latin typeface="Arial"/>
                <a:ea typeface="Arial"/>
                <a:cs typeface="Arial"/>
              </a:defRPr>
            </a:lvl9pPr>
          </a:lstStyle>
          <a:p xmlns:a="http://schemas.openxmlformats.org/drawingml/2006/main">
            <a:pPr algn="ctr">
              <a:defRPr sz="1950" b="1">
                <a:solidFill>
                  <a:srgbClr val="231F20"/>
                </a:solidFill>
                <a:latin typeface="Arial"/>
                <a:ea typeface="Arial"/>
                <a:cs typeface="Arial"/>
              </a:defRPr>
            </a:pPr>
            <a:r>
              <a:rPr sz="1950" b="1">
                <a:solidFill>
                  <a:srgbClr val="231F20"/>
                </a:solidFill>
                <a:latin typeface="Arial"/>
                <a:ea typeface="Arial"/>
                <a:cs typeface="Arial"/>
              </a:rPr>
              <a:t>ALU</a:t>
            </a:r>
          </a:p>
        </p:txBody>
      </p:sp>
      <p:sp>
        <p:nvSpPr>
          <p:cNvPr id="36" name="circuit-166">
            <a:extLst xmlns:a="http://schemas.openxmlformats.org/drawingml/2006/main">
              <a:ext uri="{FF2B5EF4-FFF2-40B4-BE49-F238E27FC236}">
                <a16:creationId xmlns:a16="http://schemas.microsoft.com/office/drawing/2014/main" id="{5A603E90-9132-4C6F-8B76-279B026F9AE9}"/>
              </a:ext>
            </a:extLst>
          </p:cNvPr>
          <p:cNvSpPr>
            <a:spLocks xmlns:a="http://schemas.openxmlformats.org/drawingml/2006/main" noGrp="1"/>
          </p:cNvSpPr>
          <p:nvPr/>
        </p:nvSpPr>
        <p:spPr>
          <a:xfrm xmlns:a="http://schemas.openxmlformats.org/drawingml/2006/main">
            <a:off x="3619500" y="4867275"/>
            <a:ext cx="1143000" cy="561975"/>
          </a:xfrm>
          <a:custGeom xmlns:a="http://schemas.openxmlformats.org/drawingml/2006/main">
            <a:pathLst>
              <a:path w="1143000" h="561975">
                <a:moveTo>
                  <a:pt x="0" y="209550"/>
                </a:moveTo>
                <a:lnTo>
                  <a:pt x="1143000" y="0"/>
                </a:lnTo>
                <a:lnTo>
                  <a:pt x="1143000" y="561975"/>
                </a:lnTo>
                <a:lnTo>
                  <a:pt x="0" y="561975"/>
                </a:lnTo>
                <a:close/>
              </a:path>
            </a:pathLst>
          </a:custGeom>
          <a:solidFill xmlns:a="http://schemas.openxmlformats.org/drawingml/2006/main">
            <a:srgbClr val="FFFFFF"/>
          </a:solidFill>
          <a:ln xmlns:a="http://schemas.openxmlformats.org/drawingml/2006/main" w="20955">
            <a:solidFill>
              <a:srgbClr val="231F20"/>
            </a:solidFill>
          </a:ln>
        </p:spPr>
      </p:sp>
      <p:sp>
        <p:nvSpPr>
          <p:cNvPr id="37" name="text-167">
            <a:extLst xmlns:a="http://schemas.openxmlformats.org/drawingml/2006/main">
              <a:ext uri="{FF2B5EF4-FFF2-40B4-BE49-F238E27FC236}">
                <a16:creationId xmlns:a16="http://schemas.microsoft.com/office/drawing/2014/main" id="{6D3A2EFF-0F13-4479-B2AB-4080B5A4ED84}"/>
              </a:ext>
            </a:extLst>
          </p:cNvPr>
          <p:cNvSpPr>
            <a:spLocks xmlns:a="http://schemas.openxmlformats.org/drawingml/2006/main" noGrp="1"/>
          </p:cNvSpPr>
          <p:nvPr/>
        </p:nvSpPr>
        <p:spPr>
          <a:xfrm xmlns:a="http://schemas.openxmlformats.org/drawingml/2006/main">
            <a:off x="3714750" y="5114925"/>
            <a:ext cx="9239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650" b="1">
                <a:solidFill>
                  <a:srgbClr val="231F20"/>
                </a:solidFill>
                <a:latin typeface="Arial"/>
                <a:ea typeface="Arial"/>
                <a:cs typeface="Arial"/>
              </a:defRPr>
            </a:defPPr>
            <a:lvl1pPr algn="ctr">
              <a:defRPr sz="1650" b="1">
                <a:solidFill>
                  <a:srgbClr val="231F20"/>
                </a:solidFill>
                <a:latin typeface="Arial"/>
                <a:ea typeface="Arial"/>
                <a:cs typeface="Arial"/>
              </a:defRPr>
            </a:lvl1pPr>
            <a:lvl2pPr algn="ctr">
              <a:defRPr sz="1650" b="1">
                <a:solidFill>
                  <a:srgbClr val="231F20"/>
                </a:solidFill>
                <a:latin typeface="Arial"/>
                <a:ea typeface="Arial"/>
                <a:cs typeface="Arial"/>
              </a:defRPr>
            </a:lvl2pPr>
            <a:lvl3pPr algn="ctr">
              <a:defRPr sz="1650" b="1">
                <a:solidFill>
                  <a:srgbClr val="231F20"/>
                </a:solidFill>
                <a:latin typeface="Arial"/>
                <a:ea typeface="Arial"/>
                <a:cs typeface="Arial"/>
              </a:defRPr>
            </a:lvl3pPr>
            <a:lvl4pPr algn="ctr">
              <a:defRPr sz="1650" b="1">
                <a:solidFill>
                  <a:srgbClr val="231F20"/>
                </a:solidFill>
                <a:latin typeface="Arial"/>
                <a:ea typeface="Arial"/>
                <a:cs typeface="Arial"/>
              </a:defRPr>
            </a:lvl4pPr>
            <a:lvl5pPr algn="ctr">
              <a:defRPr sz="1650" b="1">
                <a:solidFill>
                  <a:srgbClr val="231F20"/>
                </a:solidFill>
                <a:latin typeface="Arial"/>
                <a:ea typeface="Arial"/>
                <a:cs typeface="Arial"/>
              </a:defRPr>
            </a:lvl5pPr>
            <a:lvl6pPr algn="ctr">
              <a:defRPr sz="1650" b="1">
                <a:solidFill>
                  <a:srgbClr val="231F20"/>
                </a:solidFill>
                <a:latin typeface="Arial"/>
                <a:ea typeface="Arial"/>
                <a:cs typeface="Arial"/>
              </a:defRPr>
            </a:lvl6pPr>
            <a:lvl7pPr algn="ctr">
              <a:defRPr sz="1650" b="1">
                <a:solidFill>
                  <a:srgbClr val="231F20"/>
                </a:solidFill>
                <a:latin typeface="Arial"/>
                <a:ea typeface="Arial"/>
                <a:cs typeface="Arial"/>
              </a:defRPr>
            </a:lvl7pPr>
            <a:lvl8pPr algn="ctr">
              <a:defRPr sz="1650" b="1">
                <a:solidFill>
                  <a:srgbClr val="231F20"/>
                </a:solidFill>
                <a:latin typeface="Arial"/>
                <a:ea typeface="Arial"/>
                <a:cs typeface="Arial"/>
              </a:defRPr>
            </a:lvl8pPr>
            <a:lvl9pPr algn="ctr">
              <a:defRPr sz="1650" b="1">
                <a:solidFill>
                  <a:srgbClr val="231F20"/>
                </a:solidFill>
                <a:latin typeface="Arial"/>
                <a:ea typeface="Arial"/>
                <a:cs typeface="Arial"/>
              </a:defRPr>
            </a:lvl9pPr>
          </a:lstStyle>
          <a:p xmlns:a="http://schemas.openxmlformats.org/drawingml/2006/main">
            <a:pPr algn="ctr">
              <a:defRPr sz="1650" b="1">
                <a:solidFill>
                  <a:srgbClr val="231F20"/>
                </a:solidFill>
                <a:latin typeface="Arial"/>
                <a:ea typeface="Arial"/>
                <a:cs typeface="Arial"/>
              </a:defRPr>
            </a:pPr>
            <a:r>
              <a:rPr sz="1650" b="1">
                <a:solidFill>
                  <a:srgbClr val="231F20"/>
                </a:solidFill>
                <a:latin typeface="Arial"/>
                <a:ea typeface="Arial"/>
                <a:cs typeface="Arial"/>
              </a:rPr>
              <a:t>extend</a:t>
            </a:r>
          </a:p>
        </p:txBody>
      </p:sp>
      <p:sp>
        <p:nvSpPr>
          <p:cNvPr id="38" name="text-168">
            <a:extLst xmlns:a="http://schemas.openxmlformats.org/drawingml/2006/main">
              <a:ext uri="{FF2B5EF4-FFF2-40B4-BE49-F238E27FC236}">
                <a16:creationId xmlns:a16="http://schemas.microsoft.com/office/drawing/2014/main" id="{87E9C140-0FE3-4FC6-A76F-B9379521EF14}"/>
              </a:ext>
            </a:extLst>
          </p:cNvPr>
          <p:cNvSpPr>
            <a:spLocks xmlns:a="http://schemas.openxmlformats.org/drawingml/2006/main" noGrp="1"/>
          </p:cNvSpPr>
          <p:nvPr/>
        </p:nvSpPr>
        <p:spPr>
          <a:xfrm xmlns:a="http://schemas.openxmlformats.org/drawingml/2006/main">
            <a:off x="3524250" y="5572125"/>
            <a:ext cx="1371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650" b="0">
                <a:solidFill>
                  <a:srgbClr val="231F20"/>
                </a:solidFill>
                <a:latin typeface="Yu Gothic"/>
                <a:ea typeface="Yu Gothic"/>
                <a:cs typeface="Yu Gothic"/>
              </a:defRPr>
            </a:defPPr>
            <a:lvl1pPr algn="ctr">
              <a:defRPr sz="1650" b="0">
                <a:solidFill>
                  <a:srgbClr val="231F20"/>
                </a:solidFill>
                <a:latin typeface="Yu Gothic"/>
                <a:ea typeface="Yu Gothic"/>
                <a:cs typeface="Yu Gothic"/>
              </a:defRPr>
            </a:lvl1pPr>
            <a:lvl2pPr algn="ctr">
              <a:defRPr sz="1650" b="0">
                <a:solidFill>
                  <a:srgbClr val="231F20"/>
                </a:solidFill>
                <a:latin typeface="Yu Gothic"/>
                <a:ea typeface="Yu Gothic"/>
                <a:cs typeface="Yu Gothic"/>
              </a:defRPr>
            </a:lvl2pPr>
            <a:lvl3pPr algn="ctr">
              <a:defRPr sz="1650" b="0">
                <a:solidFill>
                  <a:srgbClr val="231F20"/>
                </a:solidFill>
                <a:latin typeface="Yu Gothic"/>
                <a:ea typeface="Yu Gothic"/>
                <a:cs typeface="Yu Gothic"/>
              </a:defRPr>
            </a:lvl3pPr>
            <a:lvl4pPr algn="ctr">
              <a:defRPr sz="1650" b="0">
                <a:solidFill>
                  <a:srgbClr val="231F20"/>
                </a:solidFill>
                <a:latin typeface="Yu Gothic"/>
                <a:ea typeface="Yu Gothic"/>
                <a:cs typeface="Yu Gothic"/>
              </a:defRPr>
            </a:lvl4pPr>
            <a:lvl5pPr algn="ctr">
              <a:defRPr sz="1650" b="0">
                <a:solidFill>
                  <a:srgbClr val="231F20"/>
                </a:solidFill>
                <a:latin typeface="Yu Gothic"/>
                <a:ea typeface="Yu Gothic"/>
                <a:cs typeface="Yu Gothic"/>
              </a:defRPr>
            </a:lvl5pPr>
            <a:lvl6pPr algn="ctr">
              <a:defRPr sz="1650" b="0">
                <a:solidFill>
                  <a:srgbClr val="231F20"/>
                </a:solidFill>
                <a:latin typeface="Yu Gothic"/>
                <a:ea typeface="Yu Gothic"/>
                <a:cs typeface="Yu Gothic"/>
              </a:defRPr>
            </a:lvl6pPr>
            <a:lvl7pPr algn="ctr">
              <a:defRPr sz="1650" b="0">
                <a:solidFill>
                  <a:srgbClr val="231F20"/>
                </a:solidFill>
                <a:latin typeface="Yu Gothic"/>
                <a:ea typeface="Yu Gothic"/>
                <a:cs typeface="Yu Gothic"/>
              </a:defRPr>
            </a:lvl7pPr>
            <a:lvl8pPr algn="ctr">
              <a:defRPr sz="1650" b="0">
                <a:solidFill>
                  <a:srgbClr val="231F20"/>
                </a:solidFill>
                <a:latin typeface="Yu Gothic"/>
                <a:ea typeface="Yu Gothic"/>
                <a:cs typeface="Yu Gothic"/>
              </a:defRPr>
            </a:lvl8pPr>
            <a:lvl9pPr algn="ctr">
              <a:defRPr sz="1650" b="0">
                <a:solidFill>
                  <a:srgbClr val="231F20"/>
                </a:solidFill>
                <a:latin typeface="Yu Gothic"/>
                <a:ea typeface="Yu Gothic"/>
                <a:cs typeface="Yu Gothic"/>
              </a:defRPr>
            </a:lvl9pPr>
          </a:lstStyle>
          <a:p xmlns:a="http://schemas.openxmlformats.org/drawingml/2006/main">
            <a:pPr algn="ctr">
              <a:defRPr sz="1650" b="0">
                <a:solidFill>
                  <a:srgbClr val="231F20"/>
                </a:solidFill>
                <a:latin typeface="Yu Gothic"/>
                <a:ea typeface="Yu Gothic"/>
                <a:cs typeface="Yu Gothic"/>
              </a:defRPr>
            </a:pPr>
            <a:r>
              <a:rPr sz="1650" b="0">
                <a:solidFill>
                  <a:srgbClr val="231F20"/>
                </a:solidFill>
                <a:latin typeface="Yu Gothic"/>
                <a:ea typeface="Yu Gothic"/>
                <a:cs typeface="Yu Gothic"/>
              </a:rPr>
              <a:t>即値を作る</a:t>
            </a:r>
          </a:p>
        </p:txBody>
      </p:sp>
      <p:sp>
        <p:nvSpPr>
          <p:cNvPr id="39" name="wire-169">
            <a:extLst xmlns:a="http://schemas.openxmlformats.org/drawingml/2006/main">
              <a:ext uri="{FF2B5EF4-FFF2-40B4-BE49-F238E27FC236}">
                <a16:creationId xmlns:a16="http://schemas.microsoft.com/office/drawing/2014/main" id="{BAC04760-F2DD-4F21-AC12-92E2F5E798BD}"/>
              </a:ext>
            </a:extLst>
          </p:cNvPr>
          <p:cNvSpPr>
            <a:spLocks xmlns:a="http://schemas.openxmlformats.org/drawingml/2006/main" noGrp="1"/>
          </p:cNvSpPr>
          <p:nvPr/>
        </p:nvSpPr>
        <p:spPr>
          <a:xfrm xmlns:a="http://schemas.openxmlformats.org/drawingml/2006/main">
            <a:off x="4762500" y="5229225"/>
            <a:ext cx="190500" cy="9525"/>
          </a:xfrm>
          <a:custGeom xmlns:a="http://schemas.openxmlformats.org/drawingml/2006/main">
            <a:pathLst>
              <a:path w="190500" h="9525">
                <a:moveTo>
                  <a:pt x="0" y="0"/>
                </a:moveTo>
                <a:lnTo>
                  <a:pt x="190500" y="0"/>
                </a:lnTo>
              </a:path>
            </a:pathLst>
          </a:custGeom>
          <a:noFill xmlns:a="http://schemas.openxmlformats.org/drawingml/2006/main"/>
          <a:ln xmlns:a="http://schemas.openxmlformats.org/drawingml/2006/main" w="28575">
            <a:solidFill>
              <a:srgbClr val="231F20"/>
            </a:solidFill>
          </a:ln>
        </p:spPr>
      </p:sp>
      <p:sp>
        <p:nvSpPr>
          <p:cNvPr id="40" name="wire-170">
            <a:extLst xmlns:a="http://schemas.openxmlformats.org/drawingml/2006/main">
              <a:ext uri="{FF2B5EF4-FFF2-40B4-BE49-F238E27FC236}">
                <a16:creationId xmlns:a16="http://schemas.microsoft.com/office/drawing/2014/main" id="{E73B7076-E414-4BC4-B086-FB79775E5D63}"/>
              </a:ext>
            </a:extLst>
          </p:cNvPr>
          <p:cNvSpPr>
            <a:spLocks xmlns:a="http://schemas.openxmlformats.org/drawingml/2006/main" noGrp="1"/>
          </p:cNvSpPr>
          <p:nvPr/>
        </p:nvSpPr>
        <p:spPr>
          <a:xfrm xmlns:a="http://schemas.openxmlformats.org/drawingml/2006/main">
            <a:off x="4953000" y="4524375"/>
            <a:ext cx="9525" cy="704850"/>
          </a:xfrm>
          <a:custGeom xmlns:a="http://schemas.openxmlformats.org/drawingml/2006/main">
            <a:pathLst>
              <a:path w="9525" h="704850">
                <a:moveTo>
                  <a:pt x="0" y="704850"/>
                </a:moveTo>
                <a:lnTo>
                  <a:pt x="0" y="0"/>
                </a:lnTo>
              </a:path>
            </a:pathLst>
          </a:custGeom>
          <a:noFill xmlns:a="http://schemas.openxmlformats.org/drawingml/2006/main"/>
          <a:ln xmlns:a="http://schemas.openxmlformats.org/drawingml/2006/main" w="28575">
            <a:solidFill>
              <a:srgbClr val="231F20"/>
            </a:solidFill>
          </a:ln>
        </p:spPr>
      </p:sp>
      <p:sp>
        <p:nvSpPr>
          <p:cNvPr id="41" name="wire-171">
            <a:extLst xmlns:a="http://schemas.openxmlformats.org/drawingml/2006/main">
              <a:ext uri="{FF2B5EF4-FFF2-40B4-BE49-F238E27FC236}">
                <a16:creationId xmlns:a16="http://schemas.microsoft.com/office/drawing/2014/main" id="{FB93E1A3-32B8-4148-A05A-8E57CE8F269A}"/>
              </a:ext>
            </a:extLst>
          </p:cNvPr>
          <p:cNvSpPr>
            <a:spLocks xmlns:a="http://schemas.openxmlformats.org/drawingml/2006/main" noGrp="1"/>
          </p:cNvSpPr>
          <p:nvPr/>
        </p:nvSpPr>
        <p:spPr>
          <a:xfrm xmlns:a="http://schemas.openxmlformats.org/drawingml/2006/main">
            <a:off x="3333750" y="4524375"/>
            <a:ext cx="1619250" cy="9525"/>
          </a:xfrm>
          <a:custGeom xmlns:a="http://schemas.openxmlformats.org/drawingml/2006/main">
            <a:pathLst>
              <a:path w="1619250" h="9525">
                <a:moveTo>
                  <a:pt x="1619250" y="0"/>
                </a:moveTo>
                <a:lnTo>
                  <a:pt x="0" y="0"/>
                </a:lnTo>
              </a:path>
            </a:pathLst>
          </a:custGeom>
          <a:noFill xmlns:a="http://schemas.openxmlformats.org/drawingml/2006/main"/>
          <a:ln xmlns:a="http://schemas.openxmlformats.org/drawingml/2006/main" w="28575">
            <a:solidFill>
              <a:srgbClr val="231F20"/>
            </a:solidFill>
          </a:ln>
        </p:spPr>
      </p:sp>
      <p:sp>
        <p:nvSpPr>
          <p:cNvPr id="42" name="wire-172">
            <a:extLst xmlns:a="http://schemas.openxmlformats.org/drawingml/2006/main">
              <a:ext uri="{FF2B5EF4-FFF2-40B4-BE49-F238E27FC236}">
                <a16:creationId xmlns:a16="http://schemas.microsoft.com/office/drawing/2014/main" id="{71A0EBA7-3214-4346-BB20-17F224BBCF89}"/>
              </a:ext>
            </a:extLst>
          </p:cNvPr>
          <p:cNvSpPr>
            <a:spLocks xmlns:a="http://schemas.openxmlformats.org/drawingml/2006/main" noGrp="1"/>
          </p:cNvSpPr>
          <p:nvPr/>
        </p:nvSpPr>
        <p:spPr>
          <a:xfrm xmlns:a="http://schemas.openxmlformats.org/drawingml/2006/main">
            <a:off x="3333750" y="3981450"/>
            <a:ext cx="9525" cy="542925"/>
          </a:xfrm>
          <a:custGeom xmlns:a="http://schemas.openxmlformats.org/drawingml/2006/main">
            <a:pathLst>
              <a:path w="9525" h="542925">
                <a:moveTo>
                  <a:pt x="0" y="542925"/>
                </a:moveTo>
                <a:lnTo>
                  <a:pt x="0" y="0"/>
                </a:lnTo>
              </a:path>
            </a:pathLst>
          </a:custGeom>
          <a:noFill xmlns:a="http://schemas.openxmlformats.org/drawingml/2006/main"/>
          <a:ln xmlns:a="http://schemas.openxmlformats.org/drawingml/2006/main" w="28575">
            <a:solidFill>
              <a:srgbClr val="231F20"/>
            </a:solidFill>
          </a:ln>
        </p:spPr>
      </p:sp>
      <p:sp>
        <p:nvSpPr>
          <p:cNvPr id="43" name="wire-173">
            <a:extLst xmlns:a="http://schemas.openxmlformats.org/drawingml/2006/main">
              <a:ext uri="{FF2B5EF4-FFF2-40B4-BE49-F238E27FC236}">
                <a16:creationId xmlns:a16="http://schemas.microsoft.com/office/drawing/2014/main" id="{4624385C-F10F-424F-A527-F23DA0CD1834}"/>
              </a:ext>
            </a:extLst>
          </p:cNvPr>
          <p:cNvSpPr>
            <a:spLocks xmlns:a="http://schemas.openxmlformats.org/drawingml/2006/main" noGrp="1"/>
          </p:cNvSpPr>
          <p:nvPr/>
        </p:nvSpPr>
        <p:spPr>
          <a:xfrm xmlns:a="http://schemas.openxmlformats.org/drawingml/2006/main">
            <a:off x="3333750" y="3981450"/>
            <a:ext cx="381000" cy="9525"/>
          </a:xfrm>
          <a:custGeom xmlns:a="http://schemas.openxmlformats.org/drawingml/2006/main">
            <a:pathLst>
              <a:path w="381000" h="9525">
                <a:moveTo>
                  <a:pt x="0" y="0"/>
                </a:moveTo>
                <a:lnTo>
                  <a:pt x="381000" y="0"/>
                </a:lnTo>
              </a:path>
            </a:pathLst>
          </a:custGeom>
          <a:noFill xmlns:a="http://schemas.openxmlformats.org/drawingml/2006/main"/>
          <a:ln xmlns:a="http://schemas.openxmlformats.org/drawingml/2006/main" w="28575">
            <a:solidFill>
              <a:srgbClr val="231F20"/>
            </a:solidFill>
          </a:ln>
        </p:spPr>
      </p:sp>
      <p:sp>
        <p:nvSpPr>
          <p:cNvPr id="44" name="circuit-174">
            <a:extLst xmlns:a="http://schemas.openxmlformats.org/drawingml/2006/main">
              <a:ext uri="{FF2B5EF4-FFF2-40B4-BE49-F238E27FC236}">
                <a16:creationId xmlns:a16="http://schemas.microsoft.com/office/drawing/2014/main" id="{38A8CD22-B8AF-4472-9A13-7C5F1C5FE5D5}"/>
              </a:ext>
            </a:extLst>
          </p:cNvPr>
          <p:cNvSpPr>
            <a:spLocks xmlns:a="http://schemas.openxmlformats.org/drawingml/2006/main" noGrp="1"/>
          </p:cNvSpPr>
          <p:nvPr/>
        </p:nvSpPr>
        <p:spPr>
          <a:xfrm xmlns:a="http://schemas.openxmlformats.org/drawingml/2006/main">
            <a:off x="3638550" y="395001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45" name="text-175">
            <a:extLst xmlns:a="http://schemas.openxmlformats.org/drawingml/2006/main">
              <a:ext uri="{FF2B5EF4-FFF2-40B4-BE49-F238E27FC236}">
                <a16:creationId xmlns:a16="http://schemas.microsoft.com/office/drawing/2014/main" id="{686AE4EA-03A9-4C83-B33E-5B3F17CB6DFA}"/>
              </a:ext>
            </a:extLst>
          </p:cNvPr>
          <p:cNvSpPr>
            <a:spLocks xmlns:a="http://schemas.openxmlformats.org/drawingml/2006/main" noGrp="1"/>
          </p:cNvSpPr>
          <p:nvPr/>
        </p:nvSpPr>
        <p:spPr>
          <a:xfrm xmlns:a="http://schemas.openxmlformats.org/drawingml/2006/main">
            <a:off x="3333750" y="4181475"/>
            <a:ext cx="381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00" b="1">
                <a:solidFill>
                  <a:srgbClr val="1572C3"/>
                </a:solidFill>
                <a:latin typeface="Arial"/>
                <a:ea typeface="Arial"/>
                <a:cs typeface="Arial"/>
              </a:defRPr>
            </a:defPPr>
            <a:lvl1pPr algn="ctr">
              <a:defRPr sz="1800" b="1">
                <a:solidFill>
                  <a:srgbClr val="1572C3"/>
                </a:solidFill>
                <a:latin typeface="Arial"/>
                <a:ea typeface="Arial"/>
                <a:cs typeface="Arial"/>
              </a:defRPr>
            </a:lvl1pPr>
            <a:lvl2pPr algn="ctr">
              <a:defRPr sz="1800" b="1">
                <a:solidFill>
                  <a:srgbClr val="1572C3"/>
                </a:solidFill>
                <a:latin typeface="Arial"/>
                <a:ea typeface="Arial"/>
                <a:cs typeface="Arial"/>
              </a:defRPr>
            </a:lvl2pPr>
            <a:lvl3pPr algn="ctr">
              <a:defRPr sz="1800" b="1">
                <a:solidFill>
                  <a:srgbClr val="1572C3"/>
                </a:solidFill>
                <a:latin typeface="Arial"/>
                <a:ea typeface="Arial"/>
                <a:cs typeface="Arial"/>
              </a:defRPr>
            </a:lvl3pPr>
            <a:lvl4pPr algn="ctr">
              <a:defRPr sz="1800" b="1">
                <a:solidFill>
                  <a:srgbClr val="1572C3"/>
                </a:solidFill>
                <a:latin typeface="Arial"/>
                <a:ea typeface="Arial"/>
                <a:cs typeface="Arial"/>
              </a:defRPr>
            </a:lvl4pPr>
            <a:lvl5pPr algn="ctr">
              <a:defRPr sz="1800" b="1">
                <a:solidFill>
                  <a:srgbClr val="1572C3"/>
                </a:solidFill>
                <a:latin typeface="Arial"/>
                <a:ea typeface="Arial"/>
                <a:cs typeface="Arial"/>
              </a:defRPr>
            </a:lvl5pPr>
            <a:lvl6pPr algn="ctr">
              <a:defRPr sz="1800" b="1">
                <a:solidFill>
                  <a:srgbClr val="1572C3"/>
                </a:solidFill>
                <a:latin typeface="Arial"/>
                <a:ea typeface="Arial"/>
                <a:cs typeface="Arial"/>
              </a:defRPr>
            </a:lvl6pPr>
            <a:lvl7pPr algn="ctr">
              <a:defRPr sz="1800" b="1">
                <a:solidFill>
                  <a:srgbClr val="1572C3"/>
                </a:solidFill>
                <a:latin typeface="Arial"/>
                <a:ea typeface="Arial"/>
                <a:cs typeface="Arial"/>
              </a:defRPr>
            </a:lvl7pPr>
            <a:lvl8pPr algn="ctr">
              <a:defRPr sz="1800" b="1">
                <a:solidFill>
                  <a:srgbClr val="1572C3"/>
                </a:solidFill>
                <a:latin typeface="Arial"/>
                <a:ea typeface="Arial"/>
                <a:cs typeface="Arial"/>
              </a:defRPr>
            </a:lvl8pPr>
            <a:lvl9pPr algn="ctr">
              <a:defRPr sz="1800" b="1">
                <a:solidFill>
                  <a:srgbClr val="1572C3"/>
                </a:solidFill>
                <a:latin typeface="Arial"/>
                <a:ea typeface="Arial"/>
                <a:cs typeface="Arial"/>
              </a:defRPr>
            </a:lvl9pPr>
          </a:lstStyle>
          <a:p xmlns:a="http://schemas.openxmlformats.org/drawingml/2006/main">
            <a:pPr algn="ctr">
              <a:defRPr sz="1800" b="1">
                <a:solidFill>
                  <a:srgbClr val="1572C3"/>
                </a:solidFill>
                <a:latin typeface="Arial"/>
                <a:ea typeface="Arial"/>
                <a:cs typeface="Arial"/>
              </a:defRPr>
            </a:pPr>
            <a:r>
              <a:rPr sz="1800" b="1">
                <a:solidFill>
                  <a:srgbClr val="1572C3"/>
                </a:solidFill>
                <a:latin typeface="Arial"/>
                <a:ea typeface="Arial"/>
                <a:cs typeface="Arial"/>
              </a:rPr>
              <a:t>4</a:t>
            </a:r>
          </a:p>
        </p:txBody>
      </p:sp>
      <p:sp>
        <p:nvSpPr>
          <p:cNvPr id="46" name="wire-176">
            <a:extLst xmlns:a="http://schemas.openxmlformats.org/drawingml/2006/main">
              <a:ext uri="{FF2B5EF4-FFF2-40B4-BE49-F238E27FC236}">
                <a16:creationId xmlns:a16="http://schemas.microsoft.com/office/drawing/2014/main" id="{7B86F65D-FE2F-4B94-9679-9533ECFF3B0D}"/>
              </a:ext>
            </a:extLst>
          </p:cNvPr>
          <p:cNvSpPr>
            <a:spLocks xmlns:a="http://schemas.openxmlformats.org/drawingml/2006/main" noGrp="1"/>
          </p:cNvSpPr>
          <p:nvPr/>
        </p:nvSpPr>
        <p:spPr>
          <a:xfrm xmlns:a="http://schemas.openxmlformats.org/drawingml/2006/main">
            <a:off x="4572000" y="3619500"/>
            <a:ext cx="952500" cy="9525"/>
          </a:xfrm>
          <a:custGeom xmlns:a="http://schemas.openxmlformats.org/drawingml/2006/main">
            <a:pathLst>
              <a:path w="952500" h="9525">
                <a:moveTo>
                  <a:pt x="0" y="0"/>
                </a:moveTo>
                <a:lnTo>
                  <a:pt x="952500" y="0"/>
                </a:lnTo>
              </a:path>
            </a:pathLst>
          </a:custGeom>
          <a:noFill xmlns:a="http://schemas.openxmlformats.org/drawingml/2006/main"/>
          <a:ln xmlns:a="http://schemas.openxmlformats.org/drawingml/2006/main" w="28575">
            <a:solidFill>
              <a:srgbClr val="231F20"/>
            </a:solidFill>
          </a:ln>
        </p:spPr>
      </p:sp>
      <p:sp>
        <p:nvSpPr>
          <p:cNvPr id="47" name="circuit-177">
            <a:extLst xmlns:a="http://schemas.openxmlformats.org/drawingml/2006/main">
              <a:ext uri="{FF2B5EF4-FFF2-40B4-BE49-F238E27FC236}">
                <a16:creationId xmlns:a16="http://schemas.microsoft.com/office/drawing/2014/main" id="{807DB1B2-0804-47FE-AF9D-916D43EC79C1}"/>
              </a:ext>
            </a:extLst>
          </p:cNvPr>
          <p:cNvSpPr>
            <a:spLocks xmlns:a="http://schemas.openxmlformats.org/drawingml/2006/main" noGrp="1"/>
          </p:cNvSpPr>
          <p:nvPr/>
        </p:nvSpPr>
        <p:spPr>
          <a:xfrm xmlns:a="http://schemas.openxmlformats.org/drawingml/2006/main">
            <a:off x="5448300" y="35880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48" name="text-178">
            <a:extLst xmlns:a="http://schemas.openxmlformats.org/drawingml/2006/main">
              <a:ext uri="{FF2B5EF4-FFF2-40B4-BE49-F238E27FC236}">
                <a16:creationId xmlns:a16="http://schemas.microsoft.com/office/drawing/2014/main" id="{0238056F-C037-40C1-B5A9-F894F031C310}"/>
              </a:ext>
            </a:extLst>
          </p:cNvPr>
          <p:cNvSpPr>
            <a:spLocks xmlns:a="http://schemas.openxmlformats.org/drawingml/2006/main" noGrp="1"/>
          </p:cNvSpPr>
          <p:nvPr/>
        </p:nvSpPr>
        <p:spPr>
          <a:xfrm xmlns:a="http://schemas.openxmlformats.org/drawingml/2006/main">
            <a:off x="4591050" y="3219450"/>
            <a:ext cx="904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1">
                <a:solidFill>
                  <a:srgbClr val="1572C3"/>
                </a:solidFill>
                <a:latin typeface="Yu Gothic"/>
                <a:ea typeface="Yu Gothic"/>
                <a:cs typeface="Yu Gothic"/>
              </a:defRPr>
            </a:defPPr>
            <a:lvl1pPr algn="ctr">
              <a:defRPr sz="1575" b="1">
                <a:solidFill>
                  <a:srgbClr val="1572C3"/>
                </a:solidFill>
                <a:latin typeface="Yu Gothic"/>
                <a:ea typeface="Yu Gothic"/>
                <a:cs typeface="Yu Gothic"/>
              </a:defRPr>
            </a:lvl1pPr>
            <a:lvl2pPr algn="ctr">
              <a:defRPr sz="1575" b="1">
                <a:solidFill>
                  <a:srgbClr val="1572C3"/>
                </a:solidFill>
                <a:latin typeface="Yu Gothic"/>
                <a:ea typeface="Yu Gothic"/>
                <a:cs typeface="Yu Gothic"/>
              </a:defRPr>
            </a:lvl2pPr>
            <a:lvl3pPr algn="ctr">
              <a:defRPr sz="1575" b="1">
                <a:solidFill>
                  <a:srgbClr val="1572C3"/>
                </a:solidFill>
                <a:latin typeface="Yu Gothic"/>
                <a:ea typeface="Yu Gothic"/>
                <a:cs typeface="Yu Gothic"/>
              </a:defRPr>
            </a:lvl3pPr>
            <a:lvl4pPr algn="ctr">
              <a:defRPr sz="1575" b="1">
                <a:solidFill>
                  <a:srgbClr val="1572C3"/>
                </a:solidFill>
                <a:latin typeface="Yu Gothic"/>
                <a:ea typeface="Yu Gothic"/>
                <a:cs typeface="Yu Gothic"/>
              </a:defRPr>
            </a:lvl4pPr>
            <a:lvl5pPr algn="ctr">
              <a:defRPr sz="1575" b="1">
                <a:solidFill>
                  <a:srgbClr val="1572C3"/>
                </a:solidFill>
                <a:latin typeface="Yu Gothic"/>
                <a:ea typeface="Yu Gothic"/>
                <a:cs typeface="Yu Gothic"/>
              </a:defRPr>
            </a:lvl5pPr>
            <a:lvl6pPr algn="ctr">
              <a:defRPr sz="1575" b="1">
                <a:solidFill>
                  <a:srgbClr val="1572C3"/>
                </a:solidFill>
                <a:latin typeface="Yu Gothic"/>
                <a:ea typeface="Yu Gothic"/>
                <a:cs typeface="Yu Gothic"/>
              </a:defRPr>
            </a:lvl6pPr>
            <a:lvl7pPr algn="ctr">
              <a:defRPr sz="1575" b="1">
                <a:solidFill>
                  <a:srgbClr val="1572C3"/>
                </a:solidFill>
                <a:latin typeface="Yu Gothic"/>
                <a:ea typeface="Yu Gothic"/>
                <a:cs typeface="Yu Gothic"/>
              </a:defRPr>
            </a:lvl7pPr>
            <a:lvl8pPr algn="ctr">
              <a:defRPr sz="1575" b="1">
                <a:solidFill>
                  <a:srgbClr val="1572C3"/>
                </a:solidFill>
                <a:latin typeface="Yu Gothic"/>
                <a:ea typeface="Yu Gothic"/>
                <a:cs typeface="Yu Gothic"/>
              </a:defRPr>
            </a:lvl8pPr>
            <a:lvl9pPr algn="ctr">
              <a:defRPr sz="1575" b="1">
                <a:solidFill>
                  <a:srgbClr val="1572C3"/>
                </a:solidFill>
                <a:latin typeface="Yu Gothic"/>
                <a:ea typeface="Yu Gothic"/>
                <a:cs typeface="Yu Gothic"/>
              </a:defRPr>
            </a:lvl9pPr>
          </a:lstStyle>
          <a:p xmlns:a="http://schemas.openxmlformats.org/drawingml/2006/main">
            <a:pPr algn="ctr">
              <a:defRPr sz="1575" b="1">
                <a:solidFill>
                  <a:srgbClr val="1572C3"/>
                </a:solidFill>
                <a:latin typeface="Yu Gothic"/>
                <a:ea typeface="Yu Gothic"/>
                <a:cs typeface="Yu Gothic"/>
              </a:defRPr>
            </a:pPr>
            <a:r>
              <a:rPr sz="1575" b="1">
                <a:solidFill>
                  <a:srgbClr val="1572C3"/>
                </a:solidFill>
                <a:latin typeface="Yu Gothic"/>
                <a:ea typeface="Yu Gothic"/>
                <a:cs typeface="Yu Gothic"/>
              </a:rPr>
              <a:t>番地 4</a:t>
            </a:r>
          </a:p>
        </p:txBody>
      </p:sp>
      <p:sp>
        <p:nvSpPr>
          <p:cNvPr id="49" name="wire-179">
            <a:extLst xmlns:a="http://schemas.openxmlformats.org/drawingml/2006/main">
              <a:ext uri="{FF2B5EF4-FFF2-40B4-BE49-F238E27FC236}">
                <a16:creationId xmlns:a16="http://schemas.microsoft.com/office/drawing/2014/main" id="{253DEBB2-D35A-4AAB-BED0-B871F6641537}"/>
              </a:ext>
            </a:extLst>
          </p:cNvPr>
          <p:cNvSpPr>
            <a:spLocks xmlns:a="http://schemas.openxmlformats.org/drawingml/2006/main" noGrp="1"/>
          </p:cNvSpPr>
          <p:nvPr/>
        </p:nvSpPr>
        <p:spPr>
          <a:xfrm xmlns:a="http://schemas.openxmlformats.org/drawingml/2006/main">
            <a:off x="2895600" y="3981450"/>
            <a:ext cx="209550" cy="9525"/>
          </a:xfrm>
          <a:custGeom xmlns:a="http://schemas.openxmlformats.org/drawingml/2006/main">
            <a:pathLst>
              <a:path w="209550" h="9525">
                <a:moveTo>
                  <a:pt x="0" y="0"/>
                </a:moveTo>
                <a:lnTo>
                  <a:pt x="209550" y="0"/>
                </a:lnTo>
              </a:path>
            </a:pathLst>
          </a:custGeom>
          <a:noFill xmlns:a="http://schemas.openxmlformats.org/drawingml/2006/main"/>
          <a:ln xmlns:a="http://schemas.openxmlformats.org/drawingml/2006/main" w="28575">
            <a:solidFill>
              <a:srgbClr val="1572C3"/>
            </a:solidFill>
          </a:ln>
        </p:spPr>
      </p:sp>
      <p:sp>
        <p:nvSpPr>
          <p:cNvPr id="50" name="wire-180">
            <a:extLst xmlns:a="http://schemas.openxmlformats.org/drawingml/2006/main">
              <a:ext uri="{FF2B5EF4-FFF2-40B4-BE49-F238E27FC236}">
                <a16:creationId xmlns:a16="http://schemas.microsoft.com/office/drawing/2014/main" id="{57241190-55B1-4654-A4F5-1BDBD3B50E27}"/>
              </a:ext>
            </a:extLst>
          </p:cNvPr>
          <p:cNvSpPr>
            <a:spLocks xmlns:a="http://schemas.openxmlformats.org/drawingml/2006/main" noGrp="1"/>
          </p:cNvSpPr>
          <p:nvPr/>
        </p:nvSpPr>
        <p:spPr>
          <a:xfrm xmlns:a="http://schemas.openxmlformats.org/drawingml/2006/main">
            <a:off x="3105150" y="3981450"/>
            <a:ext cx="9525" cy="1971675"/>
          </a:xfrm>
          <a:custGeom xmlns:a="http://schemas.openxmlformats.org/drawingml/2006/main">
            <a:pathLst>
              <a:path w="9525" h="1971675">
                <a:moveTo>
                  <a:pt x="0" y="0"/>
                </a:moveTo>
                <a:lnTo>
                  <a:pt x="0" y="1971675"/>
                </a:lnTo>
              </a:path>
            </a:pathLst>
          </a:custGeom>
          <a:noFill xmlns:a="http://schemas.openxmlformats.org/drawingml/2006/main"/>
          <a:ln xmlns:a="http://schemas.openxmlformats.org/drawingml/2006/main" w="28575">
            <a:solidFill>
              <a:srgbClr val="1572C3"/>
            </a:solidFill>
          </a:ln>
        </p:spPr>
      </p:sp>
      <p:sp>
        <p:nvSpPr>
          <p:cNvPr id="51" name="wire-181">
            <a:extLst xmlns:a="http://schemas.openxmlformats.org/drawingml/2006/main">
              <a:ext uri="{FF2B5EF4-FFF2-40B4-BE49-F238E27FC236}">
                <a16:creationId xmlns:a16="http://schemas.microsoft.com/office/drawing/2014/main" id="{7171B44E-1A4C-4A86-A36A-82B83A57E642}"/>
              </a:ext>
            </a:extLst>
          </p:cNvPr>
          <p:cNvSpPr>
            <a:spLocks xmlns:a="http://schemas.openxmlformats.org/drawingml/2006/main" noGrp="1"/>
          </p:cNvSpPr>
          <p:nvPr/>
        </p:nvSpPr>
        <p:spPr>
          <a:xfrm xmlns:a="http://schemas.openxmlformats.org/drawingml/2006/main">
            <a:off x="3105150" y="5953125"/>
            <a:ext cx="2133600" cy="9525"/>
          </a:xfrm>
          <a:custGeom xmlns:a="http://schemas.openxmlformats.org/drawingml/2006/main">
            <a:pathLst>
              <a:path w="2133600" h="9525">
                <a:moveTo>
                  <a:pt x="0" y="0"/>
                </a:moveTo>
                <a:lnTo>
                  <a:pt x="2133600" y="0"/>
                </a:lnTo>
              </a:path>
            </a:pathLst>
          </a:custGeom>
          <a:noFill xmlns:a="http://schemas.openxmlformats.org/drawingml/2006/main"/>
          <a:ln xmlns:a="http://schemas.openxmlformats.org/drawingml/2006/main" w="28575">
            <a:solidFill>
              <a:srgbClr val="1572C3"/>
            </a:solidFill>
          </a:ln>
        </p:spPr>
      </p:sp>
      <p:sp>
        <p:nvSpPr>
          <p:cNvPr id="52" name="wire-182">
            <a:extLst xmlns:a="http://schemas.openxmlformats.org/drawingml/2006/main">
              <a:ext uri="{FF2B5EF4-FFF2-40B4-BE49-F238E27FC236}">
                <a16:creationId xmlns:a16="http://schemas.microsoft.com/office/drawing/2014/main" id="{2DBD6AA4-8562-4F49-95F8-17BB9F4A6E75}"/>
              </a:ext>
            </a:extLst>
          </p:cNvPr>
          <p:cNvSpPr>
            <a:spLocks xmlns:a="http://schemas.openxmlformats.org/drawingml/2006/main" noGrp="1"/>
          </p:cNvSpPr>
          <p:nvPr/>
        </p:nvSpPr>
        <p:spPr>
          <a:xfrm xmlns:a="http://schemas.openxmlformats.org/drawingml/2006/main">
            <a:off x="5238750" y="4476750"/>
            <a:ext cx="9525" cy="1476375"/>
          </a:xfrm>
          <a:custGeom xmlns:a="http://schemas.openxmlformats.org/drawingml/2006/main">
            <a:pathLst>
              <a:path w="9525" h="1476375">
                <a:moveTo>
                  <a:pt x="0" y="1476375"/>
                </a:moveTo>
                <a:lnTo>
                  <a:pt x="0" y="0"/>
                </a:lnTo>
              </a:path>
            </a:pathLst>
          </a:custGeom>
          <a:noFill xmlns:a="http://schemas.openxmlformats.org/drawingml/2006/main"/>
          <a:ln xmlns:a="http://schemas.openxmlformats.org/drawingml/2006/main" w="28575">
            <a:solidFill>
              <a:srgbClr val="1572C3"/>
            </a:solidFill>
          </a:ln>
        </p:spPr>
      </p:sp>
      <p:sp>
        <p:nvSpPr>
          <p:cNvPr id="53" name="wire-183">
            <a:extLst xmlns:a="http://schemas.openxmlformats.org/drawingml/2006/main">
              <a:ext uri="{FF2B5EF4-FFF2-40B4-BE49-F238E27FC236}">
                <a16:creationId xmlns:a16="http://schemas.microsoft.com/office/drawing/2014/main" id="{BE29F64F-C20A-48D6-8822-DB90F4113D0C}"/>
              </a:ext>
            </a:extLst>
          </p:cNvPr>
          <p:cNvSpPr>
            <a:spLocks xmlns:a="http://schemas.openxmlformats.org/drawingml/2006/main" noGrp="1"/>
          </p:cNvSpPr>
          <p:nvPr/>
        </p:nvSpPr>
        <p:spPr>
          <a:xfrm xmlns:a="http://schemas.openxmlformats.org/drawingml/2006/main">
            <a:off x="5238750" y="4476750"/>
            <a:ext cx="285750" cy="9525"/>
          </a:xfrm>
          <a:custGeom xmlns:a="http://schemas.openxmlformats.org/drawingml/2006/main">
            <a:pathLst>
              <a:path w="285750" h="9525">
                <a:moveTo>
                  <a:pt x="0" y="0"/>
                </a:moveTo>
                <a:lnTo>
                  <a:pt x="285750" y="0"/>
                </a:lnTo>
              </a:path>
            </a:pathLst>
          </a:custGeom>
          <a:noFill xmlns:a="http://schemas.openxmlformats.org/drawingml/2006/main"/>
          <a:ln xmlns:a="http://schemas.openxmlformats.org/drawingml/2006/main" w="28575">
            <a:solidFill>
              <a:srgbClr val="1572C3"/>
            </a:solidFill>
          </a:ln>
        </p:spPr>
      </p:sp>
      <p:sp>
        <p:nvSpPr>
          <p:cNvPr id="54" name="circuit-184">
            <a:extLst xmlns:a="http://schemas.openxmlformats.org/drawingml/2006/main">
              <a:ext uri="{FF2B5EF4-FFF2-40B4-BE49-F238E27FC236}">
                <a16:creationId xmlns:a16="http://schemas.microsoft.com/office/drawing/2014/main" id="{11E771A0-C6FC-43C2-AE30-8EAFDECA00A8}"/>
              </a:ext>
            </a:extLst>
          </p:cNvPr>
          <p:cNvSpPr>
            <a:spLocks xmlns:a="http://schemas.openxmlformats.org/drawingml/2006/main" noGrp="1"/>
          </p:cNvSpPr>
          <p:nvPr/>
        </p:nvSpPr>
        <p:spPr>
          <a:xfrm xmlns:a="http://schemas.openxmlformats.org/drawingml/2006/main">
            <a:off x="5448300" y="444531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55" name="text-185">
            <a:extLst xmlns:a="http://schemas.openxmlformats.org/drawingml/2006/main">
              <a:ext uri="{FF2B5EF4-FFF2-40B4-BE49-F238E27FC236}">
                <a16:creationId xmlns:a16="http://schemas.microsoft.com/office/drawing/2014/main" id="{558DB601-E295-425B-B44A-F9922DC57A46}"/>
              </a:ext>
            </a:extLst>
          </p:cNvPr>
          <p:cNvSpPr>
            <a:spLocks xmlns:a="http://schemas.openxmlformats.org/drawingml/2006/main" noGrp="1"/>
          </p:cNvSpPr>
          <p:nvPr/>
        </p:nvSpPr>
        <p:spPr>
          <a:xfrm xmlns:a="http://schemas.openxmlformats.org/drawingml/2006/main">
            <a:off x="3371850" y="600075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00" b="1">
                <a:solidFill>
                  <a:srgbClr val="1572C3"/>
                </a:solidFill>
                <a:latin typeface="Yu Gothic"/>
                <a:ea typeface="Yu Gothic"/>
                <a:cs typeface="Yu Gothic"/>
              </a:defRPr>
            </a:defPPr>
            <a:lvl1pPr algn="ctr">
              <a:defRPr sz="1800" b="1">
                <a:solidFill>
                  <a:srgbClr val="1572C3"/>
                </a:solidFill>
                <a:latin typeface="Yu Gothic"/>
                <a:ea typeface="Yu Gothic"/>
                <a:cs typeface="Yu Gothic"/>
              </a:defRPr>
            </a:lvl1pPr>
            <a:lvl2pPr algn="ctr">
              <a:defRPr sz="1800" b="1">
                <a:solidFill>
                  <a:srgbClr val="1572C3"/>
                </a:solidFill>
                <a:latin typeface="Yu Gothic"/>
                <a:ea typeface="Yu Gothic"/>
                <a:cs typeface="Yu Gothic"/>
              </a:defRPr>
            </a:lvl2pPr>
            <a:lvl3pPr algn="ctr">
              <a:defRPr sz="1800" b="1">
                <a:solidFill>
                  <a:srgbClr val="1572C3"/>
                </a:solidFill>
                <a:latin typeface="Yu Gothic"/>
                <a:ea typeface="Yu Gothic"/>
                <a:cs typeface="Yu Gothic"/>
              </a:defRPr>
            </a:lvl3pPr>
            <a:lvl4pPr algn="ctr">
              <a:defRPr sz="1800" b="1">
                <a:solidFill>
                  <a:srgbClr val="1572C3"/>
                </a:solidFill>
                <a:latin typeface="Yu Gothic"/>
                <a:ea typeface="Yu Gothic"/>
                <a:cs typeface="Yu Gothic"/>
              </a:defRPr>
            </a:lvl4pPr>
            <a:lvl5pPr algn="ctr">
              <a:defRPr sz="1800" b="1">
                <a:solidFill>
                  <a:srgbClr val="1572C3"/>
                </a:solidFill>
                <a:latin typeface="Yu Gothic"/>
                <a:ea typeface="Yu Gothic"/>
                <a:cs typeface="Yu Gothic"/>
              </a:defRPr>
            </a:lvl5pPr>
            <a:lvl6pPr algn="ctr">
              <a:defRPr sz="1800" b="1">
                <a:solidFill>
                  <a:srgbClr val="1572C3"/>
                </a:solidFill>
                <a:latin typeface="Yu Gothic"/>
                <a:ea typeface="Yu Gothic"/>
                <a:cs typeface="Yu Gothic"/>
              </a:defRPr>
            </a:lvl6pPr>
            <a:lvl7pPr algn="ctr">
              <a:defRPr sz="1800" b="1">
                <a:solidFill>
                  <a:srgbClr val="1572C3"/>
                </a:solidFill>
                <a:latin typeface="Yu Gothic"/>
                <a:ea typeface="Yu Gothic"/>
                <a:cs typeface="Yu Gothic"/>
              </a:defRPr>
            </a:lvl7pPr>
            <a:lvl8pPr algn="ctr">
              <a:defRPr sz="1800" b="1">
                <a:solidFill>
                  <a:srgbClr val="1572C3"/>
                </a:solidFill>
                <a:latin typeface="Yu Gothic"/>
                <a:ea typeface="Yu Gothic"/>
                <a:cs typeface="Yu Gothic"/>
              </a:defRPr>
            </a:lvl8pPr>
            <a:lvl9pPr algn="ctr">
              <a:defRPr sz="1800" b="1">
                <a:solidFill>
                  <a:srgbClr val="1572C3"/>
                </a:solidFill>
                <a:latin typeface="Yu Gothic"/>
                <a:ea typeface="Yu Gothic"/>
                <a:cs typeface="Yu Gothic"/>
              </a:defRPr>
            </a:lvl9pPr>
          </a:lstStyle>
          <a:p xmlns:a="http://schemas.openxmlformats.org/drawingml/2006/main">
            <a:pPr algn="ctr">
              <a:defRPr sz="1800" b="1">
                <a:solidFill>
                  <a:srgbClr val="1572C3"/>
                </a:solidFill>
                <a:latin typeface="Yu Gothic"/>
                <a:ea typeface="Yu Gothic"/>
                <a:cs typeface="Yu Gothic"/>
              </a:defRPr>
            </a:pPr>
            <a:r>
              <a:rPr sz="1800" b="1">
                <a:solidFill>
                  <a:srgbClr val="1572C3"/>
                </a:solidFill>
                <a:latin typeface="Yu Gothic"/>
                <a:ea typeface="Yu Gothic"/>
                <a:cs typeface="Yu Gothic"/>
              </a:rPr>
              <a:t>書く値 3</a:t>
            </a:r>
          </a:p>
        </p:txBody>
      </p:sp>
      <p:sp>
        <p:nvSpPr>
          <p:cNvPr id="56" name="block-186">
            <a:extLst xmlns:a="http://schemas.openxmlformats.org/drawingml/2006/main">
              <a:ext uri="{FF2B5EF4-FFF2-40B4-BE49-F238E27FC236}">
                <a16:creationId xmlns:a16="http://schemas.microsoft.com/office/drawing/2014/main" id="{B7C554A7-6ECB-40AE-A85F-FCE6A2033D8C}"/>
              </a:ext>
            </a:extLst>
          </p:cNvPr>
          <p:cNvSpPr>
            <a:spLocks xmlns:a="http://schemas.openxmlformats.org/drawingml/2006/main" noGrp="1"/>
          </p:cNvSpPr>
          <p:nvPr/>
        </p:nvSpPr>
        <p:spPr>
          <a:xfrm xmlns:a="http://schemas.openxmlformats.org/drawingml/2006/main">
            <a:off x="5524500" y="2838450"/>
            <a:ext cx="1657350" cy="222885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57" name="text-187">
            <a:extLst xmlns:a="http://schemas.openxmlformats.org/drawingml/2006/main">
              <a:ext uri="{FF2B5EF4-FFF2-40B4-BE49-F238E27FC236}">
                <a16:creationId xmlns:a16="http://schemas.microsoft.com/office/drawing/2014/main" id="{CD5EA5ED-D8BD-45C0-AB0E-A2192061412F}"/>
              </a:ext>
            </a:extLst>
          </p:cNvPr>
          <p:cNvSpPr>
            <a:spLocks xmlns:a="http://schemas.openxmlformats.org/drawingml/2006/main" noGrp="1"/>
          </p:cNvSpPr>
          <p:nvPr/>
        </p:nvSpPr>
        <p:spPr>
          <a:xfrm xmlns:a="http://schemas.openxmlformats.org/drawingml/2006/main">
            <a:off x="5819775" y="3095625"/>
            <a:ext cx="120015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650" b="1">
                <a:solidFill>
                  <a:srgbClr val="231F20"/>
                </a:solidFill>
                <a:latin typeface="Arial"/>
                <a:ea typeface="Arial"/>
                <a:cs typeface="Arial"/>
              </a:defRPr>
            </a:defPPr>
            <a:lvl1pPr algn="ctr">
              <a:defRPr sz="1650" b="1">
                <a:solidFill>
                  <a:srgbClr val="231F20"/>
                </a:solidFill>
                <a:latin typeface="Arial"/>
                <a:ea typeface="Arial"/>
                <a:cs typeface="Arial"/>
              </a:defRPr>
            </a:lvl1pPr>
            <a:lvl2pPr algn="ctr">
              <a:defRPr sz="1650" b="1">
                <a:solidFill>
                  <a:srgbClr val="231F20"/>
                </a:solidFill>
                <a:latin typeface="Arial"/>
                <a:ea typeface="Arial"/>
                <a:cs typeface="Arial"/>
              </a:defRPr>
            </a:lvl2pPr>
            <a:lvl3pPr algn="ctr">
              <a:defRPr sz="1650" b="1">
                <a:solidFill>
                  <a:srgbClr val="231F20"/>
                </a:solidFill>
                <a:latin typeface="Arial"/>
                <a:ea typeface="Arial"/>
                <a:cs typeface="Arial"/>
              </a:defRPr>
            </a:lvl3pPr>
            <a:lvl4pPr algn="ctr">
              <a:defRPr sz="1650" b="1">
                <a:solidFill>
                  <a:srgbClr val="231F20"/>
                </a:solidFill>
                <a:latin typeface="Arial"/>
                <a:ea typeface="Arial"/>
                <a:cs typeface="Arial"/>
              </a:defRPr>
            </a:lvl4pPr>
            <a:lvl5pPr algn="ctr">
              <a:defRPr sz="1650" b="1">
                <a:solidFill>
                  <a:srgbClr val="231F20"/>
                </a:solidFill>
                <a:latin typeface="Arial"/>
                <a:ea typeface="Arial"/>
                <a:cs typeface="Arial"/>
              </a:defRPr>
            </a:lvl5pPr>
            <a:lvl6pPr algn="ctr">
              <a:defRPr sz="1650" b="1">
                <a:solidFill>
                  <a:srgbClr val="231F20"/>
                </a:solidFill>
                <a:latin typeface="Arial"/>
                <a:ea typeface="Arial"/>
                <a:cs typeface="Arial"/>
              </a:defRPr>
            </a:lvl6pPr>
            <a:lvl7pPr algn="ctr">
              <a:defRPr sz="1650" b="1">
                <a:solidFill>
                  <a:srgbClr val="231F20"/>
                </a:solidFill>
                <a:latin typeface="Arial"/>
                <a:ea typeface="Arial"/>
                <a:cs typeface="Arial"/>
              </a:defRPr>
            </a:lvl7pPr>
            <a:lvl8pPr algn="ctr">
              <a:defRPr sz="1650" b="1">
                <a:solidFill>
                  <a:srgbClr val="231F20"/>
                </a:solidFill>
                <a:latin typeface="Arial"/>
                <a:ea typeface="Arial"/>
                <a:cs typeface="Arial"/>
              </a:defRPr>
            </a:lvl8pPr>
            <a:lvl9pPr algn="ctr">
              <a:defRPr sz="1650" b="1">
                <a:solidFill>
                  <a:srgbClr val="231F20"/>
                </a:solidFill>
                <a:latin typeface="Arial"/>
                <a:ea typeface="Arial"/>
                <a:cs typeface="Arial"/>
              </a:defRPr>
            </a:lvl9pPr>
          </a:lstStyle>
          <a:p xmlns:a="http://schemas.openxmlformats.org/drawingml/2006/main">
            <a:pPr algn="ctr">
              <a:defRPr sz="1650" b="1">
                <a:solidFill>
                  <a:srgbClr val="231F20"/>
                </a:solidFill>
                <a:latin typeface="Arial"/>
                <a:ea typeface="Arial"/>
                <a:cs typeface="Arial"/>
              </a:defRPr>
            </a:pPr>
            <a:r>
              <a:rPr sz="1650" b="1">
                <a:solidFill>
                  <a:srgbClr val="231F20"/>
                </a:solidFill>
                <a:latin typeface="Arial"/>
                <a:ea typeface="Arial"/>
                <a:cs typeface="Arial"/>
              </a:rPr>
              <a:t>Data</a:t>
            </a:r>
          </a:p>
          <a:p xmlns:a="http://schemas.openxmlformats.org/drawingml/2006/main">
            <a:pPr algn="ctr">
              <a:defRPr sz="1650" b="1">
                <a:solidFill>
                  <a:srgbClr val="231F20"/>
                </a:solidFill>
                <a:latin typeface="Arial"/>
                <a:ea typeface="Arial"/>
                <a:cs typeface="Arial"/>
              </a:defRPr>
            </a:pPr>
            <a:r>
              <a:rPr sz="1650" b="1">
                <a:solidFill>
                  <a:srgbClr val="231F20"/>
                </a:solidFill>
                <a:latin typeface="Arial"/>
                <a:ea typeface="Arial"/>
                <a:cs typeface="Arial"/>
              </a:rPr>
              <a:t>Memory</a:t>
            </a:r>
          </a:p>
        </p:txBody>
      </p:sp>
      <p:sp>
        <p:nvSpPr>
          <p:cNvPr id="58" name="text-188">
            <a:extLst xmlns:a="http://schemas.openxmlformats.org/drawingml/2006/main">
              <a:ext uri="{FF2B5EF4-FFF2-40B4-BE49-F238E27FC236}">
                <a16:creationId xmlns:a16="http://schemas.microsoft.com/office/drawing/2014/main" id="{DF3E2006-836E-44CE-858D-0A0B00A5CEE9}"/>
              </a:ext>
            </a:extLst>
          </p:cNvPr>
          <p:cNvSpPr>
            <a:spLocks xmlns:a="http://schemas.openxmlformats.org/drawingml/2006/main" noGrp="1"/>
          </p:cNvSpPr>
          <p:nvPr/>
        </p:nvSpPr>
        <p:spPr>
          <a:xfrm xmlns:a="http://schemas.openxmlformats.org/drawingml/2006/main">
            <a:off x="5619750" y="3476625"/>
            <a:ext cx="285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00" b="0">
                <a:solidFill>
                  <a:srgbClr val="231F20"/>
                </a:solidFill>
                <a:latin typeface="Arial"/>
                <a:ea typeface="Arial"/>
                <a:cs typeface="Arial"/>
              </a:defRPr>
            </a:defPPr>
            <a:lvl1pPr algn="l">
              <a:defRPr sz="1500" b="0">
                <a:solidFill>
                  <a:srgbClr val="231F20"/>
                </a:solidFill>
                <a:latin typeface="Arial"/>
                <a:ea typeface="Arial"/>
                <a:cs typeface="Arial"/>
              </a:defRPr>
            </a:lvl1pPr>
            <a:lvl2pPr algn="l">
              <a:defRPr sz="1500" b="0">
                <a:solidFill>
                  <a:srgbClr val="231F20"/>
                </a:solidFill>
                <a:latin typeface="Arial"/>
                <a:ea typeface="Arial"/>
                <a:cs typeface="Arial"/>
              </a:defRPr>
            </a:lvl2pPr>
            <a:lvl3pPr algn="l">
              <a:defRPr sz="1500" b="0">
                <a:solidFill>
                  <a:srgbClr val="231F20"/>
                </a:solidFill>
                <a:latin typeface="Arial"/>
                <a:ea typeface="Arial"/>
                <a:cs typeface="Arial"/>
              </a:defRPr>
            </a:lvl3pPr>
            <a:lvl4pPr algn="l">
              <a:defRPr sz="1500" b="0">
                <a:solidFill>
                  <a:srgbClr val="231F20"/>
                </a:solidFill>
                <a:latin typeface="Arial"/>
                <a:ea typeface="Arial"/>
                <a:cs typeface="Arial"/>
              </a:defRPr>
            </a:lvl4pPr>
            <a:lvl5pPr algn="l">
              <a:defRPr sz="1500" b="0">
                <a:solidFill>
                  <a:srgbClr val="231F20"/>
                </a:solidFill>
                <a:latin typeface="Arial"/>
                <a:ea typeface="Arial"/>
                <a:cs typeface="Arial"/>
              </a:defRPr>
            </a:lvl5pPr>
            <a:lvl6pPr algn="l">
              <a:defRPr sz="1500" b="0">
                <a:solidFill>
                  <a:srgbClr val="231F20"/>
                </a:solidFill>
                <a:latin typeface="Arial"/>
                <a:ea typeface="Arial"/>
                <a:cs typeface="Arial"/>
              </a:defRPr>
            </a:lvl6pPr>
            <a:lvl7pPr algn="l">
              <a:defRPr sz="1500" b="0">
                <a:solidFill>
                  <a:srgbClr val="231F20"/>
                </a:solidFill>
                <a:latin typeface="Arial"/>
                <a:ea typeface="Arial"/>
                <a:cs typeface="Arial"/>
              </a:defRPr>
            </a:lvl7pPr>
            <a:lvl8pPr algn="l">
              <a:defRPr sz="1500" b="0">
                <a:solidFill>
                  <a:srgbClr val="231F20"/>
                </a:solidFill>
                <a:latin typeface="Arial"/>
                <a:ea typeface="Arial"/>
                <a:cs typeface="Arial"/>
              </a:defRPr>
            </a:lvl8pPr>
            <a:lvl9pPr algn="l">
              <a:defRPr sz="1500" b="0">
                <a:solidFill>
                  <a:srgbClr val="231F20"/>
                </a:solidFill>
                <a:latin typeface="Arial"/>
                <a:ea typeface="Arial"/>
                <a:cs typeface="Arial"/>
              </a:defRPr>
            </a:lvl9pPr>
          </a:lstStyle>
          <a:p xmlns:a="http://schemas.openxmlformats.org/drawingml/2006/main">
            <a:pPr algn="l">
              <a:defRPr sz="1500" b="0">
                <a:solidFill>
                  <a:srgbClr val="231F20"/>
                </a:solidFill>
                <a:latin typeface="Arial"/>
                <a:ea typeface="Arial"/>
                <a:cs typeface="Arial"/>
              </a:defRPr>
            </a:pPr>
            <a:r>
              <a:rPr sz="1500" b="0">
                <a:solidFill>
                  <a:srgbClr val="231F20"/>
                </a:solidFill>
                <a:latin typeface="Arial"/>
                <a:ea typeface="Arial"/>
                <a:cs typeface="Arial"/>
              </a:rPr>
              <a:t>A</a:t>
            </a:r>
          </a:p>
        </p:txBody>
      </p:sp>
      <p:sp>
        <p:nvSpPr>
          <p:cNvPr id="59" name="text-189">
            <a:extLst xmlns:a="http://schemas.openxmlformats.org/drawingml/2006/main">
              <a:ext uri="{FF2B5EF4-FFF2-40B4-BE49-F238E27FC236}">
                <a16:creationId xmlns:a16="http://schemas.microsoft.com/office/drawing/2014/main" id="{D0717987-11EF-4331-BFA1-B3BB1FC2D7DD}"/>
              </a:ext>
            </a:extLst>
          </p:cNvPr>
          <p:cNvSpPr>
            <a:spLocks xmlns:a="http://schemas.openxmlformats.org/drawingml/2006/main" noGrp="1"/>
          </p:cNvSpPr>
          <p:nvPr/>
        </p:nvSpPr>
        <p:spPr>
          <a:xfrm xmlns:a="http://schemas.openxmlformats.org/drawingml/2006/main">
            <a:off x="5619750" y="4324350"/>
            <a:ext cx="4000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00" b="0">
                <a:solidFill>
                  <a:srgbClr val="231F20"/>
                </a:solidFill>
                <a:latin typeface="Arial"/>
                <a:ea typeface="Arial"/>
                <a:cs typeface="Arial"/>
              </a:defRPr>
            </a:defPPr>
            <a:lvl1pPr algn="l">
              <a:defRPr sz="1500" b="0">
                <a:solidFill>
                  <a:srgbClr val="231F20"/>
                </a:solidFill>
                <a:latin typeface="Arial"/>
                <a:ea typeface="Arial"/>
                <a:cs typeface="Arial"/>
              </a:defRPr>
            </a:lvl1pPr>
            <a:lvl2pPr algn="l">
              <a:defRPr sz="1500" b="0">
                <a:solidFill>
                  <a:srgbClr val="231F20"/>
                </a:solidFill>
                <a:latin typeface="Arial"/>
                <a:ea typeface="Arial"/>
                <a:cs typeface="Arial"/>
              </a:defRPr>
            </a:lvl2pPr>
            <a:lvl3pPr algn="l">
              <a:defRPr sz="1500" b="0">
                <a:solidFill>
                  <a:srgbClr val="231F20"/>
                </a:solidFill>
                <a:latin typeface="Arial"/>
                <a:ea typeface="Arial"/>
                <a:cs typeface="Arial"/>
              </a:defRPr>
            </a:lvl3pPr>
            <a:lvl4pPr algn="l">
              <a:defRPr sz="1500" b="0">
                <a:solidFill>
                  <a:srgbClr val="231F20"/>
                </a:solidFill>
                <a:latin typeface="Arial"/>
                <a:ea typeface="Arial"/>
                <a:cs typeface="Arial"/>
              </a:defRPr>
            </a:lvl4pPr>
            <a:lvl5pPr algn="l">
              <a:defRPr sz="1500" b="0">
                <a:solidFill>
                  <a:srgbClr val="231F20"/>
                </a:solidFill>
                <a:latin typeface="Arial"/>
                <a:ea typeface="Arial"/>
                <a:cs typeface="Arial"/>
              </a:defRPr>
            </a:lvl5pPr>
            <a:lvl6pPr algn="l">
              <a:defRPr sz="1500" b="0">
                <a:solidFill>
                  <a:srgbClr val="231F20"/>
                </a:solidFill>
                <a:latin typeface="Arial"/>
                <a:ea typeface="Arial"/>
                <a:cs typeface="Arial"/>
              </a:defRPr>
            </a:lvl6pPr>
            <a:lvl7pPr algn="l">
              <a:defRPr sz="1500" b="0">
                <a:solidFill>
                  <a:srgbClr val="231F20"/>
                </a:solidFill>
                <a:latin typeface="Arial"/>
                <a:ea typeface="Arial"/>
                <a:cs typeface="Arial"/>
              </a:defRPr>
            </a:lvl7pPr>
            <a:lvl8pPr algn="l">
              <a:defRPr sz="1500" b="0">
                <a:solidFill>
                  <a:srgbClr val="231F20"/>
                </a:solidFill>
                <a:latin typeface="Arial"/>
                <a:ea typeface="Arial"/>
                <a:cs typeface="Arial"/>
              </a:defRPr>
            </a:lvl8pPr>
            <a:lvl9pPr algn="l">
              <a:defRPr sz="1500" b="0">
                <a:solidFill>
                  <a:srgbClr val="231F20"/>
                </a:solidFill>
                <a:latin typeface="Arial"/>
                <a:ea typeface="Arial"/>
                <a:cs typeface="Arial"/>
              </a:defRPr>
            </a:lvl9pPr>
          </a:lstStyle>
          <a:p xmlns:a="http://schemas.openxmlformats.org/drawingml/2006/main">
            <a:pPr algn="l">
              <a:defRPr sz="1500" b="0">
                <a:solidFill>
                  <a:srgbClr val="231F20"/>
                </a:solidFill>
                <a:latin typeface="Arial"/>
                <a:ea typeface="Arial"/>
                <a:cs typeface="Arial"/>
              </a:defRPr>
            </a:pPr>
            <a:r>
              <a:rPr sz="1500" b="0">
                <a:solidFill>
                  <a:srgbClr val="231F20"/>
                </a:solidFill>
                <a:latin typeface="Arial"/>
                <a:ea typeface="Arial"/>
                <a:cs typeface="Arial"/>
              </a:rPr>
              <a:t>WD</a:t>
            </a:r>
          </a:p>
        </p:txBody>
      </p:sp>
      <p:sp>
        <p:nvSpPr>
          <p:cNvPr id="60" name="text-190">
            <a:extLst xmlns:a="http://schemas.openxmlformats.org/drawingml/2006/main">
              <a:ext uri="{FF2B5EF4-FFF2-40B4-BE49-F238E27FC236}">
                <a16:creationId xmlns:a16="http://schemas.microsoft.com/office/drawing/2014/main" id="{154A5AF5-F8A5-47F3-B9F2-0D9C3DAE4F24}"/>
              </a:ext>
            </a:extLst>
          </p:cNvPr>
          <p:cNvSpPr>
            <a:spLocks xmlns:a="http://schemas.openxmlformats.org/drawingml/2006/main" noGrp="1"/>
          </p:cNvSpPr>
          <p:nvPr/>
        </p:nvSpPr>
        <p:spPr>
          <a:xfrm xmlns:a="http://schemas.openxmlformats.org/drawingml/2006/main">
            <a:off x="6734175" y="40195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00" b="0">
                <a:solidFill>
                  <a:srgbClr val="B9BEC6"/>
                </a:solidFill>
                <a:latin typeface="Arial"/>
                <a:ea typeface="Arial"/>
                <a:cs typeface="Arial"/>
              </a:defRPr>
            </a:defPPr>
            <a:lvl1pPr algn="l">
              <a:defRPr sz="1500" b="0">
                <a:solidFill>
                  <a:srgbClr val="B9BEC6"/>
                </a:solidFill>
                <a:latin typeface="Arial"/>
                <a:ea typeface="Arial"/>
                <a:cs typeface="Arial"/>
              </a:defRPr>
            </a:lvl1pPr>
            <a:lvl2pPr algn="l">
              <a:defRPr sz="1500" b="0">
                <a:solidFill>
                  <a:srgbClr val="B9BEC6"/>
                </a:solidFill>
                <a:latin typeface="Arial"/>
                <a:ea typeface="Arial"/>
                <a:cs typeface="Arial"/>
              </a:defRPr>
            </a:lvl2pPr>
            <a:lvl3pPr algn="l">
              <a:defRPr sz="1500" b="0">
                <a:solidFill>
                  <a:srgbClr val="B9BEC6"/>
                </a:solidFill>
                <a:latin typeface="Arial"/>
                <a:ea typeface="Arial"/>
                <a:cs typeface="Arial"/>
              </a:defRPr>
            </a:lvl3pPr>
            <a:lvl4pPr algn="l">
              <a:defRPr sz="1500" b="0">
                <a:solidFill>
                  <a:srgbClr val="B9BEC6"/>
                </a:solidFill>
                <a:latin typeface="Arial"/>
                <a:ea typeface="Arial"/>
                <a:cs typeface="Arial"/>
              </a:defRPr>
            </a:lvl4pPr>
            <a:lvl5pPr algn="l">
              <a:defRPr sz="1500" b="0">
                <a:solidFill>
                  <a:srgbClr val="B9BEC6"/>
                </a:solidFill>
                <a:latin typeface="Arial"/>
                <a:ea typeface="Arial"/>
                <a:cs typeface="Arial"/>
              </a:defRPr>
            </a:lvl5pPr>
            <a:lvl6pPr algn="l">
              <a:defRPr sz="1500" b="0">
                <a:solidFill>
                  <a:srgbClr val="B9BEC6"/>
                </a:solidFill>
                <a:latin typeface="Arial"/>
                <a:ea typeface="Arial"/>
                <a:cs typeface="Arial"/>
              </a:defRPr>
            </a:lvl6pPr>
            <a:lvl7pPr algn="l">
              <a:defRPr sz="1500" b="0">
                <a:solidFill>
                  <a:srgbClr val="B9BEC6"/>
                </a:solidFill>
                <a:latin typeface="Arial"/>
                <a:ea typeface="Arial"/>
                <a:cs typeface="Arial"/>
              </a:defRPr>
            </a:lvl7pPr>
            <a:lvl8pPr algn="l">
              <a:defRPr sz="1500" b="0">
                <a:solidFill>
                  <a:srgbClr val="B9BEC6"/>
                </a:solidFill>
                <a:latin typeface="Arial"/>
                <a:ea typeface="Arial"/>
                <a:cs typeface="Arial"/>
              </a:defRPr>
            </a:lvl8pPr>
            <a:lvl9pPr algn="l">
              <a:defRPr sz="1500" b="0">
                <a:solidFill>
                  <a:srgbClr val="B9BEC6"/>
                </a:solidFill>
                <a:latin typeface="Arial"/>
                <a:ea typeface="Arial"/>
                <a:cs typeface="Arial"/>
              </a:defRPr>
            </a:lvl9pPr>
          </a:lstStyle>
          <a:p xmlns:a="http://schemas.openxmlformats.org/drawingml/2006/main">
            <a:pPr algn="l">
              <a:defRPr sz="1500" b="0">
                <a:solidFill>
                  <a:srgbClr val="B9BEC6"/>
                </a:solidFill>
                <a:latin typeface="Arial"/>
                <a:ea typeface="Arial"/>
                <a:cs typeface="Arial"/>
              </a:defRPr>
            </a:pPr>
            <a:r>
              <a:rPr sz="1500" b="0">
                <a:solidFill>
                  <a:srgbClr val="B9BEC6"/>
                </a:solidFill>
                <a:latin typeface="Arial"/>
                <a:ea typeface="Arial"/>
                <a:cs typeface="Arial"/>
              </a:rPr>
              <a:t>RD</a:t>
            </a:r>
          </a:p>
        </p:txBody>
      </p:sp>
      <p:sp>
        <p:nvSpPr>
          <p:cNvPr id="61" name="text-191">
            <a:extLst xmlns:a="http://schemas.openxmlformats.org/drawingml/2006/main">
              <a:ext uri="{FF2B5EF4-FFF2-40B4-BE49-F238E27FC236}">
                <a16:creationId xmlns:a16="http://schemas.microsoft.com/office/drawing/2014/main" id="{8FB120E2-4687-4955-9A85-7CB7766687A9}"/>
              </a:ext>
            </a:extLst>
          </p:cNvPr>
          <p:cNvSpPr>
            <a:spLocks xmlns:a="http://schemas.openxmlformats.org/drawingml/2006/main" noGrp="1"/>
          </p:cNvSpPr>
          <p:nvPr/>
        </p:nvSpPr>
        <p:spPr>
          <a:xfrm xmlns:a="http://schemas.openxmlformats.org/drawingml/2006/main">
            <a:off x="6219825" y="2867025"/>
            <a:ext cx="4095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00" b="0">
                <a:solidFill>
                  <a:srgbClr val="231F20"/>
                </a:solidFill>
                <a:latin typeface="Arial"/>
                <a:ea typeface="Arial"/>
                <a:cs typeface="Arial"/>
              </a:defRPr>
            </a:defPPr>
            <a:lvl1pPr algn="l">
              <a:defRPr sz="1500" b="0">
                <a:solidFill>
                  <a:srgbClr val="231F20"/>
                </a:solidFill>
                <a:latin typeface="Arial"/>
                <a:ea typeface="Arial"/>
                <a:cs typeface="Arial"/>
              </a:defRPr>
            </a:lvl1pPr>
            <a:lvl2pPr algn="l">
              <a:defRPr sz="1500" b="0">
                <a:solidFill>
                  <a:srgbClr val="231F20"/>
                </a:solidFill>
                <a:latin typeface="Arial"/>
                <a:ea typeface="Arial"/>
                <a:cs typeface="Arial"/>
              </a:defRPr>
            </a:lvl2pPr>
            <a:lvl3pPr algn="l">
              <a:defRPr sz="1500" b="0">
                <a:solidFill>
                  <a:srgbClr val="231F20"/>
                </a:solidFill>
                <a:latin typeface="Arial"/>
                <a:ea typeface="Arial"/>
                <a:cs typeface="Arial"/>
              </a:defRPr>
            </a:lvl3pPr>
            <a:lvl4pPr algn="l">
              <a:defRPr sz="1500" b="0">
                <a:solidFill>
                  <a:srgbClr val="231F20"/>
                </a:solidFill>
                <a:latin typeface="Arial"/>
                <a:ea typeface="Arial"/>
                <a:cs typeface="Arial"/>
              </a:defRPr>
            </a:lvl4pPr>
            <a:lvl5pPr algn="l">
              <a:defRPr sz="1500" b="0">
                <a:solidFill>
                  <a:srgbClr val="231F20"/>
                </a:solidFill>
                <a:latin typeface="Arial"/>
                <a:ea typeface="Arial"/>
                <a:cs typeface="Arial"/>
              </a:defRPr>
            </a:lvl5pPr>
            <a:lvl6pPr algn="l">
              <a:defRPr sz="1500" b="0">
                <a:solidFill>
                  <a:srgbClr val="231F20"/>
                </a:solidFill>
                <a:latin typeface="Arial"/>
                <a:ea typeface="Arial"/>
                <a:cs typeface="Arial"/>
              </a:defRPr>
            </a:lvl6pPr>
            <a:lvl7pPr algn="l">
              <a:defRPr sz="1500" b="0">
                <a:solidFill>
                  <a:srgbClr val="231F20"/>
                </a:solidFill>
                <a:latin typeface="Arial"/>
                <a:ea typeface="Arial"/>
                <a:cs typeface="Arial"/>
              </a:defRPr>
            </a:lvl7pPr>
            <a:lvl8pPr algn="l">
              <a:defRPr sz="1500" b="0">
                <a:solidFill>
                  <a:srgbClr val="231F20"/>
                </a:solidFill>
                <a:latin typeface="Arial"/>
                <a:ea typeface="Arial"/>
                <a:cs typeface="Arial"/>
              </a:defRPr>
            </a:lvl8pPr>
            <a:lvl9pPr algn="l">
              <a:defRPr sz="1500" b="0">
                <a:solidFill>
                  <a:srgbClr val="231F20"/>
                </a:solidFill>
                <a:latin typeface="Arial"/>
                <a:ea typeface="Arial"/>
                <a:cs typeface="Arial"/>
              </a:defRPr>
            </a:lvl9pPr>
          </a:lstStyle>
          <a:p xmlns:a="http://schemas.openxmlformats.org/drawingml/2006/main">
            <a:pPr algn="l">
              <a:defRPr sz="1500" b="0">
                <a:solidFill>
                  <a:srgbClr val="231F20"/>
                </a:solidFill>
                <a:latin typeface="Arial"/>
                <a:ea typeface="Arial"/>
                <a:cs typeface="Arial"/>
              </a:defRPr>
            </a:pPr>
            <a:r>
              <a:rPr sz="1500" b="0">
                <a:solidFill>
                  <a:srgbClr val="231F20"/>
                </a:solidFill>
                <a:latin typeface="Arial"/>
                <a:ea typeface="Arial"/>
                <a:cs typeface="Arial"/>
              </a:rPr>
              <a:t>WE</a:t>
            </a:r>
          </a:p>
        </p:txBody>
      </p:sp>
      <p:sp>
        <p:nvSpPr>
          <p:cNvPr id="62" name="text-192">
            <a:extLst xmlns:a="http://schemas.openxmlformats.org/drawingml/2006/main">
              <a:ext uri="{FF2B5EF4-FFF2-40B4-BE49-F238E27FC236}">
                <a16:creationId xmlns:a16="http://schemas.microsoft.com/office/drawing/2014/main" id="{5B912287-8DDC-44E6-BDB5-5DD14EBC15A3}"/>
              </a:ext>
            </a:extLst>
          </p:cNvPr>
          <p:cNvSpPr>
            <a:spLocks xmlns:a="http://schemas.openxmlformats.org/drawingml/2006/main" noGrp="1"/>
          </p:cNvSpPr>
          <p:nvPr/>
        </p:nvSpPr>
        <p:spPr>
          <a:xfrm xmlns:a="http://schemas.openxmlformats.org/drawingml/2006/main">
            <a:off x="5524500" y="1885950"/>
            <a:ext cx="1809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1">
                <a:solidFill>
                  <a:srgbClr val="231F20"/>
                </a:solidFill>
                <a:latin typeface="Yu Gothic"/>
                <a:ea typeface="Yu Gothic"/>
                <a:cs typeface="Yu Gothic"/>
              </a:defRPr>
            </a:defPPr>
            <a:lvl1pPr algn="ctr">
              <a:defRPr sz="1875" b="1">
                <a:solidFill>
                  <a:srgbClr val="231F20"/>
                </a:solidFill>
                <a:latin typeface="Yu Gothic"/>
                <a:ea typeface="Yu Gothic"/>
                <a:cs typeface="Yu Gothic"/>
              </a:defRPr>
            </a:lvl1pPr>
            <a:lvl2pPr algn="ctr">
              <a:defRPr sz="1875" b="1">
                <a:solidFill>
                  <a:srgbClr val="231F20"/>
                </a:solidFill>
                <a:latin typeface="Yu Gothic"/>
                <a:ea typeface="Yu Gothic"/>
                <a:cs typeface="Yu Gothic"/>
              </a:defRPr>
            </a:lvl2pPr>
            <a:lvl3pPr algn="ctr">
              <a:defRPr sz="1875" b="1">
                <a:solidFill>
                  <a:srgbClr val="231F20"/>
                </a:solidFill>
                <a:latin typeface="Yu Gothic"/>
                <a:ea typeface="Yu Gothic"/>
                <a:cs typeface="Yu Gothic"/>
              </a:defRPr>
            </a:lvl3pPr>
            <a:lvl4pPr algn="ctr">
              <a:defRPr sz="1875" b="1">
                <a:solidFill>
                  <a:srgbClr val="231F20"/>
                </a:solidFill>
                <a:latin typeface="Yu Gothic"/>
                <a:ea typeface="Yu Gothic"/>
                <a:cs typeface="Yu Gothic"/>
              </a:defRPr>
            </a:lvl4pPr>
            <a:lvl5pPr algn="ctr">
              <a:defRPr sz="1875" b="1">
                <a:solidFill>
                  <a:srgbClr val="231F20"/>
                </a:solidFill>
                <a:latin typeface="Yu Gothic"/>
                <a:ea typeface="Yu Gothic"/>
                <a:cs typeface="Yu Gothic"/>
              </a:defRPr>
            </a:lvl5pPr>
            <a:lvl6pPr algn="ctr">
              <a:defRPr sz="1875" b="1">
                <a:solidFill>
                  <a:srgbClr val="231F20"/>
                </a:solidFill>
                <a:latin typeface="Yu Gothic"/>
                <a:ea typeface="Yu Gothic"/>
                <a:cs typeface="Yu Gothic"/>
              </a:defRPr>
            </a:lvl6pPr>
            <a:lvl7pPr algn="ctr">
              <a:defRPr sz="1875" b="1">
                <a:solidFill>
                  <a:srgbClr val="231F20"/>
                </a:solidFill>
                <a:latin typeface="Yu Gothic"/>
                <a:ea typeface="Yu Gothic"/>
                <a:cs typeface="Yu Gothic"/>
              </a:defRPr>
            </a:lvl7pPr>
            <a:lvl8pPr algn="ctr">
              <a:defRPr sz="1875" b="1">
                <a:solidFill>
                  <a:srgbClr val="231F20"/>
                </a:solidFill>
                <a:latin typeface="Yu Gothic"/>
                <a:ea typeface="Yu Gothic"/>
                <a:cs typeface="Yu Gothic"/>
              </a:defRPr>
            </a:lvl8pPr>
            <a:lvl9pPr algn="ctr">
              <a:defRPr sz="1875" b="1">
                <a:solidFill>
                  <a:srgbClr val="231F20"/>
                </a:solidFill>
                <a:latin typeface="Yu Gothic"/>
                <a:ea typeface="Yu Gothic"/>
                <a:cs typeface="Yu Gothic"/>
              </a:defRPr>
            </a:lvl9pPr>
          </a:lstStyle>
          <a:p xmlns:a="http://schemas.openxmlformats.org/drawingml/2006/main">
            <a:pPr algn="ctr">
              <a:defRPr sz="1875" b="1">
                <a:solidFill>
                  <a:srgbClr val="231F20"/>
                </a:solidFill>
                <a:latin typeface="Yu Gothic"/>
                <a:ea typeface="Yu Gothic"/>
                <a:cs typeface="Yu Gothic"/>
              </a:defRPr>
            </a:pPr>
            <a:r>
              <a:rPr sz="1875" b="1">
                <a:solidFill>
                  <a:srgbClr val="231F20"/>
                </a:solidFill>
                <a:latin typeface="Yu Gothic"/>
                <a:ea typeface="Yu Gothic"/>
                <a:cs typeface="Yu Gothic"/>
              </a:rPr>
              <a:t>データメモリ</a:t>
            </a:r>
          </a:p>
        </p:txBody>
      </p:sp>
      <p:sp>
        <p:nvSpPr>
          <p:cNvPr id="63" name="text-193">
            <a:extLst xmlns:a="http://schemas.openxmlformats.org/drawingml/2006/main">
              <a:ext uri="{FF2B5EF4-FFF2-40B4-BE49-F238E27FC236}">
                <a16:creationId xmlns:a16="http://schemas.microsoft.com/office/drawing/2014/main" id="{F37F46F9-1625-46D2-B7A7-56D89708B32A}"/>
              </a:ext>
            </a:extLst>
          </p:cNvPr>
          <p:cNvSpPr>
            <a:spLocks xmlns:a="http://schemas.openxmlformats.org/drawingml/2006/main" noGrp="1"/>
          </p:cNvSpPr>
          <p:nvPr/>
        </p:nvSpPr>
        <p:spPr>
          <a:xfrm xmlns:a="http://schemas.openxmlformats.org/drawingml/2006/main">
            <a:off x="6229350" y="2362200"/>
            <a:ext cx="381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00" b="1">
                <a:solidFill>
                  <a:srgbClr val="1572C3"/>
                </a:solidFill>
                <a:latin typeface="Arial"/>
                <a:ea typeface="Arial"/>
                <a:cs typeface="Arial"/>
              </a:defRPr>
            </a:defPPr>
            <a:lvl1pPr algn="ctr">
              <a:defRPr sz="1500" b="1">
                <a:solidFill>
                  <a:srgbClr val="1572C3"/>
                </a:solidFill>
                <a:latin typeface="Arial"/>
                <a:ea typeface="Arial"/>
                <a:cs typeface="Arial"/>
              </a:defRPr>
            </a:lvl1pPr>
            <a:lvl2pPr algn="ctr">
              <a:defRPr sz="1500" b="1">
                <a:solidFill>
                  <a:srgbClr val="1572C3"/>
                </a:solidFill>
                <a:latin typeface="Arial"/>
                <a:ea typeface="Arial"/>
                <a:cs typeface="Arial"/>
              </a:defRPr>
            </a:lvl2pPr>
            <a:lvl3pPr algn="ctr">
              <a:defRPr sz="1500" b="1">
                <a:solidFill>
                  <a:srgbClr val="1572C3"/>
                </a:solidFill>
                <a:latin typeface="Arial"/>
                <a:ea typeface="Arial"/>
                <a:cs typeface="Arial"/>
              </a:defRPr>
            </a:lvl3pPr>
            <a:lvl4pPr algn="ctr">
              <a:defRPr sz="1500" b="1">
                <a:solidFill>
                  <a:srgbClr val="1572C3"/>
                </a:solidFill>
                <a:latin typeface="Arial"/>
                <a:ea typeface="Arial"/>
                <a:cs typeface="Arial"/>
              </a:defRPr>
            </a:lvl4pPr>
            <a:lvl5pPr algn="ctr">
              <a:defRPr sz="1500" b="1">
                <a:solidFill>
                  <a:srgbClr val="1572C3"/>
                </a:solidFill>
                <a:latin typeface="Arial"/>
                <a:ea typeface="Arial"/>
                <a:cs typeface="Arial"/>
              </a:defRPr>
            </a:lvl5pPr>
            <a:lvl6pPr algn="ctr">
              <a:defRPr sz="1500" b="1">
                <a:solidFill>
                  <a:srgbClr val="1572C3"/>
                </a:solidFill>
                <a:latin typeface="Arial"/>
                <a:ea typeface="Arial"/>
                <a:cs typeface="Arial"/>
              </a:defRPr>
            </a:lvl6pPr>
            <a:lvl7pPr algn="ctr">
              <a:defRPr sz="1500" b="1">
                <a:solidFill>
                  <a:srgbClr val="1572C3"/>
                </a:solidFill>
                <a:latin typeface="Arial"/>
                <a:ea typeface="Arial"/>
                <a:cs typeface="Arial"/>
              </a:defRPr>
            </a:lvl7pPr>
            <a:lvl8pPr algn="ctr">
              <a:defRPr sz="1500" b="1">
                <a:solidFill>
                  <a:srgbClr val="1572C3"/>
                </a:solidFill>
                <a:latin typeface="Arial"/>
                <a:ea typeface="Arial"/>
                <a:cs typeface="Arial"/>
              </a:defRPr>
            </a:lvl8pPr>
            <a:lvl9pPr algn="ctr">
              <a:defRPr sz="1500" b="1">
                <a:solidFill>
                  <a:srgbClr val="1572C3"/>
                </a:solidFill>
                <a:latin typeface="Arial"/>
                <a:ea typeface="Arial"/>
                <a:cs typeface="Arial"/>
              </a:defRPr>
            </a:lvl9pPr>
          </a:lstStyle>
          <a:p xmlns:a="http://schemas.openxmlformats.org/drawingml/2006/main">
            <a:pPr algn="ctr">
              <a:defRPr sz="1500" b="1">
                <a:solidFill>
                  <a:srgbClr val="1572C3"/>
                </a:solidFill>
                <a:latin typeface="Arial"/>
                <a:ea typeface="Arial"/>
                <a:cs typeface="Arial"/>
              </a:defRPr>
            </a:pPr>
            <a:r>
              <a:rPr sz="1500" b="1">
                <a:solidFill>
                  <a:srgbClr val="1572C3"/>
                </a:solidFill>
                <a:latin typeface="Arial"/>
                <a:ea typeface="Arial"/>
                <a:cs typeface="Arial"/>
              </a:rPr>
              <a:t>1</a:t>
            </a:r>
          </a:p>
        </p:txBody>
      </p:sp>
      <p:sp>
        <p:nvSpPr>
          <p:cNvPr id="64" name="wire-194">
            <a:extLst xmlns:a="http://schemas.openxmlformats.org/drawingml/2006/main">
              <a:ext uri="{FF2B5EF4-FFF2-40B4-BE49-F238E27FC236}">
                <a16:creationId xmlns:a16="http://schemas.microsoft.com/office/drawing/2014/main" id="{56EBD4DB-6FFE-481E-B7E4-0EC6FF31F9B8}"/>
              </a:ext>
            </a:extLst>
          </p:cNvPr>
          <p:cNvSpPr>
            <a:spLocks xmlns:a="http://schemas.openxmlformats.org/drawingml/2006/main" noGrp="1"/>
          </p:cNvSpPr>
          <p:nvPr/>
        </p:nvSpPr>
        <p:spPr>
          <a:xfrm xmlns:a="http://schemas.openxmlformats.org/drawingml/2006/main">
            <a:off x="6429375" y="2619375"/>
            <a:ext cx="9525" cy="219075"/>
          </a:xfrm>
          <a:custGeom xmlns:a="http://schemas.openxmlformats.org/drawingml/2006/main">
            <a:pathLst>
              <a:path w="9525" h="219075">
                <a:moveTo>
                  <a:pt x="0" y="0"/>
                </a:moveTo>
                <a:lnTo>
                  <a:pt x="0" y="219075"/>
                </a:lnTo>
              </a:path>
            </a:pathLst>
          </a:custGeom>
          <a:noFill xmlns:a="http://schemas.openxmlformats.org/drawingml/2006/main"/>
          <a:ln xmlns:a="http://schemas.openxmlformats.org/drawingml/2006/main" w="12383">
            <a:solidFill>
              <a:srgbClr val="1572C3"/>
            </a:solidFill>
          </a:ln>
        </p:spPr>
      </p:sp>
      <p:sp>
        <p:nvSpPr>
          <p:cNvPr id="65" name="circuit-195">
            <a:extLst xmlns:a="http://schemas.openxmlformats.org/drawingml/2006/main">
              <a:ext uri="{FF2B5EF4-FFF2-40B4-BE49-F238E27FC236}">
                <a16:creationId xmlns:a16="http://schemas.microsoft.com/office/drawing/2014/main" id="{C8272F4A-16B8-4E7B-8697-1C5A72BF926D}"/>
              </a:ext>
            </a:extLst>
          </p:cNvPr>
          <p:cNvSpPr>
            <a:spLocks xmlns:a="http://schemas.openxmlformats.org/drawingml/2006/main" noGrp="1"/>
          </p:cNvSpPr>
          <p:nvPr/>
        </p:nvSpPr>
        <p:spPr>
          <a:xfrm xmlns:a="http://schemas.openxmlformats.org/drawingml/2006/main">
            <a:off x="6397943" y="2762250"/>
            <a:ext cx="62865" cy="76200"/>
          </a:xfrm>
          <a:custGeom xmlns:a="http://schemas.openxmlformats.org/drawingml/2006/main">
            <a:pathLst>
              <a:path w="62865" h="76200">
                <a:moveTo>
                  <a:pt x="31432" y="76200"/>
                </a:moveTo>
                <a:lnTo>
                  <a:pt x="62865" y="0"/>
                </a:lnTo>
                <a:lnTo>
                  <a:pt x="0" y="0"/>
                </a:lnTo>
                <a:close/>
              </a:path>
            </a:pathLst>
          </a:custGeom>
          <a:solidFill xmlns:a="http://schemas.openxmlformats.org/drawingml/2006/main">
            <a:srgbClr val="1572C3"/>
          </a:solidFill>
          <a:ln xmlns:a="http://schemas.openxmlformats.org/drawingml/2006/main" w="9525">
            <a:solidFill>
              <a:srgbClr val="1572C3"/>
            </a:solidFill>
          </a:ln>
        </p:spPr>
      </p:sp>
      <p:sp>
        <p:nvSpPr>
          <p:cNvPr id="66" name="wire-196">
            <a:extLst xmlns:a="http://schemas.openxmlformats.org/drawingml/2006/main">
              <a:ext uri="{FF2B5EF4-FFF2-40B4-BE49-F238E27FC236}">
                <a16:creationId xmlns:a16="http://schemas.microsoft.com/office/drawing/2014/main" id="{09C2ABBB-4DF9-4391-BB58-AA05508B14C0}"/>
              </a:ext>
            </a:extLst>
          </p:cNvPr>
          <p:cNvSpPr>
            <a:spLocks xmlns:a="http://schemas.openxmlformats.org/drawingml/2006/main" noGrp="1"/>
          </p:cNvSpPr>
          <p:nvPr/>
        </p:nvSpPr>
        <p:spPr>
          <a:xfrm xmlns:a="http://schemas.openxmlformats.org/drawingml/2006/main">
            <a:off x="7181850" y="4171950"/>
            <a:ext cx="247650" cy="9525"/>
          </a:xfrm>
          <a:custGeom xmlns:a="http://schemas.openxmlformats.org/drawingml/2006/main">
            <a:pathLst>
              <a:path w="247650" h="9525">
                <a:moveTo>
                  <a:pt x="0" y="0"/>
                </a:moveTo>
                <a:lnTo>
                  <a:pt x="247650" y="0"/>
                </a:lnTo>
              </a:path>
            </a:pathLst>
          </a:custGeom>
          <a:noFill xmlns:a="http://schemas.openxmlformats.org/drawingml/2006/main"/>
          <a:ln xmlns:a="http://schemas.openxmlformats.org/drawingml/2006/main" w="28575">
            <a:solidFill>
              <a:srgbClr val="B9BEC6"/>
            </a:solidFill>
          </a:ln>
        </p:spPr>
      </p:sp>
      <p:sp>
        <p:nvSpPr>
          <p:cNvPr id="67" name="wire-197">
            <a:extLst xmlns:a="http://schemas.openxmlformats.org/drawingml/2006/main">
              <a:ext uri="{FF2B5EF4-FFF2-40B4-BE49-F238E27FC236}">
                <a16:creationId xmlns:a16="http://schemas.microsoft.com/office/drawing/2014/main" id="{723DB087-CD31-407E-BFE0-2FC8B59823BE}"/>
              </a:ext>
            </a:extLst>
          </p:cNvPr>
          <p:cNvSpPr>
            <a:spLocks xmlns:a="http://schemas.openxmlformats.org/drawingml/2006/main" noGrp="1"/>
          </p:cNvSpPr>
          <p:nvPr/>
        </p:nvSpPr>
        <p:spPr>
          <a:xfrm xmlns:a="http://schemas.openxmlformats.org/drawingml/2006/main">
            <a:off x="981075" y="4838700"/>
            <a:ext cx="238125" cy="9525"/>
          </a:xfrm>
          <a:custGeom xmlns:a="http://schemas.openxmlformats.org/drawingml/2006/main">
            <a:pathLst>
              <a:path w="238125" h="9525">
                <a:moveTo>
                  <a:pt x="0" y="0"/>
                </a:moveTo>
                <a:lnTo>
                  <a:pt x="238125" y="0"/>
                </a:lnTo>
              </a:path>
            </a:pathLst>
          </a:custGeom>
          <a:noFill xmlns:a="http://schemas.openxmlformats.org/drawingml/2006/main"/>
          <a:ln xmlns:a="http://schemas.openxmlformats.org/drawingml/2006/main" w="28575">
            <a:solidFill>
              <a:srgbClr val="B9BEC6"/>
            </a:solidFill>
          </a:ln>
        </p:spPr>
      </p:sp>
      <p:sp>
        <p:nvSpPr>
          <p:cNvPr id="68" name="text-198">
            <a:extLst xmlns:a="http://schemas.openxmlformats.org/drawingml/2006/main">
              <a:ext uri="{FF2B5EF4-FFF2-40B4-BE49-F238E27FC236}">
                <a16:creationId xmlns:a16="http://schemas.microsoft.com/office/drawing/2014/main" id="{1FD6740F-543E-4416-968C-D7D24158734D}"/>
              </a:ext>
            </a:extLst>
          </p:cNvPr>
          <p:cNvSpPr>
            <a:spLocks xmlns:a="http://schemas.openxmlformats.org/drawingml/2006/main" noGrp="1"/>
          </p:cNvSpPr>
          <p:nvPr/>
        </p:nvSpPr>
        <p:spPr>
          <a:xfrm xmlns:a="http://schemas.openxmlformats.org/drawingml/2006/main">
            <a:off x="8096250" y="2762250"/>
            <a:ext cx="3476625" cy="2524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950" b="0">
                <a:solidFill>
                  <a:srgbClr val="231F20"/>
                </a:solidFill>
                <a:latin typeface="Yu Gothic"/>
                <a:ea typeface="Yu Gothic"/>
                <a:cs typeface="Yu Gothic"/>
              </a:defRPr>
            </a:defPPr>
            <a:lvl1pPr algn="l">
              <a:defRPr sz="1950" b="0">
                <a:solidFill>
                  <a:srgbClr val="231F20"/>
                </a:solidFill>
                <a:latin typeface="Yu Gothic"/>
                <a:ea typeface="Yu Gothic"/>
                <a:cs typeface="Yu Gothic"/>
              </a:defRPr>
            </a:lvl1pPr>
            <a:lvl2pPr algn="l">
              <a:defRPr sz="1950" b="0">
                <a:solidFill>
                  <a:srgbClr val="231F20"/>
                </a:solidFill>
                <a:latin typeface="Yu Gothic"/>
                <a:ea typeface="Yu Gothic"/>
                <a:cs typeface="Yu Gothic"/>
              </a:defRPr>
            </a:lvl2pPr>
            <a:lvl3pPr algn="l">
              <a:defRPr sz="1950" b="0">
                <a:solidFill>
                  <a:srgbClr val="231F20"/>
                </a:solidFill>
                <a:latin typeface="Yu Gothic"/>
                <a:ea typeface="Yu Gothic"/>
                <a:cs typeface="Yu Gothic"/>
              </a:defRPr>
            </a:lvl3pPr>
            <a:lvl4pPr algn="l">
              <a:defRPr sz="1950" b="0">
                <a:solidFill>
                  <a:srgbClr val="231F20"/>
                </a:solidFill>
                <a:latin typeface="Yu Gothic"/>
                <a:ea typeface="Yu Gothic"/>
                <a:cs typeface="Yu Gothic"/>
              </a:defRPr>
            </a:lvl4pPr>
            <a:lvl5pPr algn="l">
              <a:defRPr sz="1950" b="0">
                <a:solidFill>
                  <a:srgbClr val="231F20"/>
                </a:solidFill>
                <a:latin typeface="Yu Gothic"/>
                <a:ea typeface="Yu Gothic"/>
                <a:cs typeface="Yu Gothic"/>
              </a:defRPr>
            </a:lvl5pPr>
            <a:lvl6pPr algn="l">
              <a:defRPr sz="1950" b="0">
                <a:solidFill>
                  <a:srgbClr val="231F20"/>
                </a:solidFill>
                <a:latin typeface="Yu Gothic"/>
                <a:ea typeface="Yu Gothic"/>
                <a:cs typeface="Yu Gothic"/>
              </a:defRPr>
            </a:lvl6pPr>
            <a:lvl7pPr algn="l">
              <a:defRPr sz="1950" b="0">
                <a:solidFill>
                  <a:srgbClr val="231F20"/>
                </a:solidFill>
                <a:latin typeface="Yu Gothic"/>
                <a:ea typeface="Yu Gothic"/>
                <a:cs typeface="Yu Gothic"/>
              </a:defRPr>
            </a:lvl7pPr>
            <a:lvl8pPr algn="l">
              <a:defRPr sz="1950" b="0">
                <a:solidFill>
                  <a:srgbClr val="231F20"/>
                </a:solidFill>
                <a:latin typeface="Yu Gothic"/>
                <a:ea typeface="Yu Gothic"/>
                <a:cs typeface="Yu Gothic"/>
              </a:defRPr>
            </a:lvl8pPr>
            <a:lvl9pPr algn="l">
              <a:defRPr sz="1950" b="0">
                <a:solidFill>
                  <a:srgbClr val="231F20"/>
                </a:solidFill>
                <a:latin typeface="Yu Gothic"/>
                <a:ea typeface="Yu Gothic"/>
                <a:cs typeface="Yu Gothic"/>
              </a:defRPr>
            </a:lvl9pPr>
          </a:lstStyle>
          <a:p xmlns:a="http://schemas.openxmlformats.org/drawingml/2006/main">
            <a:pPr algn="l">
              <a:defRPr sz="1950" b="0">
                <a:solidFill>
                  <a:srgbClr val="231F20"/>
                </a:solidFill>
                <a:latin typeface="Yu Gothic"/>
                <a:ea typeface="Yu Gothic"/>
                <a:cs typeface="Yu Gothic"/>
              </a:defRPr>
            </a:pPr>
            <a:r>
              <a:rPr sz="1950" b="0">
                <a:solidFill>
                  <a:srgbClr val="231F20"/>
                </a:solidFill>
                <a:latin typeface="Yu Gothic"/>
                <a:ea typeface="Yu Gothic"/>
                <a:cs typeface="Yu Gothic"/>
              </a:rPr>
              <a:t>① 0 + 4で番地を作る</a:t>
            </a:r>
          </a:p>
          <a:p xmlns:a="http://schemas.openxmlformats.org/drawingml/2006/main">
            <a:r>
              <a:t/>
            </a:r>
          </a:p>
          <a:p xmlns:a="http://schemas.openxmlformats.org/drawingml/2006/main">
            <a:pPr algn="l">
              <a:defRPr sz="1950" b="0">
                <a:solidFill>
                  <a:srgbClr val="231F20"/>
                </a:solidFill>
                <a:latin typeface="Yu Gothic"/>
                <a:ea typeface="Yu Gothic"/>
                <a:cs typeface="Yu Gothic"/>
              </a:defRPr>
            </a:pPr>
            <a:r>
              <a:rPr sz="1950" b="0">
                <a:solidFill>
                  <a:srgbClr val="231F20"/>
                </a:solidFill>
                <a:latin typeface="Yu Gothic"/>
                <a:ea typeface="Yu Gothic"/>
                <a:cs typeface="Yu Gothic"/>
              </a:rPr>
              <a:t>② x1の3を別の線へ出す</a:t>
            </a:r>
          </a:p>
          <a:p xmlns:a="http://schemas.openxmlformats.org/drawingml/2006/main">
            <a:r>
              <a:t/>
            </a:r>
          </a:p>
          <a:p xmlns:a="http://schemas.openxmlformats.org/drawingml/2006/main">
            <a:pPr algn="l">
              <a:defRPr sz="1950" b="0">
                <a:solidFill>
                  <a:srgbClr val="231F20"/>
                </a:solidFill>
                <a:latin typeface="Yu Gothic"/>
                <a:ea typeface="Yu Gothic"/>
                <a:cs typeface="Yu Gothic"/>
              </a:defRPr>
            </a:pPr>
            <a:r>
              <a:rPr sz="1950" b="0">
                <a:solidFill>
                  <a:srgbClr val="231F20"/>
                </a:solidFill>
                <a:latin typeface="Yu Gothic"/>
                <a:ea typeface="Yu Gothic"/>
                <a:cs typeface="Yu Gothic"/>
              </a:rPr>
              <a:t>③ 4番地へ3を書く</a:t>
            </a:r>
          </a:p>
        </p:txBody>
      </p:sp>
      <p:sp>
        <p:nvSpPr>
          <p:cNvPr id="69" name="text-199">
            <a:extLst xmlns:a="http://schemas.openxmlformats.org/drawingml/2006/main">
              <a:ext uri="{FF2B5EF4-FFF2-40B4-BE49-F238E27FC236}">
                <a16:creationId xmlns:a16="http://schemas.microsoft.com/office/drawing/2014/main" id="{F8117739-A9A0-4CF5-B063-F2905F2B3A41}"/>
              </a:ext>
            </a:extLst>
          </p:cNvPr>
          <p:cNvSpPr>
            <a:spLocks xmlns:a="http://schemas.openxmlformats.org/drawingml/2006/main" noGrp="1"/>
          </p:cNvSpPr>
          <p:nvPr/>
        </p:nvSpPr>
        <p:spPr>
          <a:xfrm xmlns:a="http://schemas.openxmlformats.org/drawingml/2006/main">
            <a:off x="8096250" y="5524500"/>
            <a:ext cx="3476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800" b="1">
                <a:solidFill>
                  <a:srgbClr val="231F20"/>
                </a:solidFill>
                <a:latin typeface="Yu Gothic"/>
                <a:ea typeface="Yu Gothic"/>
                <a:cs typeface="Yu Gothic"/>
              </a:defRPr>
            </a:defPPr>
            <a:lvl1pPr algn="l">
              <a:defRPr sz="1800" b="1">
                <a:solidFill>
                  <a:srgbClr val="231F20"/>
                </a:solidFill>
                <a:latin typeface="Yu Gothic"/>
                <a:ea typeface="Yu Gothic"/>
                <a:cs typeface="Yu Gothic"/>
              </a:defRPr>
            </a:lvl1pPr>
            <a:lvl2pPr algn="l">
              <a:defRPr sz="1800" b="1">
                <a:solidFill>
                  <a:srgbClr val="231F20"/>
                </a:solidFill>
                <a:latin typeface="Yu Gothic"/>
                <a:ea typeface="Yu Gothic"/>
                <a:cs typeface="Yu Gothic"/>
              </a:defRPr>
            </a:lvl2pPr>
            <a:lvl3pPr algn="l">
              <a:defRPr sz="1800" b="1">
                <a:solidFill>
                  <a:srgbClr val="231F20"/>
                </a:solidFill>
                <a:latin typeface="Yu Gothic"/>
                <a:ea typeface="Yu Gothic"/>
                <a:cs typeface="Yu Gothic"/>
              </a:defRPr>
            </a:lvl3pPr>
            <a:lvl4pPr algn="l">
              <a:defRPr sz="1800" b="1">
                <a:solidFill>
                  <a:srgbClr val="231F20"/>
                </a:solidFill>
                <a:latin typeface="Yu Gothic"/>
                <a:ea typeface="Yu Gothic"/>
                <a:cs typeface="Yu Gothic"/>
              </a:defRPr>
            </a:lvl4pPr>
            <a:lvl5pPr algn="l">
              <a:defRPr sz="1800" b="1">
                <a:solidFill>
                  <a:srgbClr val="231F20"/>
                </a:solidFill>
                <a:latin typeface="Yu Gothic"/>
                <a:ea typeface="Yu Gothic"/>
                <a:cs typeface="Yu Gothic"/>
              </a:defRPr>
            </a:lvl5pPr>
            <a:lvl6pPr algn="l">
              <a:defRPr sz="1800" b="1">
                <a:solidFill>
                  <a:srgbClr val="231F20"/>
                </a:solidFill>
                <a:latin typeface="Yu Gothic"/>
                <a:ea typeface="Yu Gothic"/>
                <a:cs typeface="Yu Gothic"/>
              </a:defRPr>
            </a:lvl6pPr>
            <a:lvl7pPr algn="l">
              <a:defRPr sz="1800" b="1">
                <a:solidFill>
                  <a:srgbClr val="231F20"/>
                </a:solidFill>
                <a:latin typeface="Yu Gothic"/>
                <a:ea typeface="Yu Gothic"/>
                <a:cs typeface="Yu Gothic"/>
              </a:defRPr>
            </a:lvl7pPr>
            <a:lvl8pPr algn="l">
              <a:defRPr sz="1800" b="1">
                <a:solidFill>
                  <a:srgbClr val="231F20"/>
                </a:solidFill>
                <a:latin typeface="Yu Gothic"/>
                <a:ea typeface="Yu Gothic"/>
                <a:cs typeface="Yu Gothic"/>
              </a:defRPr>
            </a:lvl8pPr>
            <a:lvl9pPr algn="l">
              <a:defRPr sz="1800" b="1">
                <a:solidFill>
                  <a:srgbClr val="231F20"/>
                </a:solidFill>
                <a:latin typeface="Yu Gothic"/>
                <a:ea typeface="Yu Gothic"/>
                <a:cs typeface="Yu Gothic"/>
              </a:defRPr>
            </a:lvl9pPr>
          </a:lstStyle>
          <a:p xmlns:a="http://schemas.openxmlformats.org/drawingml/2006/main">
            <a:pPr algn="l">
              <a:defRPr sz="1800" b="1">
                <a:solidFill>
                  <a:srgbClr val="231F20"/>
                </a:solidFill>
                <a:latin typeface="Yu Gothic"/>
                <a:ea typeface="Yu Gothic"/>
                <a:cs typeface="Yu Gothic"/>
              </a:defRPr>
            </a:pPr>
            <a:r>
              <a:rPr sz="1800" b="1">
                <a:solidFill>
                  <a:srgbClr val="231F20"/>
                </a:solidFill>
                <a:latin typeface="Yu Gothic"/>
                <a:ea typeface="Yu Gothic"/>
                <a:cs typeface="Yu Gothic"/>
              </a:rPr>
              <a:t>読み出した3を、別の番地へ保存</a:t>
            </a:r>
          </a:p>
        </p:txBody>
      </p:sp>
      <p:sp>
        <p:nvSpPr>
          <p:cNvPr id="70" name="text-200">
            <a:extLst xmlns:a="http://schemas.openxmlformats.org/drawingml/2006/main">
              <a:ext uri="{FF2B5EF4-FFF2-40B4-BE49-F238E27FC236}">
                <a16:creationId xmlns:a16="http://schemas.microsoft.com/office/drawing/2014/main" id="{311FDD12-C5BC-4EDE-B9BC-AEB601886A6E}"/>
              </a:ext>
            </a:extLst>
          </p:cNvPr>
          <p:cNvSpPr>
            <a:spLocks xmlns:a="http://schemas.openxmlformats.org/drawingml/2006/main" noGrp="1"/>
          </p:cNvSpPr>
          <p:nvPr/>
        </p:nvSpPr>
        <p:spPr>
          <a:xfrm xmlns:a="http://schemas.openxmlformats.org/drawingml/2006/main">
            <a:off x="8096250" y="1895475"/>
            <a:ext cx="347662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800" b="0">
                <a:solidFill>
                  <a:srgbClr val="231F20"/>
                </a:solidFill>
                <a:latin typeface="Yu Gothic"/>
                <a:ea typeface="Yu Gothic"/>
                <a:cs typeface="Yu Gothic"/>
              </a:defRPr>
            </a:defPPr>
            <a:lvl1pPr algn="l">
              <a:defRPr sz="1800" b="0">
                <a:solidFill>
                  <a:srgbClr val="231F20"/>
                </a:solidFill>
                <a:latin typeface="Yu Gothic"/>
                <a:ea typeface="Yu Gothic"/>
                <a:cs typeface="Yu Gothic"/>
              </a:defRPr>
            </a:lvl1pPr>
            <a:lvl2pPr algn="l">
              <a:defRPr sz="1800" b="0">
                <a:solidFill>
                  <a:srgbClr val="231F20"/>
                </a:solidFill>
                <a:latin typeface="Yu Gothic"/>
                <a:ea typeface="Yu Gothic"/>
                <a:cs typeface="Yu Gothic"/>
              </a:defRPr>
            </a:lvl2pPr>
            <a:lvl3pPr algn="l">
              <a:defRPr sz="1800" b="0">
                <a:solidFill>
                  <a:srgbClr val="231F20"/>
                </a:solidFill>
                <a:latin typeface="Yu Gothic"/>
                <a:ea typeface="Yu Gothic"/>
                <a:cs typeface="Yu Gothic"/>
              </a:defRPr>
            </a:lvl3pPr>
            <a:lvl4pPr algn="l">
              <a:defRPr sz="1800" b="0">
                <a:solidFill>
                  <a:srgbClr val="231F20"/>
                </a:solidFill>
                <a:latin typeface="Yu Gothic"/>
                <a:ea typeface="Yu Gothic"/>
                <a:cs typeface="Yu Gothic"/>
              </a:defRPr>
            </a:lvl4pPr>
            <a:lvl5pPr algn="l">
              <a:defRPr sz="1800" b="0">
                <a:solidFill>
                  <a:srgbClr val="231F20"/>
                </a:solidFill>
                <a:latin typeface="Yu Gothic"/>
                <a:ea typeface="Yu Gothic"/>
                <a:cs typeface="Yu Gothic"/>
              </a:defRPr>
            </a:lvl5pPr>
            <a:lvl6pPr algn="l">
              <a:defRPr sz="1800" b="0">
                <a:solidFill>
                  <a:srgbClr val="231F20"/>
                </a:solidFill>
                <a:latin typeface="Yu Gothic"/>
                <a:ea typeface="Yu Gothic"/>
                <a:cs typeface="Yu Gothic"/>
              </a:defRPr>
            </a:lvl6pPr>
            <a:lvl7pPr algn="l">
              <a:defRPr sz="1800" b="0">
                <a:solidFill>
                  <a:srgbClr val="231F20"/>
                </a:solidFill>
                <a:latin typeface="Yu Gothic"/>
                <a:ea typeface="Yu Gothic"/>
                <a:cs typeface="Yu Gothic"/>
              </a:defRPr>
            </a:lvl7pPr>
            <a:lvl8pPr algn="l">
              <a:defRPr sz="1800" b="0">
                <a:solidFill>
                  <a:srgbClr val="231F20"/>
                </a:solidFill>
                <a:latin typeface="Yu Gothic"/>
                <a:ea typeface="Yu Gothic"/>
                <a:cs typeface="Yu Gothic"/>
              </a:defRPr>
            </a:lvl8pPr>
            <a:lvl9pPr algn="l">
              <a:defRPr sz="1800" b="0">
                <a:solidFill>
                  <a:srgbClr val="231F20"/>
                </a:solidFill>
                <a:latin typeface="Yu Gothic"/>
                <a:ea typeface="Yu Gothic"/>
                <a:cs typeface="Yu Gothic"/>
              </a:defRPr>
            </a:lvl9pPr>
          </a:lstStyle>
          <a:p xmlns:a="http://schemas.openxmlformats.org/drawingml/2006/main">
            <a:pPr algn="l">
              <a:defRPr sz="1800" b="0">
                <a:solidFill>
                  <a:srgbClr val="231F20"/>
                </a:solidFill>
                <a:latin typeface="Yu Gothic"/>
                <a:ea typeface="Yu Gothic"/>
                <a:cs typeface="Yu Gothic"/>
              </a:defRPr>
            </a:pPr>
            <a:r>
              <a:rPr sz="1800" b="0">
                <a:solidFill>
                  <a:srgbClr val="231F20"/>
                </a:solidFill>
                <a:latin typeface="Yu Gothic"/>
                <a:ea typeface="Yu Gothic"/>
                <a:cs typeface="Yu Gothic"/>
              </a:rPr>
              <a:t>x0は常に0</a:t>
            </a:r>
          </a:p>
          <a:p xmlns:a="http://schemas.openxmlformats.org/drawingml/2006/main">
            <a:pPr algn="l">
              <a:defRPr sz="1800" b="0">
                <a:solidFill>
                  <a:srgbClr val="231F20"/>
                </a:solidFill>
                <a:latin typeface="Yu Gothic"/>
                <a:ea typeface="Yu Gothic"/>
                <a:cs typeface="Yu Gothic"/>
              </a:defRPr>
            </a:pPr>
            <a:r>
              <a:rPr sz="1800" b="0">
                <a:solidFill>
                  <a:srgbClr val="231F20"/>
                </a:solidFill>
                <a:latin typeface="Yu Gothic"/>
                <a:ea typeface="Yu Gothic"/>
                <a:cs typeface="Yu Gothic"/>
              </a:rPr>
              <a:t>x1はCPU内の保存場所</a:t>
            </a:r>
          </a:p>
        </p:txBody>
      </p:sp>
      <p:sp>
        <p:nvSpPr>
          <p:cNvPr id="71" name="text-201">
            <a:extLst xmlns:a="http://schemas.openxmlformats.org/drawingml/2006/main">
              <a:ext uri="{FF2B5EF4-FFF2-40B4-BE49-F238E27FC236}">
                <a16:creationId xmlns:a16="http://schemas.microsoft.com/office/drawing/2014/main" id="{EA7D0227-D946-4FB7-BA61-FDD65127755E}"/>
              </a:ext>
            </a:extLst>
          </p:cNvPr>
          <p:cNvSpPr>
            <a:spLocks xmlns:a="http://schemas.openxmlformats.org/drawingml/2006/main" noGrp="1"/>
          </p:cNvSpPr>
          <p:nvPr/>
        </p:nvSpPr>
        <p:spPr>
          <a:xfrm xmlns:a="http://schemas.openxmlformats.org/drawingml/2006/main">
            <a:off x="609600" y="6334125"/>
            <a:ext cx="6000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1">
                <a:solidFill>
                  <a:srgbClr val="0078BA"/>
                </a:solidFill>
                <a:latin typeface="Yu Gothic"/>
                <a:ea typeface="Yu Gothic"/>
                <a:cs typeface="Yu Gothic"/>
              </a:defRPr>
            </a:defPPr>
            <a:lvl1pPr algn="l">
              <a:defRPr sz="1275" b="1">
                <a:solidFill>
                  <a:srgbClr val="0078BA"/>
                </a:solidFill>
                <a:latin typeface="Yu Gothic"/>
                <a:ea typeface="Yu Gothic"/>
                <a:cs typeface="Yu Gothic"/>
              </a:defRPr>
            </a:lvl1pPr>
            <a:lvl2pPr algn="l">
              <a:defRPr sz="1275" b="1">
                <a:solidFill>
                  <a:srgbClr val="0078BA"/>
                </a:solidFill>
                <a:latin typeface="Yu Gothic"/>
                <a:ea typeface="Yu Gothic"/>
                <a:cs typeface="Yu Gothic"/>
              </a:defRPr>
            </a:lvl2pPr>
            <a:lvl3pPr algn="l">
              <a:defRPr sz="1275" b="1">
                <a:solidFill>
                  <a:srgbClr val="0078BA"/>
                </a:solidFill>
                <a:latin typeface="Yu Gothic"/>
                <a:ea typeface="Yu Gothic"/>
                <a:cs typeface="Yu Gothic"/>
              </a:defRPr>
            </a:lvl3pPr>
            <a:lvl4pPr algn="l">
              <a:defRPr sz="1275" b="1">
                <a:solidFill>
                  <a:srgbClr val="0078BA"/>
                </a:solidFill>
                <a:latin typeface="Yu Gothic"/>
                <a:ea typeface="Yu Gothic"/>
                <a:cs typeface="Yu Gothic"/>
              </a:defRPr>
            </a:lvl4pPr>
            <a:lvl5pPr algn="l">
              <a:defRPr sz="1275" b="1">
                <a:solidFill>
                  <a:srgbClr val="0078BA"/>
                </a:solidFill>
                <a:latin typeface="Yu Gothic"/>
                <a:ea typeface="Yu Gothic"/>
                <a:cs typeface="Yu Gothic"/>
              </a:defRPr>
            </a:lvl5pPr>
            <a:lvl6pPr algn="l">
              <a:defRPr sz="1275" b="1">
                <a:solidFill>
                  <a:srgbClr val="0078BA"/>
                </a:solidFill>
                <a:latin typeface="Yu Gothic"/>
                <a:ea typeface="Yu Gothic"/>
                <a:cs typeface="Yu Gothic"/>
              </a:defRPr>
            </a:lvl6pPr>
            <a:lvl7pPr algn="l">
              <a:defRPr sz="1275" b="1">
                <a:solidFill>
                  <a:srgbClr val="0078BA"/>
                </a:solidFill>
                <a:latin typeface="Yu Gothic"/>
                <a:ea typeface="Yu Gothic"/>
                <a:cs typeface="Yu Gothic"/>
              </a:defRPr>
            </a:lvl7pPr>
            <a:lvl8pPr algn="l">
              <a:defRPr sz="1275" b="1">
                <a:solidFill>
                  <a:srgbClr val="0078BA"/>
                </a:solidFill>
                <a:latin typeface="Yu Gothic"/>
                <a:ea typeface="Yu Gothic"/>
                <a:cs typeface="Yu Gothic"/>
              </a:defRPr>
            </a:lvl8pPr>
            <a:lvl9pPr algn="l">
              <a:defRPr sz="1275" b="1">
                <a:solidFill>
                  <a:srgbClr val="0078BA"/>
                </a:solidFill>
                <a:latin typeface="Yu Gothic"/>
                <a:ea typeface="Yu Gothic"/>
                <a:cs typeface="Yu Gothic"/>
              </a:defRPr>
            </a:lvl9pPr>
          </a:lstStyle>
          <a:p xmlns:a="http://schemas.openxmlformats.org/drawingml/2006/main">
            <a:pPr algn="l">
              <a:defRPr sz="1275" b="1">
                <a:solidFill>
                  <a:srgbClr val="0078BA"/>
                </a:solidFill>
                <a:latin typeface="Yu Gothic"/>
                <a:ea typeface="Yu Gothic"/>
                <a:cs typeface="Yu Gothic"/>
              </a:defRPr>
            </a:pPr>
            <a:r>
              <a:rPr sz="1275" b="1">
                <a:solidFill>
                  <a:srgbClr val="0078BA"/>
                </a:solidFill>
                <a:latin typeface="Yu Gothic"/>
                <a:ea typeface="Yu Gothic"/>
                <a:cs typeface="Yu Gothic"/>
              </a:rPr>
              <a:t>図 4</a:t>
            </a:r>
          </a:p>
        </p:txBody>
      </p:sp>
      <p:sp>
        <p:nvSpPr>
          <p:cNvPr id="72" name="text-202">
            <a:extLst xmlns:a="http://schemas.openxmlformats.org/drawingml/2006/main">
              <a:ext uri="{FF2B5EF4-FFF2-40B4-BE49-F238E27FC236}">
                <a16:creationId xmlns:a16="http://schemas.microsoft.com/office/drawing/2014/main" id="{A88DAE29-B90F-4894-A759-A324B33673FA}"/>
              </a:ext>
            </a:extLst>
          </p:cNvPr>
          <p:cNvSpPr>
            <a:spLocks xmlns:a="http://schemas.openxmlformats.org/drawingml/2006/main" noGrp="1"/>
          </p:cNvSpPr>
          <p:nvPr/>
        </p:nvSpPr>
        <p:spPr>
          <a:xfrm xmlns:a="http://schemas.openxmlformats.org/drawingml/2006/main">
            <a:off x="1247775" y="6334125"/>
            <a:ext cx="9791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Yu Gothic"/>
                <a:ea typeface="Yu Gothic"/>
                <a:cs typeface="Yu Gothic"/>
              </a:defRPr>
            </a:defPPr>
            <a:lvl1pPr algn="l">
              <a:defRPr sz="1200" b="0">
                <a:solidFill>
                  <a:srgbClr val="231F20"/>
                </a:solidFill>
                <a:latin typeface="Yu Gothic"/>
                <a:ea typeface="Yu Gothic"/>
                <a:cs typeface="Yu Gothic"/>
              </a:defRPr>
            </a:lvl1pPr>
            <a:lvl2pPr algn="l">
              <a:defRPr sz="1200" b="0">
                <a:solidFill>
                  <a:srgbClr val="231F20"/>
                </a:solidFill>
                <a:latin typeface="Yu Gothic"/>
                <a:ea typeface="Yu Gothic"/>
                <a:cs typeface="Yu Gothic"/>
              </a:defRPr>
            </a:lvl2pPr>
            <a:lvl3pPr algn="l">
              <a:defRPr sz="1200" b="0">
                <a:solidFill>
                  <a:srgbClr val="231F20"/>
                </a:solidFill>
                <a:latin typeface="Yu Gothic"/>
                <a:ea typeface="Yu Gothic"/>
                <a:cs typeface="Yu Gothic"/>
              </a:defRPr>
            </a:lvl3pPr>
            <a:lvl4pPr algn="l">
              <a:defRPr sz="1200" b="0">
                <a:solidFill>
                  <a:srgbClr val="231F20"/>
                </a:solidFill>
                <a:latin typeface="Yu Gothic"/>
                <a:ea typeface="Yu Gothic"/>
                <a:cs typeface="Yu Gothic"/>
              </a:defRPr>
            </a:lvl4pPr>
            <a:lvl5pPr algn="l">
              <a:defRPr sz="1200" b="0">
                <a:solidFill>
                  <a:srgbClr val="231F20"/>
                </a:solidFill>
                <a:latin typeface="Yu Gothic"/>
                <a:ea typeface="Yu Gothic"/>
                <a:cs typeface="Yu Gothic"/>
              </a:defRPr>
            </a:lvl5pPr>
            <a:lvl6pPr algn="l">
              <a:defRPr sz="1200" b="0">
                <a:solidFill>
                  <a:srgbClr val="231F20"/>
                </a:solidFill>
                <a:latin typeface="Yu Gothic"/>
                <a:ea typeface="Yu Gothic"/>
                <a:cs typeface="Yu Gothic"/>
              </a:defRPr>
            </a:lvl6pPr>
            <a:lvl7pPr algn="l">
              <a:defRPr sz="1200" b="0">
                <a:solidFill>
                  <a:srgbClr val="231F20"/>
                </a:solidFill>
                <a:latin typeface="Yu Gothic"/>
                <a:ea typeface="Yu Gothic"/>
                <a:cs typeface="Yu Gothic"/>
              </a:defRPr>
            </a:lvl7pPr>
            <a:lvl8pPr algn="l">
              <a:defRPr sz="1200" b="0">
                <a:solidFill>
                  <a:srgbClr val="231F20"/>
                </a:solidFill>
                <a:latin typeface="Yu Gothic"/>
                <a:ea typeface="Yu Gothic"/>
                <a:cs typeface="Yu Gothic"/>
              </a:defRPr>
            </a:lvl8pPr>
            <a:lvl9pPr algn="l">
              <a:defRPr sz="1200" b="0">
                <a:solidFill>
                  <a:srgbClr val="231F20"/>
                </a:solidFill>
                <a:latin typeface="Yu Gothic"/>
                <a:ea typeface="Yu Gothic"/>
                <a:cs typeface="Yu Gothic"/>
              </a:defRPr>
            </a:lvl9pPr>
          </a:lstStyle>
          <a:p xmlns:a="http://schemas.openxmlformats.org/drawingml/2006/main">
            <a:pPr algn="l">
              <a:defRPr sz="1200" b="0">
                <a:solidFill>
                  <a:srgbClr val="231F20"/>
                </a:solidFill>
                <a:latin typeface="Yu Gothic"/>
                <a:ea typeface="Yu Gothic"/>
                <a:cs typeface="Yu Gothic"/>
              </a:defRPr>
            </a:pPr>
            <a:r>
              <a:rPr sz="1200" b="0">
                <a:solidFill>
                  <a:srgbClr val="231F20"/>
                </a:solidFill>
                <a:latin typeface="Yu Gothic"/>
                <a:ea typeface="Yu Gothic"/>
                <a:cs typeface="Yu Gothic"/>
              </a:rPr>
              <a:t>番地を作る線と、書く値を運ぶ線を分ける。青い線がswで追加して使う経路</a:t>
            </a:r>
          </a:p>
        </p:txBody>
      </p:sp>
    </p:spTree>
    <p:extLst>
      <p:ext uri="{BB962C8B-B14F-4D97-AF65-F5344CB8AC3E}">
        <p14:creationId xmlns:p14="http://schemas.microsoft.com/office/powerpoint/2010/main" val="25954913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5" name="text-203">
            <a:extLst xmlns:a="http://schemas.openxmlformats.org/drawingml/2006/main">
              <a:ext uri="{FF2B5EF4-FFF2-40B4-BE49-F238E27FC236}">
                <a16:creationId xmlns:a16="http://schemas.microsoft.com/office/drawing/2014/main" id="{A8C69CFF-F4AC-4602-BAF5-FC487C8B13A7}"/>
              </a:ext>
            </a:extLst>
          </p:cNvPr>
          <p:cNvSpPr>
            <a:spLocks xmlns:a="http://schemas.openxmlformats.org/drawingml/2006/main" noGrp="1"/>
          </p:cNvSpPr>
          <p:nvPr/>
        </p:nvSpPr>
        <p:spPr>
          <a:xfrm xmlns:a="http://schemas.openxmlformats.org/drawingml/2006/main">
            <a:off x="609600" y="314325"/>
            <a:ext cx="5619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231F20"/>
                </a:solidFill>
                <a:latin typeface="Arial"/>
                <a:ea typeface="Arial"/>
                <a:cs typeface="Arial"/>
              </a:defRPr>
            </a:defPPr>
            <a:lvl1pPr algn="l">
              <a:defRPr sz="2850" b="1">
                <a:solidFill>
                  <a:srgbClr val="231F20"/>
                </a:solidFill>
                <a:latin typeface="Arial"/>
                <a:ea typeface="Arial"/>
                <a:cs typeface="Arial"/>
              </a:defRPr>
            </a:lvl1pPr>
            <a:lvl2pPr algn="l">
              <a:defRPr sz="2850" b="1">
                <a:solidFill>
                  <a:srgbClr val="231F20"/>
                </a:solidFill>
                <a:latin typeface="Arial"/>
                <a:ea typeface="Arial"/>
                <a:cs typeface="Arial"/>
              </a:defRPr>
            </a:lvl2pPr>
            <a:lvl3pPr algn="l">
              <a:defRPr sz="2850" b="1">
                <a:solidFill>
                  <a:srgbClr val="231F20"/>
                </a:solidFill>
                <a:latin typeface="Arial"/>
                <a:ea typeface="Arial"/>
                <a:cs typeface="Arial"/>
              </a:defRPr>
            </a:lvl3pPr>
            <a:lvl4pPr algn="l">
              <a:defRPr sz="2850" b="1">
                <a:solidFill>
                  <a:srgbClr val="231F20"/>
                </a:solidFill>
                <a:latin typeface="Arial"/>
                <a:ea typeface="Arial"/>
                <a:cs typeface="Arial"/>
              </a:defRPr>
            </a:lvl4pPr>
            <a:lvl5pPr algn="l">
              <a:defRPr sz="2850" b="1">
                <a:solidFill>
                  <a:srgbClr val="231F20"/>
                </a:solidFill>
                <a:latin typeface="Arial"/>
                <a:ea typeface="Arial"/>
                <a:cs typeface="Arial"/>
              </a:defRPr>
            </a:lvl5pPr>
            <a:lvl6pPr algn="l">
              <a:defRPr sz="2850" b="1">
                <a:solidFill>
                  <a:srgbClr val="231F20"/>
                </a:solidFill>
                <a:latin typeface="Arial"/>
                <a:ea typeface="Arial"/>
                <a:cs typeface="Arial"/>
              </a:defRPr>
            </a:lvl6pPr>
            <a:lvl7pPr algn="l">
              <a:defRPr sz="2850" b="1">
                <a:solidFill>
                  <a:srgbClr val="231F20"/>
                </a:solidFill>
                <a:latin typeface="Arial"/>
                <a:ea typeface="Arial"/>
                <a:cs typeface="Arial"/>
              </a:defRPr>
            </a:lvl7pPr>
            <a:lvl8pPr algn="l">
              <a:defRPr sz="2850" b="1">
                <a:solidFill>
                  <a:srgbClr val="231F20"/>
                </a:solidFill>
                <a:latin typeface="Arial"/>
                <a:ea typeface="Arial"/>
                <a:cs typeface="Arial"/>
              </a:defRPr>
            </a:lvl8pPr>
            <a:lvl9pPr algn="l">
              <a:defRPr sz="2850" b="1">
                <a:solidFill>
                  <a:srgbClr val="231F20"/>
                </a:solidFill>
                <a:latin typeface="Arial"/>
                <a:ea typeface="Arial"/>
                <a:cs typeface="Arial"/>
              </a:defRPr>
            </a:lvl9pPr>
          </a:lstStyle>
          <a:p xmlns:a="http://schemas.openxmlformats.org/drawingml/2006/main">
            <a:pPr algn="l">
              <a:defRPr sz="2850" b="1">
                <a:solidFill>
                  <a:srgbClr val="231F20"/>
                </a:solidFill>
                <a:latin typeface="Arial"/>
                <a:ea typeface="Arial"/>
                <a:cs typeface="Arial"/>
              </a:defRPr>
            </a:pPr>
            <a:r>
              <a:rPr sz="2850" b="1">
                <a:solidFill>
                  <a:srgbClr val="231F20"/>
                </a:solidFill>
                <a:latin typeface="Arial"/>
                <a:ea typeface="Arial"/>
                <a:cs typeface="Arial"/>
              </a:rPr>
              <a:t>5</a:t>
            </a:r>
          </a:p>
        </p:txBody>
      </p:sp>
      <p:sp>
        <p:nvSpPr>
          <p:cNvPr id="2" name="text-204">
            <a:extLst xmlns:a="http://schemas.openxmlformats.org/drawingml/2006/main">
              <a:ext uri="{FF2B5EF4-FFF2-40B4-BE49-F238E27FC236}">
                <a16:creationId xmlns:a16="http://schemas.microsoft.com/office/drawing/2014/main" id="{35D6DC17-C008-4DAD-87A5-A8D38D77EF71}"/>
              </a:ext>
            </a:extLst>
          </p:cNvPr>
          <p:cNvSpPr>
            <a:spLocks xmlns:a="http://schemas.openxmlformats.org/drawingml/2006/main" noGrp="1"/>
          </p:cNvSpPr>
          <p:nvPr/>
        </p:nvSpPr>
        <p:spPr>
          <a:xfrm xmlns:a="http://schemas.openxmlformats.org/drawingml/2006/main">
            <a:off x="1257300" y="314325"/>
            <a:ext cx="103251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0078BA"/>
                </a:solidFill>
                <a:latin typeface="Yu Gothic"/>
                <a:ea typeface="Yu Gothic"/>
                <a:cs typeface="Yu Gothic"/>
              </a:defRPr>
            </a:defPPr>
            <a:lvl1pPr algn="l">
              <a:defRPr sz="2850" b="1">
                <a:solidFill>
                  <a:srgbClr val="0078BA"/>
                </a:solidFill>
                <a:latin typeface="Yu Gothic"/>
                <a:ea typeface="Yu Gothic"/>
                <a:cs typeface="Yu Gothic"/>
              </a:defRPr>
            </a:lvl1pPr>
            <a:lvl2pPr algn="l">
              <a:defRPr sz="2850" b="1">
                <a:solidFill>
                  <a:srgbClr val="0078BA"/>
                </a:solidFill>
                <a:latin typeface="Yu Gothic"/>
                <a:ea typeface="Yu Gothic"/>
                <a:cs typeface="Yu Gothic"/>
              </a:defRPr>
            </a:lvl2pPr>
            <a:lvl3pPr algn="l">
              <a:defRPr sz="2850" b="1">
                <a:solidFill>
                  <a:srgbClr val="0078BA"/>
                </a:solidFill>
                <a:latin typeface="Yu Gothic"/>
                <a:ea typeface="Yu Gothic"/>
                <a:cs typeface="Yu Gothic"/>
              </a:defRPr>
            </a:lvl3pPr>
            <a:lvl4pPr algn="l">
              <a:defRPr sz="2850" b="1">
                <a:solidFill>
                  <a:srgbClr val="0078BA"/>
                </a:solidFill>
                <a:latin typeface="Yu Gothic"/>
                <a:ea typeface="Yu Gothic"/>
                <a:cs typeface="Yu Gothic"/>
              </a:defRPr>
            </a:lvl4pPr>
            <a:lvl5pPr algn="l">
              <a:defRPr sz="2850" b="1">
                <a:solidFill>
                  <a:srgbClr val="0078BA"/>
                </a:solidFill>
                <a:latin typeface="Yu Gothic"/>
                <a:ea typeface="Yu Gothic"/>
                <a:cs typeface="Yu Gothic"/>
              </a:defRPr>
            </a:lvl5pPr>
            <a:lvl6pPr algn="l">
              <a:defRPr sz="2850" b="1">
                <a:solidFill>
                  <a:srgbClr val="0078BA"/>
                </a:solidFill>
                <a:latin typeface="Yu Gothic"/>
                <a:ea typeface="Yu Gothic"/>
                <a:cs typeface="Yu Gothic"/>
              </a:defRPr>
            </a:lvl6pPr>
            <a:lvl7pPr algn="l">
              <a:defRPr sz="2850" b="1">
                <a:solidFill>
                  <a:srgbClr val="0078BA"/>
                </a:solidFill>
                <a:latin typeface="Yu Gothic"/>
                <a:ea typeface="Yu Gothic"/>
                <a:cs typeface="Yu Gothic"/>
              </a:defRPr>
            </a:lvl7pPr>
            <a:lvl8pPr algn="l">
              <a:defRPr sz="2850" b="1">
                <a:solidFill>
                  <a:srgbClr val="0078BA"/>
                </a:solidFill>
                <a:latin typeface="Yu Gothic"/>
                <a:ea typeface="Yu Gothic"/>
                <a:cs typeface="Yu Gothic"/>
              </a:defRPr>
            </a:lvl8pPr>
            <a:lvl9pPr algn="l">
              <a:defRPr sz="2850" b="1">
                <a:solidFill>
                  <a:srgbClr val="0078BA"/>
                </a:solidFill>
                <a:latin typeface="Yu Gothic"/>
                <a:ea typeface="Yu Gothic"/>
                <a:cs typeface="Yu Gothic"/>
              </a:defRPr>
            </a:lvl9pPr>
          </a:lstStyle>
          <a:p xmlns:a="http://schemas.openxmlformats.org/drawingml/2006/main">
            <a:pPr algn="l">
              <a:defRPr sz="2850" b="1">
                <a:solidFill>
                  <a:srgbClr val="0078BA"/>
                </a:solidFill>
                <a:latin typeface="Yu Gothic"/>
                <a:ea typeface="Yu Gothic"/>
                <a:cs typeface="Yu Gothic"/>
              </a:defRPr>
            </a:pPr>
            <a:r>
              <a:rPr sz="2850" b="1">
                <a:solidFill>
                  <a:srgbClr val="0078BA"/>
                </a:solidFill>
                <a:latin typeface="Yu Gothic"/>
                <a:ea typeface="Yu Gothic"/>
                <a:cs typeface="Yu Gothic"/>
              </a:rPr>
              <a:t>命令とデータを、バス経由で読む</a:t>
            </a:r>
          </a:p>
        </p:txBody>
      </p:sp>
      <p:sp>
        <p:nvSpPr>
          <p:cNvPr id="3" name="text-205">
            <a:extLst xmlns:a="http://schemas.openxmlformats.org/drawingml/2006/main">
              <a:ext uri="{FF2B5EF4-FFF2-40B4-BE49-F238E27FC236}">
                <a16:creationId xmlns:a16="http://schemas.microsoft.com/office/drawing/2014/main" id="{F7247C8C-249C-406D-8F56-6997BAAE9C8E}"/>
              </a:ext>
            </a:extLst>
          </p:cNvPr>
          <p:cNvSpPr>
            <a:spLocks xmlns:a="http://schemas.openxmlformats.org/drawingml/2006/main" noGrp="1"/>
          </p:cNvSpPr>
          <p:nvPr/>
        </p:nvSpPr>
        <p:spPr>
          <a:xfrm xmlns:a="http://schemas.openxmlformats.org/drawingml/2006/main">
            <a:off x="11277600" y="6334125"/>
            <a:ext cx="304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777777"/>
                </a:solidFill>
                <a:latin typeface="Arial"/>
                <a:ea typeface="Arial"/>
                <a:cs typeface="Arial"/>
              </a:defRPr>
            </a:defPPr>
            <a:lvl1pPr algn="r">
              <a:defRPr sz="1350" b="0">
                <a:solidFill>
                  <a:srgbClr val="777777"/>
                </a:solidFill>
                <a:latin typeface="Arial"/>
                <a:ea typeface="Arial"/>
                <a:cs typeface="Arial"/>
              </a:defRPr>
            </a:lvl1pPr>
            <a:lvl2pPr algn="r">
              <a:defRPr sz="1350" b="0">
                <a:solidFill>
                  <a:srgbClr val="777777"/>
                </a:solidFill>
                <a:latin typeface="Arial"/>
                <a:ea typeface="Arial"/>
                <a:cs typeface="Arial"/>
              </a:defRPr>
            </a:lvl2pPr>
            <a:lvl3pPr algn="r">
              <a:defRPr sz="1350" b="0">
                <a:solidFill>
                  <a:srgbClr val="777777"/>
                </a:solidFill>
                <a:latin typeface="Arial"/>
                <a:ea typeface="Arial"/>
                <a:cs typeface="Arial"/>
              </a:defRPr>
            </a:lvl3pPr>
            <a:lvl4pPr algn="r">
              <a:defRPr sz="1350" b="0">
                <a:solidFill>
                  <a:srgbClr val="777777"/>
                </a:solidFill>
                <a:latin typeface="Arial"/>
                <a:ea typeface="Arial"/>
                <a:cs typeface="Arial"/>
              </a:defRPr>
            </a:lvl4pPr>
            <a:lvl5pPr algn="r">
              <a:defRPr sz="1350" b="0">
                <a:solidFill>
                  <a:srgbClr val="777777"/>
                </a:solidFill>
                <a:latin typeface="Arial"/>
                <a:ea typeface="Arial"/>
                <a:cs typeface="Arial"/>
              </a:defRPr>
            </a:lvl5pPr>
            <a:lvl6pPr algn="r">
              <a:defRPr sz="1350" b="0">
                <a:solidFill>
                  <a:srgbClr val="777777"/>
                </a:solidFill>
                <a:latin typeface="Arial"/>
                <a:ea typeface="Arial"/>
                <a:cs typeface="Arial"/>
              </a:defRPr>
            </a:lvl6pPr>
            <a:lvl7pPr algn="r">
              <a:defRPr sz="1350" b="0">
                <a:solidFill>
                  <a:srgbClr val="777777"/>
                </a:solidFill>
                <a:latin typeface="Arial"/>
                <a:ea typeface="Arial"/>
                <a:cs typeface="Arial"/>
              </a:defRPr>
            </a:lvl7pPr>
            <a:lvl8pPr algn="r">
              <a:defRPr sz="1350" b="0">
                <a:solidFill>
                  <a:srgbClr val="777777"/>
                </a:solidFill>
                <a:latin typeface="Arial"/>
                <a:ea typeface="Arial"/>
                <a:cs typeface="Arial"/>
              </a:defRPr>
            </a:lvl8pPr>
            <a:lvl9pPr algn="r">
              <a:defRPr sz="1350" b="0">
                <a:solidFill>
                  <a:srgbClr val="777777"/>
                </a:solidFill>
                <a:latin typeface="Arial"/>
                <a:ea typeface="Arial"/>
                <a:cs typeface="Arial"/>
              </a:defRPr>
            </a:lvl9pPr>
          </a:lstStyle>
          <a:p xmlns:a="http://schemas.openxmlformats.org/drawingml/2006/main">
            <a:pPr algn="r">
              <a:defRPr sz="1350" b="0">
                <a:solidFill>
                  <a:srgbClr val="777777"/>
                </a:solidFill>
                <a:latin typeface="Arial"/>
                <a:ea typeface="Arial"/>
                <a:cs typeface="Arial"/>
              </a:defRPr>
            </a:pPr>
            <a:r>
              <a:rPr sz="1350" b="0">
                <a:solidFill>
                  <a:srgbClr val="777777"/>
                </a:solidFill>
                <a:latin typeface="Arial"/>
                <a:ea typeface="Arial"/>
                <a:cs typeface="Arial"/>
              </a:rPr>
              <a:t>5</a:t>
            </a:r>
          </a:p>
        </p:txBody>
      </p:sp>
      <p:sp>
        <p:nvSpPr>
          <p:cNvPr id="4" name="text-206">
            <a:extLst xmlns:a="http://schemas.openxmlformats.org/drawingml/2006/main">
              <a:ext uri="{FF2B5EF4-FFF2-40B4-BE49-F238E27FC236}">
                <a16:creationId xmlns:a16="http://schemas.microsoft.com/office/drawing/2014/main" id="{9B9F754B-2C8C-41A8-9C9D-0E83C45475A9}"/>
              </a:ext>
            </a:extLst>
          </p:cNvPr>
          <p:cNvSpPr>
            <a:spLocks xmlns:a="http://schemas.openxmlformats.org/drawingml/2006/main" noGrp="1"/>
          </p:cNvSpPr>
          <p:nvPr/>
        </p:nvSpPr>
        <p:spPr>
          <a:xfrm xmlns:a="http://schemas.openxmlformats.org/drawingml/2006/main">
            <a:off x="609600" y="12954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75" b="1">
                <a:solidFill>
                  <a:srgbClr val="1572C3"/>
                </a:solidFill>
                <a:latin typeface="Yu Gothic"/>
                <a:ea typeface="Yu Gothic"/>
                <a:cs typeface="Yu Gothic"/>
              </a:defRPr>
            </a:defPPr>
            <a:lvl1pPr algn="l">
              <a:defRPr sz="2175" b="1">
                <a:solidFill>
                  <a:srgbClr val="1572C3"/>
                </a:solidFill>
                <a:latin typeface="Yu Gothic"/>
                <a:ea typeface="Yu Gothic"/>
                <a:cs typeface="Yu Gothic"/>
              </a:defRPr>
            </a:lvl1pPr>
            <a:lvl2pPr algn="l">
              <a:defRPr sz="2175" b="1">
                <a:solidFill>
                  <a:srgbClr val="1572C3"/>
                </a:solidFill>
                <a:latin typeface="Yu Gothic"/>
                <a:ea typeface="Yu Gothic"/>
                <a:cs typeface="Yu Gothic"/>
              </a:defRPr>
            </a:lvl2pPr>
            <a:lvl3pPr algn="l">
              <a:defRPr sz="2175" b="1">
                <a:solidFill>
                  <a:srgbClr val="1572C3"/>
                </a:solidFill>
                <a:latin typeface="Yu Gothic"/>
                <a:ea typeface="Yu Gothic"/>
                <a:cs typeface="Yu Gothic"/>
              </a:defRPr>
            </a:lvl3pPr>
            <a:lvl4pPr algn="l">
              <a:defRPr sz="2175" b="1">
                <a:solidFill>
                  <a:srgbClr val="1572C3"/>
                </a:solidFill>
                <a:latin typeface="Yu Gothic"/>
                <a:ea typeface="Yu Gothic"/>
                <a:cs typeface="Yu Gothic"/>
              </a:defRPr>
            </a:lvl4pPr>
            <a:lvl5pPr algn="l">
              <a:defRPr sz="2175" b="1">
                <a:solidFill>
                  <a:srgbClr val="1572C3"/>
                </a:solidFill>
                <a:latin typeface="Yu Gothic"/>
                <a:ea typeface="Yu Gothic"/>
                <a:cs typeface="Yu Gothic"/>
              </a:defRPr>
            </a:lvl5pPr>
            <a:lvl6pPr algn="l">
              <a:defRPr sz="2175" b="1">
                <a:solidFill>
                  <a:srgbClr val="1572C3"/>
                </a:solidFill>
                <a:latin typeface="Yu Gothic"/>
                <a:ea typeface="Yu Gothic"/>
                <a:cs typeface="Yu Gothic"/>
              </a:defRPr>
            </a:lvl6pPr>
            <a:lvl7pPr algn="l">
              <a:defRPr sz="2175" b="1">
                <a:solidFill>
                  <a:srgbClr val="1572C3"/>
                </a:solidFill>
                <a:latin typeface="Yu Gothic"/>
                <a:ea typeface="Yu Gothic"/>
                <a:cs typeface="Yu Gothic"/>
              </a:defRPr>
            </a:lvl7pPr>
            <a:lvl8pPr algn="l">
              <a:defRPr sz="2175" b="1">
                <a:solidFill>
                  <a:srgbClr val="1572C3"/>
                </a:solidFill>
                <a:latin typeface="Yu Gothic"/>
                <a:ea typeface="Yu Gothic"/>
                <a:cs typeface="Yu Gothic"/>
              </a:defRPr>
            </a:lvl8pPr>
            <a:lvl9pPr algn="l">
              <a:defRPr sz="2175" b="1">
                <a:solidFill>
                  <a:srgbClr val="1572C3"/>
                </a:solidFill>
                <a:latin typeface="Yu Gothic"/>
                <a:ea typeface="Yu Gothic"/>
                <a:cs typeface="Yu Gothic"/>
              </a:defRPr>
            </a:lvl9pPr>
          </a:lstStyle>
          <a:p xmlns:a="http://schemas.openxmlformats.org/drawingml/2006/main">
            <a:pPr algn="l">
              <a:defRPr sz="2175" b="1">
                <a:solidFill>
                  <a:srgbClr val="1572C3"/>
                </a:solidFill>
                <a:latin typeface="Yu Gothic"/>
                <a:ea typeface="Yu Gothic"/>
                <a:cs typeface="Yu Gothic"/>
              </a:defRPr>
            </a:pPr>
            <a:r>
              <a:rPr sz="2175" b="1">
                <a:solidFill>
                  <a:srgbClr val="1572C3"/>
                </a:solidFill>
                <a:latin typeface="Yu Gothic"/>
                <a:ea typeface="Yu Gothic"/>
                <a:cs typeface="Yu Gothic"/>
              </a:rPr>
              <a:t>CPUの演算回路を残し、メモリとの間にバス接続を置く</a:t>
            </a:r>
          </a:p>
        </p:txBody>
      </p:sp>
      <p:sp>
        <p:nvSpPr>
          <p:cNvPr id="5" name="block-207">
            <a:extLst xmlns:a="http://schemas.openxmlformats.org/drawingml/2006/main">
              <a:ext uri="{FF2B5EF4-FFF2-40B4-BE49-F238E27FC236}">
                <a16:creationId xmlns:a16="http://schemas.microsoft.com/office/drawing/2014/main" id="{47FD61F0-E204-4BD1-8954-2C1DE055C880}"/>
              </a:ext>
            </a:extLst>
          </p:cNvPr>
          <p:cNvSpPr>
            <a:spLocks xmlns:a="http://schemas.openxmlformats.org/drawingml/2006/main" noGrp="1"/>
          </p:cNvSpPr>
          <p:nvPr/>
        </p:nvSpPr>
        <p:spPr>
          <a:xfrm xmlns:a="http://schemas.openxmlformats.org/drawingml/2006/main">
            <a:off x="609600" y="2133600"/>
            <a:ext cx="5248275" cy="3619500"/>
          </a:xfrm>
          <a:prstGeom xmlns:a="http://schemas.openxmlformats.org/drawingml/2006/main" prst="rect">
            <a:avLst/>
          </a:prstGeom>
          <a:solidFill xmlns:a="http://schemas.openxmlformats.org/drawingml/2006/main">
            <a:srgbClr val="E5EBF8"/>
          </a:solidFill>
          <a:ln xmlns:a="http://schemas.openxmlformats.org/drawingml/2006/main" w="20955">
            <a:solidFill>
              <a:srgbClr val="231F20"/>
            </a:solidFill>
          </a:ln>
        </p:spPr>
      </p:sp>
      <p:sp>
        <p:nvSpPr>
          <p:cNvPr id="6" name="text-208">
            <a:extLst xmlns:a="http://schemas.openxmlformats.org/drawingml/2006/main">
              <a:ext uri="{FF2B5EF4-FFF2-40B4-BE49-F238E27FC236}">
                <a16:creationId xmlns:a16="http://schemas.microsoft.com/office/drawing/2014/main" id="{4A6AFEC3-EACC-462B-B679-BE1DD094B0F9}"/>
              </a:ext>
            </a:extLst>
          </p:cNvPr>
          <p:cNvSpPr>
            <a:spLocks xmlns:a="http://schemas.openxmlformats.org/drawingml/2006/main" noGrp="1"/>
          </p:cNvSpPr>
          <p:nvPr/>
        </p:nvSpPr>
        <p:spPr>
          <a:xfrm xmlns:a="http://schemas.openxmlformats.org/drawingml/2006/main">
            <a:off x="733425" y="2209800"/>
            <a:ext cx="95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025" b="1">
                <a:solidFill>
                  <a:srgbClr val="231F20"/>
                </a:solidFill>
                <a:latin typeface="Arial"/>
                <a:ea typeface="Arial"/>
                <a:cs typeface="Arial"/>
              </a:defRPr>
            </a:defPPr>
            <a:lvl1pPr algn="l">
              <a:defRPr sz="2025" b="1">
                <a:solidFill>
                  <a:srgbClr val="231F20"/>
                </a:solidFill>
                <a:latin typeface="Arial"/>
                <a:ea typeface="Arial"/>
                <a:cs typeface="Arial"/>
              </a:defRPr>
            </a:lvl1pPr>
            <a:lvl2pPr algn="l">
              <a:defRPr sz="2025" b="1">
                <a:solidFill>
                  <a:srgbClr val="231F20"/>
                </a:solidFill>
                <a:latin typeface="Arial"/>
                <a:ea typeface="Arial"/>
                <a:cs typeface="Arial"/>
              </a:defRPr>
            </a:lvl2pPr>
            <a:lvl3pPr algn="l">
              <a:defRPr sz="2025" b="1">
                <a:solidFill>
                  <a:srgbClr val="231F20"/>
                </a:solidFill>
                <a:latin typeface="Arial"/>
                <a:ea typeface="Arial"/>
                <a:cs typeface="Arial"/>
              </a:defRPr>
            </a:lvl3pPr>
            <a:lvl4pPr algn="l">
              <a:defRPr sz="2025" b="1">
                <a:solidFill>
                  <a:srgbClr val="231F20"/>
                </a:solidFill>
                <a:latin typeface="Arial"/>
                <a:ea typeface="Arial"/>
                <a:cs typeface="Arial"/>
              </a:defRPr>
            </a:lvl4pPr>
            <a:lvl5pPr algn="l">
              <a:defRPr sz="2025" b="1">
                <a:solidFill>
                  <a:srgbClr val="231F20"/>
                </a:solidFill>
                <a:latin typeface="Arial"/>
                <a:ea typeface="Arial"/>
                <a:cs typeface="Arial"/>
              </a:defRPr>
            </a:lvl5pPr>
            <a:lvl6pPr algn="l">
              <a:defRPr sz="2025" b="1">
                <a:solidFill>
                  <a:srgbClr val="231F20"/>
                </a:solidFill>
                <a:latin typeface="Arial"/>
                <a:ea typeface="Arial"/>
                <a:cs typeface="Arial"/>
              </a:defRPr>
            </a:lvl6pPr>
            <a:lvl7pPr algn="l">
              <a:defRPr sz="2025" b="1">
                <a:solidFill>
                  <a:srgbClr val="231F20"/>
                </a:solidFill>
                <a:latin typeface="Arial"/>
                <a:ea typeface="Arial"/>
                <a:cs typeface="Arial"/>
              </a:defRPr>
            </a:lvl7pPr>
            <a:lvl8pPr algn="l">
              <a:defRPr sz="2025" b="1">
                <a:solidFill>
                  <a:srgbClr val="231F20"/>
                </a:solidFill>
                <a:latin typeface="Arial"/>
                <a:ea typeface="Arial"/>
                <a:cs typeface="Arial"/>
              </a:defRPr>
            </a:lvl8pPr>
            <a:lvl9pPr algn="l">
              <a:defRPr sz="2025" b="1">
                <a:solidFill>
                  <a:srgbClr val="231F20"/>
                </a:solidFill>
                <a:latin typeface="Arial"/>
                <a:ea typeface="Arial"/>
                <a:cs typeface="Arial"/>
              </a:defRPr>
            </a:lvl9pPr>
          </a:lstStyle>
          <a:p xmlns:a="http://schemas.openxmlformats.org/drawingml/2006/main">
            <a:pPr algn="l">
              <a:defRPr sz="2025" b="1">
                <a:solidFill>
                  <a:srgbClr val="231F20"/>
                </a:solidFill>
                <a:latin typeface="Arial"/>
                <a:ea typeface="Arial"/>
                <a:cs typeface="Arial"/>
              </a:defRPr>
            </a:pPr>
            <a:r>
              <a:rPr sz="2025" b="1">
                <a:solidFill>
                  <a:srgbClr val="231F20"/>
                </a:solidFill>
                <a:latin typeface="Arial"/>
                <a:ea typeface="Arial"/>
                <a:cs typeface="Arial"/>
              </a:rPr>
              <a:t>CPU</a:t>
            </a:r>
          </a:p>
        </p:txBody>
      </p:sp>
      <p:sp>
        <p:nvSpPr>
          <p:cNvPr id="7" name="block-209">
            <a:extLst xmlns:a="http://schemas.openxmlformats.org/drawingml/2006/main">
              <a:ext uri="{FF2B5EF4-FFF2-40B4-BE49-F238E27FC236}">
                <a16:creationId xmlns:a16="http://schemas.microsoft.com/office/drawing/2014/main" id="{50C331B5-4FB4-4294-999F-FA3D90599EB3}"/>
              </a:ext>
            </a:extLst>
          </p:cNvPr>
          <p:cNvSpPr>
            <a:spLocks xmlns:a="http://schemas.openxmlformats.org/drawingml/2006/main" noGrp="1"/>
          </p:cNvSpPr>
          <p:nvPr/>
        </p:nvSpPr>
        <p:spPr>
          <a:xfrm xmlns:a="http://schemas.openxmlformats.org/drawingml/2006/main">
            <a:off x="895350" y="2809875"/>
            <a:ext cx="295275" cy="70485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8" name="circuit-210">
            <a:extLst xmlns:a="http://schemas.openxmlformats.org/drawingml/2006/main">
              <a:ext uri="{FF2B5EF4-FFF2-40B4-BE49-F238E27FC236}">
                <a16:creationId xmlns:a16="http://schemas.microsoft.com/office/drawing/2014/main" id="{0EA43A6B-DCDE-4853-83CD-BE904E926B0A}"/>
              </a:ext>
            </a:extLst>
          </p:cNvPr>
          <p:cNvSpPr>
            <a:spLocks xmlns:a="http://schemas.openxmlformats.org/drawingml/2006/main" noGrp="1"/>
          </p:cNvSpPr>
          <p:nvPr/>
        </p:nvSpPr>
        <p:spPr>
          <a:xfrm xmlns:a="http://schemas.openxmlformats.org/drawingml/2006/main">
            <a:off x="971550" y="2809875"/>
            <a:ext cx="142875" cy="85725"/>
          </a:xfrm>
          <a:custGeom xmlns:a="http://schemas.openxmlformats.org/drawingml/2006/main">
            <a:pathLst>
              <a:path w="142875" h="85725">
                <a:moveTo>
                  <a:pt x="0" y="0"/>
                </a:moveTo>
                <a:lnTo>
                  <a:pt x="66675" y="85725"/>
                </a:lnTo>
                <a:lnTo>
                  <a:pt x="142875" y="0"/>
                </a:lnTo>
                <a:close/>
              </a:path>
            </a:pathLst>
          </a:custGeom>
          <a:noFill xmlns:a="http://schemas.openxmlformats.org/drawingml/2006/main"/>
          <a:ln xmlns:a="http://schemas.openxmlformats.org/drawingml/2006/main" w="20955">
            <a:solidFill>
              <a:srgbClr val="231F20"/>
            </a:solidFill>
          </a:ln>
        </p:spPr>
      </p:sp>
      <p:sp>
        <p:nvSpPr>
          <p:cNvPr id="9" name="wire-211">
            <a:extLst xmlns:a="http://schemas.openxmlformats.org/drawingml/2006/main">
              <a:ext uri="{FF2B5EF4-FFF2-40B4-BE49-F238E27FC236}">
                <a16:creationId xmlns:a16="http://schemas.microsoft.com/office/drawing/2014/main" id="{A3097B37-1AE9-4189-90D8-DC5374A2012F}"/>
              </a:ext>
            </a:extLst>
          </p:cNvPr>
          <p:cNvSpPr>
            <a:spLocks xmlns:a="http://schemas.openxmlformats.org/drawingml/2006/main" noGrp="1"/>
          </p:cNvSpPr>
          <p:nvPr/>
        </p:nvSpPr>
        <p:spPr>
          <a:xfrm xmlns:a="http://schemas.openxmlformats.org/drawingml/2006/main">
            <a:off x="1038225" y="2667000"/>
            <a:ext cx="9525" cy="142875"/>
          </a:xfrm>
          <a:custGeom xmlns:a="http://schemas.openxmlformats.org/drawingml/2006/main">
            <a:pathLst>
              <a:path w="9525" h="142875">
                <a:moveTo>
                  <a:pt x="0" y="0"/>
                </a:moveTo>
                <a:lnTo>
                  <a:pt x="0" y="142875"/>
                </a:lnTo>
              </a:path>
            </a:pathLst>
          </a:custGeom>
          <a:noFill xmlns:a="http://schemas.openxmlformats.org/drawingml/2006/main"/>
          <a:ln xmlns:a="http://schemas.openxmlformats.org/drawingml/2006/main" w="10478">
            <a:solidFill>
              <a:srgbClr val="231F20"/>
            </a:solidFill>
          </a:ln>
        </p:spPr>
      </p:sp>
      <p:sp>
        <p:nvSpPr>
          <p:cNvPr id="10" name="text-212">
            <a:extLst xmlns:a="http://schemas.openxmlformats.org/drawingml/2006/main">
              <a:ext uri="{FF2B5EF4-FFF2-40B4-BE49-F238E27FC236}">
                <a16:creationId xmlns:a16="http://schemas.microsoft.com/office/drawing/2014/main" id="{E05D3429-8E11-48E9-A3E2-50A09307F60B}"/>
              </a:ext>
            </a:extLst>
          </p:cNvPr>
          <p:cNvSpPr>
            <a:spLocks xmlns:a="http://schemas.openxmlformats.org/drawingml/2006/main" noGrp="1"/>
          </p:cNvSpPr>
          <p:nvPr/>
        </p:nvSpPr>
        <p:spPr>
          <a:xfrm xmlns:a="http://schemas.openxmlformats.org/drawingml/2006/main">
            <a:off x="847725" y="3514725"/>
            <a:ext cx="4191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425" b="1">
                <a:solidFill>
                  <a:srgbClr val="231F20"/>
                </a:solidFill>
                <a:latin typeface="Arial"/>
                <a:ea typeface="Arial"/>
                <a:cs typeface="Arial"/>
              </a:defRPr>
            </a:defPPr>
            <a:lvl1pPr algn="ctr">
              <a:defRPr sz="1425" b="1">
                <a:solidFill>
                  <a:srgbClr val="231F20"/>
                </a:solidFill>
                <a:latin typeface="Arial"/>
                <a:ea typeface="Arial"/>
                <a:cs typeface="Arial"/>
              </a:defRPr>
            </a:lvl1pPr>
            <a:lvl2pPr algn="ctr">
              <a:defRPr sz="1425" b="1">
                <a:solidFill>
                  <a:srgbClr val="231F20"/>
                </a:solidFill>
                <a:latin typeface="Arial"/>
                <a:ea typeface="Arial"/>
                <a:cs typeface="Arial"/>
              </a:defRPr>
            </a:lvl2pPr>
            <a:lvl3pPr algn="ctr">
              <a:defRPr sz="1425" b="1">
                <a:solidFill>
                  <a:srgbClr val="231F20"/>
                </a:solidFill>
                <a:latin typeface="Arial"/>
                <a:ea typeface="Arial"/>
                <a:cs typeface="Arial"/>
              </a:defRPr>
            </a:lvl3pPr>
            <a:lvl4pPr algn="ctr">
              <a:defRPr sz="1425" b="1">
                <a:solidFill>
                  <a:srgbClr val="231F20"/>
                </a:solidFill>
                <a:latin typeface="Arial"/>
                <a:ea typeface="Arial"/>
                <a:cs typeface="Arial"/>
              </a:defRPr>
            </a:lvl4pPr>
            <a:lvl5pPr algn="ctr">
              <a:defRPr sz="1425" b="1">
                <a:solidFill>
                  <a:srgbClr val="231F20"/>
                </a:solidFill>
                <a:latin typeface="Arial"/>
                <a:ea typeface="Arial"/>
                <a:cs typeface="Arial"/>
              </a:defRPr>
            </a:lvl5pPr>
            <a:lvl6pPr algn="ctr">
              <a:defRPr sz="1425" b="1">
                <a:solidFill>
                  <a:srgbClr val="231F20"/>
                </a:solidFill>
                <a:latin typeface="Arial"/>
                <a:ea typeface="Arial"/>
                <a:cs typeface="Arial"/>
              </a:defRPr>
            </a:lvl6pPr>
            <a:lvl7pPr algn="ctr">
              <a:defRPr sz="1425" b="1">
                <a:solidFill>
                  <a:srgbClr val="231F20"/>
                </a:solidFill>
                <a:latin typeface="Arial"/>
                <a:ea typeface="Arial"/>
                <a:cs typeface="Arial"/>
              </a:defRPr>
            </a:lvl7pPr>
            <a:lvl8pPr algn="ctr">
              <a:defRPr sz="1425" b="1">
                <a:solidFill>
                  <a:srgbClr val="231F20"/>
                </a:solidFill>
                <a:latin typeface="Arial"/>
                <a:ea typeface="Arial"/>
                <a:cs typeface="Arial"/>
              </a:defRPr>
            </a:lvl8pPr>
            <a:lvl9pPr algn="ctr">
              <a:defRPr sz="1425" b="1">
                <a:solidFill>
                  <a:srgbClr val="231F20"/>
                </a:solidFill>
                <a:latin typeface="Arial"/>
                <a:ea typeface="Arial"/>
                <a:cs typeface="Arial"/>
              </a:defRPr>
            </a:lvl9pPr>
          </a:lstStyle>
          <a:p xmlns:a="http://schemas.openxmlformats.org/drawingml/2006/main">
            <a:pPr algn="ctr">
              <a:defRPr sz="1425" b="1">
                <a:solidFill>
                  <a:srgbClr val="231F20"/>
                </a:solidFill>
                <a:latin typeface="Arial"/>
                <a:ea typeface="Arial"/>
                <a:cs typeface="Arial"/>
              </a:defRPr>
            </a:pPr>
            <a:r>
              <a:rPr sz="1425" b="1">
                <a:solidFill>
                  <a:srgbClr val="231F20"/>
                </a:solidFill>
                <a:latin typeface="Arial"/>
                <a:ea typeface="Arial"/>
                <a:cs typeface="Arial"/>
              </a:rPr>
              <a:t>PC</a:t>
            </a:r>
          </a:p>
        </p:txBody>
      </p:sp>
      <p:sp>
        <p:nvSpPr>
          <p:cNvPr id="11" name="block-213">
            <a:extLst xmlns:a="http://schemas.openxmlformats.org/drawingml/2006/main">
              <a:ext uri="{FF2B5EF4-FFF2-40B4-BE49-F238E27FC236}">
                <a16:creationId xmlns:a16="http://schemas.microsoft.com/office/drawing/2014/main" id="{0775F8ED-52D7-4236-BE2B-76A5015E997B}"/>
              </a:ext>
            </a:extLst>
          </p:cNvPr>
          <p:cNvSpPr>
            <a:spLocks xmlns:a="http://schemas.openxmlformats.org/drawingml/2006/main" noGrp="1"/>
          </p:cNvSpPr>
          <p:nvPr/>
        </p:nvSpPr>
        <p:spPr>
          <a:xfrm xmlns:a="http://schemas.openxmlformats.org/drawingml/2006/main">
            <a:off x="1809750" y="2705100"/>
            <a:ext cx="1676400" cy="523875"/>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12" name="text-214">
            <a:extLst xmlns:a="http://schemas.openxmlformats.org/drawingml/2006/main">
              <a:ext uri="{FF2B5EF4-FFF2-40B4-BE49-F238E27FC236}">
                <a16:creationId xmlns:a16="http://schemas.microsoft.com/office/drawing/2014/main" id="{B5032F94-192B-47E8-9D8B-18C0456F71BC}"/>
              </a:ext>
            </a:extLst>
          </p:cNvPr>
          <p:cNvSpPr>
            <a:spLocks xmlns:a="http://schemas.openxmlformats.org/drawingml/2006/main" noGrp="1"/>
          </p:cNvSpPr>
          <p:nvPr/>
        </p:nvSpPr>
        <p:spPr>
          <a:xfrm xmlns:a="http://schemas.openxmlformats.org/drawingml/2006/main">
            <a:off x="1885950" y="2762250"/>
            <a:ext cx="1524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1">
                <a:solidFill>
                  <a:srgbClr val="231F20"/>
                </a:solidFill>
                <a:latin typeface="Yu Gothic"/>
                <a:ea typeface="Yu Gothic"/>
                <a:cs typeface="Yu Gothic"/>
              </a:defRPr>
            </a:defPPr>
            <a:lvl1pPr algn="ctr">
              <a:defRPr sz="1725" b="1">
                <a:solidFill>
                  <a:srgbClr val="231F20"/>
                </a:solidFill>
                <a:latin typeface="Yu Gothic"/>
                <a:ea typeface="Yu Gothic"/>
                <a:cs typeface="Yu Gothic"/>
              </a:defRPr>
            </a:lvl1pPr>
            <a:lvl2pPr algn="ctr">
              <a:defRPr sz="1725" b="1">
                <a:solidFill>
                  <a:srgbClr val="231F20"/>
                </a:solidFill>
                <a:latin typeface="Yu Gothic"/>
                <a:ea typeface="Yu Gothic"/>
                <a:cs typeface="Yu Gothic"/>
              </a:defRPr>
            </a:lvl2pPr>
            <a:lvl3pPr algn="ctr">
              <a:defRPr sz="1725" b="1">
                <a:solidFill>
                  <a:srgbClr val="231F20"/>
                </a:solidFill>
                <a:latin typeface="Yu Gothic"/>
                <a:ea typeface="Yu Gothic"/>
                <a:cs typeface="Yu Gothic"/>
              </a:defRPr>
            </a:lvl3pPr>
            <a:lvl4pPr algn="ctr">
              <a:defRPr sz="1725" b="1">
                <a:solidFill>
                  <a:srgbClr val="231F20"/>
                </a:solidFill>
                <a:latin typeface="Yu Gothic"/>
                <a:ea typeface="Yu Gothic"/>
                <a:cs typeface="Yu Gothic"/>
              </a:defRPr>
            </a:lvl4pPr>
            <a:lvl5pPr algn="ctr">
              <a:defRPr sz="1725" b="1">
                <a:solidFill>
                  <a:srgbClr val="231F20"/>
                </a:solidFill>
                <a:latin typeface="Yu Gothic"/>
                <a:ea typeface="Yu Gothic"/>
                <a:cs typeface="Yu Gothic"/>
              </a:defRPr>
            </a:lvl5pPr>
            <a:lvl6pPr algn="ctr">
              <a:defRPr sz="1725" b="1">
                <a:solidFill>
                  <a:srgbClr val="231F20"/>
                </a:solidFill>
                <a:latin typeface="Yu Gothic"/>
                <a:ea typeface="Yu Gothic"/>
                <a:cs typeface="Yu Gothic"/>
              </a:defRPr>
            </a:lvl6pPr>
            <a:lvl7pPr algn="ctr">
              <a:defRPr sz="1725" b="1">
                <a:solidFill>
                  <a:srgbClr val="231F20"/>
                </a:solidFill>
                <a:latin typeface="Yu Gothic"/>
                <a:ea typeface="Yu Gothic"/>
                <a:cs typeface="Yu Gothic"/>
              </a:defRPr>
            </a:lvl7pPr>
            <a:lvl8pPr algn="ctr">
              <a:defRPr sz="1725" b="1">
                <a:solidFill>
                  <a:srgbClr val="231F20"/>
                </a:solidFill>
                <a:latin typeface="Yu Gothic"/>
                <a:ea typeface="Yu Gothic"/>
                <a:cs typeface="Yu Gothic"/>
              </a:defRPr>
            </a:lvl8pPr>
            <a:lvl9pPr algn="ctr">
              <a:defRPr sz="1725" b="1">
                <a:solidFill>
                  <a:srgbClr val="231F20"/>
                </a:solidFill>
                <a:latin typeface="Yu Gothic"/>
                <a:ea typeface="Yu Gothic"/>
                <a:cs typeface="Yu Gothic"/>
              </a:defRPr>
            </a:lvl9pPr>
          </a:lstStyle>
          <a:p xmlns:a="http://schemas.openxmlformats.org/drawingml/2006/main">
            <a:pPr algn="ctr">
              <a:defRPr sz="1725" b="1">
                <a:solidFill>
                  <a:srgbClr val="231F20"/>
                </a:solidFill>
                <a:latin typeface="Yu Gothic"/>
                <a:ea typeface="Yu Gothic"/>
                <a:cs typeface="Yu Gothic"/>
              </a:defRPr>
            </a:pPr>
            <a:r>
              <a:rPr sz="1725" b="1">
                <a:solidFill>
                  <a:srgbClr val="231F20"/>
                </a:solidFill>
                <a:latin typeface="Yu Gothic"/>
                <a:ea typeface="Yu Gothic"/>
                <a:cs typeface="Yu Gothic"/>
              </a:rPr>
              <a:t>命令を解読</a:t>
            </a:r>
          </a:p>
        </p:txBody>
      </p:sp>
      <p:sp>
        <p:nvSpPr>
          <p:cNvPr id="13" name="wire-215">
            <a:extLst xmlns:a="http://schemas.openxmlformats.org/drawingml/2006/main">
              <a:ext uri="{FF2B5EF4-FFF2-40B4-BE49-F238E27FC236}">
                <a16:creationId xmlns:a16="http://schemas.microsoft.com/office/drawing/2014/main" id="{C6F7BD37-16F7-4974-8641-1F04D36A3441}"/>
              </a:ext>
            </a:extLst>
          </p:cNvPr>
          <p:cNvSpPr>
            <a:spLocks xmlns:a="http://schemas.openxmlformats.org/drawingml/2006/main" noGrp="1"/>
          </p:cNvSpPr>
          <p:nvPr/>
        </p:nvSpPr>
        <p:spPr>
          <a:xfrm xmlns:a="http://schemas.openxmlformats.org/drawingml/2006/main">
            <a:off x="1190625" y="3048000"/>
            <a:ext cx="333375" cy="9525"/>
          </a:xfrm>
          <a:custGeom xmlns:a="http://schemas.openxmlformats.org/drawingml/2006/main">
            <a:pathLst>
              <a:path w="333375" h="9525">
                <a:moveTo>
                  <a:pt x="0" y="0"/>
                </a:moveTo>
                <a:lnTo>
                  <a:pt x="333375" y="0"/>
                </a:lnTo>
              </a:path>
            </a:pathLst>
          </a:custGeom>
          <a:noFill xmlns:a="http://schemas.openxmlformats.org/drawingml/2006/main"/>
          <a:ln xmlns:a="http://schemas.openxmlformats.org/drawingml/2006/main" w="25718">
            <a:solidFill>
              <a:srgbClr val="231F20"/>
            </a:solidFill>
          </a:ln>
        </p:spPr>
      </p:sp>
      <p:sp>
        <p:nvSpPr>
          <p:cNvPr id="14" name="wire-216">
            <a:extLst xmlns:a="http://schemas.openxmlformats.org/drawingml/2006/main">
              <a:ext uri="{FF2B5EF4-FFF2-40B4-BE49-F238E27FC236}">
                <a16:creationId xmlns:a16="http://schemas.microsoft.com/office/drawing/2014/main" id="{75B3DEB9-58A8-48B7-A399-20861792AEC0}"/>
              </a:ext>
            </a:extLst>
          </p:cNvPr>
          <p:cNvSpPr>
            <a:spLocks xmlns:a="http://schemas.openxmlformats.org/drawingml/2006/main" noGrp="1"/>
          </p:cNvSpPr>
          <p:nvPr/>
        </p:nvSpPr>
        <p:spPr>
          <a:xfrm xmlns:a="http://schemas.openxmlformats.org/drawingml/2006/main">
            <a:off x="1524000" y="2543175"/>
            <a:ext cx="9525" cy="504825"/>
          </a:xfrm>
          <a:custGeom xmlns:a="http://schemas.openxmlformats.org/drawingml/2006/main">
            <a:pathLst>
              <a:path w="9525" h="504825">
                <a:moveTo>
                  <a:pt x="0" y="504825"/>
                </a:moveTo>
                <a:lnTo>
                  <a:pt x="0" y="0"/>
                </a:lnTo>
              </a:path>
            </a:pathLst>
          </a:custGeom>
          <a:noFill xmlns:a="http://schemas.openxmlformats.org/drawingml/2006/main"/>
          <a:ln xmlns:a="http://schemas.openxmlformats.org/drawingml/2006/main" w="25718">
            <a:solidFill>
              <a:srgbClr val="231F20"/>
            </a:solidFill>
          </a:ln>
        </p:spPr>
      </p:sp>
      <p:sp>
        <p:nvSpPr>
          <p:cNvPr id="15" name="wire-217">
            <a:extLst xmlns:a="http://schemas.openxmlformats.org/drawingml/2006/main">
              <a:ext uri="{FF2B5EF4-FFF2-40B4-BE49-F238E27FC236}">
                <a16:creationId xmlns:a16="http://schemas.microsoft.com/office/drawing/2014/main" id="{775EEE0D-BE2B-4E3F-9EBA-5E7DAD7F2EE5}"/>
              </a:ext>
            </a:extLst>
          </p:cNvPr>
          <p:cNvSpPr>
            <a:spLocks xmlns:a="http://schemas.openxmlformats.org/drawingml/2006/main" noGrp="1"/>
          </p:cNvSpPr>
          <p:nvPr/>
        </p:nvSpPr>
        <p:spPr>
          <a:xfrm xmlns:a="http://schemas.openxmlformats.org/drawingml/2006/main">
            <a:off x="1524000" y="2543175"/>
            <a:ext cx="3324225" cy="9525"/>
          </a:xfrm>
          <a:custGeom xmlns:a="http://schemas.openxmlformats.org/drawingml/2006/main">
            <a:pathLst>
              <a:path w="3324225" h="9525">
                <a:moveTo>
                  <a:pt x="0" y="0"/>
                </a:moveTo>
                <a:lnTo>
                  <a:pt x="3324225" y="0"/>
                </a:lnTo>
              </a:path>
            </a:pathLst>
          </a:custGeom>
          <a:noFill xmlns:a="http://schemas.openxmlformats.org/drawingml/2006/main"/>
          <a:ln xmlns:a="http://schemas.openxmlformats.org/drawingml/2006/main" w="25718">
            <a:solidFill>
              <a:srgbClr val="231F20"/>
            </a:solidFill>
          </a:ln>
        </p:spPr>
      </p:sp>
      <p:sp>
        <p:nvSpPr>
          <p:cNvPr id="16" name="wire-218">
            <a:extLst xmlns:a="http://schemas.openxmlformats.org/drawingml/2006/main">
              <a:ext uri="{FF2B5EF4-FFF2-40B4-BE49-F238E27FC236}">
                <a16:creationId xmlns:a16="http://schemas.microsoft.com/office/drawing/2014/main" id="{6FF390B9-8A58-4B8E-99CB-8BD4519E3239}"/>
              </a:ext>
            </a:extLst>
          </p:cNvPr>
          <p:cNvSpPr>
            <a:spLocks xmlns:a="http://schemas.openxmlformats.org/drawingml/2006/main" noGrp="1"/>
          </p:cNvSpPr>
          <p:nvPr/>
        </p:nvSpPr>
        <p:spPr>
          <a:xfrm xmlns:a="http://schemas.openxmlformats.org/drawingml/2006/main">
            <a:off x="4848225" y="2543175"/>
            <a:ext cx="9525" cy="561975"/>
          </a:xfrm>
          <a:custGeom xmlns:a="http://schemas.openxmlformats.org/drawingml/2006/main">
            <a:pathLst>
              <a:path w="9525" h="561975">
                <a:moveTo>
                  <a:pt x="0" y="0"/>
                </a:moveTo>
                <a:lnTo>
                  <a:pt x="0" y="561975"/>
                </a:lnTo>
              </a:path>
            </a:pathLst>
          </a:custGeom>
          <a:noFill xmlns:a="http://schemas.openxmlformats.org/drawingml/2006/main"/>
          <a:ln xmlns:a="http://schemas.openxmlformats.org/drawingml/2006/main" w="25718">
            <a:solidFill>
              <a:srgbClr val="231F20"/>
            </a:solidFill>
          </a:ln>
        </p:spPr>
      </p:sp>
      <p:sp>
        <p:nvSpPr>
          <p:cNvPr id="17" name="circuit-219">
            <a:extLst xmlns:a="http://schemas.openxmlformats.org/drawingml/2006/main">
              <a:ext uri="{FF2B5EF4-FFF2-40B4-BE49-F238E27FC236}">
                <a16:creationId xmlns:a16="http://schemas.microsoft.com/office/drawing/2014/main" id="{BE9EE107-2BDD-4A51-B878-A59CAF6708AC}"/>
              </a:ext>
            </a:extLst>
          </p:cNvPr>
          <p:cNvSpPr>
            <a:spLocks xmlns:a="http://schemas.openxmlformats.org/drawingml/2006/main" noGrp="1"/>
          </p:cNvSpPr>
          <p:nvPr/>
        </p:nvSpPr>
        <p:spPr>
          <a:xfrm xmlns:a="http://schemas.openxmlformats.org/drawingml/2006/main">
            <a:off x="4816793" y="3028950"/>
            <a:ext cx="62865" cy="76200"/>
          </a:xfrm>
          <a:custGeom xmlns:a="http://schemas.openxmlformats.org/drawingml/2006/main">
            <a:pathLst>
              <a:path w="62865" h="76200">
                <a:moveTo>
                  <a:pt x="31433" y="76200"/>
                </a:moveTo>
                <a:lnTo>
                  <a:pt x="62865" y="0"/>
                </a:lnTo>
                <a:lnTo>
                  <a:pt x="0" y="0"/>
                </a:lnTo>
                <a:close/>
              </a:path>
            </a:pathLst>
          </a:custGeom>
          <a:solidFill xmlns:a="http://schemas.openxmlformats.org/drawingml/2006/main">
            <a:srgbClr val="231F20"/>
          </a:solidFill>
          <a:ln xmlns:a="http://schemas.openxmlformats.org/drawingml/2006/main" w="9525">
            <a:solidFill>
              <a:srgbClr val="231F20"/>
            </a:solidFill>
          </a:ln>
        </p:spPr>
      </p:sp>
      <p:sp>
        <p:nvSpPr>
          <p:cNvPr id="18" name="text-220">
            <a:extLst xmlns:a="http://schemas.openxmlformats.org/drawingml/2006/main">
              <a:ext uri="{FF2B5EF4-FFF2-40B4-BE49-F238E27FC236}">
                <a16:creationId xmlns:a16="http://schemas.microsoft.com/office/drawing/2014/main" id="{73A01EFD-ECFA-4675-9A06-E6AF22EA8D58}"/>
              </a:ext>
            </a:extLst>
          </p:cNvPr>
          <p:cNvSpPr>
            <a:spLocks xmlns:a="http://schemas.openxmlformats.org/drawingml/2006/main" noGrp="1"/>
          </p:cNvSpPr>
          <p:nvPr/>
        </p:nvSpPr>
        <p:spPr>
          <a:xfrm xmlns:a="http://schemas.openxmlformats.org/drawingml/2006/main">
            <a:off x="3143250" y="2228850"/>
            <a:ext cx="1428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00" b="0">
                <a:solidFill>
                  <a:srgbClr val="231F20"/>
                </a:solidFill>
                <a:latin typeface="Yu Gothic"/>
                <a:ea typeface="Yu Gothic"/>
                <a:cs typeface="Yu Gothic"/>
              </a:defRPr>
            </a:defPPr>
            <a:lvl1pPr algn="l">
              <a:defRPr sz="1500" b="0">
                <a:solidFill>
                  <a:srgbClr val="231F20"/>
                </a:solidFill>
                <a:latin typeface="Yu Gothic"/>
                <a:ea typeface="Yu Gothic"/>
                <a:cs typeface="Yu Gothic"/>
              </a:defRPr>
            </a:lvl1pPr>
            <a:lvl2pPr algn="l">
              <a:defRPr sz="1500" b="0">
                <a:solidFill>
                  <a:srgbClr val="231F20"/>
                </a:solidFill>
                <a:latin typeface="Yu Gothic"/>
                <a:ea typeface="Yu Gothic"/>
                <a:cs typeface="Yu Gothic"/>
              </a:defRPr>
            </a:lvl2pPr>
            <a:lvl3pPr algn="l">
              <a:defRPr sz="1500" b="0">
                <a:solidFill>
                  <a:srgbClr val="231F20"/>
                </a:solidFill>
                <a:latin typeface="Yu Gothic"/>
                <a:ea typeface="Yu Gothic"/>
                <a:cs typeface="Yu Gothic"/>
              </a:defRPr>
            </a:lvl3pPr>
            <a:lvl4pPr algn="l">
              <a:defRPr sz="1500" b="0">
                <a:solidFill>
                  <a:srgbClr val="231F20"/>
                </a:solidFill>
                <a:latin typeface="Yu Gothic"/>
                <a:ea typeface="Yu Gothic"/>
                <a:cs typeface="Yu Gothic"/>
              </a:defRPr>
            </a:lvl4pPr>
            <a:lvl5pPr algn="l">
              <a:defRPr sz="1500" b="0">
                <a:solidFill>
                  <a:srgbClr val="231F20"/>
                </a:solidFill>
                <a:latin typeface="Yu Gothic"/>
                <a:ea typeface="Yu Gothic"/>
                <a:cs typeface="Yu Gothic"/>
              </a:defRPr>
            </a:lvl5pPr>
            <a:lvl6pPr algn="l">
              <a:defRPr sz="1500" b="0">
                <a:solidFill>
                  <a:srgbClr val="231F20"/>
                </a:solidFill>
                <a:latin typeface="Yu Gothic"/>
                <a:ea typeface="Yu Gothic"/>
                <a:cs typeface="Yu Gothic"/>
              </a:defRPr>
            </a:lvl6pPr>
            <a:lvl7pPr algn="l">
              <a:defRPr sz="1500" b="0">
                <a:solidFill>
                  <a:srgbClr val="231F20"/>
                </a:solidFill>
                <a:latin typeface="Yu Gothic"/>
                <a:ea typeface="Yu Gothic"/>
                <a:cs typeface="Yu Gothic"/>
              </a:defRPr>
            </a:lvl7pPr>
            <a:lvl8pPr algn="l">
              <a:defRPr sz="1500" b="0">
                <a:solidFill>
                  <a:srgbClr val="231F20"/>
                </a:solidFill>
                <a:latin typeface="Yu Gothic"/>
                <a:ea typeface="Yu Gothic"/>
                <a:cs typeface="Yu Gothic"/>
              </a:defRPr>
            </a:lvl8pPr>
            <a:lvl9pPr algn="l">
              <a:defRPr sz="1500" b="0">
                <a:solidFill>
                  <a:srgbClr val="231F20"/>
                </a:solidFill>
                <a:latin typeface="Yu Gothic"/>
                <a:ea typeface="Yu Gothic"/>
                <a:cs typeface="Yu Gothic"/>
              </a:defRPr>
            </a:lvl9pPr>
          </a:lstStyle>
          <a:p xmlns:a="http://schemas.openxmlformats.org/drawingml/2006/main">
            <a:pPr algn="l">
              <a:defRPr sz="1500" b="0">
                <a:solidFill>
                  <a:srgbClr val="231F20"/>
                </a:solidFill>
                <a:latin typeface="Yu Gothic"/>
                <a:ea typeface="Yu Gothic"/>
                <a:cs typeface="Yu Gothic"/>
              </a:defRPr>
            </a:pPr>
            <a:r>
              <a:rPr sz="1500" b="0">
                <a:solidFill>
                  <a:srgbClr val="231F20"/>
                </a:solidFill>
                <a:latin typeface="Yu Gothic"/>
                <a:ea typeface="Yu Gothic"/>
                <a:cs typeface="Yu Gothic"/>
              </a:rPr>
              <a:t>命令の番地</a:t>
            </a:r>
          </a:p>
        </p:txBody>
      </p:sp>
      <p:sp>
        <p:nvSpPr>
          <p:cNvPr id="19" name="wire-221">
            <a:extLst xmlns:a="http://schemas.openxmlformats.org/drawingml/2006/main">
              <a:ext uri="{FF2B5EF4-FFF2-40B4-BE49-F238E27FC236}">
                <a16:creationId xmlns:a16="http://schemas.microsoft.com/office/drawing/2014/main" id="{837BC198-F667-4D6A-AE73-E9CE55C6EE07}"/>
              </a:ext>
            </a:extLst>
          </p:cNvPr>
          <p:cNvSpPr>
            <a:spLocks xmlns:a="http://schemas.openxmlformats.org/drawingml/2006/main" noGrp="1"/>
          </p:cNvSpPr>
          <p:nvPr/>
        </p:nvSpPr>
        <p:spPr>
          <a:xfrm xmlns:a="http://schemas.openxmlformats.org/drawingml/2006/main">
            <a:off x="3771900" y="3286125"/>
            <a:ext cx="828675" cy="9525"/>
          </a:xfrm>
          <a:custGeom xmlns:a="http://schemas.openxmlformats.org/drawingml/2006/main">
            <a:pathLst>
              <a:path w="828675" h="9525">
                <a:moveTo>
                  <a:pt x="828675" y="0"/>
                </a:moveTo>
                <a:lnTo>
                  <a:pt x="0" y="0"/>
                </a:lnTo>
              </a:path>
            </a:pathLst>
          </a:custGeom>
          <a:noFill xmlns:a="http://schemas.openxmlformats.org/drawingml/2006/main"/>
          <a:ln xmlns:a="http://schemas.openxmlformats.org/drawingml/2006/main" w="25718">
            <a:solidFill>
              <a:srgbClr val="1572C3"/>
            </a:solidFill>
          </a:ln>
        </p:spPr>
      </p:sp>
      <p:sp>
        <p:nvSpPr>
          <p:cNvPr id="20" name="wire-222">
            <a:extLst xmlns:a="http://schemas.openxmlformats.org/drawingml/2006/main">
              <a:ext uri="{FF2B5EF4-FFF2-40B4-BE49-F238E27FC236}">
                <a16:creationId xmlns:a16="http://schemas.microsoft.com/office/drawing/2014/main" id="{DD036E7D-E389-4DD6-9E46-A6BC39D4D167}"/>
              </a:ext>
            </a:extLst>
          </p:cNvPr>
          <p:cNvSpPr>
            <a:spLocks xmlns:a="http://schemas.openxmlformats.org/drawingml/2006/main" noGrp="1"/>
          </p:cNvSpPr>
          <p:nvPr/>
        </p:nvSpPr>
        <p:spPr>
          <a:xfrm xmlns:a="http://schemas.openxmlformats.org/drawingml/2006/main">
            <a:off x="3771900" y="2962275"/>
            <a:ext cx="9525" cy="323850"/>
          </a:xfrm>
          <a:custGeom xmlns:a="http://schemas.openxmlformats.org/drawingml/2006/main">
            <a:pathLst>
              <a:path w="9525" h="323850">
                <a:moveTo>
                  <a:pt x="0" y="323850"/>
                </a:moveTo>
                <a:lnTo>
                  <a:pt x="0" y="0"/>
                </a:lnTo>
              </a:path>
            </a:pathLst>
          </a:custGeom>
          <a:noFill xmlns:a="http://schemas.openxmlformats.org/drawingml/2006/main"/>
          <a:ln xmlns:a="http://schemas.openxmlformats.org/drawingml/2006/main" w="25718">
            <a:solidFill>
              <a:srgbClr val="1572C3"/>
            </a:solidFill>
          </a:ln>
        </p:spPr>
      </p:sp>
      <p:sp>
        <p:nvSpPr>
          <p:cNvPr id="21" name="wire-223">
            <a:extLst xmlns:a="http://schemas.openxmlformats.org/drawingml/2006/main">
              <a:ext uri="{FF2B5EF4-FFF2-40B4-BE49-F238E27FC236}">
                <a16:creationId xmlns:a16="http://schemas.microsoft.com/office/drawing/2014/main" id="{5ABD427E-868A-4E27-9E14-396E641FDD0A}"/>
              </a:ext>
            </a:extLst>
          </p:cNvPr>
          <p:cNvSpPr>
            <a:spLocks xmlns:a="http://schemas.openxmlformats.org/drawingml/2006/main" noGrp="1"/>
          </p:cNvSpPr>
          <p:nvPr/>
        </p:nvSpPr>
        <p:spPr>
          <a:xfrm xmlns:a="http://schemas.openxmlformats.org/drawingml/2006/main">
            <a:off x="3486150" y="2962275"/>
            <a:ext cx="285750" cy="9525"/>
          </a:xfrm>
          <a:custGeom xmlns:a="http://schemas.openxmlformats.org/drawingml/2006/main">
            <a:pathLst>
              <a:path w="285750" h="9525">
                <a:moveTo>
                  <a:pt x="285750" y="0"/>
                </a:moveTo>
                <a:lnTo>
                  <a:pt x="0" y="0"/>
                </a:lnTo>
              </a:path>
            </a:pathLst>
          </a:custGeom>
          <a:noFill xmlns:a="http://schemas.openxmlformats.org/drawingml/2006/main"/>
          <a:ln xmlns:a="http://schemas.openxmlformats.org/drawingml/2006/main" w="25718">
            <a:solidFill>
              <a:srgbClr val="1572C3"/>
            </a:solidFill>
          </a:ln>
        </p:spPr>
      </p:sp>
      <p:sp>
        <p:nvSpPr>
          <p:cNvPr id="22" name="circuit-224">
            <a:extLst xmlns:a="http://schemas.openxmlformats.org/drawingml/2006/main">
              <a:ext uri="{FF2B5EF4-FFF2-40B4-BE49-F238E27FC236}">
                <a16:creationId xmlns:a16="http://schemas.microsoft.com/office/drawing/2014/main" id="{980C1307-9F02-4F18-8A97-AF55EC2D7507}"/>
              </a:ext>
            </a:extLst>
          </p:cNvPr>
          <p:cNvSpPr>
            <a:spLocks xmlns:a="http://schemas.openxmlformats.org/drawingml/2006/main" noGrp="1"/>
          </p:cNvSpPr>
          <p:nvPr/>
        </p:nvSpPr>
        <p:spPr>
          <a:xfrm xmlns:a="http://schemas.openxmlformats.org/drawingml/2006/main">
            <a:off x="3486150" y="2930843"/>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1572C3"/>
          </a:solidFill>
          <a:ln xmlns:a="http://schemas.openxmlformats.org/drawingml/2006/main" w="9525">
            <a:solidFill>
              <a:srgbClr val="1572C3"/>
            </a:solidFill>
          </a:ln>
        </p:spPr>
      </p:sp>
      <p:sp>
        <p:nvSpPr>
          <p:cNvPr id="23" name="text-225">
            <a:extLst xmlns:a="http://schemas.openxmlformats.org/drawingml/2006/main">
              <a:ext uri="{FF2B5EF4-FFF2-40B4-BE49-F238E27FC236}">
                <a16:creationId xmlns:a16="http://schemas.microsoft.com/office/drawing/2014/main" id="{C037A3C6-4844-459C-AAE5-5F8DFAE56EDD}"/>
              </a:ext>
            </a:extLst>
          </p:cNvPr>
          <p:cNvSpPr>
            <a:spLocks xmlns:a="http://schemas.openxmlformats.org/drawingml/2006/main" noGrp="1"/>
          </p:cNvSpPr>
          <p:nvPr/>
        </p:nvSpPr>
        <p:spPr>
          <a:xfrm xmlns:a="http://schemas.openxmlformats.org/drawingml/2006/main">
            <a:off x="3676650" y="3352800"/>
            <a:ext cx="1104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1572C3"/>
                </a:solidFill>
                <a:latin typeface="Yu Gothic"/>
                <a:ea typeface="Yu Gothic"/>
                <a:cs typeface="Yu Gothic"/>
              </a:defRPr>
            </a:defPPr>
            <a:lvl1pPr algn="l">
              <a:defRPr sz="1350" b="0">
                <a:solidFill>
                  <a:srgbClr val="1572C3"/>
                </a:solidFill>
                <a:latin typeface="Yu Gothic"/>
                <a:ea typeface="Yu Gothic"/>
                <a:cs typeface="Yu Gothic"/>
              </a:defRPr>
            </a:lvl1pPr>
            <a:lvl2pPr algn="l">
              <a:defRPr sz="1350" b="0">
                <a:solidFill>
                  <a:srgbClr val="1572C3"/>
                </a:solidFill>
                <a:latin typeface="Yu Gothic"/>
                <a:ea typeface="Yu Gothic"/>
                <a:cs typeface="Yu Gothic"/>
              </a:defRPr>
            </a:lvl2pPr>
            <a:lvl3pPr algn="l">
              <a:defRPr sz="1350" b="0">
                <a:solidFill>
                  <a:srgbClr val="1572C3"/>
                </a:solidFill>
                <a:latin typeface="Yu Gothic"/>
                <a:ea typeface="Yu Gothic"/>
                <a:cs typeface="Yu Gothic"/>
              </a:defRPr>
            </a:lvl3pPr>
            <a:lvl4pPr algn="l">
              <a:defRPr sz="1350" b="0">
                <a:solidFill>
                  <a:srgbClr val="1572C3"/>
                </a:solidFill>
                <a:latin typeface="Yu Gothic"/>
                <a:ea typeface="Yu Gothic"/>
                <a:cs typeface="Yu Gothic"/>
              </a:defRPr>
            </a:lvl4pPr>
            <a:lvl5pPr algn="l">
              <a:defRPr sz="1350" b="0">
                <a:solidFill>
                  <a:srgbClr val="1572C3"/>
                </a:solidFill>
                <a:latin typeface="Yu Gothic"/>
                <a:ea typeface="Yu Gothic"/>
                <a:cs typeface="Yu Gothic"/>
              </a:defRPr>
            </a:lvl5pPr>
            <a:lvl6pPr algn="l">
              <a:defRPr sz="1350" b="0">
                <a:solidFill>
                  <a:srgbClr val="1572C3"/>
                </a:solidFill>
                <a:latin typeface="Yu Gothic"/>
                <a:ea typeface="Yu Gothic"/>
                <a:cs typeface="Yu Gothic"/>
              </a:defRPr>
            </a:lvl6pPr>
            <a:lvl7pPr algn="l">
              <a:defRPr sz="1350" b="0">
                <a:solidFill>
                  <a:srgbClr val="1572C3"/>
                </a:solidFill>
                <a:latin typeface="Yu Gothic"/>
                <a:ea typeface="Yu Gothic"/>
                <a:cs typeface="Yu Gothic"/>
              </a:defRPr>
            </a:lvl7pPr>
            <a:lvl8pPr algn="l">
              <a:defRPr sz="1350" b="0">
                <a:solidFill>
                  <a:srgbClr val="1572C3"/>
                </a:solidFill>
                <a:latin typeface="Yu Gothic"/>
                <a:ea typeface="Yu Gothic"/>
                <a:cs typeface="Yu Gothic"/>
              </a:defRPr>
            </a:lvl8pPr>
            <a:lvl9pPr algn="l">
              <a:defRPr sz="1350" b="0">
                <a:solidFill>
                  <a:srgbClr val="1572C3"/>
                </a:solidFill>
                <a:latin typeface="Yu Gothic"/>
                <a:ea typeface="Yu Gothic"/>
                <a:cs typeface="Yu Gothic"/>
              </a:defRPr>
            </a:lvl9pPr>
          </a:lstStyle>
          <a:p xmlns:a="http://schemas.openxmlformats.org/drawingml/2006/main">
            <a:pPr algn="l">
              <a:defRPr sz="1350" b="0">
                <a:solidFill>
                  <a:srgbClr val="1572C3"/>
                </a:solidFill>
                <a:latin typeface="Yu Gothic"/>
                <a:ea typeface="Yu Gothic"/>
                <a:cs typeface="Yu Gothic"/>
              </a:defRPr>
            </a:pPr>
            <a:r>
              <a:rPr sz="1350" b="0">
                <a:solidFill>
                  <a:srgbClr val="1572C3"/>
                </a:solidFill>
                <a:latin typeface="Yu Gothic"/>
                <a:ea typeface="Yu Gothic"/>
                <a:cs typeface="Yu Gothic"/>
              </a:rPr>
              <a:t>読んだ命令</a:t>
            </a:r>
          </a:p>
        </p:txBody>
      </p:sp>
      <p:sp>
        <p:nvSpPr>
          <p:cNvPr id="24" name="wire-226">
            <a:extLst xmlns:a="http://schemas.openxmlformats.org/drawingml/2006/main">
              <a:ext uri="{FF2B5EF4-FFF2-40B4-BE49-F238E27FC236}">
                <a16:creationId xmlns:a16="http://schemas.microsoft.com/office/drawing/2014/main" id="{AB5C2464-8B94-4A44-BE97-B20620404990}"/>
              </a:ext>
            </a:extLst>
          </p:cNvPr>
          <p:cNvSpPr>
            <a:spLocks xmlns:a="http://schemas.openxmlformats.org/drawingml/2006/main" noGrp="1"/>
          </p:cNvSpPr>
          <p:nvPr/>
        </p:nvSpPr>
        <p:spPr>
          <a:xfrm xmlns:a="http://schemas.openxmlformats.org/drawingml/2006/main">
            <a:off x="2647950" y="3228975"/>
            <a:ext cx="9525" cy="190500"/>
          </a:xfrm>
          <a:custGeom xmlns:a="http://schemas.openxmlformats.org/drawingml/2006/main">
            <a:pathLst>
              <a:path w="9525" h="190500">
                <a:moveTo>
                  <a:pt x="0" y="0"/>
                </a:moveTo>
                <a:lnTo>
                  <a:pt x="0" y="190500"/>
                </a:lnTo>
              </a:path>
            </a:pathLst>
          </a:custGeom>
          <a:noFill xmlns:a="http://schemas.openxmlformats.org/drawingml/2006/main"/>
          <a:ln xmlns:a="http://schemas.openxmlformats.org/drawingml/2006/main" w="11430">
            <a:solidFill>
              <a:srgbClr val="231F20"/>
            </a:solidFill>
          </a:ln>
        </p:spPr>
      </p:sp>
      <p:sp>
        <p:nvSpPr>
          <p:cNvPr id="25" name="wire-227">
            <a:extLst xmlns:a="http://schemas.openxmlformats.org/drawingml/2006/main">
              <a:ext uri="{FF2B5EF4-FFF2-40B4-BE49-F238E27FC236}">
                <a16:creationId xmlns:a16="http://schemas.microsoft.com/office/drawing/2014/main" id="{8C95C874-062B-45E1-98B0-508819F012A0}"/>
              </a:ext>
            </a:extLst>
          </p:cNvPr>
          <p:cNvSpPr>
            <a:spLocks xmlns:a="http://schemas.openxmlformats.org/drawingml/2006/main" noGrp="1"/>
          </p:cNvSpPr>
          <p:nvPr/>
        </p:nvSpPr>
        <p:spPr>
          <a:xfrm xmlns:a="http://schemas.openxmlformats.org/drawingml/2006/main">
            <a:off x="1571625" y="3419475"/>
            <a:ext cx="1076325" cy="9525"/>
          </a:xfrm>
          <a:custGeom xmlns:a="http://schemas.openxmlformats.org/drawingml/2006/main">
            <a:pathLst>
              <a:path w="1076325" h="9525">
                <a:moveTo>
                  <a:pt x="1076325" y="0"/>
                </a:moveTo>
                <a:lnTo>
                  <a:pt x="0" y="0"/>
                </a:lnTo>
              </a:path>
            </a:pathLst>
          </a:custGeom>
          <a:noFill xmlns:a="http://schemas.openxmlformats.org/drawingml/2006/main"/>
          <a:ln xmlns:a="http://schemas.openxmlformats.org/drawingml/2006/main" w="11430">
            <a:solidFill>
              <a:srgbClr val="231F20"/>
            </a:solidFill>
          </a:ln>
        </p:spPr>
      </p:sp>
      <p:sp>
        <p:nvSpPr>
          <p:cNvPr id="26" name="wire-228">
            <a:extLst xmlns:a="http://schemas.openxmlformats.org/drawingml/2006/main">
              <a:ext uri="{FF2B5EF4-FFF2-40B4-BE49-F238E27FC236}">
                <a16:creationId xmlns:a16="http://schemas.microsoft.com/office/drawing/2014/main" id="{413389E7-0232-407E-8CAE-CBBAA64F93DD}"/>
              </a:ext>
            </a:extLst>
          </p:cNvPr>
          <p:cNvSpPr>
            <a:spLocks xmlns:a="http://schemas.openxmlformats.org/drawingml/2006/main" noGrp="1"/>
          </p:cNvSpPr>
          <p:nvPr/>
        </p:nvSpPr>
        <p:spPr>
          <a:xfrm xmlns:a="http://schemas.openxmlformats.org/drawingml/2006/main">
            <a:off x="1571625" y="3419475"/>
            <a:ext cx="9525" cy="361950"/>
          </a:xfrm>
          <a:custGeom xmlns:a="http://schemas.openxmlformats.org/drawingml/2006/main">
            <a:pathLst>
              <a:path w="9525" h="361950">
                <a:moveTo>
                  <a:pt x="0" y="0"/>
                </a:moveTo>
                <a:lnTo>
                  <a:pt x="0" y="361950"/>
                </a:lnTo>
              </a:path>
            </a:pathLst>
          </a:custGeom>
          <a:noFill xmlns:a="http://schemas.openxmlformats.org/drawingml/2006/main"/>
          <a:ln xmlns:a="http://schemas.openxmlformats.org/drawingml/2006/main" w="11430">
            <a:solidFill>
              <a:srgbClr val="231F20"/>
            </a:solidFill>
          </a:ln>
        </p:spPr>
      </p:sp>
      <p:sp>
        <p:nvSpPr>
          <p:cNvPr id="27" name="circuit-229">
            <a:extLst xmlns:a="http://schemas.openxmlformats.org/drawingml/2006/main">
              <a:ext uri="{FF2B5EF4-FFF2-40B4-BE49-F238E27FC236}">
                <a16:creationId xmlns:a16="http://schemas.microsoft.com/office/drawing/2014/main" id="{CF70DE62-E359-4ADE-8FDB-39061FD1252B}"/>
              </a:ext>
            </a:extLst>
          </p:cNvPr>
          <p:cNvSpPr>
            <a:spLocks xmlns:a="http://schemas.openxmlformats.org/drawingml/2006/main" noGrp="1"/>
          </p:cNvSpPr>
          <p:nvPr/>
        </p:nvSpPr>
        <p:spPr>
          <a:xfrm xmlns:a="http://schemas.openxmlformats.org/drawingml/2006/main">
            <a:off x="1540193" y="3705225"/>
            <a:ext cx="62865" cy="76200"/>
          </a:xfrm>
          <a:custGeom xmlns:a="http://schemas.openxmlformats.org/drawingml/2006/main">
            <a:pathLst>
              <a:path w="62865" h="76200">
                <a:moveTo>
                  <a:pt x="31433" y="76200"/>
                </a:moveTo>
                <a:lnTo>
                  <a:pt x="62865" y="0"/>
                </a:lnTo>
                <a:lnTo>
                  <a:pt x="0" y="0"/>
                </a:lnTo>
                <a:close/>
              </a:path>
            </a:pathLst>
          </a:custGeom>
          <a:solidFill xmlns:a="http://schemas.openxmlformats.org/drawingml/2006/main">
            <a:srgbClr val="231F20"/>
          </a:solidFill>
          <a:ln xmlns:a="http://schemas.openxmlformats.org/drawingml/2006/main" w="9525">
            <a:solidFill>
              <a:srgbClr val="231F20"/>
            </a:solidFill>
          </a:ln>
        </p:spPr>
      </p:sp>
      <p:sp>
        <p:nvSpPr>
          <p:cNvPr id="28" name="block-230">
            <a:extLst xmlns:a="http://schemas.openxmlformats.org/drawingml/2006/main">
              <a:ext uri="{FF2B5EF4-FFF2-40B4-BE49-F238E27FC236}">
                <a16:creationId xmlns:a16="http://schemas.microsoft.com/office/drawing/2014/main" id="{FC6B0C53-8614-45BB-A74B-BFEC50837802}"/>
              </a:ext>
            </a:extLst>
          </p:cNvPr>
          <p:cNvSpPr>
            <a:spLocks xmlns:a="http://schemas.openxmlformats.org/drawingml/2006/main" noGrp="1"/>
          </p:cNvSpPr>
          <p:nvPr/>
        </p:nvSpPr>
        <p:spPr>
          <a:xfrm xmlns:a="http://schemas.openxmlformats.org/drawingml/2006/main">
            <a:off x="1066800" y="3781425"/>
            <a:ext cx="1238250" cy="112395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29" name="text-231">
            <a:extLst xmlns:a="http://schemas.openxmlformats.org/drawingml/2006/main">
              <a:ext uri="{FF2B5EF4-FFF2-40B4-BE49-F238E27FC236}">
                <a16:creationId xmlns:a16="http://schemas.microsoft.com/office/drawing/2014/main" id="{1AA5AD48-7D08-4263-BC06-C90820FF007C}"/>
              </a:ext>
            </a:extLst>
          </p:cNvPr>
          <p:cNvSpPr>
            <a:spLocks xmlns:a="http://schemas.openxmlformats.org/drawingml/2006/main" noGrp="1"/>
          </p:cNvSpPr>
          <p:nvPr/>
        </p:nvSpPr>
        <p:spPr>
          <a:xfrm xmlns:a="http://schemas.openxmlformats.org/drawingml/2006/main">
            <a:off x="1152525" y="4229100"/>
            <a:ext cx="1066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00" b="1">
                <a:solidFill>
                  <a:srgbClr val="231F20"/>
                </a:solidFill>
                <a:latin typeface="Arial"/>
                <a:ea typeface="Arial"/>
                <a:cs typeface="Arial"/>
              </a:defRPr>
            </a:defPPr>
            <a:lvl1pPr algn="ctr">
              <a:defRPr sz="1800" b="1">
                <a:solidFill>
                  <a:srgbClr val="231F20"/>
                </a:solidFill>
                <a:latin typeface="Arial"/>
                <a:ea typeface="Arial"/>
                <a:cs typeface="Arial"/>
              </a:defRPr>
            </a:lvl1pPr>
            <a:lvl2pPr algn="ctr">
              <a:defRPr sz="1800" b="1">
                <a:solidFill>
                  <a:srgbClr val="231F20"/>
                </a:solidFill>
                <a:latin typeface="Arial"/>
                <a:ea typeface="Arial"/>
                <a:cs typeface="Arial"/>
              </a:defRPr>
            </a:lvl2pPr>
            <a:lvl3pPr algn="ctr">
              <a:defRPr sz="1800" b="1">
                <a:solidFill>
                  <a:srgbClr val="231F20"/>
                </a:solidFill>
                <a:latin typeface="Arial"/>
                <a:ea typeface="Arial"/>
                <a:cs typeface="Arial"/>
              </a:defRPr>
            </a:lvl3pPr>
            <a:lvl4pPr algn="ctr">
              <a:defRPr sz="1800" b="1">
                <a:solidFill>
                  <a:srgbClr val="231F20"/>
                </a:solidFill>
                <a:latin typeface="Arial"/>
                <a:ea typeface="Arial"/>
                <a:cs typeface="Arial"/>
              </a:defRPr>
            </a:lvl4pPr>
            <a:lvl5pPr algn="ctr">
              <a:defRPr sz="1800" b="1">
                <a:solidFill>
                  <a:srgbClr val="231F20"/>
                </a:solidFill>
                <a:latin typeface="Arial"/>
                <a:ea typeface="Arial"/>
                <a:cs typeface="Arial"/>
              </a:defRPr>
            </a:lvl5pPr>
            <a:lvl6pPr algn="ctr">
              <a:defRPr sz="1800" b="1">
                <a:solidFill>
                  <a:srgbClr val="231F20"/>
                </a:solidFill>
                <a:latin typeface="Arial"/>
                <a:ea typeface="Arial"/>
                <a:cs typeface="Arial"/>
              </a:defRPr>
            </a:lvl6pPr>
            <a:lvl7pPr algn="ctr">
              <a:defRPr sz="1800" b="1">
                <a:solidFill>
                  <a:srgbClr val="231F20"/>
                </a:solidFill>
                <a:latin typeface="Arial"/>
                <a:ea typeface="Arial"/>
                <a:cs typeface="Arial"/>
              </a:defRPr>
            </a:lvl7pPr>
            <a:lvl8pPr algn="ctr">
              <a:defRPr sz="1800" b="1">
                <a:solidFill>
                  <a:srgbClr val="231F20"/>
                </a:solidFill>
                <a:latin typeface="Arial"/>
                <a:ea typeface="Arial"/>
                <a:cs typeface="Arial"/>
              </a:defRPr>
            </a:lvl8pPr>
            <a:lvl9pPr algn="ctr">
              <a:defRPr sz="1800" b="1">
                <a:solidFill>
                  <a:srgbClr val="231F20"/>
                </a:solidFill>
                <a:latin typeface="Arial"/>
                <a:ea typeface="Arial"/>
                <a:cs typeface="Arial"/>
              </a:defRPr>
            </a:lvl9pPr>
          </a:lstStyle>
          <a:p xmlns:a="http://schemas.openxmlformats.org/drawingml/2006/main">
            <a:pPr algn="ctr">
              <a:defRPr sz="1800" b="1">
                <a:solidFill>
                  <a:srgbClr val="231F20"/>
                </a:solidFill>
                <a:latin typeface="Arial"/>
                <a:ea typeface="Arial"/>
                <a:cs typeface="Arial"/>
              </a:defRPr>
            </a:pPr>
            <a:r>
              <a:rPr sz="1800" b="1">
                <a:solidFill>
                  <a:srgbClr val="231F20"/>
                </a:solidFill>
                <a:latin typeface="Arial"/>
                <a:ea typeface="Arial"/>
                <a:cs typeface="Arial"/>
              </a:rPr>
              <a:t>regfile</a:t>
            </a:r>
          </a:p>
        </p:txBody>
      </p:sp>
      <p:sp>
        <p:nvSpPr>
          <p:cNvPr id="30" name="circuit-232">
            <a:extLst xmlns:a="http://schemas.openxmlformats.org/drawingml/2006/main">
              <a:ext uri="{FF2B5EF4-FFF2-40B4-BE49-F238E27FC236}">
                <a16:creationId xmlns:a16="http://schemas.microsoft.com/office/drawing/2014/main" id="{1233656A-9CC9-4A72-9B09-EE68DDE47893}"/>
              </a:ext>
            </a:extLst>
          </p:cNvPr>
          <p:cNvSpPr>
            <a:spLocks xmlns:a="http://schemas.openxmlformats.org/drawingml/2006/main" noGrp="1"/>
          </p:cNvSpPr>
          <p:nvPr/>
        </p:nvSpPr>
        <p:spPr>
          <a:xfrm xmlns:a="http://schemas.openxmlformats.org/drawingml/2006/main">
            <a:off x="1581150" y="3781425"/>
            <a:ext cx="171450" cy="95250"/>
          </a:xfrm>
          <a:custGeom xmlns:a="http://schemas.openxmlformats.org/drawingml/2006/main">
            <a:pathLst>
              <a:path w="171450" h="95250">
                <a:moveTo>
                  <a:pt x="0" y="0"/>
                </a:moveTo>
                <a:lnTo>
                  <a:pt x="85725" y="95250"/>
                </a:lnTo>
                <a:lnTo>
                  <a:pt x="171450" y="0"/>
                </a:lnTo>
                <a:close/>
              </a:path>
            </a:pathLst>
          </a:custGeom>
          <a:noFill xmlns:a="http://schemas.openxmlformats.org/drawingml/2006/main"/>
          <a:ln xmlns:a="http://schemas.openxmlformats.org/drawingml/2006/main" w="20955">
            <a:solidFill>
              <a:srgbClr val="231F20"/>
            </a:solidFill>
          </a:ln>
        </p:spPr>
      </p:sp>
      <p:sp>
        <p:nvSpPr>
          <p:cNvPr id="31" name="wire-233">
            <a:extLst xmlns:a="http://schemas.openxmlformats.org/drawingml/2006/main">
              <a:ext uri="{FF2B5EF4-FFF2-40B4-BE49-F238E27FC236}">
                <a16:creationId xmlns:a16="http://schemas.microsoft.com/office/drawing/2014/main" id="{A9E228FA-56DA-4113-B358-788107AFF457}"/>
              </a:ext>
            </a:extLst>
          </p:cNvPr>
          <p:cNvSpPr>
            <a:spLocks xmlns:a="http://schemas.openxmlformats.org/drawingml/2006/main" noGrp="1"/>
          </p:cNvSpPr>
          <p:nvPr/>
        </p:nvSpPr>
        <p:spPr>
          <a:xfrm xmlns:a="http://schemas.openxmlformats.org/drawingml/2006/main">
            <a:off x="1666875" y="3648075"/>
            <a:ext cx="9525" cy="133350"/>
          </a:xfrm>
          <a:custGeom xmlns:a="http://schemas.openxmlformats.org/drawingml/2006/main">
            <a:pathLst>
              <a:path w="9525" h="133350">
                <a:moveTo>
                  <a:pt x="0" y="0"/>
                </a:moveTo>
                <a:lnTo>
                  <a:pt x="0" y="133350"/>
                </a:lnTo>
              </a:path>
            </a:pathLst>
          </a:custGeom>
          <a:noFill xmlns:a="http://schemas.openxmlformats.org/drawingml/2006/main"/>
          <a:ln xmlns:a="http://schemas.openxmlformats.org/drawingml/2006/main" w="10478">
            <a:solidFill>
              <a:srgbClr val="231F20"/>
            </a:solidFill>
          </a:ln>
        </p:spPr>
      </p:sp>
      <p:sp>
        <p:nvSpPr>
          <p:cNvPr id="32" name="text-234">
            <a:extLst xmlns:a="http://schemas.openxmlformats.org/drawingml/2006/main">
              <a:ext uri="{FF2B5EF4-FFF2-40B4-BE49-F238E27FC236}">
                <a16:creationId xmlns:a16="http://schemas.microsoft.com/office/drawing/2014/main" id="{A92DE8A0-7FDA-448B-8AFD-9790950B78A3}"/>
              </a:ext>
            </a:extLst>
          </p:cNvPr>
          <p:cNvSpPr>
            <a:spLocks xmlns:a="http://schemas.openxmlformats.org/drawingml/2006/main" noGrp="1"/>
          </p:cNvSpPr>
          <p:nvPr/>
        </p:nvSpPr>
        <p:spPr>
          <a:xfrm xmlns:a="http://schemas.openxmlformats.org/drawingml/2006/main">
            <a:off x="1857375" y="3876675"/>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125" b="0">
                <a:solidFill>
                  <a:srgbClr val="231F20"/>
                </a:solidFill>
                <a:latin typeface="Arial"/>
                <a:ea typeface="Arial"/>
                <a:cs typeface="Arial"/>
              </a:defRPr>
            </a:defPPr>
            <a:lvl1pPr algn="l">
              <a:defRPr sz="1125" b="0">
                <a:solidFill>
                  <a:srgbClr val="231F20"/>
                </a:solidFill>
                <a:latin typeface="Arial"/>
                <a:ea typeface="Arial"/>
                <a:cs typeface="Arial"/>
              </a:defRPr>
            </a:lvl1pPr>
            <a:lvl2pPr algn="l">
              <a:defRPr sz="1125" b="0">
                <a:solidFill>
                  <a:srgbClr val="231F20"/>
                </a:solidFill>
                <a:latin typeface="Arial"/>
                <a:ea typeface="Arial"/>
                <a:cs typeface="Arial"/>
              </a:defRPr>
            </a:lvl2pPr>
            <a:lvl3pPr algn="l">
              <a:defRPr sz="1125" b="0">
                <a:solidFill>
                  <a:srgbClr val="231F20"/>
                </a:solidFill>
                <a:latin typeface="Arial"/>
                <a:ea typeface="Arial"/>
                <a:cs typeface="Arial"/>
              </a:defRPr>
            </a:lvl3pPr>
            <a:lvl4pPr algn="l">
              <a:defRPr sz="1125" b="0">
                <a:solidFill>
                  <a:srgbClr val="231F20"/>
                </a:solidFill>
                <a:latin typeface="Arial"/>
                <a:ea typeface="Arial"/>
                <a:cs typeface="Arial"/>
              </a:defRPr>
            </a:lvl4pPr>
            <a:lvl5pPr algn="l">
              <a:defRPr sz="1125" b="0">
                <a:solidFill>
                  <a:srgbClr val="231F20"/>
                </a:solidFill>
                <a:latin typeface="Arial"/>
                <a:ea typeface="Arial"/>
                <a:cs typeface="Arial"/>
              </a:defRPr>
            </a:lvl5pPr>
            <a:lvl6pPr algn="l">
              <a:defRPr sz="1125" b="0">
                <a:solidFill>
                  <a:srgbClr val="231F20"/>
                </a:solidFill>
                <a:latin typeface="Arial"/>
                <a:ea typeface="Arial"/>
                <a:cs typeface="Arial"/>
              </a:defRPr>
            </a:lvl6pPr>
            <a:lvl7pPr algn="l">
              <a:defRPr sz="1125" b="0">
                <a:solidFill>
                  <a:srgbClr val="231F20"/>
                </a:solidFill>
                <a:latin typeface="Arial"/>
                <a:ea typeface="Arial"/>
                <a:cs typeface="Arial"/>
              </a:defRPr>
            </a:lvl7pPr>
            <a:lvl8pPr algn="l">
              <a:defRPr sz="1125" b="0">
                <a:solidFill>
                  <a:srgbClr val="231F20"/>
                </a:solidFill>
                <a:latin typeface="Arial"/>
                <a:ea typeface="Arial"/>
                <a:cs typeface="Arial"/>
              </a:defRPr>
            </a:lvl8pPr>
            <a:lvl9pPr algn="l">
              <a:defRPr sz="1125" b="0">
                <a:solidFill>
                  <a:srgbClr val="231F20"/>
                </a:solidFill>
                <a:latin typeface="Arial"/>
                <a:ea typeface="Arial"/>
                <a:cs typeface="Arial"/>
              </a:defRPr>
            </a:lvl9pPr>
          </a:lstStyle>
          <a:p xmlns:a="http://schemas.openxmlformats.org/drawingml/2006/main">
            <a:pPr algn="l">
              <a:defRPr sz="1125" b="0">
                <a:solidFill>
                  <a:srgbClr val="231F20"/>
                </a:solidFill>
                <a:latin typeface="Arial"/>
                <a:ea typeface="Arial"/>
                <a:cs typeface="Arial"/>
              </a:defRPr>
            </a:pPr>
            <a:r>
              <a:rPr sz="1125" b="0">
                <a:solidFill>
                  <a:srgbClr val="231F20"/>
                </a:solidFill>
                <a:latin typeface="Arial"/>
                <a:ea typeface="Arial"/>
                <a:cs typeface="Arial"/>
              </a:rPr>
              <a:t>RD1</a:t>
            </a:r>
          </a:p>
        </p:txBody>
      </p:sp>
      <p:sp>
        <p:nvSpPr>
          <p:cNvPr id="33" name="text-235">
            <a:extLst xmlns:a="http://schemas.openxmlformats.org/drawingml/2006/main">
              <a:ext uri="{FF2B5EF4-FFF2-40B4-BE49-F238E27FC236}">
                <a16:creationId xmlns:a16="http://schemas.microsoft.com/office/drawing/2014/main" id="{1E65ABC8-659C-4C7C-AD3A-893A08439DCB}"/>
              </a:ext>
            </a:extLst>
          </p:cNvPr>
          <p:cNvSpPr>
            <a:spLocks xmlns:a="http://schemas.openxmlformats.org/drawingml/2006/main" noGrp="1"/>
          </p:cNvSpPr>
          <p:nvPr/>
        </p:nvSpPr>
        <p:spPr>
          <a:xfrm xmlns:a="http://schemas.openxmlformats.org/drawingml/2006/main">
            <a:off x="1857375" y="459105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125" b="0">
                <a:solidFill>
                  <a:srgbClr val="231F20"/>
                </a:solidFill>
                <a:latin typeface="Arial"/>
                <a:ea typeface="Arial"/>
                <a:cs typeface="Arial"/>
              </a:defRPr>
            </a:defPPr>
            <a:lvl1pPr algn="l">
              <a:defRPr sz="1125" b="0">
                <a:solidFill>
                  <a:srgbClr val="231F20"/>
                </a:solidFill>
                <a:latin typeface="Arial"/>
                <a:ea typeface="Arial"/>
                <a:cs typeface="Arial"/>
              </a:defRPr>
            </a:lvl1pPr>
            <a:lvl2pPr algn="l">
              <a:defRPr sz="1125" b="0">
                <a:solidFill>
                  <a:srgbClr val="231F20"/>
                </a:solidFill>
                <a:latin typeface="Arial"/>
                <a:ea typeface="Arial"/>
                <a:cs typeface="Arial"/>
              </a:defRPr>
            </a:lvl2pPr>
            <a:lvl3pPr algn="l">
              <a:defRPr sz="1125" b="0">
                <a:solidFill>
                  <a:srgbClr val="231F20"/>
                </a:solidFill>
                <a:latin typeface="Arial"/>
                <a:ea typeface="Arial"/>
                <a:cs typeface="Arial"/>
              </a:defRPr>
            </a:lvl3pPr>
            <a:lvl4pPr algn="l">
              <a:defRPr sz="1125" b="0">
                <a:solidFill>
                  <a:srgbClr val="231F20"/>
                </a:solidFill>
                <a:latin typeface="Arial"/>
                <a:ea typeface="Arial"/>
                <a:cs typeface="Arial"/>
              </a:defRPr>
            </a:lvl4pPr>
            <a:lvl5pPr algn="l">
              <a:defRPr sz="1125" b="0">
                <a:solidFill>
                  <a:srgbClr val="231F20"/>
                </a:solidFill>
                <a:latin typeface="Arial"/>
                <a:ea typeface="Arial"/>
                <a:cs typeface="Arial"/>
              </a:defRPr>
            </a:lvl5pPr>
            <a:lvl6pPr algn="l">
              <a:defRPr sz="1125" b="0">
                <a:solidFill>
                  <a:srgbClr val="231F20"/>
                </a:solidFill>
                <a:latin typeface="Arial"/>
                <a:ea typeface="Arial"/>
                <a:cs typeface="Arial"/>
              </a:defRPr>
            </a:lvl6pPr>
            <a:lvl7pPr algn="l">
              <a:defRPr sz="1125" b="0">
                <a:solidFill>
                  <a:srgbClr val="231F20"/>
                </a:solidFill>
                <a:latin typeface="Arial"/>
                <a:ea typeface="Arial"/>
                <a:cs typeface="Arial"/>
              </a:defRPr>
            </a:lvl7pPr>
            <a:lvl8pPr algn="l">
              <a:defRPr sz="1125" b="0">
                <a:solidFill>
                  <a:srgbClr val="231F20"/>
                </a:solidFill>
                <a:latin typeface="Arial"/>
                <a:ea typeface="Arial"/>
                <a:cs typeface="Arial"/>
              </a:defRPr>
            </a:lvl8pPr>
            <a:lvl9pPr algn="l">
              <a:defRPr sz="1125" b="0">
                <a:solidFill>
                  <a:srgbClr val="231F20"/>
                </a:solidFill>
                <a:latin typeface="Arial"/>
                <a:ea typeface="Arial"/>
                <a:cs typeface="Arial"/>
              </a:defRPr>
            </a:lvl9pPr>
          </a:lstStyle>
          <a:p xmlns:a="http://schemas.openxmlformats.org/drawingml/2006/main">
            <a:pPr algn="l">
              <a:defRPr sz="1125" b="0">
                <a:solidFill>
                  <a:srgbClr val="231F20"/>
                </a:solidFill>
                <a:latin typeface="Arial"/>
                <a:ea typeface="Arial"/>
                <a:cs typeface="Arial"/>
              </a:defRPr>
            </a:pPr>
            <a:r>
              <a:rPr sz="1125" b="0">
                <a:solidFill>
                  <a:srgbClr val="231F20"/>
                </a:solidFill>
                <a:latin typeface="Arial"/>
                <a:ea typeface="Arial"/>
                <a:cs typeface="Arial"/>
              </a:rPr>
              <a:t>RD2</a:t>
            </a:r>
          </a:p>
        </p:txBody>
      </p:sp>
      <p:sp>
        <p:nvSpPr>
          <p:cNvPr id="34" name="circuit-236">
            <a:extLst xmlns:a="http://schemas.openxmlformats.org/drawingml/2006/main">
              <a:ext uri="{FF2B5EF4-FFF2-40B4-BE49-F238E27FC236}">
                <a16:creationId xmlns:a16="http://schemas.microsoft.com/office/drawing/2014/main" id="{5DBA58EE-BB4A-4A80-A771-4D08498DF6E2}"/>
              </a:ext>
            </a:extLst>
          </p:cNvPr>
          <p:cNvSpPr>
            <a:spLocks xmlns:a="http://schemas.openxmlformats.org/drawingml/2006/main" noGrp="1"/>
          </p:cNvSpPr>
          <p:nvPr/>
        </p:nvSpPr>
        <p:spPr>
          <a:xfrm xmlns:a="http://schemas.openxmlformats.org/drawingml/2006/main">
            <a:off x="3114675" y="3752850"/>
            <a:ext cx="666750" cy="819150"/>
          </a:xfrm>
          <a:custGeom xmlns:a="http://schemas.openxmlformats.org/drawingml/2006/main">
            <a:pathLst>
              <a:path w="666750" h="819150">
                <a:moveTo>
                  <a:pt x="0" y="0"/>
                </a:moveTo>
                <a:lnTo>
                  <a:pt x="666750" y="171450"/>
                </a:lnTo>
                <a:lnTo>
                  <a:pt x="666750" y="647700"/>
                </a:lnTo>
                <a:lnTo>
                  <a:pt x="0" y="819150"/>
                </a:lnTo>
                <a:lnTo>
                  <a:pt x="0" y="533400"/>
                </a:lnTo>
                <a:lnTo>
                  <a:pt x="161925" y="400050"/>
                </a:lnTo>
                <a:lnTo>
                  <a:pt x="0" y="257175"/>
                </a:lnTo>
                <a:close/>
              </a:path>
            </a:pathLst>
          </a:custGeom>
          <a:solidFill xmlns:a="http://schemas.openxmlformats.org/drawingml/2006/main">
            <a:srgbClr val="FFFFFF"/>
          </a:solidFill>
          <a:ln xmlns:a="http://schemas.openxmlformats.org/drawingml/2006/main" w="20955">
            <a:solidFill>
              <a:srgbClr val="231F20"/>
            </a:solidFill>
          </a:ln>
        </p:spPr>
      </p:sp>
      <p:sp>
        <p:nvSpPr>
          <p:cNvPr id="35" name="text-237">
            <a:extLst xmlns:a="http://schemas.openxmlformats.org/drawingml/2006/main">
              <a:ext uri="{FF2B5EF4-FFF2-40B4-BE49-F238E27FC236}">
                <a16:creationId xmlns:a16="http://schemas.microsoft.com/office/drawing/2014/main" id="{6B4D87DA-1EF1-4C58-B06C-FCF9653FE7AF}"/>
              </a:ext>
            </a:extLst>
          </p:cNvPr>
          <p:cNvSpPr>
            <a:spLocks xmlns:a="http://schemas.openxmlformats.org/drawingml/2006/main" noGrp="1"/>
          </p:cNvSpPr>
          <p:nvPr/>
        </p:nvSpPr>
        <p:spPr>
          <a:xfrm xmlns:a="http://schemas.openxmlformats.org/drawingml/2006/main">
            <a:off x="3276600" y="4019550"/>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1">
                <a:solidFill>
                  <a:srgbClr val="231F20"/>
                </a:solidFill>
                <a:latin typeface="Arial"/>
                <a:ea typeface="Arial"/>
                <a:cs typeface="Arial"/>
              </a:defRPr>
            </a:defPPr>
            <a:lvl1pPr algn="ctr">
              <a:defRPr sz="1725" b="1">
                <a:solidFill>
                  <a:srgbClr val="231F20"/>
                </a:solidFill>
                <a:latin typeface="Arial"/>
                <a:ea typeface="Arial"/>
                <a:cs typeface="Arial"/>
              </a:defRPr>
            </a:lvl1pPr>
            <a:lvl2pPr algn="ctr">
              <a:defRPr sz="1725" b="1">
                <a:solidFill>
                  <a:srgbClr val="231F20"/>
                </a:solidFill>
                <a:latin typeface="Arial"/>
                <a:ea typeface="Arial"/>
                <a:cs typeface="Arial"/>
              </a:defRPr>
            </a:lvl2pPr>
            <a:lvl3pPr algn="ctr">
              <a:defRPr sz="1725" b="1">
                <a:solidFill>
                  <a:srgbClr val="231F20"/>
                </a:solidFill>
                <a:latin typeface="Arial"/>
                <a:ea typeface="Arial"/>
                <a:cs typeface="Arial"/>
              </a:defRPr>
            </a:lvl3pPr>
            <a:lvl4pPr algn="ctr">
              <a:defRPr sz="1725" b="1">
                <a:solidFill>
                  <a:srgbClr val="231F20"/>
                </a:solidFill>
                <a:latin typeface="Arial"/>
                <a:ea typeface="Arial"/>
                <a:cs typeface="Arial"/>
              </a:defRPr>
            </a:lvl4pPr>
            <a:lvl5pPr algn="ctr">
              <a:defRPr sz="1725" b="1">
                <a:solidFill>
                  <a:srgbClr val="231F20"/>
                </a:solidFill>
                <a:latin typeface="Arial"/>
                <a:ea typeface="Arial"/>
                <a:cs typeface="Arial"/>
              </a:defRPr>
            </a:lvl5pPr>
            <a:lvl6pPr algn="ctr">
              <a:defRPr sz="1725" b="1">
                <a:solidFill>
                  <a:srgbClr val="231F20"/>
                </a:solidFill>
                <a:latin typeface="Arial"/>
                <a:ea typeface="Arial"/>
                <a:cs typeface="Arial"/>
              </a:defRPr>
            </a:lvl6pPr>
            <a:lvl7pPr algn="ctr">
              <a:defRPr sz="1725" b="1">
                <a:solidFill>
                  <a:srgbClr val="231F20"/>
                </a:solidFill>
                <a:latin typeface="Arial"/>
                <a:ea typeface="Arial"/>
                <a:cs typeface="Arial"/>
              </a:defRPr>
            </a:lvl7pPr>
            <a:lvl8pPr algn="ctr">
              <a:defRPr sz="1725" b="1">
                <a:solidFill>
                  <a:srgbClr val="231F20"/>
                </a:solidFill>
                <a:latin typeface="Arial"/>
                <a:ea typeface="Arial"/>
                <a:cs typeface="Arial"/>
              </a:defRPr>
            </a:lvl8pPr>
            <a:lvl9pPr algn="ctr">
              <a:defRPr sz="1725" b="1">
                <a:solidFill>
                  <a:srgbClr val="231F20"/>
                </a:solidFill>
                <a:latin typeface="Arial"/>
                <a:ea typeface="Arial"/>
                <a:cs typeface="Arial"/>
              </a:defRPr>
            </a:lvl9pPr>
          </a:lstStyle>
          <a:p xmlns:a="http://schemas.openxmlformats.org/drawingml/2006/main">
            <a:pPr algn="ctr">
              <a:defRPr sz="1725" b="1">
                <a:solidFill>
                  <a:srgbClr val="231F20"/>
                </a:solidFill>
                <a:latin typeface="Arial"/>
                <a:ea typeface="Arial"/>
                <a:cs typeface="Arial"/>
              </a:defRPr>
            </a:pPr>
            <a:r>
              <a:rPr sz="1725" b="1">
                <a:solidFill>
                  <a:srgbClr val="231F20"/>
                </a:solidFill>
                <a:latin typeface="Arial"/>
                <a:ea typeface="Arial"/>
                <a:cs typeface="Arial"/>
              </a:rPr>
              <a:t>ALU</a:t>
            </a:r>
          </a:p>
        </p:txBody>
      </p:sp>
      <p:sp>
        <p:nvSpPr>
          <p:cNvPr id="36" name="wire-238">
            <a:extLst xmlns:a="http://schemas.openxmlformats.org/drawingml/2006/main">
              <a:ext uri="{FF2B5EF4-FFF2-40B4-BE49-F238E27FC236}">
                <a16:creationId xmlns:a16="http://schemas.microsoft.com/office/drawing/2014/main" id="{52631E7D-EA16-4106-8D9B-B75A22C07EE9}"/>
              </a:ext>
            </a:extLst>
          </p:cNvPr>
          <p:cNvSpPr>
            <a:spLocks xmlns:a="http://schemas.openxmlformats.org/drawingml/2006/main" noGrp="1"/>
          </p:cNvSpPr>
          <p:nvPr/>
        </p:nvSpPr>
        <p:spPr>
          <a:xfrm xmlns:a="http://schemas.openxmlformats.org/drawingml/2006/main">
            <a:off x="2305050" y="4000500"/>
            <a:ext cx="809625" cy="9525"/>
          </a:xfrm>
          <a:custGeom xmlns:a="http://schemas.openxmlformats.org/drawingml/2006/main">
            <a:pathLst>
              <a:path w="809625" h="9525">
                <a:moveTo>
                  <a:pt x="0" y="0"/>
                </a:moveTo>
                <a:lnTo>
                  <a:pt x="809625" y="0"/>
                </a:lnTo>
              </a:path>
            </a:pathLst>
          </a:custGeom>
          <a:noFill xmlns:a="http://schemas.openxmlformats.org/drawingml/2006/main"/>
          <a:ln xmlns:a="http://schemas.openxmlformats.org/drawingml/2006/main" w="28575">
            <a:solidFill>
              <a:srgbClr val="231F20"/>
            </a:solidFill>
          </a:ln>
        </p:spPr>
      </p:sp>
      <p:sp>
        <p:nvSpPr>
          <p:cNvPr id="37" name="circuit-239">
            <a:extLst xmlns:a="http://schemas.openxmlformats.org/drawingml/2006/main">
              <a:ext uri="{FF2B5EF4-FFF2-40B4-BE49-F238E27FC236}">
                <a16:creationId xmlns:a16="http://schemas.microsoft.com/office/drawing/2014/main" id="{40ECDAAF-A864-4FB6-8EF6-74E00AA689A5}"/>
              </a:ext>
            </a:extLst>
          </p:cNvPr>
          <p:cNvSpPr>
            <a:spLocks xmlns:a="http://schemas.openxmlformats.org/drawingml/2006/main" noGrp="1"/>
          </p:cNvSpPr>
          <p:nvPr/>
        </p:nvSpPr>
        <p:spPr>
          <a:xfrm xmlns:a="http://schemas.openxmlformats.org/drawingml/2006/main">
            <a:off x="3038475" y="39690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38" name="text-240">
            <a:extLst xmlns:a="http://schemas.openxmlformats.org/drawingml/2006/main">
              <a:ext uri="{FF2B5EF4-FFF2-40B4-BE49-F238E27FC236}">
                <a16:creationId xmlns:a16="http://schemas.microsoft.com/office/drawing/2014/main" id="{97A2CBD3-3F08-41BF-BAE7-19E6E2E5D031}"/>
              </a:ext>
            </a:extLst>
          </p:cNvPr>
          <p:cNvSpPr>
            <a:spLocks xmlns:a="http://schemas.openxmlformats.org/drawingml/2006/main" noGrp="1"/>
          </p:cNvSpPr>
          <p:nvPr/>
        </p:nvSpPr>
        <p:spPr>
          <a:xfrm xmlns:a="http://schemas.openxmlformats.org/drawingml/2006/main">
            <a:off x="2333625" y="3638550"/>
            <a:ext cx="7810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00" b="0">
                <a:solidFill>
                  <a:srgbClr val="231F20"/>
                </a:solidFill>
                <a:latin typeface="Yu Gothic"/>
                <a:ea typeface="Yu Gothic"/>
                <a:cs typeface="Yu Gothic"/>
              </a:defRPr>
            </a:defPPr>
            <a:lvl1pPr algn="ctr">
              <a:defRPr sz="1500" b="0">
                <a:solidFill>
                  <a:srgbClr val="231F20"/>
                </a:solidFill>
                <a:latin typeface="Yu Gothic"/>
                <a:ea typeface="Yu Gothic"/>
                <a:cs typeface="Yu Gothic"/>
              </a:defRPr>
            </a:lvl1pPr>
            <a:lvl2pPr algn="ctr">
              <a:defRPr sz="1500" b="0">
                <a:solidFill>
                  <a:srgbClr val="231F20"/>
                </a:solidFill>
                <a:latin typeface="Yu Gothic"/>
                <a:ea typeface="Yu Gothic"/>
                <a:cs typeface="Yu Gothic"/>
              </a:defRPr>
            </a:lvl2pPr>
            <a:lvl3pPr algn="ctr">
              <a:defRPr sz="1500" b="0">
                <a:solidFill>
                  <a:srgbClr val="231F20"/>
                </a:solidFill>
                <a:latin typeface="Yu Gothic"/>
                <a:ea typeface="Yu Gothic"/>
                <a:cs typeface="Yu Gothic"/>
              </a:defRPr>
            </a:lvl3pPr>
            <a:lvl4pPr algn="ctr">
              <a:defRPr sz="1500" b="0">
                <a:solidFill>
                  <a:srgbClr val="231F20"/>
                </a:solidFill>
                <a:latin typeface="Yu Gothic"/>
                <a:ea typeface="Yu Gothic"/>
                <a:cs typeface="Yu Gothic"/>
              </a:defRPr>
            </a:lvl4pPr>
            <a:lvl5pPr algn="ctr">
              <a:defRPr sz="1500" b="0">
                <a:solidFill>
                  <a:srgbClr val="231F20"/>
                </a:solidFill>
                <a:latin typeface="Yu Gothic"/>
                <a:ea typeface="Yu Gothic"/>
                <a:cs typeface="Yu Gothic"/>
              </a:defRPr>
            </a:lvl5pPr>
            <a:lvl6pPr algn="ctr">
              <a:defRPr sz="1500" b="0">
                <a:solidFill>
                  <a:srgbClr val="231F20"/>
                </a:solidFill>
                <a:latin typeface="Yu Gothic"/>
                <a:ea typeface="Yu Gothic"/>
                <a:cs typeface="Yu Gothic"/>
              </a:defRPr>
            </a:lvl6pPr>
            <a:lvl7pPr algn="ctr">
              <a:defRPr sz="1500" b="0">
                <a:solidFill>
                  <a:srgbClr val="231F20"/>
                </a:solidFill>
                <a:latin typeface="Yu Gothic"/>
                <a:ea typeface="Yu Gothic"/>
                <a:cs typeface="Yu Gothic"/>
              </a:defRPr>
            </a:lvl7pPr>
            <a:lvl8pPr algn="ctr">
              <a:defRPr sz="1500" b="0">
                <a:solidFill>
                  <a:srgbClr val="231F20"/>
                </a:solidFill>
                <a:latin typeface="Yu Gothic"/>
                <a:ea typeface="Yu Gothic"/>
                <a:cs typeface="Yu Gothic"/>
              </a:defRPr>
            </a:lvl8pPr>
            <a:lvl9pPr algn="ctr">
              <a:defRPr sz="1500" b="0">
                <a:solidFill>
                  <a:srgbClr val="231F20"/>
                </a:solidFill>
                <a:latin typeface="Yu Gothic"/>
                <a:ea typeface="Yu Gothic"/>
                <a:cs typeface="Yu Gothic"/>
              </a:defRPr>
            </a:lvl9pPr>
          </a:lstStyle>
          <a:p xmlns:a="http://schemas.openxmlformats.org/drawingml/2006/main">
            <a:pPr algn="ctr">
              <a:defRPr sz="1500" b="0">
                <a:solidFill>
                  <a:srgbClr val="231F20"/>
                </a:solidFill>
                <a:latin typeface="Yu Gothic"/>
                <a:ea typeface="Yu Gothic"/>
                <a:cs typeface="Yu Gothic"/>
              </a:defRPr>
            </a:pPr>
            <a:r>
              <a:rPr sz="1500" b="0">
                <a:solidFill>
                  <a:srgbClr val="231F20"/>
                </a:solidFill>
                <a:latin typeface="Yu Gothic"/>
                <a:ea typeface="Yu Gothic"/>
                <a:cs typeface="Yu Gothic"/>
              </a:rPr>
              <a:t>基準番地</a:t>
            </a:r>
          </a:p>
        </p:txBody>
      </p:sp>
      <p:sp>
        <p:nvSpPr>
          <p:cNvPr id="39" name="circuit-241">
            <a:extLst xmlns:a="http://schemas.openxmlformats.org/drawingml/2006/main">
              <a:ext uri="{FF2B5EF4-FFF2-40B4-BE49-F238E27FC236}">
                <a16:creationId xmlns:a16="http://schemas.microsoft.com/office/drawing/2014/main" id="{13A80287-535E-427E-B0F4-0E3004A20623}"/>
              </a:ext>
            </a:extLst>
          </p:cNvPr>
          <p:cNvSpPr>
            <a:spLocks xmlns:a="http://schemas.openxmlformats.org/drawingml/2006/main" noGrp="1"/>
          </p:cNvSpPr>
          <p:nvPr/>
        </p:nvSpPr>
        <p:spPr>
          <a:xfrm xmlns:a="http://schemas.openxmlformats.org/drawingml/2006/main">
            <a:off x="2771775" y="4857750"/>
            <a:ext cx="885825" cy="352425"/>
          </a:xfrm>
          <a:custGeom xmlns:a="http://schemas.openxmlformats.org/drawingml/2006/main">
            <a:pathLst>
              <a:path w="885825" h="352425">
                <a:moveTo>
                  <a:pt x="0" y="161925"/>
                </a:moveTo>
                <a:lnTo>
                  <a:pt x="885825" y="0"/>
                </a:lnTo>
                <a:lnTo>
                  <a:pt x="885825" y="352425"/>
                </a:lnTo>
                <a:lnTo>
                  <a:pt x="0" y="352425"/>
                </a:lnTo>
                <a:close/>
              </a:path>
            </a:pathLst>
          </a:custGeom>
          <a:solidFill xmlns:a="http://schemas.openxmlformats.org/drawingml/2006/main">
            <a:srgbClr val="FFFFFF"/>
          </a:solidFill>
          <a:ln xmlns:a="http://schemas.openxmlformats.org/drawingml/2006/main" w="20955">
            <a:solidFill>
              <a:srgbClr val="231F20"/>
            </a:solidFill>
          </a:ln>
        </p:spPr>
      </p:sp>
      <p:sp>
        <p:nvSpPr>
          <p:cNvPr id="40" name="text-242">
            <a:extLst xmlns:a="http://schemas.openxmlformats.org/drawingml/2006/main">
              <a:ext uri="{FF2B5EF4-FFF2-40B4-BE49-F238E27FC236}">
                <a16:creationId xmlns:a16="http://schemas.microsoft.com/office/drawing/2014/main" id="{AA223308-49B8-47AB-B141-F9A532A221DD}"/>
              </a:ext>
            </a:extLst>
          </p:cNvPr>
          <p:cNvSpPr>
            <a:spLocks xmlns:a="http://schemas.openxmlformats.org/drawingml/2006/main" noGrp="1"/>
          </p:cNvSpPr>
          <p:nvPr/>
        </p:nvSpPr>
        <p:spPr>
          <a:xfrm xmlns:a="http://schemas.openxmlformats.org/drawingml/2006/main">
            <a:off x="2857500" y="4953000"/>
            <a:ext cx="7429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350" b="1">
                <a:solidFill>
                  <a:srgbClr val="231F20"/>
                </a:solidFill>
                <a:latin typeface="Arial"/>
                <a:ea typeface="Arial"/>
                <a:cs typeface="Arial"/>
              </a:defRPr>
            </a:defPPr>
            <a:lvl1pPr algn="ctr">
              <a:defRPr sz="1350" b="1">
                <a:solidFill>
                  <a:srgbClr val="231F20"/>
                </a:solidFill>
                <a:latin typeface="Arial"/>
                <a:ea typeface="Arial"/>
                <a:cs typeface="Arial"/>
              </a:defRPr>
            </a:lvl1pPr>
            <a:lvl2pPr algn="ctr">
              <a:defRPr sz="1350" b="1">
                <a:solidFill>
                  <a:srgbClr val="231F20"/>
                </a:solidFill>
                <a:latin typeface="Arial"/>
                <a:ea typeface="Arial"/>
                <a:cs typeface="Arial"/>
              </a:defRPr>
            </a:lvl2pPr>
            <a:lvl3pPr algn="ctr">
              <a:defRPr sz="1350" b="1">
                <a:solidFill>
                  <a:srgbClr val="231F20"/>
                </a:solidFill>
                <a:latin typeface="Arial"/>
                <a:ea typeface="Arial"/>
                <a:cs typeface="Arial"/>
              </a:defRPr>
            </a:lvl3pPr>
            <a:lvl4pPr algn="ctr">
              <a:defRPr sz="1350" b="1">
                <a:solidFill>
                  <a:srgbClr val="231F20"/>
                </a:solidFill>
                <a:latin typeface="Arial"/>
                <a:ea typeface="Arial"/>
                <a:cs typeface="Arial"/>
              </a:defRPr>
            </a:lvl4pPr>
            <a:lvl5pPr algn="ctr">
              <a:defRPr sz="1350" b="1">
                <a:solidFill>
                  <a:srgbClr val="231F20"/>
                </a:solidFill>
                <a:latin typeface="Arial"/>
                <a:ea typeface="Arial"/>
                <a:cs typeface="Arial"/>
              </a:defRPr>
            </a:lvl5pPr>
            <a:lvl6pPr algn="ctr">
              <a:defRPr sz="1350" b="1">
                <a:solidFill>
                  <a:srgbClr val="231F20"/>
                </a:solidFill>
                <a:latin typeface="Arial"/>
                <a:ea typeface="Arial"/>
                <a:cs typeface="Arial"/>
              </a:defRPr>
            </a:lvl6pPr>
            <a:lvl7pPr algn="ctr">
              <a:defRPr sz="1350" b="1">
                <a:solidFill>
                  <a:srgbClr val="231F20"/>
                </a:solidFill>
                <a:latin typeface="Arial"/>
                <a:ea typeface="Arial"/>
                <a:cs typeface="Arial"/>
              </a:defRPr>
            </a:lvl7pPr>
            <a:lvl8pPr algn="ctr">
              <a:defRPr sz="1350" b="1">
                <a:solidFill>
                  <a:srgbClr val="231F20"/>
                </a:solidFill>
                <a:latin typeface="Arial"/>
                <a:ea typeface="Arial"/>
                <a:cs typeface="Arial"/>
              </a:defRPr>
            </a:lvl8pPr>
            <a:lvl9pPr algn="ctr">
              <a:defRPr sz="1350" b="1">
                <a:solidFill>
                  <a:srgbClr val="231F20"/>
                </a:solidFill>
                <a:latin typeface="Arial"/>
                <a:ea typeface="Arial"/>
                <a:cs typeface="Arial"/>
              </a:defRPr>
            </a:lvl9pPr>
          </a:lstStyle>
          <a:p xmlns:a="http://schemas.openxmlformats.org/drawingml/2006/main">
            <a:pPr algn="ctr">
              <a:defRPr sz="1350" b="1">
                <a:solidFill>
                  <a:srgbClr val="231F20"/>
                </a:solidFill>
                <a:latin typeface="Arial"/>
                <a:ea typeface="Arial"/>
                <a:cs typeface="Arial"/>
              </a:defRPr>
            </a:pPr>
            <a:r>
              <a:rPr sz="1350" b="1">
                <a:solidFill>
                  <a:srgbClr val="231F20"/>
                </a:solidFill>
                <a:latin typeface="Arial"/>
                <a:ea typeface="Arial"/>
                <a:cs typeface="Arial"/>
              </a:rPr>
              <a:t>extend</a:t>
            </a:r>
          </a:p>
        </p:txBody>
      </p:sp>
      <p:sp>
        <p:nvSpPr>
          <p:cNvPr id="41" name="wire-243">
            <a:extLst xmlns:a="http://schemas.openxmlformats.org/drawingml/2006/main">
              <a:ext uri="{FF2B5EF4-FFF2-40B4-BE49-F238E27FC236}">
                <a16:creationId xmlns:a16="http://schemas.microsoft.com/office/drawing/2014/main" id="{90252FAE-55A3-4014-9782-A59B72B698A8}"/>
              </a:ext>
            </a:extLst>
          </p:cNvPr>
          <p:cNvSpPr>
            <a:spLocks xmlns:a="http://schemas.openxmlformats.org/drawingml/2006/main" noGrp="1"/>
          </p:cNvSpPr>
          <p:nvPr/>
        </p:nvSpPr>
        <p:spPr>
          <a:xfrm xmlns:a="http://schemas.openxmlformats.org/drawingml/2006/main">
            <a:off x="3657600" y="5038725"/>
            <a:ext cx="200025" cy="9525"/>
          </a:xfrm>
          <a:custGeom xmlns:a="http://schemas.openxmlformats.org/drawingml/2006/main">
            <a:pathLst>
              <a:path w="200025" h="9525">
                <a:moveTo>
                  <a:pt x="0" y="0"/>
                </a:moveTo>
                <a:lnTo>
                  <a:pt x="200025" y="0"/>
                </a:lnTo>
              </a:path>
            </a:pathLst>
          </a:custGeom>
          <a:noFill xmlns:a="http://schemas.openxmlformats.org/drawingml/2006/main"/>
          <a:ln xmlns:a="http://schemas.openxmlformats.org/drawingml/2006/main" w="24765">
            <a:solidFill>
              <a:srgbClr val="231F20"/>
            </a:solidFill>
          </a:ln>
        </p:spPr>
      </p:sp>
      <p:sp>
        <p:nvSpPr>
          <p:cNvPr id="42" name="wire-244">
            <a:extLst xmlns:a="http://schemas.openxmlformats.org/drawingml/2006/main">
              <a:ext uri="{FF2B5EF4-FFF2-40B4-BE49-F238E27FC236}">
                <a16:creationId xmlns:a16="http://schemas.microsoft.com/office/drawing/2014/main" id="{21832D9C-998D-4FFE-A084-C3361268AC10}"/>
              </a:ext>
            </a:extLst>
          </p:cNvPr>
          <p:cNvSpPr>
            <a:spLocks xmlns:a="http://schemas.openxmlformats.org/drawingml/2006/main" noGrp="1"/>
          </p:cNvSpPr>
          <p:nvPr/>
        </p:nvSpPr>
        <p:spPr>
          <a:xfrm xmlns:a="http://schemas.openxmlformats.org/drawingml/2006/main">
            <a:off x="3857625" y="4676775"/>
            <a:ext cx="9525" cy="361950"/>
          </a:xfrm>
          <a:custGeom xmlns:a="http://schemas.openxmlformats.org/drawingml/2006/main">
            <a:pathLst>
              <a:path w="9525" h="361950">
                <a:moveTo>
                  <a:pt x="0" y="361950"/>
                </a:moveTo>
                <a:lnTo>
                  <a:pt x="0" y="0"/>
                </a:lnTo>
              </a:path>
            </a:pathLst>
          </a:custGeom>
          <a:noFill xmlns:a="http://schemas.openxmlformats.org/drawingml/2006/main"/>
          <a:ln xmlns:a="http://schemas.openxmlformats.org/drawingml/2006/main" w="24765">
            <a:solidFill>
              <a:srgbClr val="231F20"/>
            </a:solidFill>
          </a:ln>
        </p:spPr>
      </p:sp>
      <p:sp>
        <p:nvSpPr>
          <p:cNvPr id="43" name="wire-245">
            <a:extLst xmlns:a="http://schemas.openxmlformats.org/drawingml/2006/main">
              <a:ext uri="{FF2B5EF4-FFF2-40B4-BE49-F238E27FC236}">
                <a16:creationId xmlns:a16="http://schemas.microsoft.com/office/drawing/2014/main" id="{E83A5C91-3185-4F04-A77E-CC4EEEDBFB07}"/>
              </a:ext>
            </a:extLst>
          </p:cNvPr>
          <p:cNvSpPr>
            <a:spLocks xmlns:a="http://schemas.openxmlformats.org/drawingml/2006/main" noGrp="1"/>
          </p:cNvSpPr>
          <p:nvPr/>
        </p:nvSpPr>
        <p:spPr>
          <a:xfrm xmlns:a="http://schemas.openxmlformats.org/drawingml/2006/main">
            <a:off x="2914650" y="4676775"/>
            <a:ext cx="942975" cy="9525"/>
          </a:xfrm>
          <a:custGeom xmlns:a="http://schemas.openxmlformats.org/drawingml/2006/main">
            <a:pathLst>
              <a:path w="942975" h="9525">
                <a:moveTo>
                  <a:pt x="942975" y="0"/>
                </a:moveTo>
                <a:lnTo>
                  <a:pt x="0" y="0"/>
                </a:lnTo>
              </a:path>
            </a:pathLst>
          </a:custGeom>
          <a:noFill xmlns:a="http://schemas.openxmlformats.org/drawingml/2006/main"/>
          <a:ln xmlns:a="http://schemas.openxmlformats.org/drawingml/2006/main" w="24765">
            <a:solidFill>
              <a:srgbClr val="231F20"/>
            </a:solidFill>
          </a:ln>
        </p:spPr>
      </p:sp>
      <p:sp>
        <p:nvSpPr>
          <p:cNvPr id="44" name="wire-246">
            <a:extLst xmlns:a="http://schemas.openxmlformats.org/drawingml/2006/main">
              <a:ext uri="{FF2B5EF4-FFF2-40B4-BE49-F238E27FC236}">
                <a16:creationId xmlns:a16="http://schemas.microsoft.com/office/drawing/2014/main" id="{9EC096FB-E3EC-4462-AAD2-133447917BE7}"/>
              </a:ext>
            </a:extLst>
          </p:cNvPr>
          <p:cNvSpPr>
            <a:spLocks xmlns:a="http://schemas.openxmlformats.org/drawingml/2006/main" noGrp="1"/>
          </p:cNvSpPr>
          <p:nvPr/>
        </p:nvSpPr>
        <p:spPr>
          <a:xfrm xmlns:a="http://schemas.openxmlformats.org/drawingml/2006/main">
            <a:off x="2914650" y="4410075"/>
            <a:ext cx="9525" cy="266700"/>
          </a:xfrm>
          <a:custGeom xmlns:a="http://schemas.openxmlformats.org/drawingml/2006/main">
            <a:pathLst>
              <a:path w="9525" h="266700">
                <a:moveTo>
                  <a:pt x="0" y="266700"/>
                </a:moveTo>
                <a:lnTo>
                  <a:pt x="0" y="0"/>
                </a:lnTo>
              </a:path>
            </a:pathLst>
          </a:custGeom>
          <a:noFill xmlns:a="http://schemas.openxmlformats.org/drawingml/2006/main"/>
          <a:ln xmlns:a="http://schemas.openxmlformats.org/drawingml/2006/main" w="24765">
            <a:solidFill>
              <a:srgbClr val="231F20"/>
            </a:solidFill>
          </a:ln>
        </p:spPr>
      </p:sp>
      <p:sp>
        <p:nvSpPr>
          <p:cNvPr id="45" name="wire-247">
            <a:extLst xmlns:a="http://schemas.openxmlformats.org/drawingml/2006/main">
              <a:ext uri="{FF2B5EF4-FFF2-40B4-BE49-F238E27FC236}">
                <a16:creationId xmlns:a16="http://schemas.microsoft.com/office/drawing/2014/main" id="{B4457522-C333-41F8-94F4-C3A336C47771}"/>
              </a:ext>
            </a:extLst>
          </p:cNvPr>
          <p:cNvSpPr>
            <a:spLocks xmlns:a="http://schemas.openxmlformats.org/drawingml/2006/main" noGrp="1"/>
          </p:cNvSpPr>
          <p:nvPr/>
        </p:nvSpPr>
        <p:spPr>
          <a:xfrm xmlns:a="http://schemas.openxmlformats.org/drawingml/2006/main">
            <a:off x="2914650" y="4410075"/>
            <a:ext cx="200025" cy="9525"/>
          </a:xfrm>
          <a:custGeom xmlns:a="http://schemas.openxmlformats.org/drawingml/2006/main">
            <a:pathLst>
              <a:path w="200025" h="9525">
                <a:moveTo>
                  <a:pt x="0" y="0"/>
                </a:moveTo>
                <a:lnTo>
                  <a:pt x="200025" y="0"/>
                </a:lnTo>
              </a:path>
            </a:pathLst>
          </a:custGeom>
          <a:noFill xmlns:a="http://schemas.openxmlformats.org/drawingml/2006/main"/>
          <a:ln xmlns:a="http://schemas.openxmlformats.org/drawingml/2006/main" w="24765">
            <a:solidFill>
              <a:srgbClr val="231F20"/>
            </a:solidFill>
          </a:ln>
        </p:spPr>
      </p:sp>
      <p:sp>
        <p:nvSpPr>
          <p:cNvPr id="46" name="circuit-248">
            <a:extLst xmlns:a="http://schemas.openxmlformats.org/drawingml/2006/main">
              <a:ext uri="{FF2B5EF4-FFF2-40B4-BE49-F238E27FC236}">
                <a16:creationId xmlns:a16="http://schemas.microsoft.com/office/drawing/2014/main" id="{0B16B598-D9E6-4F0F-ABE8-C78835D71ED4}"/>
              </a:ext>
            </a:extLst>
          </p:cNvPr>
          <p:cNvSpPr>
            <a:spLocks xmlns:a="http://schemas.openxmlformats.org/drawingml/2006/main" noGrp="1"/>
          </p:cNvSpPr>
          <p:nvPr/>
        </p:nvSpPr>
        <p:spPr>
          <a:xfrm xmlns:a="http://schemas.openxmlformats.org/drawingml/2006/main">
            <a:off x="3038475" y="43786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47" name="wire-249">
            <a:extLst xmlns:a="http://schemas.openxmlformats.org/drawingml/2006/main">
              <a:ext uri="{FF2B5EF4-FFF2-40B4-BE49-F238E27FC236}">
                <a16:creationId xmlns:a16="http://schemas.microsoft.com/office/drawing/2014/main" id="{080ADD66-FB97-4E76-851C-0BD235F96027}"/>
              </a:ext>
            </a:extLst>
          </p:cNvPr>
          <p:cNvSpPr>
            <a:spLocks xmlns:a="http://schemas.openxmlformats.org/drawingml/2006/main" noGrp="1"/>
          </p:cNvSpPr>
          <p:nvPr/>
        </p:nvSpPr>
        <p:spPr>
          <a:xfrm xmlns:a="http://schemas.openxmlformats.org/drawingml/2006/main">
            <a:off x="3781425" y="4152900"/>
            <a:ext cx="819150" cy="9525"/>
          </a:xfrm>
          <a:custGeom xmlns:a="http://schemas.openxmlformats.org/drawingml/2006/main">
            <a:pathLst>
              <a:path w="819150" h="9525">
                <a:moveTo>
                  <a:pt x="0" y="0"/>
                </a:moveTo>
                <a:lnTo>
                  <a:pt x="819150" y="0"/>
                </a:lnTo>
              </a:path>
            </a:pathLst>
          </a:custGeom>
          <a:noFill xmlns:a="http://schemas.openxmlformats.org/drawingml/2006/main"/>
          <a:ln xmlns:a="http://schemas.openxmlformats.org/drawingml/2006/main" w="28575">
            <a:solidFill>
              <a:srgbClr val="231F20"/>
            </a:solidFill>
          </a:ln>
        </p:spPr>
      </p:sp>
      <p:sp>
        <p:nvSpPr>
          <p:cNvPr id="48" name="circuit-250">
            <a:extLst xmlns:a="http://schemas.openxmlformats.org/drawingml/2006/main">
              <a:ext uri="{FF2B5EF4-FFF2-40B4-BE49-F238E27FC236}">
                <a16:creationId xmlns:a16="http://schemas.microsoft.com/office/drawing/2014/main" id="{A3DDB123-638C-4D81-BFCF-6773962E7028}"/>
              </a:ext>
            </a:extLst>
          </p:cNvPr>
          <p:cNvSpPr>
            <a:spLocks xmlns:a="http://schemas.openxmlformats.org/drawingml/2006/main" noGrp="1"/>
          </p:cNvSpPr>
          <p:nvPr/>
        </p:nvSpPr>
        <p:spPr>
          <a:xfrm xmlns:a="http://schemas.openxmlformats.org/drawingml/2006/main">
            <a:off x="4524375" y="41214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49" name="text-251">
            <a:extLst xmlns:a="http://schemas.openxmlformats.org/drawingml/2006/main">
              <a:ext uri="{FF2B5EF4-FFF2-40B4-BE49-F238E27FC236}">
                <a16:creationId xmlns:a16="http://schemas.microsoft.com/office/drawing/2014/main" id="{811ECCD5-4AFB-45A2-8398-684CDC622628}"/>
              </a:ext>
            </a:extLst>
          </p:cNvPr>
          <p:cNvSpPr>
            <a:spLocks xmlns:a="http://schemas.openxmlformats.org/drawingml/2006/main" noGrp="1"/>
          </p:cNvSpPr>
          <p:nvPr/>
        </p:nvSpPr>
        <p:spPr>
          <a:xfrm xmlns:a="http://schemas.openxmlformats.org/drawingml/2006/main">
            <a:off x="3886200" y="3790950"/>
            <a:ext cx="619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650" b="1">
                <a:solidFill>
                  <a:srgbClr val="1572C3"/>
                </a:solidFill>
                <a:latin typeface="Yu Gothic"/>
                <a:ea typeface="Yu Gothic"/>
                <a:cs typeface="Yu Gothic"/>
              </a:defRPr>
            </a:defPPr>
            <a:lvl1pPr algn="ctr">
              <a:defRPr sz="1650" b="1">
                <a:solidFill>
                  <a:srgbClr val="1572C3"/>
                </a:solidFill>
                <a:latin typeface="Yu Gothic"/>
                <a:ea typeface="Yu Gothic"/>
                <a:cs typeface="Yu Gothic"/>
              </a:defRPr>
            </a:lvl1pPr>
            <a:lvl2pPr algn="ctr">
              <a:defRPr sz="1650" b="1">
                <a:solidFill>
                  <a:srgbClr val="1572C3"/>
                </a:solidFill>
                <a:latin typeface="Yu Gothic"/>
                <a:ea typeface="Yu Gothic"/>
                <a:cs typeface="Yu Gothic"/>
              </a:defRPr>
            </a:lvl2pPr>
            <a:lvl3pPr algn="ctr">
              <a:defRPr sz="1650" b="1">
                <a:solidFill>
                  <a:srgbClr val="1572C3"/>
                </a:solidFill>
                <a:latin typeface="Yu Gothic"/>
                <a:ea typeface="Yu Gothic"/>
                <a:cs typeface="Yu Gothic"/>
              </a:defRPr>
            </a:lvl3pPr>
            <a:lvl4pPr algn="ctr">
              <a:defRPr sz="1650" b="1">
                <a:solidFill>
                  <a:srgbClr val="1572C3"/>
                </a:solidFill>
                <a:latin typeface="Yu Gothic"/>
                <a:ea typeface="Yu Gothic"/>
                <a:cs typeface="Yu Gothic"/>
              </a:defRPr>
            </a:lvl4pPr>
            <a:lvl5pPr algn="ctr">
              <a:defRPr sz="1650" b="1">
                <a:solidFill>
                  <a:srgbClr val="1572C3"/>
                </a:solidFill>
                <a:latin typeface="Yu Gothic"/>
                <a:ea typeface="Yu Gothic"/>
                <a:cs typeface="Yu Gothic"/>
              </a:defRPr>
            </a:lvl5pPr>
            <a:lvl6pPr algn="ctr">
              <a:defRPr sz="1650" b="1">
                <a:solidFill>
                  <a:srgbClr val="1572C3"/>
                </a:solidFill>
                <a:latin typeface="Yu Gothic"/>
                <a:ea typeface="Yu Gothic"/>
                <a:cs typeface="Yu Gothic"/>
              </a:defRPr>
            </a:lvl6pPr>
            <a:lvl7pPr algn="ctr">
              <a:defRPr sz="1650" b="1">
                <a:solidFill>
                  <a:srgbClr val="1572C3"/>
                </a:solidFill>
                <a:latin typeface="Yu Gothic"/>
                <a:ea typeface="Yu Gothic"/>
                <a:cs typeface="Yu Gothic"/>
              </a:defRPr>
            </a:lvl7pPr>
            <a:lvl8pPr algn="ctr">
              <a:defRPr sz="1650" b="1">
                <a:solidFill>
                  <a:srgbClr val="1572C3"/>
                </a:solidFill>
                <a:latin typeface="Yu Gothic"/>
                <a:ea typeface="Yu Gothic"/>
                <a:cs typeface="Yu Gothic"/>
              </a:defRPr>
            </a:lvl8pPr>
            <a:lvl9pPr algn="ctr">
              <a:defRPr sz="1650" b="1">
                <a:solidFill>
                  <a:srgbClr val="1572C3"/>
                </a:solidFill>
                <a:latin typeface="Yu Gothic"/>
                <a:ea typeface="Yu Gothic"/>
                <a:cs typeface="Yu Gothic"/>
              </a:defRPr>
            </a:lvl9pPr>
          </a:lstStyle>
          <a:p xmlns:a="http://schemas.openxmlformats.org/drawingml/2006/main">
            <a:pPr algn="ctr">
              <a:defRPr sz="1650" b="1">
                <a:solidFill>
                  <a:srgbClr val="1572C3"/>
                </a:solidFill>
                <a:latin typeface="Yu Gothic"/>
                <a:ea typeface="Yu Gothic"/>
                <a:cs typeface="Yu Gothic"/>
              </a:defRPr>
            </a:pPr>
            <a:r>
              <a:rPr sz="1650" b="1">
                <a:solidFill>
                  <a:srgbClr val="1572C3"/>
                </a:solidFill>
                <a:latin typeface="Yu Gothic"/>
                <a:ea typeface="Yu Gothic"/>
                <a:cs typeface="Yu Gothic"/>
              </a:rPr>
              <a:t>番地</a:t>
            </a:r>
          </a:p>
        </p:txBody>
      </p:sp>
      <p:sp>
        <p:nvSpPr>
          <p:cNvPr id="50" name="wire-252">
            <a:extLst xmlns:a="http://schemas.openxmlformats.org/drawingml/2006/main">
              <a:ext uri="{FF2B5EF4-FFF2-40B4-BE49-F238E27FC236}">
                <a16:creationId xmlns:a16="http://schemas.microsoft.com/office/drawing/2014/main" id="{0B7B352E-432E-4B91-816F-548B258A749C}"/>
              </a:ext>
            </a:extLst>
          </p:cNvPr>
          <p:cNvSpPr>
            <a:spLocks xmlns:a="http://schemas.openxmlformats.org/drawingml/2006/main" noGrp="1"/>
          </p:cNvSpPr>
          <p:nvPr/>
        </p:nvSpPr>
        <p:spPr>
          <a:xfrm xmlns:a="http://schemas.openxmlformats.org/drawingml/2006/main">
            <a:off x="2305050" y="4724400"/>
            <a:ext cx="238125" cy="9525"/>
          </a:xfrm>
          <a:custGeom xmlns:a="http://schemas.openxmlformats.org/drawingml/2006/main">
            <a:pathLst>
              <a:path w="238125" h="9525">
                <a:moveTo>
                  <a:pt x="0" y="0"/>
                </a:moveTo>
                <a:lnTo>
                  <a:pt x="238125" y="0"/>
                </a:lnTo>
              </a:path>
            </a:pathLst>
          </a:custGeom>
          <a:noFill xmlns:a="http://schemas.openxmlformats.org/drawingml/2006/main"/>
          <a:ln xmlns:a="http://schemas.openxmlformats.org/drawingml/2006/main" w="28575">
            <a:solidFill>
              <a:srgbClr val="231F20"/>
            </a:solidFill>
          </a:ln>
        </p:spPr>
      </p:sp>
      <p:sp>
        <p:nvSpPr>
          <p:cNvPr id="51" name="wire-253">
            <a:extLst xmlns:a="http://schemas.openxmlformats.org/drawingml/2006/main">
              <a:ext uri="{FF2B5EF4-FFF2-40B4-BE49-F238E27FC236}">
                <a16:creationId xmlns:a16="http://schemas.microsoft.com/office/drawing/2014/main" id="{D89E8EEB-E3EF-4348-9DB2-B62E496383FD}"/>
              </a:ext>
            </a:extLst>
          </p:cNvPr>
          <p:cNvSpPr>
            <a:spLocks xmlns:a="http://schemas.openxmlformats.org/drawingml/2006/main" noGrp="1"/>
          </p:cNvSpPr>
          <p:nvPr/>
        </p:nvSpPr>
        <p:spPr>
          <a:xfrm xmlns:a="http://schemas.openxmlformats.org/drawingml/2006/main">
            <a:off x="2543175" y="4724400"/>
            <a:ext cx="9525" cy="590550"/>
          </a:xfrm>
          <a:custGeom xmlns:a="http://schemas.openxmlformats.org/drawingml/2006/main">
            <a:pathLst>
              <a:path w="9525" h="590550">
                <a:moveTo>
                  <a:pt x="0" y="0"/>
                </a:moveTo>
                <a:lnTo>
                  <a:pt x="0" y="590550"/>
                </a:lnTo>
              </a:path>
            </a:pathLst>
          </a:custGeom>
          <a:noFill xmlns:a="http://schemas.openxmlformats.org/drawingml/2006/main"/>
          <a:ln xmlns:a="http://schemas.openxmlformats.org/drawingml/2006/main" w="28575">
            <a:solidFill>
              <a:srgbClr val="231F20"/>
            </a:solidFill>
          </a:ln>
        </p:spPr>
      </p:sp>
      <p:sp>
        <p:nvSpPr>
          <p:cNvPr id="52" name="wire-254">
            <a:extLst xmlns:a="http://schemas.openxmlformats.org/drawingml/2006/main">
              <a:ext uri="{FF2B5EF4-FFF2-40B4-BE49-F238E27FC236}">
                <a16:creationId xmlns:a16="http://schemas.microsoft.com/office/drawing/2014/main" id="{6E01A651-7727-4C22-A44D-5F3B66F95960}"/>
              </a:ext>
            </a:extLst>
          </p:cNvPr>
          <p:cNvSpPr>
            <a:spLocks xmlns:a="http://schemas.openxmlformats.org/drawingml/2006/main" noGrp="1"/>
          </p:cNvSpPr>
          <p:nvPr/>
        </p:nvSpPr>
        <p:spPr>
          <a:xfrm xmlns:a="http://schemas.openxmlformats.org/drawingml/2006/main">
            <a:off x="2543175" y="5314950"/>
            <a:ext cx="1771650" cy="9525"/>
          </a:xfrm>
          <a:custGeom xmlns:a="http://schemas.openxmlformats.org/drawingml/2006/main">
            <a:pathLst>
              <a:path w="1771650" h="9525">
                <a:moveTo>
                  <a:pt x="0" y="0"/>
                </a:moveTo>
                <a:lnTo>
                  <a:pt x="1771650" y="0"/>
                </a:lnTo>
              </a:path>
            </a:pathLst>
          </a:custGeom>
          <a:noFill xmlns:a="http://schemas.openxmlformats.org/drawingml/2006/main"/>
          <a:ln xmlns:a="http://schemas.openxmlformats.org/drawingml/2006/main" w="28575">
            <a:solidFill>
              <a:srgbClr val="231F20"/>
            </a:solidFill>
          </a:ln>
        </p:spPr>
      </p:sp>
      <p:sp>
        <p:nvSpPr>
          <p:cNvPr id="53" name="wire-255">
            <a:extLst xmlns:a="http://schemas.openxmlformats.org/drawingml/2006/main">
              <a:ext uri="{FF2B5EF4-FFF2-40B4-BE49-F238E27FC236}">
                <a16:creationId xmlns:a16="http://schemas.microsoft.com/office/drawing/2014/main" id="{E63D8A52-7533-49CE-A26C-7A570FCAE9EF}"/>
              </a:ext>
            </a:extLst>
          </p:cNvPr>
          <p:cNvSpPr>
            <a:spLocks xmlns:a="http://schemas.openxmlformats.org/drawingml/2006/main" noGrp="1"/>
          </p:cNvSpPr>
          <p:nvPr/>
        </p:nvSpPr>
        <p:spPr>
          <a:xfrm xmlns:a="http://schemas.openxmlformats.org/drawingml/2006/main">
            <a:off x="4314825" y="4695825"/>
            <a:ext cx="9525" cy="619125"/>
          </a:xfrm>
          <a:custGeom xmlns:a="http://schemas.openxmlformats.org/drawingml/2006/main">
            <a:pathLst>
              <a:path w="9525" h="619125">
                <a:moveTo>
                  <a:pt x="0" y="619125"/>
                </a:moveTo>
                <a:lnTo>
                  <a:pt x="0" y="0"/>
                </a:lnTo>
              </a:path>
            </a:pathLst>
          </a:custGeom>
          <a:noFill xmlns:a="http://schemas.openxmlformats.org/drawingml/2006/main"/>
          <a:ln xmlns:a="http://schemas.openxmlformats.org/drawingml/2006/main" w="28575">
            <a:solidFill>
              <a:srgbClr val="231F20"/>
            </a:solidFill>
          </a:ln>
        </p:spPr>
      </p:sp>
      <p:sp>
        <p:nvSpPr>
          <p:cNvPr id="54" name="wire-256">
            <a:extLst xmlns:a="http://schemas.openxmlformats.org/drawingml/2006/main">
              <a:ext uri="{FF2B5EF4-FFF2-40B4-BE49-F238E27FC236}">
                <a16:creationId xmlns:a16="http://schemas.microsoft.com/office/drawing/2014/main" id="{92A6B8B8-9A34-47AA-8AF7-5CAC57212E5C}"/>
              </a:ext>
            </a:extLst>
          </p:cNvPr>
          <p:cNvSpPr>
            <a:spLocks xmlns:a="http://schemas.openxmlformats.org/drawingml/2006/main" noGrp="1"/>
          </p:cNvSpPr>
          <p:nvPr/>
        </p:nvSpPr>
        <p:spPr>
          <a:xfrm xmlns:a="http://schemas.openxmlformats.org/drawingml/2006/main">
            <a:off x="4314825" y="4695825"/>
            <a:ext cx="285750" cy="9525"/>
          </a:xfrm>
          <a:custGeom xmlns:a="http://schemas.openxmlformats.org/drawingml/2006/main">
            <a:pathLst>
              <a:path w="285750" h="9525">
                <a:moveTo>
                  <a:pt x="0" y="0"/>
                </a:moveTo>
                <a:lnTo>
                  <a:pt x="285750" y="0"/>
                </a:lnTo>
              </a:path>
            </a:pathLst>
          </a:custGeom>
          <a:noFill xmlns:a="http://schemas.openxmlformats.org/drawingml/2006/main"/>
          <a:ln xmlns:a="http://schemas.openxmlformats.org/drawingml/2006/main" w="28575">
            <a:solidFill>
              <a:srgbClr val="231F20"/>
            </a:solidFill>
          </a:ln>
        </p:spPr>
      </p:sp>
      <p:sp>
        <p:nvSpPr>
          <p:cNvPr id="55" name="circuit-257">
            <a:extLst xmlns:a="http://schemas.openxmlformats.org/drawingml/2006/main">
              <a:ext uri="{FF2B5EF4-FFF2-40B4-BE49-F238E27FC236}">
                <a16:creationId xmlns:a16="http://schemas.microsoft.com/office/drawing/2014/main" id="{A56E728C-96E5-4FB8-8B16-4CBC1337D9DA}"/>
              </a:ext>
            </a:extLst>
          </p:cNvPr>
          <p:cNvSpPr>
            <a:spLocks xmlns:a="http://schemas.openxmlformats.org/drawingml/2006/main" noGrp="1"/>
          </p:cNvSpPr>
          <p:nvPr/>
        </p:nvSpPr>
        <p:spPr>
          <a:xfrm xmlns:a="http://schemas.openxmlformats.org/drawingml/2006/main">
            <a:off x="4524375" y="466439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56" name="text-258">
            <a:extLst xmlns:a="http://schemas.openxmlformats.org/drawingml/2006/main">
              <a:ext uri="{FF2B5EF4-FFF2-40B4-BE49-F238E27FC236}">
                <a16:creationId xmlns:a16="http://schemas.microsoft.com/office/drawing/2014/main" id="{61B04936-D1AB-4D31-A51A-C3F30E5E1B71}"/>
              </a:ext>
            </a:extLst>
          </p:cNvPr>
          <p:cNvSpPr>
            <a:spLocks xmlns:a="http://schemas.openxmlformats.org/drawingml/2006/main" noGrp="1"/>
          </p:cNvSpPr>
          <p:nvPr/>
        </p:nvSpPr>
        <p:spPr>
          <a:xfrm xmlns:a="http://schemas.openxmlformats.org/drawingml/2006/main">
            <a:off x="3038475" y="5286375"/>
            <a:ext cx="1123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1">
                <a:solidFill>
                  <a:srgbClr val="231F20"/>
                </a:solidFill>
                <a:latin typeface="Yu Gothic"/>
                <a:ea typeface="Yu Gothic"/>
                <a:cs typeface="Yu Gothic"/>
              </a:defRPr>
            </a:defPPr>
            <a:lvl1pPr algn="ctr">
              <a:defRPr sz="1575" b="1">
                <a:solidFill>
                  <a:srgbClr val="231F20"/>
                </a:solidFill>
                <a:latin typeface="Yu Gothic"/>
                <a:ea typeface="Yu Gothic"/>
                <a:cs typeface="Yu Gothic"/>
              </a:defRPr>
            </a:lvl1pPr>
            <a:lvl2pPr algn="ctr">
              <a:defRPr sz="1575" b="1">
                <a:solidFill>
                  <a:srgbClr val="231F20"/>
                </a:solidFill>
                <a:latin typeface="Yu Gothic"/>
                <a:ea typeface="Yu Gothic"/>
                <a:cs typeface="Yu Gothic"/>
              </a:defRPr>
            </a:lvl2pPr>
            <a:lvl3pPr algn="ctr">
              <a:defRPr sz="1575" b="1">
                <a:solidFill>
                  <a:srgbClr val="231F20"/>
                </a:solidFill>
                <a:latin typeface="Yu Gothic"/>
                <a:ea typeface="Yu Gothic"/>
                <a:cs typeface="Yu Gothic"/>
              </a:defRPr>
            </a:lvl3pPr>
            <a:lvl4pPr algn="ctr">
              <a:defRPr sz="1575" b="1">
                <a:solidFill>
                  <a:srgbClr val="231F20"/>
                </a:solidFill>
                <a:latin typeface="Yu Gothic"/>
                <a:ea typeface="Yu Gothic"/>
                <a:cs typeface="Yu Gothic"/>
              </a:defRPr>
            </a:lvl4pPr>
            <a:lvl5pPr algn="ctr">
              <a:defRPr sz="1575" b="1">
                <a:solidFill>
                  <a:srgbClr val="231F20"/>
                </a:solidFill>
                <a:latin typeface="Yu Gothic"/>
                <a:ea typeface="Yu Gothic"/>
                <a:cs typeface="Yu Gothic"/>
              </a:defRPr>
            </a:lvl5pPr>
            <a:lvl6pPr algn="ctr">
              <a:defRPr sz="1575" b="1">
                <a:solidFill>
                  <a:srgbClr val="231F20"/>
                </a:solidFill>
                <a:latin typeface="Yu Gothic"/>
                <a:ea typeface="Yu Gothic"/>
                <a:cs typeface="Yu Gothic"/>
              </a:defRPr>
            </a:lvl6pPr>
            <a:lvl7pPr algn="ctr">
              <a:defRPr sz="1575" b="1">
                <a:solidFill>
                  <a:srgbClr val="231F20"/>
                </a:solidFill>
                <a:latin typeface="Yu Gothic"/>
                <a:ea typeface="Yu Gothic"/>
                <a:cs typeface="Yu Gothic"/>
              </a:defRPr>
            </a:lvl7pPr>
            <a:lvl8pPr algn="ctr">
              <a:defRPr sz="1575" b="1">
                <a:solidFill>
                  <a:srgbClr val="231F20"/>
                </a:solidFill>
                <a:latin typeface="Yu Gothic"/>
                <a:ea typeface="Yu Gothic"/>
                <a:cs typeface="Yu Gothic"/>
              </a:defRPr>
            </a:lvl8pPr>
            <a:lvl9pPr algn="ctr">
              <a:defRPr sz="1575" b="1">
                <a:solidFill>
                  <a:srgbClr val="231F20"/>
                </a:solidFill>
                <a:latin typeface="Yu Gothic"/>
                <a:ea typeface="Yu Gothic"/>
                <a:cs typeface="Yu Gothic"/>
              </a:defRPr>
            </a:lvl9pPr>
          </a:lstStyle>
          <a:p xmlns:a="http://schemas.openxmlformats.org/drawingml/2006/main">
            <a:pPr algn="ctr">
              <a:defRPr sz="1575" b="1">
                <a:solidFill>
                  <a:srgbClr val="231F20"/>
                </a:solidFill>
                <a:latin typeface="Yu Gothic"/>
                <a:ea typeface="Yu Gothic"/>
                <a:cs typeface="Yu Gothic"/>
              </a:defRPr>
            </a:pPr>
            <a:r>
              <a:rPr sz="1575" b="1">
                <a:solidFill>
                  <a:srgbClr val="231F20"/>
                </a:solidFill>
                <a:latin typeface="Yu Gothic"/>
                <a:ea typeface="Yu Gothic"/>
                <a:cs typeface="Yu Gothic"/>
              </a:rPr>
              <a:t>値 D</a:t>
            </a:r>
          </a:p>
        </p:txBody>
      </p:sp>
      <p:sp>
        <p:nvSpPr>
          <p:cNvPr id="57" name="block-259">
            <a:extLst xmlns:a="http://schemas.openxmlformats.org/drawingml/2006/main">
              <a:ext uri="{FF2B5EF4-FFF2-40B4-BE49-F238E27FC236}">
                <a16:creationId xmlns:a16="http://schemas.microsoft.com/office/drawing/2014/main" id="{91166FA1-3559-47DD-A89B-62A7E87351CC}"/>
              </a:ext>
            </a:extLst>
          </p:cNvPr>
          <p:cNvSpPr>
            <a:spLocks xmlns:a="http://schemas.openxmlformats.org/drawingml/2006/main" noGrp="1"/>
          </p:cNvSpPr>
          <p:nvPr/>
        </p:nvSpPr>
        <p:spPr>
          <a:xfrm xmlns:a="http://schemas.openxmlformats.org/drawingml/2006/main">
            <a:off x="4600575" y="3105150"/>
            <a:ext cx="1104900" cy="194310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58" name="text-260">
            <a:extLst xmlns:a="http://schemas.openxmlformats.org/drawingml/2006/main">
              <a:ext uri="{FF2B5EF4-FFF2-40B4-BE49-F238E27FC236}">
                <a16:creationId xmlns:a16="http://schemas.microsoft.com/office/drawing/2014/main" id="{A7AA5346-D535-4FA9-95B5-6FB6948C416E}"/>
              </a:ext>
            </a:extLst>
          </p:cNvPr>
          <p:cNvSpPr>
            <a:spLocks xmlns:a="http://schemas.openxmlformats.org/drawingml/2006/main" noGrp="1"/>
          </p:cNvSpPr>
          <p:nvPr/>
        </p:nvSpPr>
        <p:spPr>
          <a:xfrm xmlns:a="http://schemas.openxmlformats.org/drawingml/2006/main">
            <a:off x="4676775" y="3162300"/>
            <a:ext cx="952500" cy="182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025" b="1">
                <a:solidFill>
                  <a:srgbClr val="231F20"/>
                </a:solidFill>
                <a:latin typeface="Yu Gothic"/>
                <a:ea typeface="Yu Gothic"/>
                <a:cs typeface="Yu Gothic"/>
              </a:defRPr>
            </a:defPPr>
            <a:lvl1pPr algn="ctr">
              <a:defRPr sz="2025" b="1">
                <a:solidFill>
                  <a:srgbClr val="231F20"/>
                </a:solidFill>
                <a:latin typeface="Yu Gothic"/>
                <a:ea typeface="Yu Gothic"/>
                <a:cs typeface="Yu Gothic"/>
              </a:defRPr>
            </a:lvl1pPr>
            <a:lvl2pPr algn="ctr">
              <a:defRPr sz="2025" b="1">
                <a:solidFill>
                  <a:srgbClr val="231F20"/>
                </a:solidFill>
                <a:latin typeface="Yu Gothic"/>
                <a:ea typeface="Yu Gothic"/>
                <a:cs typeface="Yu Gothic"/>
              </a:defRPr>
            </a:lvl2pPr>
            <a:lvl3pPr algn="ctr">
              <a:defRPr sz="2025" b="1">
                <a:solidFill>
                  <a:srgbClr val="231F20"/>
                </a:solidFill>
                <a:latin typeface="Yu Gothic"/>
                <a:ea typeface="Yu Gothic"/>
                <a:cs typeface="Yu Gothic"/>
              </a:defRPr>
            </a:lvl3pPr>
            <a:lvl4pPr algn="ctr">
              <a:defRPr sz="2025" b="1">
                <a:solidFill>
                  <a:srgbClr val="231F20"/>
                </a:solidFill>
                <a:latin typeface="Yu Gothic"/>
                <a:ea typeface="Yu Gothic"/>
                <a:cs typeface="Yu Gothic"/>
              </a:defRPr>
            </a:lvl4pPr>
            <a:lvl5pPr algn="ctr">
              <a:defRPr sz="2025" b="1">
                <a:solidFill>
                  <a:srgbClr val="231F20"/>
                </a:solidFill>
                <a:latin typeface="Yu Gothic"/>
                <a:ea typeface="Yu Gothic"/>
                <a:cs typeface="Yu Gothic"/>
              </a:defRPr>
            </a:lvl5pPr>
            <a:lvl6pPr algn="ctr">
              <a:defRPr sz="2025" b="1">
                <a:solidFill>
                  <a:srgbClr val="231F20"/>
                </a:solidFill>
                <a:latin typeface="Yu Gothic"/>
                <a:ea typeface="Yu Gothic"/>
                <a:cs typeface="Yu Gothic"/>
              </a:defRPr>
            </a:lvl6pPr>
            <a:lvl7pPr algn="ctr">
              <a:defRPr sz="2025" b="1">
                <a:solidFill>
                  <a:srgbClr val="231F20"/>
                </a:solidFill>
                <a:latin typeface="Yu Gothic"/>
                <a:ea typeface="Yu Gothic"/>
                <a:cs typeface="Yu Gothic"/>
              </a:defRPr>
            </a:lvl7pPr>
            <a:lvl8pPr algn="ctr">
              <a:defRPr sz="2025" b="1">
                <a:solidFill>
                  <a:srgbClr val="231F20"/>
                </a:solidFill>
                <a:latin typeface="Yu Gothic"/>
                <a:ea typeface="Yu Gothic"/>
                <a:cs typeface="Yu Gothic"/>
              </a:defRPr>
            </a:lvl8pPr>
            <a:lvl9pPr algn="ctr">
              <a:defRPr sz="2025" b="1">
                <a:solidFill>
                  <a:srgbClr val="231F20"/>
                </a:solidFill>
                <a:latin typeface="Yu Gothic"/>
                <a:ea typeface="Yu Gothic"/>
                <a:cs typeface="Yu Gothic"/>
              </a:defRPr>
            </a:lvl9pPr>
          </a:lstStyle>
          <a:p xmlns:a="http://schemas.openxmlformats.org/drawingml/2006/main">
            <a:pPr algn="ctr">
              <a:defRPr sz="2025" b="1">
                <a:solidFill>
                  <a:srgbClr val="231F20"/>
                </a:solidFill>
                <a:latin typeface="Yu Gothic"/>
                <a:ea typeface="Yu Gothic"/>
                <a:cs typeface="Yu Gothic"/>
              </a:defRPr>
            </a:pPr>
            <a:r>
              <a:rPr sz="2025" b="1">
                <a:solidFill>
                  <a:srgbClr val="231F20"/>
                </a:solidFill>
                <a:latin typeface="Yu Gothic"/>
                <a:ea typeface="Yu Gothic"/>
                <a:cs typeface="Yu Gothic"/>
              </a:rPr>
              <a:t>バス</a:t>
            </a:r>
          </a:p>
          <a:p xmlns:a="http://schemas.openxmlformats.org/drawingml/2006/main">
            <a:pPr algn="ctr">
              <a:defRPr sz="2025" b="1">
                <a:solidFill>
                  <a:srgbClr val="231F20"/>
                </a:solidFill>
                <a:latin typeface="Yu Gothic"/>
                <a:ea typeface="Yu Gothic"/>
                <a:cs typeface="Yu Gothic"/>
              </a:defRPr>
            </a:pPr>
            <a:r>
              <a:rPr sz="2025" b="1">
                <a:solidFill>
                  <a:srgbClr val="231F20"/>
                </a:solidFill>
                <a:latin typeface="Yu Gothic"/>
                <a:ea typeface="Yu Gothic"/>
                <a:cs typeface="Yu Gothic"/>
              </a:rPr>
              <a:t>接続</a:t>
            </a:r>
          </a:p>
        </p:txBody>
      </p:sp>
      <p:sp>
        <p:nvSpPr>
          <p:cNvPr id="59" name="wire-261">
            <a:extLst xmlns:a="http://schemas.openxmlformats.org/drawingml/2006/main">
              <a:ext uri="{FF2B5EF4-FFF2-40B4-BE49-F238E27FC236}">
                <a16:creationId xmlns:a16="http://schemas.microsoft.com/office/drawing/2014/main" id="{9AB6F348-A0AA-4379-8F17-EF46523BAB59}"/>
              </a:ext>
            </a:extLst>
          </p:cNvPr>
          <p:cNvSpPr>
            <a:spLocks xmlns:a="http://schemas.openxmlformats.org/drawingml/2006/main" noGrp="1"/>
          </p:cNvSpPr>
          <p:nvPr/>
        </p:nvSpPr>
        <p:spPr>
          <a:xfrm xmlns:a="http://schemas.openxmlformats.org/drawingml/2006/main">
            <a:off x="5705475" y="3952875"/>
            <a:ext cx="1085850" cy="9525"/>
          </a:xfrm>
          <a:custGeom xmlns:a="http://schemas.openxmlformats.org/drawingml/2006/main">
            <a:pathLst>
              <a:path w="1085850" h="9525">
                <a:moveTo>
                  <a:pt x="0" y="0"/>
                </a:moveTo>
                <a:lnTo>
                  <a:pt x="1085850" y="0"/>
                </a:lnTo>
              </a:path>
            </a:pathLst>
          </a:custGeom>
          <a:noFill xmlns:a="http://schemas.openxmlformats.org/drawingml/2006/main"/>
          <a:ln xmlns:a="http://schemas.openxmlformats.org/drawingml/2006/main" w="32385">
            <a:solidFill>
              <a:srgbClr val="231F20"/>
            </a:solidFill>
          </a:ln>
        </p:spPr>
      </p:sp>
      <p:sp>
        <p:nvSpPr>
          <p:cNvPr id="60" name="circuit-262">
            <a:extLst xmlns:a="http://schemas.openxmlformats.org/drawingml/2006/main">
              <a:ext uri="{FF2B5EF4-FFF2-40B4-BE49-F238E27FC236}">
                <a16:creationId xmlns:a16="http://schemas.microsoft.com/office/drawing/2014/main" id="{67F5114D-CC1E-4E47-9248-E1F1B44B7F79}"/>
              </a:ext>
            </a:extLst>
          </p:cNvPr>
          <p:cNvSpPr>
            <a:spLocks xmlns:a="http://schemas.openxmlformats.org/drawingml/2006/main" noGrp="1"/>
          </p:cNvSpPr>
          <p:nvPr/>
        </p:nvSpPr>
        <p:spPr>
          <a:xfrm xmlns:a="http://schemas.openxmlformats.org/drawingml/2006/main">
            <a:off x="6715125" y="39214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61" name="wire-263">
            <a:extLst xmlns:a="http://schemas.openxmlformats.org/drawingml/2006/main">
              <a:ext uri="{FF2B5EF4-FFF2-40B4-BE49-F238E27FC236}">
                <a16:creationId xmlns:a16="http://schemas.microsoft.com/office/drawing/2014/main" id="{94CF3BE1-C574-479C-858D-1FFE71F319FF}"/>
              </a:ext>
            </a:extLst>
          </p:cNvPr>
          <p:cNvSpPr>
            <a:spLocks xmlns:a="http://schemas.openxmlformats.org/drawingml/2006/main" noGrp="1"/>
          </p:cNvSpPr>
          <p:nvPr/>
        </p:nvSpPr>
        <p:spPr>
          <a:xfrm xmlns:a="http://schemas.openxmlformats.org/drawingml/2006/main">
            <a:off x="5705475" y="3952875"/>
            <a:ext cx="1085850" cy="9525"/>
          </a:xfrm>
          <a:custGeom xmlns:a="http://schemas.openxmlformats.org/drawingml/2006/main">
            <a:pathLst>
              <a:path w="1085850" h="9525">
                <a:moveTo>
                  <a:pt x="1085850" y="0"/>
                </a:moveTo>
                <a:lnTo>
                  <a:pt x="0" y="0"/>
                </a:lnTo>
              </a:path>
            </a:pathLst>
          </a:custGeom>
          <a:noFill xmlns:a="http://schemas.openxmlformats.org/drawingml/2006/main"/>
          <a:ln xmlns:a="http://schemas.openxmlformats.org/drawingml/2006/main" w="32385">
            <a:solidFill>
              <a:srgbClr val="231F20"/>
            </a:solidFill>
          </a:ln>
        </p:spPr>
      </p:sp>
      <p:sp>
        <p:nvSpPr>
          <p:cNvPr id="62" name="circuit-264">
            <a:extLst xmlns:a="http://schemas.openxmlformats.org/drawingml/2006/main">
              <a:ext uri="{FF2B5EF4-FFF2-40B4-BE49-F238E27FC236}">
                <a16:creationId xmlns:a16="http://schemas.microsoft.com/office/drawing/2014/main" id="{245C4C75-E907-4424-B2D9-17E2236885B7}"/>
              </a:ext>
            </a:extLst>
          </p:cNvPr>
          <p:cNvSpPr>
            <a:spLocks xmlns:a="http://schemas.openxmlformats.org/drawingml/2006/main" noGrp="1"/>
          </p:cNvSpPr>
          <p:nvPr/>
        </p:nvSpPr>
        <p:spPr>
          <a:xfrm xmlns:a="http://schemas.openxmlformats.org/drawingml/2006/main">
            <a:off x="5705475" y="3921443"/>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231F20"/>
          </a:solidFill>
          <a:ln xmlns:a="http://schemas.openxmlformats.org/drawingml/2006/main" w="9525">
            <a:solidFill>
              <a:srgbClr val="231F20"/>
            </a:solidFill>
          </a:ln>
        </p:spPr>
      </p:sp>
      <p:sp>
        <p:nvSpPr>
          <p:cNvPr id="63" name="text-265">
            <a:extLst xmlns:a="http://schemas.openxmlformats.org/drawingml/2006/main">
              <a:ext uri="{FF2B5EF4-FFF2-40B4-BE49-F238E27FC236}">
                <a16:creationId xmlns:a16="http://schemas.microsoft.com/office/drawing/2014/main" id="{DEBA2AF8-54C7-4DCA-86A3-EAA77B74D42A}"/>
              </a:ext>
            </a:extLst>
          </p:cNvPr>
          <p:cNvSpPr>
            <a:spLocks xmlns:a="http://schemas.openxmlformats.org/drawingml/2006/main" noGrp="1"/>
          </p:cNvSpPr>
          <p:nvPr/>
        </p:nvSpPr>
        <p:spPr>
          <a:xfrm xmlns:a="http://schemas.openxmlformats.org/drawingml/2006/main">
            <a:off x="5886450" y="3467100"/>
            <a:ext cx="8286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75" b="0">
                <a:solidFill>
                  <a:srgbClr val="231F20"/>
                </a:solidFill>
                <a:latin typeface="Yu Gothic"/>
                <a:ea typeface="Yu Gothic"/>
                <a:cs typeface="Yu Gothic"/>
              </a:defRPr>
            </a:defPPr>
            <a:lvl1pPr algn="l">
              <a:defRPr sz="1575" b="0">
                <a:solidFill>
                  <a:srgbClr val="231F20"/>
                </a:solidFill>
                <a:latin typeface="Yu Gothic"/>
                <a:ea typeface="Yu Gothic"/>
                <a:cs typeface="Yu Gothic"/>
              </a:defRPr>
            </a:lvl1pPr>
            <a:lvl2pPr algn="l">
              <a:defRPr sz="1575" b="0">
                <a:solidFill>
                  <a:srgbClr val="231F20"/>
                </a:solidFill>
                <a:latin typeface="Yu Gothic"/>
                <a:ea typeface="Yu Gothic"/>
                <a:cs typeface="Yu Gothic"/>
              </a:defRPr>
            </a:lvl2pPr>
            <a:lvl3pPr algn="l">
              <a:defRPr sz="1575" b="0">
                <a:solidFill>
                  <a:srgbClr val="231F20"/>
                </a:solidFill>
                <a:latin typeface="Yu Gothic"/>
                <a:ea typeface="Yu Gothic"/>
                <a:cs typeface="Yu Gothic"/>
              </a:defRPr>
            </a:lvl3pPr>
            <a:lvl4pPr algn="l">
              <a:defRPr sz="1575" b="0">
                <a:solidFill>
                  <a:srgbClr val="231F20"/>
                </a:solidFill>
                <a:latin typeface="Yu Gothic"/>
                <a:ea typeface="Yu Gothic"/>
                <a:cs typeface="Yu Gothic"/>
              </a:defRPr>
            </a:lvl4pPr>
            <a:lvl5pPr algn="l">
              <a:defRPr sz="1575" b="0">
                <a:solidFill>
                  <a:srgbClr val="231F20"/>
                </a:solidFill>
                <a:latin typeface="Yu Gothic"/>
                <a:ea typeface="Yu Gothic"/>
                <a:cs typeface="Yu Gothic"/>
              </a:defRPr>
            </a:lvl5pPr>
            <a:lvl6pPr algn="l">
              <a:defRPr sz="1575" b="0">
                <a:solidFill>
                  <a:srgbClr val="231F20"/>
                </a:solidFill>
                <a:latin typeface="Yu Gothic"/>
                <a:ea typeface="Yu Gothic"/>
                <a:cs typeface="Yu Gothic"/>
              </a:defRPr>
            </a:lvl6pPr>
            <a:lvl7pPr algn="l">
              <a:defRPr sz="1575" b="0">
                <a:solidFill>
                  <a:srgbClr val="231F20"/>
                </a:solidFill>
                <a:latin typeface="Yu Gothic"/>
                <a:ea typeface="Yu Gothic"/>
                <a:cs typeface="Yu Gothic"/>
              </a:defRPr>
            </a:lvl7pPr>
            <a:lvl8pPr algn="l">
              <a:defRPr sz="1575" b="0">
                <a:solidFill>
                  <a:srgbClr val="231F20"/>
                </a:solidFill>
                <a:latin typeface="Yu Gothic"/>
                <a:ea typeface="Yu Gothic"/>
                <a:cs typeface="Yu Gothic"/>
              </a:defRPr>
            </a:lvl8pPr>
            <a:lvl9pPr algn="l">
              <a:defRPr sz="1575" b="0">
                <a:solidFill>
                  <a:srgbClr val="231F20"/>
                </a:solidFill>
                <a:latin typeface="Yu Gothic"/>
                <a:ea typeface="Yu Gothic"/>
                <a:cs typeface="Yu Gothic"/>
              </a:defRPr>
            </a:lvl9pPr>
          </a:lstStyle>
          <a:p xmlns:a="http://schemas.openxmlformats.org/drawingml/2006/main">
            <a:pPr algn="l">
              <a:defRPr sz="1575" b="0">
                <a:solidFill>
                  <a:srgbClr val="231F20"/>
                </a:solidFill>
                <a:latin typeface="Yu Gothic"/>
                <a:ea typeface="Yu Gothic"/>
                <a:cs typeface="Yu Gothic"/>
              </a:defRPr>
            </a:pPr>
            <a:r>
              <a:rPr sz="1575" b="0">
                <a:solidFill>
                  <a:srgbClr val="231F20"/>
                </a:solidFill>
                <a:latin typeface="Yu Gothic"/>
                <a:ea typeface="Yu Gothic"/>
                <a:cs typeface="Yu Gothic"/>
              </a:rPr>
              <a:t>番地・値</a:t>
            </a:r>
          </a:p>
        </p:txBody>
      </p:sp>
      <p:sp>
        <p:nvSpPr>
          <p:cNvPr id="64" name="text-266">
            <a:extLst xmlns:a="http://schemas.openxmlformats.org/drawingml/2006/main">
              <a:ext uri="{FF2B5EF4-FFF2-40B4-BE49-F238E27FC236}">
                <a16:creationId xmlns:a16="http://schemas.microsoft.com/office/drawing/2014/main" id="{A67C9123-F291-40DE-B979-15FF29DB2087}"/>
              </a:ext>
            </a:extLst>
          </p:cNvPr>
          <p:cNvSpPr>
            <a:spLocks xmlns:a="http://schemas.openxmlformats.org/drawingml/2006/main" noGrp="1"/>
          </p:cNvSpPr>
          <p:nvPr/>
        </p:nvSpPr>
        <p:spPr>
          <a:xfrm xmlns:a="http://schemas.openxmlformats.org/drawingml/2006/main">
            <a:off x="5934075" y="4086225"/>
            <a:ext cx="762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75" b="0">
                <a:solidFill>
                  <a:srgbClr val="1572C3"/>
                </a:solidFill>
                <a:latin typeface="Yu Gothic"/>
                <a:ea typeface="Yu Gothic"/>
                <a:cs typeface="Yu Gothic"/>
              </a:defRPr>
            </a:defPPr>
            <a:lvl1pPr algn="l">
              <a:defRPr sz="1575" b="0">
                <a:solidFill>
                  <a:srgbClr val="1572C3"/>
                </a:solidFill>
                <a:latin typeface="Yu Gothic"/>
                <a:ea typeface="Yu Gothic"/>
                <a:cs typeface="Yu Gothic"/>
              </a:defRPr>
            </a:lvl1pPr>
            <a:lvl2pPr algn="l">
              <a:defRPr sz="1575" b="0">
                <a:solidFill>
                  <a:srgbClr val="1572C3"/>
                </a:solidFill>
                <a:latin typeface="Yu Gothic"/>
                <a:ea typeface="Yu Gothic"/>
                <a:cs typeface="Yu Gothic"/>
              </a:defRPr>
            </a:lvl2pPr>
            <a:lvl3pPr algn="l">
              <a:defRPr sz="1575" b="0">
                <a:solidFill>
                  <a:srgbClr val="1572C3"/>
                </a:solidFill>
                <a:latin typeface="Yu Gothic"/>
                <a:ea typeface="Yu Gothic"/>
                <a:cs typeface="Yu Gothic"/>
              </a:defRPr>
            </a:lvl3pPr>
            <a:lvl4pPr algn="l">
              <a:defRPr sz="1575" b="0">
                <a:solidFill>
                  <a:srgbClr val="1572C3"/>
                </a:solidFill>
                <a:latin typeface="Yu Gothic"/>
                <a:ea typeface="Yu Gothic"/>
                <a:cs typeface="Yu Gothic"/>
              </a:defRPr>
            </a:lvl4pPr>
            <a:lvl5pPr algn="l">
              <a:defRPr sz="1575" b="0">
                <a:solidFill>
                  <a:srgbClr val="1572C3"/>
                </a:solidFill>
                <a:latin typeface="Yu Gothic"/>
                <a:ea typeface="Yu Gothic"/>
                <a:cs typeface="Yu Gothic"/>
              </a:defRPr>
            </a:lvl5pPr>
            <a:lvl6pPr algn="l">
              <a:defRPr sz="1575" b="0">
                <a:solidFill>
                  <a:srgbClr val="1572C3"/>
                </a:solidFill>
                <a:latin typeface="Yu Gothic"/>
                <a:ea typeface="Yu Gothic"/>
                <a:cs typeface="Yu Gothic"/>
              </a:defRPr>
            </a:lvl6pPr>
            <a:lvl7pPr algn="l">
              <a:defRPr sz="1575" b="0">
                <a:solidFill>
                  <a:srgbClr val="1572C3"/>
                </a:solidFill>
                <a:latin typeface="Yu Gothic"/>
                <a:ea typeface="Yu Gothic"/>
                <a:cs typeface="Yu Gothic"/>
              </a:defRPr>
            </a:lvl7pPr>
            <a:lvl8pPr algn="l">
              <a:defRPr sz="1575" b="0">
                <a:solidFill>
                  <a:srgbClr val="1572C3"/>
                </a:solidFill>
                <a:latin typeface="Yu Gothic"/>
                <a:ea typeface="Yu Gothic"/>
                <a:cs typeface="Yu Gothic"/>
              </a:defRPr>
            </a:lvl8pPr>
            <a:lvl9pPr algn="l">
              <a:defRPr sz="1575" b="0">
                <a:solidFill>
                  <a:srgbClr val="1572C3"/>
                </a:solidFill>
                <a:latin typeface="Yu Gothic"/>
                <a:ea typeface="Yu Gothic"/>
                <a:cs typeface="Yu Gothic"/>
              </a:defRPr>
            </a:lvl9pPr>
          </a:lstStyle>
          <a:p xmlns:a="http://schemas.openxmlformats.org/drawingml/2006/main">
            <a:pPr algn="l">
              <a:defRPr sz="1575" b="0">
                <a:solidFill>
                  <a:srgbClr val="1572C3"/>
                </a:solidFill>
                <a:latin typeface="Yu Gothic"/>
                <a:ea typeface="Yu Gothic"/>
                <a:cs typeface="Yu Gothic"/>
              </a:defRPr>
            </a:pPr>
            <a:r>
              <a:rPr sz="1575" b="0">
                <a:solidFill>
                  <a:srgbClr val="1572C3"/>
                </a:solidFill>
                <a:latin typeface="Yu Gothic"/>
                <a:ea typeface="Yu Gothic"/>
                <a:cs typeface="Yu Gothic"/>
              </a:rPr>
              <a:t>応答</a:t>
            </a:r>
          </a:p>
        </p:txBody>
      </p:sp>
      <p:sp>
        <p:nvSpPr>
          <p:cNvPr id="65" name="wire-267">
            <a:extLst xmlns:a="http://schemas.openxmlformats.org/drawingml/2006/main">
              <a:ext uri="{FF2B5EF4-FFF2-40B4-BE49-F238E27FC236}">
                <a16:creationId xmlns:a16="http://schemas.microsoft.com/office/drawing/2014/main" id="{C6CA6426-815E-4A90-ACCB-88A5851A28F5}"/>
              </a:ext>
            </a:extLst>
          </p:cNvPr>
          <p:cNvSpPr>
            <a:spLocks xmlns:a="http://schemas.openxmlformats.org/drawingml/2006/main" noGrp="1"/>
          </p:cNvSpPr>
          <p:nvPr/>
        </p:nvSpPr>
        <p:spPr>
          <a:xfrm xmlns:a="http://schemas.openxmlformats.org/drawingml/2006/main">
            <a:off x="6791325" y="2552700"/>
            <a:ext cx="9525" cy="2819400"/>
          </a:xfrm>
          <a:custGeom xmlns:a="http://schemas.openxmlformats.org/drawingml/2006/main">
            <a:pathLst>
              <a:path w="9525" h="2819400">
                <a:moveTo>
                  <a:pt x="0" y="0"/>
                </a:moveTo>
                <a:lnTo>
                  <a:pt x="0" y="2819400"/>
                </a:lnTo>
              </a:path>
            </a:pathLst>
          </a:custGeom>
          <a:noFill xmlns:a="http://schemas.openxmlformats.org/drawingml/2006/main"/>
          <a:ln xmlns:a="http://schemas.openxmlformats.org/drawingml/2006/main" w="32385">
            <a:solidFill>
              <a:srgbClr val="231F20"/>
            </a:solidFill>
          </a:ln>
        </p:spPr>
      </p:sp>
      <p:sp>
        <p:nvSpPr>
          <p:cNvPr id="66" name="text-268">
            <a:extLst xmlns:a="http://schemas.openxmlformats.org/drawingml/2006/main">
              <a:ext uri="{FF2B5EF4-FFF2-40B4-BE49-F238E27FC236}">
                <a16:creationId xmlns:a16="http://schemas.microsoft.com/office/drawing/2014/main" id="{7C52884D-1BC9-44CD-B5B9-AED8D812FC35}"/>
              </a:ext>
            </a:extLst>
          </p:cNvPr>
          <p:cNvSpPr>
            <a:spLocks xmlns:a="http://schemas.openxmlformats.org/drawingml/2006/main" noGrp="1"/>
          </p:cNvSpPr>
          <p:nvPr/>
        </p:nvSpPr>
        <p:spPr>
          <a:xfrm xmlns:a="http://schemas.openxmlformats.org/drawingml/2006/main">
            <a:off x="6419850" y="5543550"/>
            <a:ext cx="819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1">
                <a:solidFill>
                  <a:srgbClr val="231F20"/>
                </a:solidFill>
                <a:latin typeface="Arial"/>
                <a:ea typeface="Arial"/>
                <a:cs typeface="Arial"/>
              </a:defRPr>
            </a:defPPr>
            <a:lvl1pPr algn="ctr">
              <a:defRPr sz="1875" b="1">
                <a:solidFill>
                  <a:srgbClr val="231F20"/>
                </a:solidFill>
                <a:latin typeface="Arial"/>
                <a:ea typeface="Arial"/>
                <a:cs typeface="Arial"/>
              </a:defRPr>
            </a:lvl1pPr>
            <a:lvl2pPr algn="ctr">
              <a:defRPr sz="1875" b="1">
                <a:solidFill>
                  <a:srgbClr val="231F20"/>
                </a:solidFill>
                <a:latin typeface="Arial"/>
                <a:ea typeface="Arial"/>
                <a:cs typeface="Arial"/>
              </a:defRPr>
            </a:lvl2pPr>
            <a:lvl3pPr algn="ctr">
              <a:defRPr sz="1875" b="1">
                <a:solidFill>
                  <a:srgbClr val="231F20"/>
                </a:solidFill>
                <a:latin typeface="Arial"/>
                <a:ea typeface="Arial"/>
                <a:cs typeface="Arial"/>
              </a:defRPr>
            </a:lvl3pPr>
            <a:lvl4pPr algn="ctr">
              <a:defRPr sz="1875" b="1">
                <a:solidFill>
                  <a:srgbClr val="231F20"/>
                </a:solidFill>
                <a:latin typeface="Arial"/>
                <a:ea typeface="Arial"/>
                <a:cs typeface="Arial"/>
              </a:defRPr>
            </a:lvl4pPr>
            <a:lvl5pPr algn="ctr">
              <a:defRPr sz="1875" b="1">
                <a:solidFill>
                  <a:srgbClr val="231F20"/>
                </a:solidFill>
                <a:latin typeface="Arial"/>
                <a:ea typeface="Arial"/>
                <a:cs typeface="Arial"/>
              </a:defRPr>
            </a:lvl5pPr>
            <a:lvl6pPr algn="ctr">
              <a:defRPr sz="1875" b="1">
                <a:solidFill>
                  <a:srgbClr val="231F20"/>
                </a:solidFill>
                <a:latin typeface="Arial"/>
                <a:ea typeface="Arial"/>
                <a:cs typeface="Arial"/>
              </a:defRPr>
            </a:lvl6pPr>
            <a:lvl7pPr algn="ctr">
              <a:defRPr sz="1875" b="1">
                <a:solidFill>
                  <a:srgbClr val="231F20"/>
                </a:solidFill>
                <a:latin typeface="Arial"/>
                <a:ea typeface="Arial"/>
                <a:cs typeface="Arial"/>
              </a:defRPr>
            </a:lvl7pPr>
            <a:lvl8pPr algn="ctr">
              <a:defRPr sz="1875" b="1">
                <a:solidFill>
                  <a:srgbClr val="231F20"/>
                </a:solidFill>
                <a:latin typeface="Arial"/>
                <a:ea typeface="Arial"/>
                <a:cs typeface="Arial"/>
              </a:defRPr>
            </a:lvl8pPr>
            <a:lvl9pPr algn="ctr">
              <a:defRPr sz="1875" b="1">
                <a:solidFill>
                  <a:srgbClr val="231F20"/>
                </a:solidFill>
                <a:latin typeface="Arial"/>
                <a:ea typeface="Arial"/>
                <a:cs typeface="Arial"/>
              </a:defRPr>
            </a:lvl9pPr>
          </a:lstStyle>
          <a:p xmlns:a="http://schemas.openxmlformats.org/drawingml/2006/main">
            <a:pPr algn="ctr">
              <a:defRPr sz="1875" b="1">
                <a:solidFill>
                  <a:srgbClr val="231F20"/>
                </a:solidFill>
                <a:latin typeface="Arial"/>
                <a:ea typeface="Arial"/>
                <a:cs typeface="Arial"/>
              </a:defRPr>
            </a:pPr>
            <a:r>
              <a:rPr sz="1875" b="1">
                <a:solidFill>
                  <a:srgbClr val="231F20"/>
                </a:solidFill>
                <a:latin typeface="Arial"/>
                <a:ea typeface="Arial"/>
                <a:cs typeface="Arial"/>
              </a:rPr>
              <a:t>AHB</a:t>
            </a:r>
          </a:p>
        </p:txBody>
      </p:sp>
      <p:sp>
        <p:nvSpPr>
          <p:cNvPr id="67" name="block-269">
            <a:extLst xmlns:a="http://schemas.openxmlformats.org/drawingml/2006/main">
              <a:ext uri="{FF2B5EF4-FFF2-40B4-BE49-F238E27FC236}">
                <a16:creationId xmlns:a16="http://schemas.microsoft.com/office/drawing/2014/main" id="{AA85F952-6F5D-4212-958D-F861EF609741}"/>
              </a:ext>
            </a:extLst>
          </p:cNvPr>
          <p:cNvSpPr>
            <a:spLocks xmlns:a="http://schemas.openxmlformats.org/drawingml/2006/main" noGrp="1"/>
          </p:cNvSpPr>
          <p:nvPr/>
        </p:nvSpPr>
        <p:spPr>
          <a:xfrm xmlns:a="http://schemas.openxmlformats.org/drawingml/2006/main">
            <a:off x="7591425" y="2257425"/>
            <a:ext cx="1609725" cy="619125"/>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68" name="text-270">
            <a:extLst xmlns:a="http://schemas.openxmlformats.org/drawingml/2006/main">
              <a:ext uri="{FF2B5EF4-FFF2-40B4-BE49-F238E27FC236}">
                <a16:creationId xmlns:a16="http://schemas.microsoft.com/office/drawing/2014/main" id="{BCB37447-307E-4EAC-AB79-7F6733E75835}"/>
              </a:ext>
            </a:extLst>
          </p:cNvPr>
          <p:cNvSpPr>
            <a:spLocks xmlns:a="http://schemas.openxmlformats.org/drawingml/2006/main" noGrp="1"/>
          </p:cNvSpPr>
          <p:nvPr/>
        </p:nvSpPr>
        <p:spPr>
          <a:xfrm xmlns:a="http://schemas.openxmlformats.org/drawingml/2006/main">
            <a:off x="7667625" y="2314575"/>
            <a:ext cx="14573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1">
                <a:solidFill>
                  <a:srgbClr val="231F20"/>
                </a:solidFill>
                <a:latin typeface="Yu Gothic"/>
                <a:ea typeface="Yu Gothic"/>
                <a:cs typeface="Yu Gothic"/>
              </a:defRPr>
            </a:defPPr>
            <a:lvl1pPr algn="ctr">
              <a:defRPr sz="1875" b="1">
                <a:solidFill>
                  <a:srgbClr val="231F20"/>
                </a:solidFill>
                <a:latin typeface="Yu Gothic"/>
                <a:ea typeface="Yu Gothic"/>
                <a:cs typeface="Yu Gothic"/>
              </a:defRPr>
            </a:lvl1pPr>
            <a:lvl2pPr algn="ctr">
              <a:defRPr sz="1875" b="1">
                <a:solidFill>
                  <a:srgbClr val="231F20"/>
                </a:solidFill>
                <a:latin typeface="Yu Gothic"/>
                <a:ea typeface="Yu Gothic"/>
                <a:cs typeface="Yu Gothic"/>
              </a:defRPr>
            </a:lvl2pPr>
            <a:lvl3pPr algn="ctr">
              <a:defRPr sz="1875" b="1">
                <a:solidFill>
                  <a:srgbClr val="231F20"/>
                </a:solidFill>
                <a:latin typeface="Yu Gothic"/>
                <a:ea typeface="Yu Gothic"/>
                <a:cs typeface="Yu Gothic"/>
              </a:defRPr>
            </a:lvl3pPr>
            <a:lvl4pPr algn="ctr">
              <a:defRPr sz="1875" b="1">
                <a:solidFill>
                  <a:srgbClr val="231F20"/>
                </a:solidFill>
                <a:latin typeface="Yu Gothic"/>
                <a:ea typeface="Yu Gothic"/>
                <a:cs typeface="Yu Gothic"/>
              </a:defRPr>
            </a:lvl4pPr>
            <a:lvl5pPr algn="ctr">
              <a:defRPr sz="1875" b="1">
                <a:solidFill>
                  <a:srgbClr val="231F20"/>
                </a:solidFill>
                <a:latin typeface="Yu Gothic"/>
                <a:ea typeface="Yu Gothic"/>
                <a:cs typeface="Yu Gothic"/>
              </a:defRPr>
            </a:lvl5pPr>
            <a:lvl6pPr algn="ctr">
              <a:defRPr sz="1875" b="1">
                <a:solidFill>
                  <a:srgbClr val="231F20"/>
                </a:solidFill>
                <a:latin typeface="Yu Gothic"/>
                <a:ea typeface="Yu Gothic"/>
                <a:cs typeface="Yu Gothic"/>
              </a:defRPr>
            </a:lvl6pPr>
            <a:lvl7pPr algn="ctr">
              <a:defRPr sz="1875" b="1">
                <a:solidFill>
                  <a:srgbClr val="231F20"/>
                </a:solidFill>
                <a:latin typeface="Yu Gothic"/>
                <a:ea typeface="Yu Gothic"/>
                <a:cs typeface="Yu Gothic"/>
              </a:defRPr>
            </a:lvl7pPr>
            <a:lvl8pPr algn="ctr">
              <a:defRPr sz="1875" b="1">
                <a:solidFill>
                  <a:srgbClr val="231F20"/>
                </a:solidFill>
                <a:latin typeface="Yu Gothic"/>
                <a:ea typeface="Yu Gothic"/>
                <a:cs typeface="Yu Gothic"/>
              </a:defRPr>
            </a:lvl8pPr>
            <a:lvl9pPr algn="ctr">
              <a:defRPr sz="1875" b="1">
                <a:solidFill>
                  <a:srgbClr val="231F20"/>
                </a:solidFill>
                <a:latin typeface="Yu Gothic"/>
                <a:ea typeface="Yu Gothic"/>
                <a:cs typeface="Yu Gothic"/>
              </a:defRPr>
            </a:lvl9pPr>
          </a:lstStyle>
          <a:p xmlns:a="http://schemas.openxmlformats.org/drawingml/2006/main">
            <a:pPr algn="ctr">
              <a:defRPr sz="1875" b="1">
                <a:solidFill>
                  <a:srgbClr val="231F20"/>
                </a:solidFill>
                <a:latin typeface="Yu Gothic"/>
                <a:ea typeface="Yu Gothic"/>
                <a:cs typeface="Yu Gothic"/>
              </a:defRPr>
            </a:pPr>
            <a:r>
              <a:rPr sz="1875" b="1">
                <a:solidFill>
                  <a:srgbClr val="231F20"/>
                </a:solidFill>
                <a:latin typeface="Yu Gothic"/>
                <a:ea typeface="Yu Gothic"/>
                <a:cs typeface="Yu Gothic"/>
              </a:rPr>
              <a:t>DDR3制御</a:t>
            </a:r>
          </a:p>
        </p:txBody>
      </p:sp>
      <p:sp>
        <p:nvSpPr>
          <p:cNvPr id="69" name="block-271">
            <a:extLst xmlns:a="http://schemas.openxmlformats.org/drawingml/2006/main">
              <a:ext uri="{FF2B5EF4-FFF2-40B4-BE49-F238E27FC236}">
                <a16:creationId xmlns:a16="http://schemas.microsoft.com/office/drawing/2014/main" id="{ED6FF233-7212-4076-94DC-130DA73D463A}"/>
              </a:ext>
            </a:extLst>
          </p:cNvPr>
          <p:cNvSpPr>
            <a:spLocks xmlns:a="http://schemas.openxmlformats.org/drawingml/2006/main" noGrp="1"/>
          </p:cNvSpPr>
          <p:nvPr/>
        </p:nvSpPr>
        <p:spPr>
          <a:xfrm xmlns:a="http://schemas.openxmlformats.org/drawingml/2006/main">
            <a:off x="9696450" y="2000250"/>
            <a:ext cx="1885950" cy="114300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70" name="text-272">
            <a:extLst xmlns:a="http://schemas.openxmlformats.org/drawingml/2006/main">
              <a:ext uri="{FF2B5EF4-FFF2-40B4-BE49-F238E27FC236}">
                <a16:creationId xmlns:a16="http://schemas.microsoft.com/office/drawing/2014/main" id="{EFB8DB75-1E13-4EBE-81C2-771D3B99E6B8}"/>
              </a:ext>
            </a:extLst>
          </p:cNvPr>
          <p:cNvSpPr>
            <a:spLocks xmlns:a="http://schemas.openxmlformats.org/drawingml/2006/main" noGrp="1"/>
          </p:cNvSpPr>
          <p:nvPr/>
        </p:nvSpPr>
        <p:spPr>
          <a:xfrm xmlns:a="http://schemas.openxmlformats.org/drawingml/2006/main">
            <a:off x="9772650" y="2057400"/>
            <a:ext cx="17335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025" b="1">
                <a:solidFill>
                  <a:srgbClr val="231F20"/>
                </a:solidFill>
                <a:latin typeface="Arial"/>
                <a:ea typeface="Arial"/>
                <a:cs typeface="Arial"/>
              </a:defRPr>
            </a:defPPr>
            <a:lvl1pPr algn="ctr">
              <a:defRPr sz="2025" b="1">
                <a:solidFill>
                  <a:srgbClr val="231F20"/>
                </a:solidFill>
                <a:latin typeface="Arial"/>
                <a:ea typeface="Arial"/>
                <a:cs typeface="Arial"/>
              </a:defRPr>
            </a:lvl1pPr>
            <a:lvl2pPr algn="ctr">
              <a:defRPr sz="2025" b="1">
                <a:solidFill>
                  <a:srgbClr val="231F20"/>
                </a:solidFill>
                <a:latin typeface="Arial"/>
                <a:ea typeface="Arial"/>
                <a:cs typeface="Arial"/>
              </a:defRPr>
            </a:lvl2pPr>
            <a:lvl3pPr algn="ctr">
              <a:defRPr sz="2025" b="1">
                <a:solidFill>
                  <a:srgbClr val="231F20"/>
                </a:solidFill>
                <a:latin typeface="Arial"/>
                <a:ea typeface="Arial"/>
                <a:cs typeface="Arial"/>
              </a:defRPr>
            </a:lvl3pPr>
            <a:lvl4pPr algn="ctr">
              <a:defRPr sz="2025" b="1">
                <a:solidFill>
                  <a:srgbClr val="231F20"/>
                </a:solidFill>
                <a:latin typeface="Arial"/>
                <a:ea typeface="Arial"/>
                <a:cs typeface="Arial"/>
              </a:defRPr>
            </a:lvl4pPr>
            <a:lvl5pPr algn="ctr">
              <a:defRPr sz="2025" b="1">
                <a:solidFill>
                  <a:srgbClr val="231F20"/>
                </a:solidFill>
                <a:latin typeface="Arial"/>
                <a:ea typeface="Arial"/>
                <a:cs typeface="Arial"/>
              </a:defRPr>
            </a:lvl5pPr>
            <a:lvl6pPr algn="ctr">
              <a:defRPr sz="2025" b="1">
                <a:solidFill>
                  <a:srgbClr val="231F20"/>
                </a:solidFill>
                <a:latin typeface="Arial"/>
                <a:ea typeface="Arial"/>
                <a:cs typeface="Arial"/>
              </a:defRPr>
            </a:lvl6pPr>
            <a:lvl7pPr algn="ctr">
              <a:defRPr sz="2025" b="1">
                <a:solidFill>
                  <a:srgbClr val="231F20"/>
                </a:solidFill>
                <a:latin typeface="Arial"/>
                <a:ea typeface="Arial"/>
                <a:cs typeface="Arial"/>
              </a:defRPr>
            </a:lvl7pPr>
            <a:lvl8pPr algn="ctr">
              <a:defRPr sz="2025" b="1">
                <a:solidFill>
                  <a:srgbClr val="231F20"/>
                </a:solidFill>
                <a:latin typeface="Arial"/>
                <a:ea typeface="Arial"/>
                <a:cs typeface="Arial"/>
              </a:defRPr>
            </a:lvl8pPr>
            <a:lvl9pPr algn="ctr">
              <a:defRPr sz="2025" b="1">
                <a:solidFill>
                  <a:srgbClr val="231F20"/>
                </a:solidFill>
                <a:latin typeface="Arial"/>
                <a:ea typeface="Arial"/>
                <a:cs typeface="Arial"/>
              </a:defRPr>
            </a:lvl9pPr>
          </a:lstStyle>
          <a:p xmlns:a="http://schemas.openxmlformats.org/drawingml/2006/main">
            <a:pPr algn="ctr">
              <a:defRPr sz="2025" b="1">
                <a:solidFill>
                  <a:srgbClr val="231F20"/>
                </a:solidFill>
                <a:latin typeface="Arial"/>
                <a:ea typeface="Arial"/>
                <a:cs typeface="Arial"/>
              </a:defRPr>
            </a:pPr>
            <a:r>
              <a:rPr sz="2025" b="1">
                <a:solidFill>
                  <a:srgbClr val="231F20"/>
                </a:solidFill>
                <a:latin typeface="Arial"/>
                <a:ea typeface="Arial"/>
                <a:cs typeface="Arial"/>
              </a:rPr>
              <a:t>DDR3</a:t>
            </a:r>
          </a:p>
        </p:txBody>
      </p:sp>
      <p:sp>
        <p:nvSpPr>
          <p:cNvPr id="71" name="wire-273">
            <a:extLst xmlns:a="http://schemas.openxmlformats.org/drawingml/2006/main">
              <a:ext uri="{FF2B5EF4-FFF2-40B4-BE49-F238E27FC236}">
                <a16:creationId xmlns:a16="http://schemas.microsoft.com/office/drawing/2014/main" id="{628DF921-642B-4136-9A56-156789B6C1B7}"/>
              </a:ext>
            </a:extLst>
          </p:cNvPr>
          <p:cNvSpPr>
            <a:spLocks xmlns:a="http://schemas.openxmlformats.org/drawingml/2006/main" noGrp="1"/>
          </p:cNvSpPr>
          <p:nvPr/>
        </p:nvSpPr>
        <p:spPr>
          <a:xfrm xmlns:a="http://schemas.openxmlformats.org/drawingml/2006/main">
            <a:off x="6791325" y="2571750"/>
            <a:ext cx="800100" cy="9525"/>
          </a:xfrm>
          <a:custGeom xmlns:a="http://schemas.openxmlformats.org/drawingml/2006/main">
            <a:pathLst>
              <a:path w="800100" h="9525">
                <a:moveTo>
                  <a:pt x="0" y="0"/>
                </a:moveTo>
                <a:lnTo>
                  <a:pt x="800100" y="0"/>
                </a:lnTo>
              </a:path>
            </a:pathLst>
          </a:custGeom>
          <a:noFill xmlns:a="http://schemas.openxmlformats.org/drawingml/2006/main"/>
          <a:ln xmlns:a="http://schemas.openxmlformats.org/drawingml/2006/main" w="28575">
            <a:solidFill>
              <a:srgbClr val="231F20"/>
            </a:solidFill>
          </a:ln>
        </p:spPr>
      </p:sp>
      <p:sp>
        <p:nvSpPr>
          <p:cNvPr id="72" name="circuit-274">
            <a:extLst xmlns:a="http://schemas.openxmlformats.org/drawingml/2006/main">
              <a:ext uri="{FF2B5EF4-FFF2-40B4-BE49-F238E27FC236}">
                <a16:creationId xmlns:a16="http://schemas.microsoft.com/office/drawing/2014/main" id="{95A1EEC6-3A6B-44F6-BCEC-E41EDA097FC6}"/>
              </a:ext>
            </a:extLst>
          </p:cNvPr>
          <p:cNvSpPr>
            <a:spLocks xmlns:a="http://schemas.openxmlformats.org/drawingml/2006/main" noGrp="1"/>
          </p:cNvSpPr>
          <p:nvPr/>
        </p:nvSpPr>
        <p:spPr>
          <a:xfrm xmlns:a="http://schemas.openxmlformats.org/drawingml/2006/main">
            <a:off x="7515225" y="254031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73" name="wire-275">
            <a:extLst xmlns:a="http://schemas.openxmlformats.org/drawingml/2006/main">
              <a:ext uri="{FF2B5EF4-FFF2-40B4-BE49-F238E27FC236}">
                <a16:creationId xmlns:a16="http://schemas.microsoft.com/office/drawing/2014/main" id="{D029202B-9C2C-4F31-8DE0-F3CB8AE4FE2F}"/>
              </a:ext>
            </a:extLst>
          </p:cNvPr>
          <p:cNvSpPr>
            <a:spLocks xmlns:a="http://schemas.openxmlformats.org/drawingml/2006/main" noGrp="1"/>
          </p:cNvSpPr>
          <p:nvPr/>
        </p:nvSpPr>
        <p:spPr>
          <a:xfrm xmlns:a="http://schemas.openxmlformats.org/drawingml/2006/main">
            <a:off x="6791325" y="2571750"/>
            <a:ext cx="800100" cy="9525"/>
          </a:xfrm>
          <a:custGeom xmlns:a="http://schemas.openxmlformats.org/drawingml/2006/main">
            <a:pathLst>
              <a:path w="800100" h="9525">
                <a:moveTo>
                  <a:pt x="800100" y="0"/>
                </a:moveTo>
                <a:lnTo>
                  <a:pt x="0" y="0"/>
                </a:lnTo>
              </a:path>
            </a:pathLst>
          </a:custGeom>
          <a:noFill xmlns:a="http://schemas.openxmlformats.org/drawingml/2006/main"/>
          <a:ln xmlns:a="http://schemas.openxmlformats.org/drawingml/2006/main" w="28575">
            <a:solidFill>
              <a:srgbClr val="231F20"/>
            </a:solidFill>
          </a:ln>
        </p:spPr>
      </p:sp>
      <p:sp>
        <p:nvSpPr>
          <p:cNvPr id="74" name="circuit-276">
            <a:extLst xmlns:a="http://schemas.openxmlformats.org/drawingml/2006/main">
              <a:ext uri="{FF2B5EF4-FFF2-40B4-BE49-F238E27FC236}">
                <a16:creationId xmlns:a16="http://schemas.microsoft.com/office/drawing/2014/main" id="{19981538-AB59-401C-9263-BB9ACFB06F33}"/>
              </a:ext>
            </a:extLst>
          </p:cNvPr>
          <p:cNvSpPr>
            <a:spLocks xmlns:a="http://schemas.openxmlformats.org/drawingml/2006/main" noGrp="1"/>
          </p:cNvSpPr>
          <p:nvPr/>
        </p:nvSpPr>
        <p:spPr>
          <a:xfrm xmlns:a="http://schemas.openxmlformats.org/drawingml/2006/main">
            <a:off x="6791325" y="2540318"/>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231F20"/>
          </a:solidFill>
          <a:ln xmlns:a="http://schemas.openxmlformats.org/drawingml/2006/main" w="9525">
            <a:solidFill>
              <a:srgbClr val="231F20"/>
            </a:solidFill>
          </a:ln>
        </p:spPr>
      </p:sp>
      <p:sp>
        <p:nvSpPr>
          <p:cNvPr id="75" name="wire-277">
            <a:extLst xmlns:a="http://schemas.openxmlformats.org/drawingml/2006/main">
              <a:ext uri="{FF2B5EF4-FFF2-40B4-BE49-F238E27FC236}">
                <a16:creationId xmlns:a16="http://schemas.microsoft.com/office/drawing/2014/main" id="{ABB45499-5C3A-46F1-9119-C0A0D99CA96E}"/>
              </a:ext>
            </a:extLst>
          </p:cNvPr>
          <p:cNvSpPr>
            <a:spLocks xmlns:a="http://schemas.openxmlformats.org/drawingml/2006/main" noGrp="1"/>
          </p:cNvSpPr>
          <p:nvPr/>
        </p:nvSpPr>
        <p:spPr>
          <a:xfrm xmlns:a="http://schemas.openxmlformats.org/drawingml/2006/main">
            <a:off x="9201150" y="2571750"/>
            <a:ext cx="495300" cy="9525"/>
          </a:xfrm>
          <a:custGeom xmlns:a="http://schemas.openxmlformats.org/drawingml/2006/main">
            <a:pathLst>
              <a:path w="495300" h="9525">
                <a:moveTo>
                  <a:pt x="0" y="0"/>
                </a:moveTo>
                <a:lnTo>
                  <a:pt x="495300" y="0"/>
                </a:lnTo>
              </a:path>
            </a:pathLst>
          </a:custGeom>
          <a:noFill xmlns:a="http://schemas.openxmlformats.org/drawingml/2006/main"/>
          <a:ln xmlns:a="http://schemas.openxmlformats.org/drawingml/2006/main" w="28575">
            <a:solidFill>
              <a:srgbClr val="231F20"/>
            </a:solidFill>
          </a:ln>
        </p:spPr>
      </p:sp>
      <p:sp>
        <p:nvSpPr>
          <p:cNvPr id="76" name="circuit-278">
            <a:extLst xmlns:a="http://schemas.openxmlformats.org/drawingml/2006/main">
              <a:ext uri="{FF2B5EF4-FFF2-40B4-BE49-F238E27FC236}">
                <a16:creationId xmlns:a16="http://schemas.microsoft.com/office/drawing/2014/main" id="{A1ABA824-1D3C-4EC4-855F-D83F8E82D17D}"/>
              </a:ext>
            </a:extLst>
          </p:cNvPr>
          <p:cNvSpPr>
            <a:spLocks xmlns:a="http://schemas.openxmlformats.org/drawingml/2006/main" noGrp="1"/>
          </p:cNvSpPr>
          <p:nvPr/>
        </p:nvSpPr>
        <p:spPr>
          <a:xfrm xmlns:a="http://schemas.openxmlformats.org/drawingml/2006/main">
            <a:off x="9620250" y="254031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77" name="wire-279">
            <a:extLst xmlns:a="http://schemas.openxmlformats.org/drawingml/2006/main">
              <a:ext uri="{FF2B5EF4-FFF2-40B4-BE49-F238E27FC236}">
                <a16:creationId xmlns:a16="http://schemas.microsoft.com/office/drawing/2014/main" id="{AAE0C27B-04A5-4A02-85B1-971B5FDD61BB}"/>
              </a:ext>
            </a:extLst>
          </p:cNvPr>
          <p:cNvSpPr>
            <a:spLocks xmlns:a="http://schemas.openxmlformats.org/drawingml/2006/main" noGrp="1"/>
          </p:cNvSpPr>
          <p:nvPr/>
        </p:nvSpPr>
        <p:spPr>
          <a:xfrm xmlns:a="http://schemas.openxmlformats.org/drawingml/2006/main">
            <a:off x="9201150" y="2571750"/>
            <a:ext cx="495300" cy="9525"/>
          </a:xfrm>
          <a:custGeom xmlns:a="http://schemas.openxmlformats.org/drawingml/2006/main">
            <a:pathLst>
              <a:path w="495300" h="9525">
                <a:moveTo>
                  <a:pt x="495300" y="0"/>
                </a:moveTo>
                <a:lnTo>
                  <a:pt x="0" y="0"/>
                </a:lnTo>
              </a:path>
            </a:pathLst>
          </a:custGeom>
          <a:noFill xmlns:a="http://schemas.openxmlformats.org/drawingml/2006/main"/>
          <a:ln xmlns:a="http://schemas.openxmlformats.org/drawingml/2006/main" w="28575">
            <a:solidFill>
              <a:srgbClr val="231F20"/>
            </a:solidFill>
          </a:ln>
        </p:spPr>
      </p:sp>
      <p:sp>
        <p:nvSpPr>
          <p:cNvPr id="78" name="circuit-280">
            <a:extLst xmlns:a="http://schemas.openxmlformats.org/drawingml/2006/main">
              <a:ext uri="{FF2B5EF4-FFF2-40B4-BE49-F238E27FC236}">
                <a16:creationId xmlns:a16="http://schemas.microsoft.com/office/drawing/2014/main" id="{BC61BC22-1F71-4B47-AE68-83F33DC6EB8D}"/>
              </a:ext>
            </a:extLst>
          </p:cNvPr>
          <p:cNvSpPr>
            <a:spLocks xmlns:a="http://schemas.openxmlformats.org/drawingml/2006/main" noGrp="1"/>
          </p:cNvSpPr>
          <p:nvPr/>
        </p:nvSpPr>
        <p:spPr>
          <a:xfrm xmlns:a="http://schemas.openxmlformats.org/drawingml/2006/main">
            <a:off x="9201150" y="2540318"/>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231F20"/>
          </a:solidFill>
          <a:ln xmlns:a="http://schemas.openxmlformats.org/drawingml/2006/main" w="9525">
            <a:solidFill>
              <a:srgbClr val="231F20"/>
            </a:solidFill>
          </a:ln>
        </p:spPr>
      </p:sp>
      <p:sp>
        <p:nvSpPr>
          <p:cNvPr id="79" name="text-281">
            <a:extLst xmlns:a="http://schemas.openxmlformats.org/drawingml/2006/main">
              <a:ext uri="{FF2B5EF4-FFF2-40B4-BE49-F238E27FC236}">
                <a16:creationId xmlns:a16="http://schemas.microsoft.com/office/drawing/2014/main" id="{CAEB75F8-9F2A-4ABA-8F19-A0F700FBFB9A}"/>
              </a:ext>
            </a:extLst>
          </p:cNvPr>
          <p:cNvSpPr>
            <a:spLocks xmlns:a="http://schemas.openxmlformats.org/drawingml/2006/main" noGrp="1"/>
          </p:cNvSpPr>
          <p:nvPr/>
        </p:nvSpPr>
        <p:spPr>
          <a:xfrm xmlns:a="http://schemas.openxmlformats.org/drawingml/2006/main">
            <a:off x="9705975" y="2733675"/>
            <a:ext cx="1866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00" b="0">
                <a:solidFill>
                  <a:srgbClr val="231F20"/>
                </a:solidFill>
                <a:latin typeface="Yu Gothic"/>
                <a:ea typeface="Yu Gothic"/>
                <a:cs typeface="Yu Gothic"/>
              </a:defRPr>
            </a:defPPr>
            <a:lvl1pPr algn="ctr">
              <a:defRPr sz="1500" b="0">
                <a:solidFill>
                  <a:srgbClr val="231F20"/>
                </a:solidFill>
                <a:latin typeface="Yu Gothic"/>
                <a:ea typeface="Yu Gothic"/>
                <a:cs typeface="Yu Gothic"/>
              </a:defRPr>
            </a:lvl1pPr>
            <a:lvl2pPr algn="ctr">
              <a:defRPr sz="1500" b="0">
                <a:solidFill>
                  <a:srgbClr val="231F20"/>
                </a:solidFill>
                <a:latin typeface="Yu Gothic"/>
                <a:ea typeface="Yu Gothic"/>
                <a:cs typeface="Yu Gothic"/>
              </a:defRPr>
            </a:lvl2pPr>
            <a:lvl3pPr algn="ctr">
              <a:defRPr sz="1500" b="0">
                <a:solidFill>
                  <a:srgbClr val="231F20"/>
                </a:solidFill>
                <a:latin typeface="Yu Gothic"/>
                <a:ea typeface="Yu Gothic"/>
                <a:cs typeface="Yu Gothic"/>
              </a:defRPr>
            </a:lvl3pPr>
            <a:lvl4pPr algn="ctr">
              <a:defRPr sz="1500" b="0">
                <a:solidFill>
                  <a:srgbClr val="231F20"/>
                </a:solidFill>
                <a:latin typeface="Yu Gothic"/>
                <a:ea typeface="Yu Gothic"/>
                <a:cs typeface="Yu Gothic"/>
              </a:defRPr>
            </a:lvl4pPr>
            <a:lvl5pPr algn="ctr">
              <a:defRPr sz="1500" b="0">
                <a:solidFill>
                  <a:srgbClr val="231F20"/>
                </a:solidFill>
                <a:latin typeface="Yu Gothic"/>
                <a:ea typeface="Yu Gothic"/>
                <a:cs typeface="Yu Gothic"/>
              </a:defRPr>
            </a:lvl5pPr>
            <a:lvl6pPr algn="ctr">
              <a:defRPr sz="1500" b="0">
                <a:solidFill>
                  <a:srgbClr val="231F20"/>
                </a:solidFill>
                <a:latin typeface="Yu Gothic"/>
                <a:ea typeface="Yu Gothic"/>
                <a:cs typeface="Yu Gothic"/>
              </a:defRPr>
            </a:lvl6pPr>
            <a:lvl7pPr algn="ctr">
              <a:defRPr sz="1500" b="0">
                <a:solidFill>
                  <a:srgbClr val="231F20"/>
                </a:solidFill>
                <a:latin typeface="Yu Gothic"/>
                <a:ea typeface="Yu Gothic"/>
                <a:cs typeface="Yu Gothic"/>
              </a:defRPr>
            </a:lvl7pPr>
            <a:lvl8pPr algn="ctr">
              <a:defRPr sz="1500" b="0">
                <a:solidFill>
                  <a:srgbClr val="231F20"/>
                </a:solidFill>
                <a:latin typeface="Yu Gothic"/>
                <a:ea typeface="Yu Gothic"/>
                <a:cs typeface="Yu Gothic"/>
              </a:defRPr>
            </a:lvl8pPr>
            <a:lvl9pPr algn="ctr">
              <a:defRPr sz="1500" b="0">
                <a:solidFill>
                  <a:srgbClr val="231F20"/>
                </a:solidFill>
                <a:latin typeface="Yu Gothic"/>
                <a:ea typeface="Yu Gothic"/>
                <a:cs typeface="Yu Gothic"/>
              </a:defRPr>
            </a:lvl9pPr>
          </a:lstStyle>
          <a:p xmlns:a="http://schemas.openxmlformats.org/drawingml/2006/main">
            <a:pPr algn="ctr">
              <a:defRPr sz="1500" b="0">
                <a:solidFill>
                  <a:srgbClr val="231F20"/>
                </a:solidFill>
                <a:latin typeface="Yu Gothic"/>
                <a:ea typeface="Yu Gothic"/>
                <a:cs typeface="Yu Gothic"/>
              </a:defRPr>
            </a:pPr>
            <a:r>
              <a:rPr sz="1500" b="0">
                <a:solidFill>
                  <a:srgbClr val="231F20"/>
                </a:solidFill>
                <a:latin typeface="Yu Gothic"/>
                <a:ea typeface="Yu Gothic"/>
                <a:cs typeface="Yu Gothic"/>
              </a:rPr>
              <a:t>命令・データ</a:t>
            </a:r>
          </a:p>
        </p:txBody>
      </p:sp>
      <p:sp>
        <p:nvSpPr>
          <p:cNvPr id="80" name="text-282">
            <a:extLst xmlns:a="http://schemas.openxmlformats.org/drawingml/2006/main">
              <a:ext uri="{FF2B5EF4-FFF2-40B4-BE49-F238E27FC236}">
                <a16:creationId xmlns:a16="http://schemas.microsoft.com/office/drawing/2014/main" id="{3BCCDED4-27FC-422F-9B1B-0FA1BFD46871}"/>
              </a:ext>
            </a:extLst>
          </p:cNvPr>
          <p:cNvSpPr>
            <a:spLocks xmlns:a="http://schemas.openxmlformats.org/drawingml/2006/main" noGrp="1"/>
          </p:cNvSpPr>
          <p:nvPr/>
        </p:nvSpPr>
        <p:spPr>
          <a:xfrm xmlns:a="http://schemas.openxmlformats.org/drawingml/2006/main">
            <a:off x="7305675" y="3676650"/>
            <a:ext cx="42957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75" b="1">
                <a:solidFill>
                  <a:srgbClr val="231F20"/>
                </a:solidFill>
                <a:latin typeface="Yu Gothic"/>
                <a:ea typeface="Yu Gothic"/>
                <a:cs typeface="Yu Gothic"/>
              </a:defRPr>
            </a:defPPr>
            <a:lvl1pPr algn="l">
              <a:defRPr sz="2175" b="1">
                <a:solidFill>
                  <a:srgbClr val="231F20"/>
                </a:solidFill>
                <a:latin typeface="Yu Gothic"/>
                <a:ea typeface="Yu Gothic"/>
                <a:cs typeface="Yu Gothic"/>
              </a:defRPr>
            </a:lvl1pPr>
            <a:lvl2pPr algn="l">
              <a:defRPr sz="2175" b="1">
                <a:solidFill>
                  <a:srgbClr val="231F20"/>
                </a:solidFill>
                <a:latin typeface="Yu Gothic"/>
                <a:ea typeface="Yu Gothic"/>
                <a:cs typeface="Yu Gothic"/>
              </a:defRPr>
            </a:lvl2pPr>
            <a:lvl3pPr algn="l">
              <a:defRPr sz="2175" b="1">
                <a:solidFill>
                  <a:srgbClr val="231F20"/>
                </a:solidFill>
                <a:latin typeface="Yu Gothic"/>
                <a:ea typeface="Yu Gothic"/>
                <a:cs typeface="Yu Gothic"/>
              </a:defRPr>
            </a:lvl3pPr>
            <a:lvl4pPr algn="l">
              <a:defRPr sz="2175" b="1">
                <a:solidFill>
                  <a:srgbClr val="231F20"/>
                </a:solidFill>
                <a:latin typeface="Yu Gothic"/>
                <a:ea typeface="Yu Gothic"/>
                <a:cs typeface="Yu Gothic"/>
              </a:defRPr>
            </a:lvl4pPr>
            <a:lvl5pPr algn="l">
              <a:defRPr sz="2175" b="1">
                <a:solidFill>
                  <a:srgbClr val="231F20"/>
                </a:solidFill>
                <a:latin typeface="Yu Gothic"/>
                <a:ea typeface="Yu Gothic"/>
                <a:cs typeface="Yu Gothic"/>
              </a:defRPr>
            </a:lvl5pPr>
            <a:lvl6pPr algn="l">
              <a:defRPr sz="2175" b="1">
                <a:solidFill>
                  <a:srgbClr val="231F20"/>
                </a:solidFill>
                <a:latin typeface="Yu Gothic"/>
                <a:ea typeface="Yu Gothic"/>
                <a:cs typeface="Yu Gothic"/>
              </a:defRPr>
            </a:lvl6pPr>
            <a:lvl7pPr algn="l">
              <a:defRPr sz="2175" b="1">
                <a:solidFill>
                  <a:srgbClr val="231F20"/>
                </a:solidFill>
                <a:latin typeface="Yu Gothic"/>
                <a:ea typeface="Yu Gothic"/>
                <a:cs typeface="Yu Gothic"/>
              </a:defRPr>
            </a:lvl7pPr>
            <a:lvl8pPr algn="l">
              <a:defRPr sz="2175" b="1">
                <a:solidFill>
                  <a:srgbClr val="231F20"/>
                </a:solidFill>
                <a:latin typeface="Yu Gothic"/>
                <a:ea typeface="Yu Gothic"/>
                <a:cs typeface="Yu Gothic"/>
              </a:defRPr>
            </a:lvl8pPr>
            <a:lvl9pPr algn="l">
              <a:defRPr sz="2175" b="1">
                <a:solidFill>
                  <a:srgbClr val="231F20"/>
                </a:solidFill>
                <a:latin typeface="Yu Gothic"/>
                <a:ea typeface="Yu Gothic"/>
                <a:cs typeface="Yu Gothic"/>
              </a:defRPr>
            </a:lvl9pPr>
          </a:lstStyle>
          <a:p xmlns:a="http://schemas.openxmlformats.org/drawingml/2006/main">
            <a:pPr algn="l">
              <a:defRPr sz="2175" b="1">
                <a:solidFill>
                  <a:srgbClr val="231F20"/>
                </a:solidFill>
                <a:latin typeface="Yu Gothic"/>
                <a:ea typeface="Yu Gothic"/>
                <a:cs typeface="Yu Gothic"/>
              </a:defRPr>
            </a:pPr>
            <a:r>
              <a:rPr sz="2175" b="1">
                <a:solidFill>
                  <a:srgbClr val="231F20"/>
                </a:solidFill>
                <a:latin typeface="Yu Gothic"/>
                <a:ea typeface="Yu Gothic"/>
                <a:cs typeface="Yu Gothic"/>
              </a:rPr>
              <a:t>命令もデータも、外のメモリへアクセスする</a:t>
            </a:r>
          </a:p>
        </p:txBody>
      </p:sp>
      <p:sp>
        <p:nvSpPr>
          <p:cNvPr id="81" name="text-283">
            <a:extLst xmlns:a="http://schemas.openxmlformats.org/drawingml/2006/main">
              <a:ext uri="{FF2B5EF4-FFF2-40B4-BE49-F238E27FC236}">
                <a16:creationId xmlns:a16="http://schemas.microsoft.com/office/drawing/2014/main" id="{7E15DD75-202A-43C5-818F-2AB135918838}"/>
              </a:ext>
            </a:extLst>
          </p:cNvPr>
          <p:cNvSpPr>
            <a:spLocks xmlns:a="http://schemas.openxmlformats.org/drawingml/2006/main" noGrp="1"/>
          </p:cNvSpPr>
          <p:nvPr/>
        </p:nvSpPr>
        <p:spPr>
          <a:xfrm xmlns:a="http://schemas.openxmlformats.org/drawingml/2006/main">
            <a:off x="7305675" y="4953000"/>
            <a:ext cx="429577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025" b="0">
                <a:solidFill>
                  <a:srgbClr val="231F20"/>
                </a:solidFill>
                <a:latin typeface="Yu Gothic"/>
                <a:ea typeface="Yu Gothic"/>
                <a:cs typeface="Yu Gothic"/>
              </a:defRPr>
            </a:defPPr>
            <a:lvl1pPr algn="l">
              <a:defRPr sz="2025" b="0">
                <a:solidFill>
                  <a:srgbClr val="231F20"/>
                </a:solidFill>
                <a:latin typeface="Yu Gothic"/>
                <a:ea typeface="Yu Gothic"/>
                <a:cs typeface="Yu Gothic"/>
              </a:defRPr>
            </a:lvl1pPr>
            <a:lvl2pPr algn="l">
              <a:defRPr sz="2025" b="0">
                <a:solidFill>
                  <a:srgbClr val="231F20"/>
                </a:solidFill>
                <a:latin typeface="Yu Gothic"/>
                <a:ea typeface="Yu Gothic"/>
                <a:cs typeface="Yu Gothic"/>
              </a:defRPr>
            </a:lvl2pPr>
            <a:lvl3pPr algn="l">
              <a:defRPr sz="2025" b="0">
                <a:solidFill>
                  <a:srgbClr val="231F20"/>
                </a:solidFill>
                <a:latin typeface="Yu Gothic"/>
                <a:ea typeface="Yu Gothic"/>
                <a:cs typeface="Yu Gothic"/>
              </a:defRPr>
            </a:lvl3pPr>
            <a:lvl4pPr algn="l">
              <a:defRPr sz="2025" b="0">
                <a:solidFill>
                  <a:srgbClr val="231F20"/>
                </a:solidFill>
                <a:latin typeface="Yu Gothic"/>
                <a:ea typeface="Yu Gothic"/>
                <a:cs typeface="Yu Gothic"/>
              </a:defRPr>
            </a:lvl4pPr>
            <a:lvl5pPr algn="l">
              <a:defRPr sz="2025" b="0">
                <a:solidFill>
                  <a:srgbClr val="231F20"/>
                </a:solidFill>
                <a:latin typeface="Yu Gothic"/>
                <a:ea typeface="Yu Gothic"/>
                <a:cs typeface="Yu Gothic"/>
              </a:defRPr>
            </a:lvl5pPr>
            <a:lvl6pPr algn="l">
              <a:defRPr sz="2025" b="0">
                <a:solidFill>
                  <a:srgbClr val="231F20"/>
                </a:solidFill>
                <a:latin typeface="Yu Gothic"/>
                <a:ea typeface="Yu Gothic"/>
                <a:cs typeface="Yu Gothic"/>
              </a:defRPr>
            </a:lvl6pPr>
            <a:lvl7pPr algn="l">
              <a:defRPr sz="2025" b="0">
                <a:solidFill>
                  <a:srgbClr val="231F20"/>
                </a:solidFill>
                <a:latin typeface="Yu Gothic"/>
                <a:ea typeface="Yu Gothic"/>
                <a:cs typeface="Yu Gothic"/>
              </a:defRPr>
            </a:lvl7pPr>
            <a:lvl8pPr algn="l">
              <a:defRPr sz="2025" b="0">
                <a:solidFill>
                  <a:srgbClr val="231F20"/>
                </a:solidFill>
                <a:latin typeface="Yu Gothic"/>
                <a:ea typeface="Yu Gothic"/>
                <a:cs typeface="Yu Gothic"/>
              </a:defRPr>
            </a:lvl8pPr>
            <a:lvl9pPr algn="l">
              <a:defRPr sz="2025" b="0">
                <a:solidFill>
                  <a:srgbClr val="231F20"/>
                </a:solidFill>
                <a:latin typeface="Yu Gothic"/>
                <a:ea typeface="Yu Gothic"/>
                <a:cs typeface="Yu Gothic"/>
              </a:defRPr>
            </a:lvl9pPr>
          </a:lstStyle>
          <a:p xmlns:a="http://schemas.openxmlformats.org/drawingml/2006/main">
            <a:pPr algn="l">
              <a:defRPr sz="2025" b="0">
                <a:solidFill>
                  <a:srgbClr val="231F20"/>
                </a:solidFill>
                <a:latin typeface="Yu Gothic"/>
                <a:ea typeface="Yu Gothic"/>
                <a:cs typeface="Yu Gothic"/>
              </a:defRPr>
            </a:pPr>
            <a:r>
              <a:rPr sz="2025" b="0">
                <a:solidFill>
                  <a:srgbClr val="231F20"/>
                </a:solidFill>
                <a:latin typeface="Yu Gothic"/>
                <a:ea typeface="Yu Gothic"/>
                <a:cs typeface="Yu Gothic"/>
              </a:rPr>
              <a:t>相手から応答が返るまで待つ</a:t>
            </a:r>
          </a:p>
        </p:txBody>
      </p:sp>
      <p:sp>
        <p:nvSpPr>
          <p:cNvPr id="82" name="text-284">
            <a:extLst xmlns:a="http://schemas.openxmlformats.org/drawingml/2006/main">
              <a:ext uri="{FF2B5EF4-FFF2-40B4-BE49-F238E27FC236}">
                <a16:creationId xmlns:a16="http://schemas.microsoft.com/office/drawing/2014/main" id="{CFC40BEF-41CB-4D04-8ADB-FD76E43A4F3C}"/>
              </a:ext>
            </a:extLst>
          </p:cNvPr>
          <p:cNvSpPr>
            <a:spLocks xmlns:a="http://schemas.openxmlformats.org/drawingml/2006/main" noGrp="1"/>
          </p:cNvSpPr>
          <p:nvPr/>
        </p:nvSpPr>
        <p:spPr>
          <a:xfrm xmlns:a="http://schemas.openxmlformats.org/drawingml/2006/main">
            <a:off x="609600" y="59721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00" b="1">
                <a:solidFill>
                  <a:srgbClr val="231F20"/>
                </a:solidFill>
                <a:latin typeface="Yu Gothic"/>
                <a:ea typeface="Yu Gothic"/>
                <a:cs typeface="Yu Gothic"/>
              </a:defRPr>
            </a:defPPr>
            <a:lvl1pPr algn="l">
              <a:defRPr sz="2100" b="1">
                <a:solidFill>
                  <a:srgbClr val="231F20"/>
                </a:solidFill>
                <a:latin typeface="Yu Gothic"/>
                <a:ea typeface="Yu Gothic"/>
                <a:cs typeface="Yu Gothic"/>
              </a:defRPr>
            </a:lvl1pPr>
            <a:lvl2pPr algn="l">
              <a:defRPr sz="2100" b="1">
                <a:solidFill>
                  <a:srgbClr val="231F20"/>
                </a:solidFill>
                <a:latin typeface="Yu Gothic"/>
                <a:ea typeface="Yu Gothic"/>
                <a:cs typeface="Yu Gothic"/>
              </a:defRPr>
            </a:lvl2pPr>
            <a:lvl3pPr algn="l">
              <a:defRPr sz="2100" b="1">
                <a:solidFill>
                  <a:srgbClr val="231F20"/>
                </a:solidFill>
                <a:latin typeface="Yu Gothic"/>
                <a:ea typeface="Yu Gothic"/>
                <a:cs typeface="Yu Gothic"/>
              </a:defRPr>
            </a:lvl3pPr>
            <a:lvl4pPr algn="l">
              <a:defRPr sz="2100" b="1">
                <a:solidFill>
                  <a:srgbClr val="231F20"/>
                </a:solidFill>
                <a:latin typeface="Yu Gothic"/>
                <a:ea typeface="Yu Gothic"/>
                <a:cs typeface="Yu Gothic"/>
              </a:defRPr>
            </a:lvl4pPr>
            <a:lvl5pPr algn="l">
              <a:defRPr sz="2100" b="1">
                <a:solidFill>
                  <a:srgbClr val="231F20"/>
                </a:solidFill>
                <a:latin typeface="Yu Gothic"/>
                <a:ea typeface="Yu Gothic"/>
                <a:cs typeface="Yu Gothic"/>
              </a:defRPr>
            </a:lvl5pPr>
            <a:lvl6pPr algn="l">
              <a:defRPr sz="2100" b="1">
                <a:solidFill>
                  <a:srgbClr val="231F20"/>
                </a:solidFill>
                <a:latin typeface="Yu Gothic"/>
                <a:ea typeface="Yu Gothic"/>
                <a:cs typeface="Yu Gothic"/>
              </a:defRPr>
            </a:lvl6pPr>
            <a:lvl7pPr algn="l">
              <a:defRPr sz="2100" b="1">
                <a:solidFill>
                  <a:srgbClr val="231F20"/>
                </a:solidFill>
                <a:latin typeface="Yu Gothic"/>
                <a:ea typeface="Yu Gothic"/>
                <a:cs typeface="Yu Gothic"/>
              </a:defRPr>
            </a:lvl7pPr>
            <a:lvl8pPr algn="l">
              <a:defRPr sz="2100" b="1">
                <a:solidFill>
                  <a:srgbClr val="231F20"/>
                </a:solidFill>
                <a:latin typeface="Yu Gothic"/>
                <a:ea typeface="Yu Gothic"/>
                <a:cs typeface="Yu Gothic"/>
              </a:defRPr>
            </a:lvl8pPr>
            <a:lvl9pPr algn="l">
              <a:defRPr sz="2100" b="1">
                <a:solidFill>
                  <a:srgbClr val="231F20"/>
                </a:solidFill>
                <a:latin typeface="Yu Gothic"/>
                <a:ea typeface="Yu Gothic"/>
                <a:cs typeface="Yu Gothic"/>
              </a:defRPr>
            </a:lvl9pPr>
          </a:lstStyle>
          <a:p xmlns:a="http://schemas.openxmlformats.org/drawingml/2006/main">
            <a:pPr algn="l">
              <a:defRPr sz="2100" b="1">
                <a:solidFill>
                  <a:srgbClr val="231F20"/>
                </a:solidFill>
                <a:latin typeface="Yu Gothic"/>
                <a:ea typeface="Yu Gothic"/>
                <a:cs typeface="Yu Gothic"/>
              </a:defRPr>
            </a:pPr>
            <a:r>
              <a:rPr sz="2100" b="1">
                <a:solidFill>
                  <a:srgbClr val="231F20"/>
                </a:solidFill>
                <a:latin typeface="Yu Gothic"/>
                <a:ea typeface="Yu Gothic"/>
                <a:cs typeface="Yu Gothic"/>
              </a:rPr>
              <a:t>左の演算回路を残し、メモリへの接続をバスへ延ばす</a:t>
            </a:r>
          </a:p>
        </p:txBody>
      </p:sp>
      <p:sp>
        <p:nvSpPr>
          <p:cNvPr id="83" name="text-285">
            <a:extLst xmlns:a="http://schemas.openxmlformats.org/drawingml/2006/main">
              <a:ext uri="{FF2B5EF4-FFF2-40B4-BE49-F238E27FC236}">
                <a16:creationId xmlns:a16="http://schemas.microsoft.com/office/drawing/2014/main" id="{E5B801B6-8BA1-4E1F-B0AF-1FCC64CE8686}"/>
              </a:ext>
            </a:extLst>
          </p:cNvPr>
          <p:cNvSpPr>
            <a:spLocks xmlns:a="http://schemas.openxmlformats.org/drawingml/2006/main" noGrp="1"/>
          </p:cNvSpPr>
          <p:nvPr/>
        </p:nvSpPr>
        <p:spPr>
          <a:xfrm xmlns:a="http://schemas.openxmlformats.org/drawingml/2006/main">
            <a:off x="609600" y="6334125"/>
            <a:ext cx="6000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1">
                <a:solidFill>
                  <a:srgbClr val="0078BA"/>
                </a:solidFill>
                <a:latin typeface="Yu Gothic"/>
                <a:ea typeface="Yu Gothic"/>
                <a:cs typeface="Yu Gothic"/>
              </a:defRPr>
            </a:defPPr>
            <a:lvl1pPr algn="l">
              <a:defRPr sz="1275" b="1">
                <a:solidFill>
                  <a:srgbClr val="0078BA"/>
                </a:solidFill>
                <a:latin typeface="Yu Gothic"/>
                <a:ea typeface="Yu Gothic"/>
                <a:cs typeface="Yu Gothic"/>
              </a:defRPr>
            </a:lvl1pPr>
            <a:lvl2pPr algn="l">
              <a:defRPr sz="1275" b="1">
                <a:solidFill>
                  <a:srgbClr val="0078BA"/>
                </a:solidFill>
                <a:latin typeface="Yu Gothic"/>
                <a:ea typeface="Yu Gothic"/>
                <a:cs typeface="Yu Gothic"/>
              </a:defRPr>
            </a:lvl2pPr>
            <a:lvl3pPr algn="l">
              <a:defRPr sz="1275" b="1">
                <a:solidFill>
                  <a:srgbClr val="0078BA"/>
                </a:solidFill>
                <a:latin typeface="Yu Gothic"/>
                <a:ea typeface="Yu Gothic"/>
                <a:cs typeface="Yu Gothic"/>
              </a:defRPr>
            </a:lvl3pPr>
            <a:lvl4pPr algn="l">
              <a:defRPr sz="1275" b="1">
                <a:solidFill>
                  <a:srgbClr val="0078BA"/>
                </a:solidFill>
                <a:latin typeface="Yu Gothic"/>
                <a:ea typeface="Yu Gothic"/>
                <a:cs typeface="Yu Gothic"/>
              </a:defRPr>
            </a:lvl4pPr>
            <a:lvl5pPr algn="l">
              <a:defRPr sz="1275" b="1">
                <a:solidFill>
                  <a:srgbClr val="0078BA"/>
                </a:solidFill>
                <a:latin typeface="Yu Gothic"/>
                <a:ea typeface="Yu Gothic"/>
                <a:cs typeface="Yu Gothic"/>
              </a:defRPr>
            </a:lvl5pPr>
            <a:lvl6pPr algn="l">
              <a:defRPr sz="1275" b="1">
                <a:solidFill>
                  <a:srgbClr val="0078BA"/>
                </a:solidFill>
                <a:latin typeface="Yu Gothic"/>
                <a:ea typeface="Yu Gothic"/>
                <a:cs typeface="Yu Gothic"/>
              </a:defRPr>
            </a:lvl6pPr>
            <a:lvl7pPr algn="l">
              <a:defRPr sz="1275" b="1">
                <a:solidFill>
                  <a:srgbClr val="0078BA"/>
                </a:solidFill>
                <a:latin typeface="Yu Gothic"/>
                <a:ea typeface="Yu Gothic"/>
                <a:cs typeface="Yu Gothic"/>
              </a:defRPr>
            </a:lvl7pPr>
            <a:lvl8pPr algn="l">
              <a:defRPr sz="1275" b="1">
                <a:solidFill>
                  <a:srgbClr val="0078BA"/>
                </a:solidFill>
                <a:latin typeface="Yu Gothic"/>
                <a:ea typeface="Yu Gothic"/>
                <a:cs typeface="Yu Gothic"/>
              </a:defRPr>
            </a:lvl8pPr>
            <a:lvl9pPr algn="l">
              <a:defRPr sz="1275" b="1">
                <a:solidFill>
                  <a:srgbClr val="0078BA"/>
                </a:solidFill>
                <a:latin typeface="Yu Gothic"/>
                <a:ea typeface="Yu Gothic"/>
                <a:cs typeface="Yu Gothic"/>
              </a:defRPr>
            </a:lvl9pPr>
          </a:lstStyle>
          <a:p xmlns:a="http://schemas.openxmlformats.org/drawingml/2006/main">
            <a:pPr algn="l">
              <a:defRPr sz="1275" b="1">
                <a:solidFill>
                  <a:srgbClr val="0078BA"/>
                </a:solidFill>
                <a:latin typeface="Yu Gothic"/>
                <a:ea typeface="Yu Gothic"/>
                <a:cs typeface="Yu Gothic"/>
              </a:defRPr>
            </a:pPr>
            <a:r>
              <a:rPr sz="1275" b="1">
                <a:solidFill>
                  <a:srgbClr val="0078BA"/>
                </a:solidFill>
                <a:latin typeface="Yu Gothic"/>
                <a:ea typeface="Yu Gothic"/>
                <a:cs typeface="Yu Gothic"/>
              </a:rPr>
              <a:t>図 5</a:t>
            </a:r>
          </a:p>
        </p:txBody>
      </p:sp>
      <p:sp>
        <p:nvSpPr>
          <p:cNvPr id="84" name="text-286">
            <a:extLst xmlns:a="http://schemas.openxmlformats.org/drawingml/2006/main">
              <a:ext uri="{FF2B5EF4-FFF2-40B4-BE49-F238E27FC236}">
                <a16:creationId xmlns:a16="http://schemas.microsoft.com/office/drawing/2014/main" id="{7DA3255D-59A6-418C-8BA0-813D7ED89272}"/>
              </a:ext>
            </a:extLst>
          </p:cNvPr>
          <p:cNvSpPr>
            <a:spLocks xmlns:a="http://schemas.openxmlformats.org/drawingml/2006/main" noGrp="1"/>
          </p:cNvSpPr>
          <p:nvPr/>
        </p:nvSpPr>
        <p:spPr>
          <a:xfrm xmlns:a="http://schemas.openxmlformats.org/drawingml/2006/main">
            <a:off x="1247775" y="6334125"/>
            <a:ext cx="9791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Yu Gothic"/>
                <a:ea typeface="Yu Gothic"/>
                <a:cs typeface="Yu Gothic"/>
              </a:defRPr>
            </a:defPPr>
            <a:lvl1pPr algn="l">
              <a:defRPr sz="1200" b="0">
                <a:solidFill>
                  <a:srgbClr val="231F20"/>
                </a:solidFill>
                <a:latin typeface="Yu Gothic"/>
                <a:ea typeface="Yu Gothic"/>
                <a:cs typeface="Yu Gothic"/>
              </a:defRPr>
            </a:lvl1pPr>
            <a:lvl2pPr algn="l">
              <a:defRPr sz="1200" b="0">
                <a:solidFill>
                  <a:srgbClr val="231F20"/>
                </a:solidFill>
                <a:latin typeface="Yu Gothic"/>
                <a:ea typeface="Yu Gothic"/>
                <a:cs typeface="Yu Gothic"/>
              </a:defRPr>
            </a:lvl2pPr>
            <a:lvl3pPr algn="l">
              <a:defRPr sz="1200" b="0">
                <a:solidFill>
                  <a:srgbClr val="231F20"/>
                </a:solidFill>
                <a:latin typeface="Yu Gothic"/>
                <a:ea typeface="Yu Gothic"/>
                <a:cs typeface="Yu Gothic"/>
              </a:defRPr>
            </a:lvl3pPr>
            <a:lvl4pPr algn="l">
              <a:defRPr sz="1200" b="0">
                <a:solidFill>
                  <a:srgbClr val="231F20"/>
                </a:solidFill>
                <a:latin typeface="Yu Gothic"/>
                <a:ea typeface="Yu Gothic"/>
                <a:cs typeface="Yu Gothic"/>
              </a:defRPr>
            </a:lvl4pPr>
            <a:lvl5pPr algn="l">
              <a:defRPr sz="1200" b="0">
                <a:solidFill>
                  <a:srgbClr val="231F20"/>
                </a:solidFill>
                <a:latin typeface="Yu Gothic"/>
                <a:ea typeface="Yu Gothic"/>
                <a:cs typeface="Yu Gothic"/>
              </a:defRPr>
            </a:lvl5pPr>
            <a:lvl6pPr algn="l">
              <a:defRPr sz="1200" b="0">
                <a:solidFill>
                  <a:srgbClr val="231F20"/>
                </a:solidFill>
                <a:latin typeface="Yu Gothic"/>
                <a:ea typeface="Yu Gothic"/>
                <a:cs typeface="Yu Gothic"/>
              </a:defRPr>
            </a:lvl6pPr>
            <a:lvl7pPr algn="l">
              <a:defRPr sz="1200" b="0">
                <a:solidFill>
                  <a:srgbClr val="231F20"/>
                </a:solidFill>
                <a:latin typeface="Yu Gothic"/>
                <a:ea typeface="Yu Gothic"/>
                <a:cs typeface="Yu Gothic"/>
              </a:defRPr>
            </a:lvl7pPr>
            <a:lvl8pPr algn="l">
              <a:defRPr sz="1200" b="0">
                <a:solidFill>
                  <a:srgbClr val="231F20"/>
                </a:solidFill>
                <a:latin typeface="Yu Gothic"/>
                <a:ea typeface="Yu Gothic"/>
                <a:cs typeface="Yu Gothic"/>
              </a:defRPr>
            </a:lvl8pPr>
            <a:lvl9pPr algn="l">
              <a:defRPr sz="1200" b="0">
                <a:solidFill>
                  <a:srgbClr val="231F20"/>
                </a:solidFill>
                <a:latin typeface="Yu Gothic"/>
                <a:ea typeface="Yu Gothic"/>
                <a:cs typeface="Yu Gothic"/>
              </a:defRPr>
            </a:lvl9pPr>
          </a:lstStyle>
          <a:p xmlns:a="http://schemas.openxmlformats.org/drawingml/2006/main">
            <a:pPr algn="l">
              <a:defRPr sz="1200" b="0">
                <a:solidFill>
                  <a:srgbClr val="231F20"/>
                </a:solidFill>
                <a:latin typeface="Yu Gothic"/>
                <a:ea typeface="Yu Gothic"/>
                <a:cs typeface="Yu Gothic"/>
              </a:defRPr>
            </a:pPr>
            <a:r>
              <a:rPr sz="1200" b="0">
                <a:solidFill>
                  <a:srgbClr val="231F20"/>
                </a:solidFill>
                <a:latin typeface="Yu Gothic"/>
                <a:ea typeface="Yu Gothic"/>
                <a:cs typeface="Yu Gothic"/>
              </a:rPr>
              <a:t>機能をまとめた接続図。命令・データのキャッシュ、番地変換、パイプライン、仲裁は省略</a:t>
            </a:r>
          </a:p>
        </p:txBody>
      </p:sp>
    </p:spTree>
    <p:extLst>
      <p:ext uri="{BB962C8B-B14F-4D97-AF65-F5344CB8AC3E}">
        <p14:creationId xmlns:p14="http://schemas.microsoft.com/office/powerpoint/2010/main" val="3797639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3" name="text-287">
            <a:extLst xmlns:a="http://schemas.openxmlformats.org/drawingml/2006/main">
              <a:ext uri="{FF2B5EF4-FFF2-40B4-BE49-F238E27FC236}">
                <a16:creationId xmlns:a16="http://schemas.microsoft.com/office/drawing/2014/main" id="{70E2478B-F18F-4062-8A6E-067D3A1D657F}"/>
              </a:ext>
            </a:extLst>
          </p:cNvPr>
          <p:cNvSpPr>
            <a:spLocks xmlns:a="http://schemas.openxmlformats.org/drawingml/2006/main" noGrp="1"/>
          </p:cNvSpPr>
          <p:nvPr/>
        </p:nvSpPr>
        <p:spPr>
          <a:xfrm xmlns:a="http://schemas.openxmlformats.org/drawingml/2006/main">
            <a:off x="609600" y="314325"/>
            <a:ext cx="5619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231F20"/>
                </a:solidFill>
                <a:latin typeface="Arial"/>
                <a:ea typeface="Arial"/>
                <a:cs typeface="Arial"/>
              </a:defRPr>
            </a:defPPr>
            <a:lvl1pPr algn="l">
              <a:defRPr sz="2850" b="1">
                <a:solidFill>
                  <a:srgbClr val="231F20"/>
                </a:solidFill>
                <a:latin typeface="Arial"/>
                <a:ea typeface="Arial"/>
                <a:cs typeface="Arial"/>
              </a:defRPr>
            </a:lvl1pPr>
            <a:lvl2pPr algn="l">
              <a:defRPr sz="2850" b="1">
                <a:solidFill>
                  <a:srgbClr val="231F20"/>
                </a:solidFill>
                <a:latin typeface="Arial"/>
                <a:ea typeface="Arial"/>
                <a:cs typeface="Arial"/>
              </a:defRPr>
            </a:lvl2pPr>
            <a:lvl3pPr algn="l">
              <a:defRPr sz="2850" b="1">
                <a:solidFill>
                  <a:srgbClr val="231F20"/>
                </a:solidFill>
                <a:latin typeface="Arial"/>
                <a:ea typeface="Arial"/>
                <a:cs typeface="Arial"/>
              </a:defRPr>
            </a:lvl3pPr>
            <a:lvl4pPr algn="l">
              <a:defRPr sz="2850" b="1">
                <a:solidFill>
                  <a:srgbClr val="231F20"/>
                </a:solidFill>
                <a:latin typeface="Arial"/>
                <a:ea typeface="Arial"/>
                <a:cs typeface="Arial"/>
              </a:defRPr>
            </a:lvl4pPr>
            <a:lvl5pPr algn="l">
              <a:defRPr sz="2850" b="1">
                <a:solidFill>
                  <a:srgbClr val="231F20"/>
                </a:solidFill>
                <a:latin typeface="Arial"/>
                <a:ea typeface="Arial"/>
                <a:cs typeface="Arial"/>
              </a:defRPr>
            </a:lvl5pPr>
            <a:lvl6pPr algn="l">
              <a:defRPr sz="2850" b="1">
                <a:solidFill>
                  <a:srgbClr val="231F20"/>
                </a:solidFill>
                <a:latin typeface="Arial"/>
                <a:ea typeface="Arial"/>
                <a:cs typeface="Arial"/>
              </a:defRPr>
            </a:lvl6pPr>
            <a:lvl7pPr algn="l">
              <a:defRPr sz="2850" b="1">
                <a:solidFill>
                  <a:srgbClr val="231F20"/>
                </a:solidFill>
                <a:latin typeface="Arial"/>
                <a:ea typeface="Arial"/>
                <a:cs typeface="Arial"/>
              </a:defRPr>
            </a:lvl7pPr>
            <a:lvl8pPr algn="l">
              <a:defRPr sz="2850" b="1">
                <a:solidFill>
                  <a:srgbClr val="231F20"/>
                </a:solidFill>
                <a:latin typeface="Arial"/>
                <a:ea typeface="Arial"/>
                <a:cs typeface="Arial"/>
              </a:defRPr>
            </a:lvl8pPr>
            <a:lvl9pPr algn="l">
              <a:defRPr sz="2850" b="1">
                <a:solidFill>
                  <a:srgbClr val="231F20"/>
                </a:solidFill>
                <a:latin typeface="Arial"/>
                <a:ea typeface="Arial"/>
                <a:cs typeface="Arial"/>
              </a:defRPr>
            </a:lvl9pPr>
          </a:lstStyle>
          <a:p xmlns:a="http://schemas.openxmlformats.org/drawingml/2006/main">
            <a:pPr algn="l">
              <a:defRPr sz="2850" b="1">
                <a:solidFill>
                  <a:srgbClr val="231F20"/>
                </a:solidFill>
                <a:latin typeface="Arial"/>
                <a:ea typeface="Arial"/>
                <a:cs typeface="Arial"/>
              </a:defRPr>
            </a:pPr>
            <a:r>
              <a:rPr sz="2850" b="1">
                <a:solidFill>
                  <a:srgbClr val="231F20"/>
                </a:solidFill>
                <a:latin typeface="Arial"/>
                <a:ea typeface="Arial"/>
                <a:cs typeface="Arial"/>
              </a:rPr>
              <a:t>6</a:t>
            </a:r>
          </a:p>
        </p:txBody>
      </p:sp>
      <p:sp>
        <p:nvSpPr>
          <p:cNvPr id="2" name="text-288">
            <a:extLst xmlns:a="http://schemas.openxmlformats.org/drawingml/2006/main">
              <a:ext uri="{FF2B5EF4-FFF2-40B4-BE49-F238E27FC236}">
                <a16:creationId xmlns:a16="http://schemas.microsoft.com/office/drawing/2014/main" id="{22BC4F91-0B0D-4DF4-ABF6-C496EE3CEF2A}"/>
              </a:ext>
            </a:extLst>
          </p:cNvPr>
          <p:cNvSpPr>
            <a:spLocks xmlns:a="http://schemas.openxmlformats.org/drawingml/2006/main" noGrp="1"/>
          </p:cNvSpPr>
          <p:nvPr/>
        </p:nvSpPr>
        <p:spPr>
          <a:xfrm xmlns:a="http://schemas.openxmlformats.org/drawingml/2006/main">
            <a:off x="1257300" y="314325"/>
            <a:ext cx="103251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0078BA"/>
                </a:solidFill>
                <a:latin typeface="Yu Gothic"/>
                <a:ea typeface="Yu Gothic"/>
                <a:cs typeface="Yu Gothic"/>
              </a:defRPr>
            </a:defPPr>
            <a:lvl1pPr algn="l">
              <a:defRPr sz="2850" b="1">
                <a:solidFill>
                  <a:srgbClr val="0078BA"/>
                </a:solidFill>
                <a:latin typeface="Yu Gothic"/>
                <a:ea typeface="Yu Gothic"/>
                <a:cs typeface="Yu Gothic"/>
              </a:defRPr>
            </a:lvl1pPr>
            <a:lvl2pPr algn="l">
              <a:defRPr sz="2850" b="1">
                <a:solidFill>
                  <a:srgbClr val="0078BA"/>
                </a:solidFill>
                <a:latin typeface="Yu Gothic"/>
                <a:ea typeface="Yu Gothic"/>
                <a:cs typeface="Yu Gothic"/>
              </a:defRPr>
            </a:lvl2pPr>
            <a:lvl3pPr algn="l">
              <a:defRPr sz="2850" b="1">
                <a:solidFill>
                  <a:srgbClr val="0078BA"/>
                </a:solidFill>
                <a:latin typeface="Yu Gothic"/>
                <a:ea typeface="Yu Gothic"/>
                <a:cs typeface="Yu Gothic"/>
              </a:defRPr>
            </a:lvl3pPr>
            <a:lvl4pPr algn="l">
              <a:defRPr sz="2850" b="1">
                <a:solidFill>
                  <a:srgbClr val="0078BA"/>
                </a:solidFill>
                <a:latin typeface="Yu Gothic"/>
                <a:ea typeface="Yu Gothic"/>
                <a:cs typeface="Yu Gothic"/>
              </a:defRPr>
            </a:lvl4pPr>
            <a:lvl5pPr algn="l">
              <a:defRPr sz="2850" b="1">
                <a:solidFill>
                  <a:srgbClr val="0078BA"/>
                </a:solidFill>
                <a:latin typeface="Yu Gothic"/>
                <a:ea typeface="Yu Gothic"/>
                <a:cs typeface="Yu Gothic"/>
              </a:defRPr>
            </a:lvl5pPr>
            <a:lvl6pPr algn="l">
              <a:defRPr sz="2850" b="1">
                <a:solidFill>
                  <a:srgbClr val="0078BA"/>
                </a:solidFill>
                <a:latin typeface="Yu Gothic"/>
                <a:ea typeface="Yu Gothic"/>
                <a:cs typeface="Yu Gothic"/>
              </a:defRPr>
            </a:lvl6pPr>
            <a:lvl7pPr algn="l">
              <a:defRPr sz="2850" b="1">
                <a:solidFill>
                  <a:srgbClr val="0078BA"/>
                </a:solidFill>
                <a:latin typeface="Yu Gothic"/>
                <a:ea typeface="Yu Gothic"/>
                <a:cs typeface="Yu Gothic"/>
              </a:defRPr>
            </a:lvl7pPr>
            <a:lvl8pPr algn="l">
              <a:defRPr sz="2850" b="1">
                <a:solidFill>
                  <a:srgbClr val="0078BA"/>
                </a:solidFill>
                <a:latin typeface="Yu Gothic"/>
                <a:ea typeface="Yu Gothic"/>
                <a:cs typeface="Yu Gothic"/>
              </a:defRPr>
            </a:lvl8pPr>
            <a:lvl9pPr algn="l">
              <a:defRPr sz="2850" b="1">
                <a:solidFill>
                  <a:srgbClr val="0078BA"/>
                </a:solidFill>
                <a:latin typeface="Yu Gothic"/>
                <a:ea typeface="Yu Gothic"/>
                <a:cs typeface="Yu Gothic"/>
              </a:defRPr>
            </a:lvl9pPr>
          </a:lstStyle>
          <a:p xmlns:a="http://schemas.openxmlformats.org/drawingml/2006/main">
            <a:pPr algn="l">
              <a:defRPr sz="2850" b="1">
                <a:solidFill>
                  <a:srgbClr val="0078BA"/>
                </a:solidFill>
                <a:latin typeface="Yu Gothic"/>
                <a:ea typeface="Yu Gothic"/>
                <a:cs typeface="Yu Gothic"/>
              </a:defRPr>
            </a:pPr>
            <a:r>
              <a:rPr sz="2850" b="1">
                <a:solidFill>
                  <a:srgbClr val="0078BA"/>
                </a:solidFill>
                <a:latin typeface="Yu Gothic"/>
                <a:ea typeface="Yu Gothic"/>
                <a:cs typeface="Yu Gothic"/>
              </a:rPr>
              <a:t>SDカードからDDR3へ読み込み、実行する</a:t>
            </a:r>
          </a:p>
        </p:txBody>
      </p:sp>
      <p:sp>
        <p:nvSpPr>
          <p:cNvPr id="3" name="text-289">
            <a:extLst xmlns:a="http://schemas.openxmlformats.org/drawingml/2006/main">
              <a:ext uri="{FF2B5EF4-FFF2-40B4-BE49-F238E27FC236}">
                <a16:creationId xmlns:a16="http://schemas.microsoft.com/office/drawing/2014/main" id="{93652482-97F7-4C1B-91D3-2C851B77958D}"/>
              </a:ext>
            </a:extLst>
          </p:cNvPr>
          <p:cNvSpPr>
            <a:spLocks xmlns:a="http://schemas.openxmlformats.org/drawingml/2006/main" noGrp="1"/>
          </p:cNvSpPr>
          <p:nvPr/>
        </p:nvSpPr>
        <p:spPr>
          <a:xfrm xmlns:a="http://schemas.openxmlformats.org/drawingml/2006/main">
            <a:off x="11277600" y="6334125"/>
            <a:ext cx="304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777777"/>
                </a:solidFill>
                <a:latin typeface="Arial"/>
                <a:ea typeface="Arial"/>
                <a:cs typeface="Arial"/>
              </a:defRPr>
            </a:defPPr>
            <a:lvl1pPr algn="r">
              <a:defRPr sz="1350" b="0">
                <a:solidFill>
                  <a:srgbClr val="777777"/>
                </a:solidFill>
                <a:latin typeface="Arial"/>
                <a:ea typeface="Arial"/>
                <a:cs typeface="Arial"/>
              </a:defRPr>
            </a:lvl1pPr>
            <a:lvl2pPr algn="r">
              <a:defRPr sz="1350" b="0">
                <a:solidFill>
                  <a:srgbClr val="777777"/>
                </a:solidFill>
                <a:latin typeface="Arial"/>
                <a:ea typeface="Arial"/>
                <a:cs typeface="Arial"/>
              </a:defRPr>
            </a:lvl2pPr>
            <a:lvl3pPr algn="r">
              <a:defRPr sz="1350" b="0">
                <a:solidFill>
                  <a:srgbClr val="777777"/>
                </a:solidFill>
                <a:latin typeface="Arial"/>
                <a:ea typeface="Arial"/>
                <a:cs typeface="Arial"/>
              </a:defRPr>
            </a:lvl3pPr>
            <a:lvl4pPr algn="r">
              <a:defRPr sz="1350" b="0">
                <a:solidFill>
                  <a:srgbClr val="777777"/>
                </a:solidFill>
                <a:latin typeface="Arial"/>
                <a:ea typeface="Arial"/>
                <a:cs typeface="Arial"/>
              </a:defRPr>
            </a:lvl4pPr>
            <a:lvl5pPr algn="r">
              <a:defRPr sz="1350" b="0">
                <a:solidFill>
                  <a:srgbClr val="777777"/>
                </a:solidFill>
                <a:latin typeface="Arial"/>
                <a:ea typeface="Arial"/>
                <a:cs typeface="Arial"/>
              </a:defRPr>
            </a:lvl5pPr>
            <a:lvl6pPr algn="r">
              <a:defRPr sz="1350" b="0">
                <a:solidFill>
                  <a:srgbClr val="777777"/>
                </a:solidFill>
                <a:latin typeface="Arial"/>
                <a:ea typeface="Arial"/>
                <a:cs typeface="Arial"/>
              </a:defRPr>
            </a:lvl6pPr>
            <a:lvl7pPr algn="r">
              <a:defRPr sz="1350" b="0">
                <a:solidFill>
                  <a:srgbClr val="777777"/>
                </a:solidFill>
                <a:latin typeface="Arial"/>
                <a:ea typeface="Arial"/>
                <a:cs typeface="Arial"/>
              </a:defRPr>
            </a:lvl7pPr>
            <a:lvl8pPr algn="r">
              <a:defRPr sz="1350" b="0">
                <a:solidFill>
                  <a:srgbClr val="777777"/>
                </a:solidFill>
                <a:latin typeface="Arial"/>
                <a:ea typeface="Arial"/>
                <a:cs typeface="Arial"/>
              </a:defRPr>
            </a:lvl8pPr>
            <a:lvl9pPr algn="r">
              <a:defRPr sz="1350" b="0">
                <a:solidFill>
                  <a:srgbClr val="777777"/>
                </a:solidFill>
                <a:latin typeface="Arial"/>
                <a:ea typeface="Arial"/>
                <a:cs typeface="Arial"/>
              </a:defRPr>
            </a:lvl9pPr>
          </a:lstStyle>
          <a:p xmlns:a="http://schemas.openxmlformats.org/drawingml/2006/main">
            <a:pPr algn="r">
              <a:defRPr sz="1350" b="0">
                <a:solidFill>
                  <a:srgbClr val="777777"/>
                </a:solidFill>
                <a:latin typeface="Arial"/>
                <a:ea typeface="Arial"/>
                <a:cs typeface="Arial"/>
              </a:defRPr>
            </a:pPr>
            <a:r>
              <a:rPr sz="1350" b="0">
                <a:solidFill>
                  <a:srgbClr val="777777"/>
                </a:solidFill>
                <a:latin typeface="Arial"/>
                <a:ea typeface="Arial"/>
                <a:cs typeface="Arial"/>
              </a:rPr>
              <a:t>6</a:t>
            </a:r>
          </a:p>
        </p:txBody>
      </p:sp>
      <p:sp>
        <p:nvSpPr>
          <p:cNvPr id="4" name="text-290">
            <a:extLst xmlns:a="http://schemas.openxmlformats.org/drawingml/2006/main">
              <a:ext uri="{FF2B5EF4-FFF2-40B4-BE49-F238E27FC236}">
                <a16:creationId xmlns:a16="http://schemas.microsoft.com/office/drawing/2014/main" id="{50B77E04-00B9-49C1-BF77-7BBDB5BF81DB}"/>
              </a:ext>
            </a:extLst>
          </p:cNvPr>
          <p:cNvSpPr>
            <a:spLocks xmlns:a="http://schemas.openxmlformats.org/drawingml/2006/main" noGrp="1"/>
          </p:cNvSpPr>
          <p:nvPr/>
        </p:nvSpPr>
        <p:spPr>
          <a:xfrm xmlns:a="http://schemas.openxmlformats.org/drawingml/2006/main">
            <a:off x="609600" y="12954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75" b="1">
                <a:solidFill>
                  <a:srgbClr val="1572C3"/>
                </a:solidFill>
                <a:latin typeface="Yu Gothic"/>
                <a:ea typeface="Yu Gothic"/>
                <a:cs typeface="Yu Gothic"/>
              </a:defRPr>
            </a:defPPr>
            <a:lvl1pPr algn="l">
              <a:defRPr sz="2175" b="1">
                <a:solidFill>
                  <a:srgbClr val="1572C3"/>
                </a:solidFill>
                <a:latin typeface="Yu Gothic"/>
                <a:ea typeface="Yu Gothic"/>
                <a:cs typeface="Yu Gothic"/>
              </a:defRPr>
            </a:lvl1pPr>
            <a:lvl2pPr algn="l">
              <a:defRPr sz="2175" b="1">
                <a:solidFill>
                  <a:srgbClr val="1572C3"/>
                </a:solidFill>
                <a:latin typeface="Yu Gothic"/>
                <a:ea typeface="Yu Gothic"/>
                <a:cs typeface="Yu Gothic"/>
              </a:defRPr>
            </a:lvl2pPr>
            <a:lvl3pPr algn="l">
              <a:defRPr sz="2175" b="1">
                <a:solidFill>
                  <a:srgbClr val="1572C3"/>
                </a:solidFill>
                <a:latin typeface="Yu Gothic"/>
                <a:ea typeface="Yu Gothic"/>
                <a:cs typeface="Yu Gothic"/>
              </a:defRPr>
            </a:lvl3pPr>
            <a:lvl4pPr algn="l">
              <a:defRPr sz="2175" b="1">
                <a:solidFill>
                  <a:srgbClr val="1572C3"/>
                </a:solidFill>
                <a:latin typeface="Yu Gothic"/>
                <a:ea typeface="Yu Gothic"/>
                <a:cs typeface="Yu Gothic"/>
              </a:defRPr>
            </a:lvl4pPr>
            <a:lvl5pPr algn="l">
              <a:defRPr sz="2175" b="1">
                <a:solidFill>
                  <a:srgbClr val="1572C3"/>
                </a:solidFill>
                <a:latin typeface="Yu Gothic"/>
                <a:ea typeface="Yu Gothic"/>
                <a:cs typeface="Yu Gothic"/>
              </a:defRPr>
            </a:lvl5pPr>
            <a:lvl6pPr algn="l">
              <a:defRPr sz="2175" b="1">
                <a:solidFill>
                  <a:srgbClr val="1572C3"/>
                </a:solidFill>
                <a:latin typeface="Yu Gothic"/>
                <a:ea typeface="Yu Gothic"/>
                <a:cs typeface="Yu Gothic"/>
              </a:defRPr>
            </a:lvl6pPr>
            <a:lvl7pPr algn="l">
              <a:defRPr sz="2175" b="1">
                <a:solidFill>
                  <a:srgbClr val="1572C3"/>
                </a:solidFill>
                <a:latin typeface="Yu Gothic"/>
                <a:ea typeface="Yu Gothic"/>
                <a:cs typeface="Yu Gothic"/>
              </a:defRPr>
            </a:lvl7pPr>
            <a:lvl8pPr algn="l">
              <a:defRPr sz="2175" b="1">
                <a:solidFill>
                  <a:srgbClr val="1572C3"/>
                </a:solidFill>
                <a:latin typeface="Yu Gothic"/>
                <a:ea typeface="Yu Gothic"/>
                <a:cs typeface="Yu Gothic"/>
              </a:defRPr>
            </a:lvl8pPr>
            <a:lvl9pPr algn="l">
              <a:defRPr sz="2175" b="1">
                <a:solidFill>
                  <a:srgbClr val="1572C3"/>
                </a:solidFill>
                <a:latin typeface="Yu Gothic"/>
                <a:ea typeface="Yu Gothic"/>
                <a:cs typeface="Yu Gothic"/>
              </a:defRPr>
            </a:lvl9pPr>
          </a:lstStyle>
          <a:p xmlns:a="http://schemas.openxmlformats.org/drawingml/2006/main">
            <a:pPr algn="l">
              <a:defRPr sz="2175" b="1">
                <a:solidFill>
                  <a:srgbClr val="1572C3"/>
                </a:solidFill>
                <a:latin typeface="Yu Gothic"/>
                <a:ea typeface="Yu Gothic"/>
                <a:cs typeface="Yu Gothic"/>
              </a:defRPr>
            </a:pPr>
            <a:r>
              <a:rPr sz="2175" b="1">
                <a:solidFill>
                  <a:srgbClr val="1572C3"/>
                </a:solidFill>
                <a:latin typeface="Yu Gothic"/>
                <a:ea typeface="Yu Gothic"/>
                <a:cs typeface="Yu Gothic"/>
              </a:rPr>
              <a:t>保存場所はSDカード、実行時の置き場所はDDR3</a:t>
            </a:r>
          </a:p>
        </p:txBody>
      </p:sp>
      <p:sp>
        <p:nvSpPr>
          <p:cNvPr id="5" name="block-291">
            <a:extLst xmlns:a="http://schemas.openxmlformats.org/drawingml/2006/main">
              <a:ext uri="{FF2B5EF4-FFF2-40B4-BE49-F238E27FC236}">
                <a16:creationId xmlns:a16="http://schemas.microsoft.com/office/drawing/2014/main" id="{78EA138D-A91C-47B3-9053-48341C79FBB6}"/>
              </a:ext>
            </a:extLst>
          </p:cNvPr>
          <p:cNvSpPr>
            <a:spLocks xmlns:a="http://schemas.openxmlformats.org/drawingml/2006/main" noGrp="1"/>
          </p:cNvSpPr>
          <p:nvPr/>
        </p:nvSpPr>
        <p:spPr>
          <a:xfrm xmlns:a="http://schemas.openxmlformats.org/drawingml/2006/main">
            <a:off x="609600" y="2133600"/>
            <a:ext cx="5248275" cy="3619500"/>
          </a:xfrm>
          <a:prstGeom xmlns:a="http://schemas.openxmlformats.org/drawingml/2006/main" prst="rect">
            <a:avLst/>
          </a:prstGeom>
          <a:solidFill xmlns:a="http://schemas.openxmlformats.org/drawingml/2006/main">
            <a:srgbClr val="E5EBF8"/>
          </a:solidFill>
          <a:ln xmlns:a="http://schemas.openxmlformats.org/drawingml/2006/main" w="20955">
            <a:solidFill>
              <a:srgbClr val="231F20"/>
            </a:solidFill>
          </a:ln>
        </p:spPr>
      </p:sp>
      <p:sp>
        <p:nvSpPr>
          <p:cNvPr id="6" name="text-292">
            <a:extLst xmlns:a="http://schemas.openxmlformats.org/drawingml/2006/main">
              <a:ext uri="{FF2B5EF4-FFF2-40B4-BE49-F238E27FC236}">
                <a16:creationId xmlns:a16="http://schemas.microsoft.com/office/drawing/2014/main" id="{92945E9F-B750-4D7A-B2C4-3C7F32B5C641}"/>
              </a:ext>
            </a:extLst>
          </p:cNvPr>
          <p:cNvSpPr>
            <a:spLocks xmlns:a="http://schemas.openxmlformats.org/drawingml/2006/main" noGrp="1"/>
          </p:cNvSpPr>
          <p:nvPr/>
        </p:nvSpPr>
        <p:spPr>
          <a:xfrm xmlns:a="http://schemas.openxmlformats.org/drawingml/2006/main">
            <a:off x="733425" y="2209800"/>
            <a:ext cx="95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025" b="1">
                <a:solidFill>
                  <a:srgbClr val="231F20"/>
                </a:solidFill>
                <a:latin typeface="Arial"/>
                <a:ea typeface="Arial"/>
                <a:cs typeface="Arial"/>
              </a:defRPr>
            </a:defPPr>
            <a:lvl1pPr algn="l">
              <a:defRPr sz="2025" b="1">
                <a:solidFill>
                  <a:srgbClr val="231F20"/>
                </a:solidFill>
                <a:latin typeface="Arial"/>
                <a:ea typeface="Arial"/>
                <a:cs typeface="Arial"/>
              </a:defRPr>
            </a:lvl1pPr>
            <a:lvl2pPr algn="l">
              <a:defRPr sz="2025" b="1">
                <a:solidFill>
                  <a:srgbClr val="231F20"/>
                </a:solidFill>
                <a:latin typeface="Arial"/>
                <a:ea typeface="Arial"/>
                <a:cs typeface="Arial"/>
              </a:defRPr>
            </a:lvl2pPr>
            <a:lvl3pPr algn="l">
              <a:defRPr sz="2025" b="1">
                <a:solidFill>
                  <a:srgbClr val="231F20"/>
                </a:solidFill>
                <a:latin typeface="Arial"/>
                <a:ea typeface="Arial"/>
                <a:cs typeface="Arial"/>
              </a:defRPr>
            </a:lvl3pPr>
            <a:lvl4pPr algn="l">
              <a:defRPr sz="2025" b="1">
                <a:solidFill>
                  <a:srgbClr val="231F20"/>
                </a:solidFill>
                <a:latin typeface="Arial"/>
                <a:ea typeface="Arial"/>
                <a:cs typeface="Arial"/>
              </a:defRPr>
            </a:lvl4pPr>
            <a:lvl5pPr algn="l">
              <a:defRPr sz="2025" b="1">
                <a:solidFill>
                  <a:srgbClr val="231F20"/>
                </a:solidFill>
                <a:latin typeface="Arial"/>
                <a:ea typeface="Arial"/>
                <a:cs typeface="Arial"/>
              </a:defRPr>
            </a:lvl5pPr>
            <a:lvl6pPr algn="l">
              <a:defRPr sz="2025" b="1">
                <a:solidFill>
                  <a:srgbClr val="231F20"/>
                </a:solidFill>
                <a:latin typeface="Arial"/>
                <a:ea typeface="Arial"/>
                <a:cs typeface="Arial"/>
              </a:defRPr>
            </a:lvl6pPr>
            <a:lvl7pPr algn="l">
              <a:defRPr sz="2025" b="1">
                <a:solidFill>
                  <a:srgbClr val="231F20"/>
                </a:solidFill>
                <a:latin typeface="Arial"/>
                <a:ea typeface="Arial"/>
                <a:cs typeface="Arial"/>
              </a:defRPr>
            </a:lvl7pPr>
            <a:lvl8pPr algn="l">
              <a:defRPr sz="2025" b="1">
                <a:solidFill>
                  <a:srgbClr val="231F20"/>
                </a:solidFill>
                <a:latin typeface="Arial"/>
                <a:ea typeface="Arial"/>
                <a:cs typeface="Arial"/>
              </a:defRPr>
            </a:lvl8pPr>
            <a:lvl9pPr algn="l">
              <a:defRPr sz="2025" b="1">
                <a:solidFill>
                  <a:srgbClr val="231F20"/>
                </a:solidFill>
                <a:latin typeface="Arial"/>
                <a:ea typeface="Arial"/>
                <a:cs typeface="Arial"/>
              </a:defRPr>
            </a:lvl9pPr>
          </a:lstStyle>
          <a:p xmlns:a="http://schemas.openxmlformats.org/drawingml/2006/main">
            <a:pPr algn="l">
              <a:defRPr sz="2025" b="1">
                <a:solidFill>
                  <a:srgbClr val="231F20"/>
                </a:solidFill>
                <a:latin typeface="Arial"/>
                <a:ea typeface="Arial"/>
                <a:cs typeface="Arial"/>
              </a:defRPr>
            </a:pPr>
            <a:r>
              <a:rPr sz="2025" b="1">
                <a:solidFill>
                  <a:srgbClr val="231F20"/>
                </a:solidFill>
                <a:latin typeface="Arial"/>
                <a:ea typeface="Arial"/>
                <a:cs typeface="Arial"/>
              </a:rPr>
              <a:t>CPU</a:t>
            </a:r>
          </a:p>
        </p:txBody>
      </p:sp>
      <p:sp>
        <p:nvSpPr>
          <p:cNvPr id="7" name="block-293">
            <a:extLst xmlns:a="http://schemas.openxmlformats.org/drawingml/2006/main">
              <a:ext uri="{FF2B5EF4-FFF2-40B4-BE49-F238E27FC236}">
                <a16:creationId xmlns:a16="http://schemas.microsoft.com/office/drawing/2014/main" id="{5C76916A-A490-4534-B9F6-FF0964037C23}"/>
              </a:ext>
            </a:extLst>
          </p:cNvPr>
          <p:cNvSpPr>
            <a:spLocks xmlns:a="http://schemas.openxmlformats.org/drawingml/2006/main" noGrp="1"/>
          </p:cNvSpPr>
          <p:nvPr/>
        </p:nvSpPr>
        <p:spPr>
          <a:xfrm xmlns:a="http://schemas.openxmlformats.org/drawingml/2006/main">
            <a:off x="895350" y="2809875"/>
            <a:ext cx="295275" cy="70485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8" name="circuit-294">
            <a:extLst xmlns:a="http://schemas.openxmlformats.org/drawingml/2006/main">
              <a:ext uri="{FF2B5EF4-FFF2-40B4-BE49-F238E27FC236}">
                <a16:creationId xmlns:a16="http://schemas.microsoft.com/office/drawing/2014/main" id="{FA5B8A57-044B-4AD1-9A38-FE14688F1C13}"/>
              </a:ext>
            </a:extLst>
          </p:cNvPr>
          <p:cNvSpPr>
            <a:spLocks xmlns:a="http://schemas.openxmlformats.org/drawingml/2006/main" noGrp="1"/>
          </p:cNvSpPr>
          <p:nvPr/>
        </p:nvSpPr>
        <p:spPr>
          <a:xfrm xmlns:a="http://schemas.openxmlformats.org/drawingml/2006/main">
            <a:off x="971550" y="2809875"/>
            <a:ext cx="142875" cy="85725"/>
          </a:xfrm>
          <a:custGeom xmlns:a="http://schemas.openxmlformats.org/drawingml/2006/main">
            <a:pathLst>
              <a:path w="142875" h="85725">
                <a:moveTo>
                  <a:pt x="0" y="0"/>
                </a:moveTo>
                <a:lnTo>
                  <a:pt x="66675" y="85725"/>
                </a:lnTo>
                <a:lnTo>
                  <a:pt x="142875" y="0"/>
                </a:lnTo>
                <a:close/>
              </a:path>
            </a:pathLst>
          </a:custGeom>
          <a:noFill xmlns:a="http://schemas.openxmlformats.org/drawingml/2006/main"/>
          <a:ln xmlns:a="http://schemas.openxmlformats.org/drawingml/2006/main" w="20955">
            <a:solidFill>
              <a:srgbClr val="231F20"/>
            </a:solidFill>
          </a:ln>
        </p:spPr>
      </p:sp>
      <p:sp>
        <p:nvSpPr>
          <p:cNvPr id="9" name="wire-295">
            <a:extLst xmlns:a="http://schemas.openxmlformats.org/drawingml/2006/main">
              <a:ext uri="{FF2B5EF4-FFF2-40B4-BE49-F238E27FC236}">
                <a16:creationId xmlns:a16="http://schemas.microsoft.com/office/drawing/2014/main" id="{268C63DB-8D2B-42DB-A2A4-A10F3E491D87}"/>
              </a:ext>
            </a:extLst>
          </p:cNvPr>
          <p:cNvSpPr>
            <a:spLocks xmlns:a="http://schemas.openxmlformats.org/drawingml/2006/main" noGrp="1"/>
          </p:cNvSpPr>
          <p:nvPr/>
        </p:nvSpPr>
        <p:spPr>
          <a:xfrm xmlns:a="http://schemas.openxmlformats.org/drawingml/2006/main">
            <a:off x="1038225" y="2667000"/>
            <a:ext cx="9525" cy="142875"/>
          </a:xfrm>
          <a:custGeom xmlns:a="http://schemas.openxmlformats.org/drawingml/2006/main">
            <a:pathLst>
              <a:path w="9525" h="142875">
                <a:moveTo>
                  <a:pt x="0" y="0"/>
                </a:moveTo>
                <a:lnTo>
                  <a:pt x="0" y="142875"/>
                </a:lnTo>
              </a:path>
            </a:pathLst>
          </a:custGeom>
          <a:noFill xmlns:a="http://schemas.openxmlformats.org/drawingml/2006/main"/>
          <a:ln xmlns:a="http://schemas.openxmlformats.org/drawingml/2006/main" w="10478">
            <a:solidFill>
              <a:srgbClr val="231F20"/>
            </a:solidFill>
          </a:ln>
        </p:spPr>
      </p:sp>
      <p:sp>
        <p:nvSpPr>
          <p:cNvPr id="10" name="text-296">
            <a:extLst xmlns:a="http://schemas.openxmlformats.org/drawingml/2006/main">
              <a:ext uri="{FF2B5EF4-FFF2-40B4-BE49-F238E27FC236}">
                <a16:creationId xmlns:a16="http://schemas.microsoft.com/office/drawing/2014/main" id="{9712A911-D4C6-4622-977B-EA8F029B337F}"/>
              </a:ext>
            </a:extLst>
          </p:cNvPr>
          <p:cNvSpPr>
            <a:spLocks xmlns:a="http://schemas.openxmlformats.org/drawingml/2006/main" noGrp="1"/>
          </p:cNvSpPr>
          <p:nvPr/>
        </p:nvSpPr>
        <p:spPr>
          <a:xfrm xmlns:a="http://schemas.openxmlformats.org/drawingml/2006/main">
            <a:off x="847725" y="3514725"/>
            <a:ext cx="4191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425" b="1">
                <a:solidFill>
                  <a:srgbClr val="231F20"/>
                </a:solidFill>
                <a:latin typeface="Arial"/>
                <a:ea typeface="Arial"/>
                <a:cs typeface="Arial"/>
              </a:defRPr>
            </a:defPPr>
            <a:lvl1pPr algn="ctr">
              <a:defRPr sz="1425" b="1">
                <a:solidFill>
                  <a:srgbClr val="231F20"/>
                </a:solidFill>
                <a:latin typeface="Arial"/>
                <a:ea typeface="Arial"/>
                <a:cs typeface="Arial"/>
              </a:defRPr>
            </a:lvl1pPr>
            <a:lvl2pPr algn="ctr">
              <a:defRPr sz="1425" b="1">
                <a:solidFill>
                  <a:srgbClr val="231F20"/>
                </a:solidFill>
                <a:latin typeface="Arial"/>
                <a:ea typeface="Arial"/>
                <a:cs typeface="Arial"/>
              </a:defRPr>
            </a:lvl2pPr>
            <a:lvl3pPr algn="ctr">
              <a:defRPr sz="1425" b="1">
                <a:solidFill>
                  <a:srgbClr val="231F20"/>
                </a:solidFill>
                <a:latin typeface="Arial"/>
                <a:ea typeface="Arial"/>
                <a:cs typeface="Arial"/>
              </a:defRPr>
            </a:lvl3pPr>
            <a:lvl4pPr algn="ctr">
              <a:defRPr sz="1425" b="1">
                <a:solidFill>
                  <a:srgbClr val="231F20"/>
                </a:solidFill>
                <a:latin typeface="Arial"/>
                <a:ea typeface="Arial"/>
                <a:cs typeface="Arial"/>
              </a:defRPr>
            </a:lvl4pPr>
            <a:lvl5pPr algn="ctr">
              <a:defRPr sz="1425" b="1">
                <a:solidFill>
                  <a:srgbClr val="231F20"/>
                </a:solidFill>
                <a:latin typeface="Arial"/>
                <a:ea typeface="Arial"/>
                <a:cs typeface="Arial"/>
              </a:defRPr>
            </a:lvl5pPr>
            <a:lvl6pPr algn="ctr">
              <a:defRPr sz="1425" b="1">
                <a:solidFill>
                  <a:srgbClr val="231F20"/>
                </a:solidFill>
                <a:latin typeface="Arial"/>
                <a:ea typeface="Arial"/>
                <a:cs typeface="Arial"/>
              </a:defRPr>
            </a:lvl6pPr>
            <a:lvl7pPr algn="ctr">
              <a:defRPr sz="1425" b="1">
                <a:solidFill>
                  <a:srgbClr val="231F20"/>
                </a:solidFill>
                <a:latin typeface="Arial"/>
                <a:ea typeface="Arial"/>
                <a:cs typeface="Arial"/>
              </a:defRPr>
            </a:lvl7pPr>
            <a:lvl8pPr algn="ctr">
              <a:defRPr sz="1425" b="1">
                <a:solidFill>
                  <a:srgbClr val="231F20"/>
                </a:solidFill>
                <a:latin typeface="Arial"/>
                <a:ea typeface="Arial"/>
                <a:cs typeface="Arial"/>
              </a:defRPr>
            </a:lvl8pPr>
            <a:lvl9pPr algn="ctr">
              <a:defRPr sz="1425" b="1">
                <a:solidFill>
                  <a:srgbClr val="231F20"/>
                </a:solidFill>
                <a:latin typeface="Arial"/>
                <a:ea typeface="Arial"/>
                <a:cs typeface="Arial"/>
              </a:defRPr>
            </a:lvl9pPr>
          </a:lstStyle>
          <a:p xmlns:a="http://schemas.openxmlformats.org/drawingml/2006/main">
            <a:pPr algn="ctr">
              <a:defRPr sz="1425" b="1">
                <a:solidFill>
                  <a:srgbClr val="231F20"/>
                </a:solidFill>
                <a:latin typeface="Arial"/>
                <a:ea typeface="Arial"/>
                <a:cs typeface="Arial"/>
              </a:defRPr>
            </a:pPr>
            <a:r>
              <a:rPr sz="1425" b="1">
                <a:solidFill>
                  <a:srgbClr val="231F20"/>
                </a:solidFill>
                <a:latin typeface="Arial"/>
                <a:ea typeface="Arial"/>
                <a:cs typeface="Arial"/>
              </a:rPr>
              <a:t>PC</a:t>
            </a:r>
          </a:p>
        </p:txBody>
      </p:sp>
      <p:sp>
        <p:nvSpPr>
          <p:cNvPr id="11" name="block-297">
            <a:extLst xmlns:a="http://schemas.openxmlformats.org/drawingml/2006/main">
              <a:ext uri="{FF2B5EF4-FFF2-40B4-BE49-F238E27FC236}">
                <a16:creationId xmlns:a16="http://schemas.microsoft.com/office/drawing/2014/main" id="{095DCF97-05B9-4B50-8C71-8EA6628D3BB4}"/>
              </a:ext>
            </a:extLst>
          </p:cNvPr>
          <p:cNvSpPr>
            <a:spLocks xmlns:a="http://schemas.openxmlformats.org/drawingml/2006/main" noGrp="1"/>
          </p:cNvSpPr>
          <p:nvPr/>
        </p:nvSpPr>
        <p:spPr>
          <a:xfrm xmlns:a="http://schemas.openxmlformats.org/drawingml/2006/main">
            <a:off x="1809750" y="2705100"/>
            <a:ext cx="1676400" cy="523875"/>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12" name="text-298">
            <a:extLst xmlns:a="http://schemas.openxmlformats.org/drawingml/2006/main">
              <a:ext uri="{FF2B5EF4-FFF2-40B4-BE49-F238E27FC236}">
                <a16:creationId xmlns:a16="http://schemas.microsoft.com/office/drawing/2014/main" id="{4C17550D-2C1A-4C9B-BD28-79C63CC6FE1F}"/>
              </a:ext>
            </a:extLst>
          </p:cNvPr>
          <p:cNvSpPr>
            <a:spLocks xmlns:a="http://schemas.openxmlformats.org/drawingml/2006/main" noGrp="1"/>
          </p:cNvSpPr>
          <p:nvPr/>
        </p:nvSpPr>
        <p:spPr>
          <a:xfrm xmlns:a="http://schemas.openxmlformats.org/drawingml/2006/main">
            <a:off x="1885950" y="2762250"/>
            <a:ext cx="1524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1">
                <a:solidFill>
                  <a:srgbClr val="231F20"/>
                </a:solidFill>
                <a:latin typeface="Yu Gothic"/>
                <a:ea typeface="Yu Gothic"/>
                <a:cs typeface="Yu Gothic"/>
              </a:defRPr>
            </a:defPPr>
            <a:lvl1pPr algn="ctr">
              <a:defRPr sz="1725" b="1">
                <a:solidFill>
                  <a:srgbClr val="231F20"/>
                </a:solidFill>
                <a:latin typeface="Yu Gothic"/>
                <a:ea typeface="Yu Gothic"/>
                <a:cs typeface="Yu Gothic"/>
              </a:defRPr>
            </a:lvl1pPr>
            <a:lvl2pPr algn="ctr">
              <a:defRPr sz="1725" b="1">
                <a:solidFill>
                  <a:srgbClr val="231F20"/>
                </a:solidFill>
                <a:latin typeface="Yu Gothic"/>
                <a:ea typeface="Yu Gothic"/>
                <a:cs typeface="Yu Gothic"/>
              </a:defRPr>
            </a:lvl2pPr>
            <a:lvl3pPr algn="ctr">
              <a:defRPr sz="1725" b="1">
                <a:solidFill>
                  <a:srgbClr val="231F20"/>
                </a:solidFill>
                <a:latin typeface="Yu Gothic"/>
                <a:ea typeface="Yu Gothic"/>
                <a:cs typeface="Yu Gothic"/>
              </a:defRPr>
            </a:lvl3pPr>
            <a:lvl4pPr algn="ctr">
              <a:defRPr sz="1725" b="1">
                <a:solidFill>
                  <a:srgbClr val="231F20"/>
                </a:solidFill>
                <a:latin typeface="Yu Gothic"/>
                <a:ea typeface="Yu Gothic"/>
                <a:cs typeface="Yu Gothic"/>
              </a:defRPr>
            </a:lvl4pPr>
            <a:lvl5pPr algn="ctr">
              <a:defRPr sz="1725" b="1">
                <a:solidFill>
                  <a:srgbClr val="231F20"/>
                </a:solidFill>
                <a:latin typeface="Yu Gothic"/>
                <a:ea typeface="Yu Gothic"/>
                <a:cs typeface="Yu Gothic"/>
              </a:defRPr>
            </a:lvl5pPr>
            <a:lvl6pPr algn="ctr">
              <a:defRPr sz="1725" b="1">
                <a:solidFill>
                  <a:srgbClr val="231F20"/>
                </a:solidFill>
                <a:latin typeface="Yu Gothic"/>
                <a:ea typeface="Yu Gothic"/>
                <a:cs typeface="Yu Gothic"/>
              </a:defRPr>
            </a:lvl6pPr>
            <a:lvl7pPr algn="ctr">
              <a:defRPr sz="1725" b="1">
                <a:solidFill>
                  <a:srgbClr val="231F20"/>
                </a:solidFill>
                <a:latin typeface="Yu Gothic"/>
                <a:ea typeface="Yu Gothic"/>
                <a:cs typeface="Yu Gothic"/>
              </a:defRPr>
            </a:lvl7pPr>
            <a:lvl8pPr algn="ctr">
              <a:defRPr sz="1725" b="1">
                <a:solidFill>
                  <a:srgbClr val="231F20"/>
                </a:solidFill>
                <a:latin typeface="Yu Gothic"/>
                <a:ea typeface="Yu Gothic"/>
                <a:cs typeface="Yu Gothic"/>
              </a:defRPr>
            </a:lvl8pPr>
            <a:lvl9pPr algn="ctr">
              <a:defRPr sz="1725" b="1">
                <a:solidFill>
                  <a:srgbClr val="231F20"/>
                </a:solidFill>
                <a:latin typeface="Yu Gothic"/>
                <a:ea typeface="Yu Gothic"/>
                <a:cs typeface="Yu Gothic"/>
              </a:defRPr>
            </a:lvl9pPr>
          </a:lstStyle>
          <a:p xmlns:a="http://schemas.openxmlformats.org/drawingml/2006/main">
            <a:pPr algn="ctr">
              <a:defRPr sz="1725" b="1">
                <a:solidFill>
                  <a:srgbClr val="231F20"/>
                </a:solidFill>
                <a:latin typeface="Yu Gothic"/>
                <a:ea typeface="Yu Gothic"/>
                <a:cs typeface="Yu Gothic"/>
              </a:defRPr>
            </a:pPr>
            <a:r>
              <a:rPr sz="1725" b="1">
                <a:solidFill>
                  <a:srgbClr val="231F20"/>
                </a:solidFill>
                <a:latin typeface="Yu Gothic"/>
                <a:ea typeface="Yu Gothic"/>
                <a:cs typeface="Yu Gothic"/>
              </a:rPr>
              <a:t>命令を解読</a:t>
            </a:r>
          </a:p>
        </p:txBody>
      </p:sp>
      <p:sp>
        <p:nvSpPr>
          <p:cNvPr id="13" name="wire-299">
            <a:extLst xmlns:a="http://schemas.openxmlformats.org/drawingml/2006/main">
              <a:ext uri="{FF2B5EF4-FFF2-40B4-BE49-F238E27FC236}">
                <a16:creationId xmlns:a16="http://schemas.microsoft.com/office/drawing/2014/main" id="{1ACC6AF1-1545-4515-B96C-5943A9700BDD}"/>
              </a:ext>
            </a:extLst>
          </p:cNvPr>
          <p:cNvSpPr>
            <a:spLocks xmlns:a="http://schemas.openxmlformats.org/drawingml/2006/main" noGrp="1"/>
          </p:cNvSpPr>
          <p:nvPr/>
        </p:nvSpPr>
        <p:spPr>
          <a:xfrm xmlns:a="http://schemas.openxmlformats.org/drawingml/2006/main">
            <a:off x="1190625" y="3048000"/>
            <a:ext cx="333375" cy="9525"/>
          </a:xfrm>
          <a:custGeom xmlns:a="http://schemas.openxmlformats.org/drawingml/2006/main">
            <a:pathLst>
              <a:path w="333375" h="9525">
                <a:moveTo>
                  <a:pt x="0" y="0"/>
                </a:moveTo>
                <a:lnTo>
                  <a:pt x="333375" y="0"/>
                </a:lnTo>
              </a:path>
            </a:pathLst>
          </a:custGeom>
          <a:noFill xmlns:a="http://schemas.openxmlformats.org/drawingml/2006/main"/>
          <a:ln xmlns:a="http://schemas.openxmlformats.org/drawingml/2006/main" w="25718">
            <a:solidFill>
              <a:srgbClr val="231F20"/>
            </a:solidFill>
          </a:ln>
        </p:spPr>
      </p:sp>
      <p:sp>
        <p:nvSpPr>
          <p:cNvPr id="14" name="wire-300">
            <a:extLst xmlns:a="http://schemas.openxmlformats.org/drawingml/2006/main">
              <a:ext uri="{FF2B5EF4-FFF2-40B4-BE49-F238E27FC236}">
                <a16:creationId xmlns:a16="http://schemas.microsoft.com/office/drawing/2014/main" id="{6482A355-51EC-4C36-B825-BFEBADC0C9A6}"/>
              </a:ext>
            </a:extLst>
          </p:cNvPr>
          <p:cNvSpPr>
            <a:spLocks xmlns:a="http://schemas.openxmlformats.org/drawingml/2006/main" noGrp="1"/>
          </p:cNvSpPr>
          <p:nvPr/>
        </p:nvSpPr>
        <p:spPr>
          <a:xfrm xmlns:a="http://schemas.openxmlformats.org/drawingml/2006/main">
            <a:off x="1524000" y="2543175"/>
            <a:ext cx="9525" cy="504825"/>
          </a:xfrm>
          <a:custGeom xmlns:a="http://schemas.openxmlformats.org/drawingml/2006/main">
            <a:pathLst>
              <a:path w="9525" h="504825">
                <a:moveTo>
                  <a:pt x="0" y="504825"/>
                </a:moveTo>
                <a:lnTo>
                  <a:pt x="0" y="0"/>
                </a:lnTo>
              </a:path>
            </a:pathLst>
          </a:custGeom>
          <a:noFill xmlns:a="http://schemas.openxmlformats.org/drawingml/2006/main"/>
          <a:ln xmlns:a="http://schemas.openxmlformats.org/drawingml/2006/main" w="25718">
            <a:solidFill>
              <a:srgbClr val="231F20"/>
            </a:solidFill>
          </a:ln>
        </p:spPr>
      </p:sp>
      <p:sp>
        <p:nvSpPr>
          <p:cNvPr id="15" name="wire-301">
            <a:extLst xmlns:a="http://schemas.openxmlformats.org/drawingml/2006/main">
              <a:ext uri="{FF2B5EF4-FFF2-40B4-BE49-F238E27FC236}">
                <a16:creationId xmlns:a16="http://schemas.microsoft.com/office/drawing/2014/main" id="{422B410C-EA35-4325-8C77-5BB7620F8BF3}"/>
              </a:ext>
            </a:extLst>
          </p:cNvPr>
          <p:cNvSpPr>
            <a:spLocks xmlns:a="http://schemas.openxmlformats.org/drawingml/2006/main" noGrp="1"/>
          </p:cNvSpPr>
          <p:nvPr/>
        </p:nvSpPr>
        <p:spPr>
          <a:xfrm xmlns:a="http://schemas.openxmlformats.org/drawingml/2006/main">
            <a:off x="1524000" y="2543175"/>
            <a:ext cx="3324225" cy="9525"/>
          </a:xfrm>
          <a:custGeom xmlns:a="http://schemas.openxmlformats.org/drawingml/2006/main">
            <a:pathLst>
              <a:path w="3324225" h="9525">
                <a:moveTo>
                  <a:pt x="0" y="0"/>
                </a:moveTo>
                <a:lnTo>
                  <a:pt x="3324225" y="0"/>
                </a:lnTo>
              </a:path>
            </a:pathLst>
          </a:custGeom>
          <a:noFill xmlns:a="http://schemas.openxmlformats.org/drawingml/2006/main"/>
          <a:ln xmlns:a="http://schemas.openxmlformats.org/drawingml/2006/main" w="25718">
            <a:solidFill>
              <a:srgbClr val="231F20"/>
            </a:solidFill>
          </a:ln>
        </p:spPr>
      </p:sp>
      <p:sp>
        <p:nvSpPr>
          <p:cNvPr id="16" name="wire-302">
            <a:extLst xmlns:a="http://schemas.openxmlformats.org/drawingml/2006/main">
              <a:ext uri="{FF2B5EF4-FFF2-40B4-BE49-F238E27FC236}">
                <a16:creationId xmlns:a16="http://schemas.microsoft.com/office/drawing/2014/main" id="{487B8F46-7251-46A0-8A58-16462F65B4D5}"/>
              </a:ext>
            </a:extLst>
          </p:cNvPr>
          <p:cNvSpPr>
            <a:spLocks xmlns:a="http://schemas.openxmlformats.org/drawingml/2006/main" noGrp="1"/>
          </p:cNvSpPr>
          <p:nvPr/>
        </p:nvSpPr>
        <p:spPr>
          <a:xfrm xmlns:a="http://schemas.openxmlformats.org/drawingml/2006/main">
            <a:off x="4848225" y="2543175"/>
            <a:ext cx="9525" cy="561975"/>
          </a:xfrm>
          <a:custGeom xmlns:a="http://schemas.openxmlformats.org/drawingml/2006/main">
            <a:pathLst>
              <a:path w="9525" h="561975">
                <a:moveTo>
                  <a:pt x="0" y="0"/>
                </a:moveTo>
                <a:lnTo>
                  <a:pt x="0" y="561975"/>
                </a:lnTo>
              </a:path>
            </a:pathLst>
          </a:custGeom>
          <a:noFill xmlns:a="http://schemas.openxmlformats.org/drawingml/2006/main"/>
          <a:ln xmlns:a="http://schemas.openxmlformats.org/drawingml/2006/main" w="25718">
            <a:solidFill>
              <a:srgbClr val="231F20"/>
            </a:solidFill>
          </a:ln>
        </p:spPr>
      </p:sp>
      <p:sp>
        <p:nvSpPr>
          <p:cNvPr id="17" name="circuit-303">
            <a:extLst xmlns:a="http://schemas.openxmlformats.org/drawingml/2006/main">
              <a:ext uri="{FF2B5EF4-FFF2-40B4-BE49-F238E27FC236}">
                <a16:creationId xmlns:a16="http://schemas.microsoft.com/office/drawing/2014/main" id="{8200C5CC-8186-4A39-8EE5-21F7DEB07B8C}"/>
              </a:ext>
            </a:extLst>
          </p:cNvPr>
          <p:cNvSpPr>
            <a:spLocks xmlns:a="http://schemas.openxmlformats.org/drawingml/2006/main" noGrp="1"/>
          </p:cNvSpPr>
          <p:nvPr/>
        </p:nvSpPr>
        <p:spPr>
          <a:xfrm xmlns:a="http://schemas.openxmlformats.org/drawingml/2006/main">
            <a:off x="4816793" y="3028950"/>
            <a:ext cx="62865" cy="76200"/>
          </a:xfrm>
          <a:custGeom xmlns:a="http://schemas.openxmlformats.org/drawingml/2006/main">
            <a:pathLst>
              <a:path w="62865" h="76200">
                <a:moveTo>
                  <a:pt x="31433" y="76200"/>
                </a:moveTo>
                <a:lnTo>
                  <a:pt x="62865" y="0"/>
                </a:lnTo>
                <a:lnTo>
                  <a:pt x="0" y="0"/>
                </a:lnTo>
                <a:close/>
              </a:path>
            </a:pathLst>
          </a:custGeom>
          <a:solidFill xmlns:a="http://schemas.openxmlformats.org/drawingml/2006/main">
            <a:srgbClr val="231F20"/>
          </a:solidFill>
          <a:ln xmlns:a="http://schemas.openxmlformats.org/drawingml/2006/main" w="9525">
            <a:solidFill>
              <a:srgbClr val="231F20"/>
            </a:solidFill>
          </a:ln>
        </p:spPr>
      </p:sp>
      <p:sp>
        <p:nvSpPr>
          <p:cNvPr id="18" name="text-304">
            <a:extLst xmlns:a="http://schemas.openxmlformats.org/drawingml/2006/main">
              <a:ext uri="{FF2B5EF4-FFF2-40B4-BE49-F238E27FC236}">
                <a16:creationId xmlns:a16="http://schemas.microsoft.com/office/drawing/2014/main" id="{D4AA2AC4-F77A-459C-B5FB-B22793710C48}"/>
              </a:ext>
            </a:extLst>
          </p:cNvPr>
          <p:cNvSpPr>
            <a:spLocks xmlns:a="http://schemas.openxmlformats.org/drawingml/2006/main" noGrp="1"/>
          </p:cNvSpPr>
          <p:nvPr/>
        </p:nvSpPr>
        <p:spPr>
          <a:xfrm xmlns:a="http://schemas.openxmlformats.org/drawingml/2006/main">
            <a:off x="3143250" y="2228850"/>
            <a:ext cx="1428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00" b="0">
                <a:solidFill>
                  <a:srgbClr val="231F20"/>
                </a:solidFill>
                <a:latin typeface="Yu Gothic"/>
                <a:ea typeface="Yu Gothic"/>
                <a:cs typeface="Yu Gothic"/>
              </a:defRPr>
            </a:defPPr>
            <a:lvl1pPr algn="l">
              <a:defRPr sz="1500" b="0">
                <a:solidFill>
                  <a:srgbClr val="231F20"/>
                </a:solidFill>
                <a:latin typeface="Yu Gothic"/>
                <a:ea typeface="Yu Gothic"/>
                <a:cs typeface="Yu Gothic"/>
              </a:defRPr>
            </a:lvl1pPr>
            <a:lvl2pPr algn="l">
              <a:defRPr sz="1500" b="0">
                <a:solidFill>
                  <a:srgbClr val="231F20"/>
                </a:solidFill>
                <a:latin typeface="Yu Gothic"/>
                <a:ea typeface="Yu Gothic"/>
                <a:cs typeface="Yu Gothic"/>
              </a:defRPr>
            </a:lvl2pPr>
            <a:lvl3pPr algn="l">
              <a:defRPr sz="1500" b="0">
                <a:solidFill>
                  <a:srgbClr val="231F20"/>
                </a:solidFill>
                <a:latin typeface="Yu Gothic"/>
                <a:ea typeface="Yu Gothic"/>
                <a:cs typeface="Yu Gothic"/>
              </a:defRPr>
            </a:lvl3pPr>
            <a:lvl4pPr algn="l">
              <a:defRPr sz="1500" b="0">
                <a:solidFill>
                  <a:srgbClr val="231F20"/>
                </a:solidFill>
                <a:latin typeface="Yu Gothic"/>
                <a:ea typeface="Yu Gothic"/>
                <a:cs typeface="Yu Gothic"/>
              </a:defRPr>
            </a:lvl4pPr>
            <a:lvl5pPr algn="l">
              <a:defRPr sz="1500" b="0">
                <a:solidFill>
                  <a:srgbClr val="231F20"/>
                </a:solidFill>
                <a:latin typeface="Yu Gothic"/>
                <a:ea typeface="Yu Gothic"/>
                <a:cs typeface="Yu Gothic"/>
              </a:defRPr>
            </a:lvl5pPr>
            <a:lvl6pPr algn="l">
              <a:defRPr sz="1500" b="0">
                <a:solidFill>
                  <a:srgbClr val="231F20"/>
                </a:solidFill>
                <a:latin typeface="Yu Gothic"/>
                <a:ea typeface="Yu Gothic"/>
                <a:cs typeface="Yu Gothic"/>
              </a:defRPr>
            </a:lvl6pPr>
            <a:lvl7pPr algn="l">
              <a:defRPr sz="1500" b="0">
                <a:solidFill>
                  <a:srgbClr val="231F20"/>
                </a:solidFill>
                <a:latin typeface="Yu Gothic"/>
                <a:ea typeface="Yu Gothic"/>
                <a:cs typeface="Yu Gothic"/>
              </a:defRPr>
            </a:lvl7pPr>
            <a:lvl8pPr algn="l">
              <a:defRPr sz="1500" b="0">
                <a:solidFill>
                  <a:srgbClr val="231F20"/>
                </a:solidFill>
                <a:latin typeface="Yu Gothic"/>
                <a:ea typeface="Yu Gothic"/>
                <a:cs typeface="Yu Gothic"/>
              </a:defRPr>
            </a:lvl8pPr>
            <a:lvl9pPr algn="l">
              <a:defRPr sz="1500" b="0">
                <a:solidFill>
                  <a:srgbClr val="231F20"/>
                </a:solidFill>
                <a:latin typeface="Yu Gothic"/>
                <a:ea typeface="Yu Gothic"/>
                <a:cs typeface="Yu Gothic"/>
              </a:defRPr>
            </a:lvl9pPr>
          </a:lstStyle>
          <a:p xmlns:a="http://schemas.openxmlformats.org/drawingml/2006/main">
            <a:pPr algn="l">
              <a:defRPr sz="1500" b="0">
                <a:solidFill>
                  <a:srgbClr val="231F20"/>
                </a:solidFill>
                <a:latin typeface="Yu Gothic"/>
                <a:ea typeface="Yu Gothic"/>
                <a:cs typeface="Yu Gothic"/>
              </a:defRPr>
            </a:pPr>
            <a:r>
              <a:rPr sz="1500" b="0">
                <a:solidFill>
                  <a:srgbClr val="231F20"/>
                </a:solidFill>
                <a:latin typeface="Yu Gothic"/>
                <a:ea typeface="Yu Gothic"/>
                <a:cs typeface="Yu Gothic"/>
              </a:rPr>
              <a:t>命令の番地</a:t>
            </a:r>
          </a:p>
        </p:txBody>
      </p:sp>
      <p:sp>
        <p:nvSpPr>
          <p:cNvPr id="19" name="wire-305">
            <a:extLst xmlns:a="http://schemas.openxmlformats.org/drawingml/2006/main">
              <a:ext uri="{FF2B5EF4-FFF2-40B4-BE49-F238E27FC236}">
                <a16:creationId xmlns:a16="http://schemas.microsoft.com/office/drawing/2014/main" id="{17586BBF-2C84-4361-95F0-3D5C882516C1}"/>
              </a:ext>
            </a:extLst>
          </p:cNvPr>
          <p:cNvSpPr>
            <a:spLocks xmlns:a="http://schemas.openxmlformats.org/drawingml/2006/main" noGrp="1"/>
          </p:cNvSpPr>
          <p:nvPr/>
        </p:nvSpPr>
        <p:spPr>
          <a:xfrm xmlns:a="http://schemas.openxmlformats.org/drawingml/2006/main">
            <a:off x="3771900" y="3286125"/>
            <a:ext cx="828675" cy="9525"/>
          </a:xfrm>
          <a:custGeom xmlns:a="http://schemas.openxmlformats.org/drawingml/2006/main">
            <a:pathLst>
              <a:path w="828675" h="9525">
                <a:moveTo>
                  <a:pt x="828675" y="0"/>
                </a:moveTo>
                <a:lnTo>
                  <a:pt x="0" y="0"/>
                </a:lnTo>
              </a:path>
            </a:pathLst>
          </a:custGeom>
          <a:noFill xmlns:a="http://schemas.openxmlformats.org/drawingml/2006/main"/>
          <a:ln xmlns:a="http://schemas.openxmlformats.org/drawingml/2006/main" w="25718">
            <a:solidFill>
              <a:srgbClr val="1572C3"/>
            </a:solidFill>
          </a:ln>
        </p:spPr>
      </p:sp>
      <p:sp>
        <p:nvSpPr>
          <p:cNvPr id="20" name="wire-306">
            <a:extLst xmlns:a="http://schemas.openxmlformats.org/drawingml/2006/main">
              <a:ext uri="{FF2B5EF4-FFF2-40B4-BE49-F238E27FC236}">
                <a16:creationId xmlns:a16="http://schemas.microsoft.com/office/drawing/2014/main" id="{822E38E8-E26F-4131-90E1-01090D6BE726}"/>
              </a:ext>
            </a:extLst>
          </p:cNvPr>
          <p:cNvSpPr>
            <a:spLocks xmlns:a="http://schemas.openxmlformats.org/drawingml/2006/main" noGrp="1"/>
          </p:cNvSpPr>
          <p:nvPr/>
        </p:nvSpPr>
        <p:spPr>
          <a:xfrm xmlns:a="http://schemas.openxmlformats.org/drawingml/2006/main">
            <a:off x="3771900" y="2962275"/>
            <a:ext cx="9525" cy="323850"/>
          </a:xfrm>
          <a:custGeom xmlns:a="http://schemas.openxmlformats.org/drawingml/2006/main">
            <a:pathLst>
              <a:path w="9525" h="323850">
                <a:moveTo>
                  <a:pt x="0" y="323850"/>
                </a:moveTo>
                <a:lnTo>
                  <a:pt x="0" y="0"/>
                </a:lnTo>
              </a:path>
            </a:pathLst>
          </a:custGeom>
          <a:noFill xmlns:a="http://schemas.openxmlformats.org/drawingml/2006/main"/>
          <a:ln xmlns:a="http://schemas.openxmlformats.org/drawingml/2006/main" w="25718">
            <a:solidFill>
              <a:srgbClr val="1572C3"/>
            </a:solidFill>
          </a:ln>
        </p:spPr>
      </p:sp>
      <p:sp>
        <p:nvSpPr>
          <p:cNvPr id="21" name="wire-307">
            <a:extLst xmlns:a="http://schemas.openxmlformats.org/drawingml/2006/main">
              <a:ext uri="{FF2B5EF4-FFF2-40B4-BE49-F238E27FC236}">
                <a16:creationId xmlns:a16="http://schemas.microsoft.com/office/drawing/2014/main" id="{4F108F1F-C4FC-4411-9F7D-968F6968C18A}"/>
              </a:ext>
            </a:extLst>
          </p:cNvPr>
          <p:cNvSpPr>
            <a:spLocks xmlns:a="http://schemas.openxmlformats.org/drawingml/2006/main" noGrp="1"/>
          </p:cNvSpPr>
          <p:nvPr/>
        </p:nvSpPr>
        <p:spPr>
          <a:xfrm xmlns:a="http://schemas.openxmlformats.org/drawingml/2006/main">
            <a:off x="3486150" y="2962275"/>
            <a:ext cx="285750" cy="9525"/>
          </a:xfrm>
          <a:custGeom xmlns:a="http://schemas.openxmlformats.org/drawingml/2006/main">
            <a:pathLst>
              <a:path w="285750" h="9525">
                <a:moveTo>
                  <a:pt x="285750" y="0"/>
                </a:moveTo>
                <a:lnTo>
                  <a:pt x="0" y="0"/>
                </a:lnTo>
              </a:path>
            </a:pathLst>
          </a:custGeom>
          <a:noFill xmlns:a="http://schemas.openxmlformats.org/drawingml/2006/main"/>
          <a:ln xmlns:a="http://schemas.openxmlformats.org/drawingml/2006/main" w="25718">
            <a:solidFill>
              <a:srgbClr val="1572C3"/>
            </a:solidFill>
          </a:ln>
        </p:spPr>
      </p:sp>
      <p:sp>
        <p:nvSpPr>
          <p:cNvPr id="22" name="circuit-308">
            <a:extLst xmlns:a="http://schemas.openxmlformats.org/drawingml/2006/main">
              <a:ext uri="{FF2B5EF4-FFF2-40B4-BE49-F238E27FC236}">
                <a16:creationId xmlns:a16="http://schemas.microsoft.com/office/drawing/2014/main" id="{A45F7EFC-A2AF-4170-BD85-B4E0AE1C300F}"/>
              </a:ext>
            </a:extLst>
          </p:cNvPr>
          <p:cNvSpPr>
            <a:spLocks xmlns:a="http://schemas.openxmlformats.org/drawingml/2006/main" noGrp="1"/>
          </p:cNvSpPr>
          <p:nvPr/>
        </p:nvSpPr>
        <p:spPr>
          <a:xfrm xmlns:a="http://schemas.openxmlformats.org/drawingml/2006/main">
            <a:off x="3486150" y="2930843"/>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1572C3"/>
          </a:solidFill>
          <a:ln xmlns:a="http://schemas.openxmlformats.org/drawingml/2006/main" w="9525">
            <a:solidFill>
              <a:srgbClr val="1572C3"/>
            </a:solidFill>
          </a:ln>
        </p:spPr>
      </p:sp>
      <p:sp>
        <p:nvSpPr>
          <p:cNvPr id="23" name="text-309">
            <a:extLst xmlns:a="http://schemas.openxmlformats.org/drawingml/2006/main">
              <a:ext uri="{FF2B5EF4-FFF2-40B4-BE49-F238E27FC236}">
                <a16:creationId xmlns:a16="http://schemas.microsoft.com/office/drawing/2014/main" id="{21C2A236-83AB-43C8-ACFD-DD19C7729F92}"/>
              </a:ext>
            </a:extLst>
          </p:cNvPr>
          <p:cNvSpPr>
            <a:spLocks xmlns:a="http://schemas.openxmlformats.org/drawingml/2006/main" noGrp="1"/>
          </p:cNvSpPr>
          <p:nvPr/>
        </p:nvSpPr>
        <p:spPr>
          <a:xfrm xmlns:a="http://schemas.openxmlformats.org/drawingml/2006/main">
            <a:off x="3676650" y="3352800"/>
            <a:ext cx="1104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1572C3"/>
                </a:solidFill>
                <a:latin typeface="Yu Gothic"/>
                <a:ea typeface="Yu Gothic"/>
                <a:cs typeface="Yu Gothic"/>
              </a:defRPr>
            </a:defPPr>
            <a:lvl1pPr algn="l">
              <a:defRPr sz="1350" b="0">
                <a:solidFill>
                  <a:srgbClr val="1572C3"/>
                </a:solidFill>
                <a:latin typeface="Yu Gothic"/>
                <a:ea typeface="Yu Gothic"/>
                <a:cs typeface="Yu Gothic"/>
              </a:defRPr>
            </a:lvl1pPr>
            <a:lvl2pPr algn="l">
              <a:defRPr sz="1350" b="0">
                <a:solidFill>
                  <a:srgbClr val="1572C3"/>
                </a:solidFill>
                <a:latin typeface="Yu Gothic"/>
                <a:ea typeface="Yu Gothic"/>
                <a:cs typeface="Yu Gothic"/>
              </a:defRPr>
            </a:lvl2pPr>
            <a:lvl3pPr algn="l">
              <a:defRPr sz="1350" b="0">
                <a:solidFill>
                  <a:srgbClr val="1572C3"/>
                </a:solidFill>
                <a:latin typeface="Yu Gothic"/>
                <a:ea typeface="Yu Gothic"/>
                <a:cs typeface="Yu Gothic"/>
              </a:defRPr>
            </a:lvl3pPr>
            <a:lvl4pPr algn="l">
              <a:defRPr sz="1350" b="0">
                <a:solidFill>
                  <a:srgbClr val="1572C3"/>
                </a:solidFill>
                <a:latin typeface="Yu Gothic"/>
                <a:ea typeface="Yu Gothic"/>
                <a:cs typeface="Yu Gothic"/>
              </a:defRPr>
            </a:lvl4pPr>
            <a:lvl5pPr algn="l">
              <a:defRPr sz="1350" b="0">
                <a:solidFill>
                  <a:srgbClr val="1572C3"/>
                </a:solidFill>
                <a:latin typeface="Yu Gothic"/>
                <a:ea typeface="Yu Gothic"/>
                <a:cs typeface="Yu Gothic"/>
              </a:defRPr>
            </a:lvl5pPr>
            <a:lvl6pPr algn="l">
              <a:defRPr sz="1350" b="0">
                <a:solidFill>
                  <a:srgbClr val="1572C3"/>
                </a:solidFill>
                <a:latin typeface="Yu Gothic"/>
                <a:ea typeface="Yu Gothic"/>
                <a:cs typeface="Yu Gothic"/>
              </a:defRPr>
            </a:lvl6pPr>
            <a:lvl7pPr algn="l">
              <a:defRPr sz="1350" b="0">
                <a:solidFill>
                  <a:srgbClr val="1572C3"/>
                </a:solidFill>
                <a:latin typeface="Yu Gothic"/>
                <a:ea typeface="Yu Gothic"/>
                <a:cs typeface="Yu Gothic"/>
              </a:defRPr>
            </a:lvl7pPr>
            <a:lvl8pPr algn="l">
              <a:defRPr sz="1350" b="0">
                <a:solidFill>
                  <a:srgbClr val="1572C3"/>
                </a:solidFill>
                <a:latin typeface="Yu Gothic"/>
                <a:ea typeface="Yu Gothic"/>
                <a:cs typeface="Yu Gothic"/>
              </a:defRPr>
            </a:lvl8pPr>
            <a:lvl9pPr algn="l">
              <a:defRPr sz="1350" b="0">
                <a:solidFill>
                  <a:srgbClr val="1572C3"/>
                </a:solidFill>
                <a:latin typeface="Yu Gothic"/>
                <a:ea typeface="Yu Gothic"/>
                <a:cs typeface="Yu Gothic"/>
              </a:defRPr>
            </a:lvl9pPr>
          </a:lstStyle>
          <a:p xmlns:a="http://schemas.openxmlformats.org/drawingml/2006/main">
            <a:pPr algn="l">
              <a:defRPr sz="1350" b="0">
                <a:solidFill>
                  <a:srgbClr val="1572C3"/>
                </a:solidFill>
                <a:latin typeface="Yu Gothic"/>
                <a:ea typeface="Yu Gothic"/>
                <a:cs typeface="Yu Gothic"/>
              </a:defRPr>
            </a:pPr>
            <a:r>
              <a:rPr sz="1350" b="0">
                <a:solidFill>
                  <a:srgbClr val="1572C3"/>
                </a:solidFill>
                <a:latin typeface="Yu Gothic"/>
                <a:ea typeface="Yu Gothic"/>
                <a:cs typeface="Yu Gothic"/>
              </a:rPr>
              <a:t>読んだ命令</a:t>
            </a:r>
          </a:p>
        </p:txBody>
      </p:sp>
      <p:sp>
        <p:nvSpPr>
          <p:cNvPr id="24" name="wire-310">
            <a:extLst xmlns:a="http://schemas.openxmlformats.org/drawingml/2006/main">
              <a:ext uri="{FF2B5EF4-FFF2-40B4-BE49-F238E27FC236}">
                <a16:creationId xmlns:a16="http://schemas.microsoft.com/office/drawing/2014/main" id="{9850D90B-7D02-4277-8455-6A4B070223DF}"/>
              </a:ext>
            </a:extLst>
          </p:cNvPr>
          <p:cNvSpPr>
            <a:spLocks xmlns:a="http://schemas.openxmlformats.org/drawingml/2006/main" noGrp="1"/>
          </p:cNvSpPr>
          <p:nvPr/>
        </p:nvSpPr>
        <p:spPr>
          <a:xfrm xmlns:a="http://schemas.openxmlformats.org/drawingml/2006/main">
            <a:off x="2647950" y="3228975"/>
            <a:ext cx="9525" cy="190500"/>
          </a:xfrm>
          <a:custGeom xmlns:a="http://schemas.openxmlformats.org/drawingml/2006/main">
            <a:pathLst>
              <a:path w="9525" h="190500">
                <a:moveTo>
                  <a:pt x="0" y="0"/>
                </a:moveTo>
                <a:lnTo>
                  <a:pt x="0" y="190500"/>
                </a:lnTo>
              </a:path>
            </a:pathLst>
          </a:custGeom>
          <a:noFill xmlns:a="http://schemas.openxmlformats.org/drawingml/2006/main"/>
          <a:ln xmlns:a="http://schemas.openxmlformats.org/drawingml/2006/main" w="11430">
            <a:solidFill>
              <a:srgbClr val="231F20"/>
            </a:solidFill>
          </a:ln>
        </p:spPr>
      </p:sp>
      <p:sp>
        <p:nvSpPr>
          <p:cNvPr id="25" name="wire-311">
            <a:extLst xmlns:a="http://schemas.openxmlformats.org/drawingml/2006/main">
              <a:ext uri="{FF2B5EF4-FFF2-40B4-BE49-F238E27FC236}">
                <a16:creationId xmlns:a16="http://schemas.microsoft.com/office/drawing/2014/main" id="{FD2A956E-BEF9-43C6-87BB-D3E37748717D}"/>
              </a:ext>
            </a:extLst>
          </p:cNvPr>
          <p:cNvSpPr>
            <a:spLocks xmlns:a="http://schemas.openxmlformats.org/drawingml/2006/main" noGrp="1"/>
          </p:cNvSpPr>
          <p:nvPr/>
        </p:nvSpPr>
        <p:spPr>
          <a:xfrm xmlns:a="http://schemas.openxmlformats.org/drawingml/2006/main">
            <a:off x="1571625" y="3419475"/>
            <a:ext cx="1076325" cy="9525"/>
          </a:xfrm>
          <a:custGeom xmlns:a="http://schemas.openxmlformats.org/drawingml/2006/main">
            <a:pathLst>
              <a:path w="1076325" h="9525">
                <a:moveTo>
                  <a:pt x="1076325" y="0"/>
                </a:moveTo>
                <a:lnTo>
                  <a:pt x="0" y="0"/>
                </a:lnTo>
              </a:path>
            </a:pathLst>
          </a:custGeom>
          <a:noFill xmlns:a="http://schemas.openxmlformats.org/drawingml/2006/main"/>
          <a:ln xmlns:a="http://schemas.openxmlformats.org/drawingml/2006/main" w="11430">
            <a:solidFill>
              <a:srgbClr val="231F20"/>
            </a:solidFill>
          </a:ln>
        </p:spPr>
      </p:sp>
      <p:sp>
        <p:nvSpPr>
          <p:cNvPr id="26" name="wire-312">
            <a:extLst xmlns:a="http://schemas.openxmlformats.org/drawingml/2006/main">
              <a:ext uri="{FF2B5EF4-FFF2-40B4-BE49-F238E27FC236}">
                <a16:creationId xmlns:a16="http://schemas.microsoft.com/office/drawing/2014/main" id="{20F2FF0D-E594-4DE9-8B8F-D84117FEF9F3}"/>
              </a:ext>
            </a:extLst>
          </p:cNvPr>
          <p:cNvSpPr>
            <a:spLocks xmlns:a="http://schemas.openxmlformats.org/drawingml/2006/main" noGrp="1"/>
          </p:cNvSpPr>
          <p:nvPr/>
        </p:nvSpPr>
        <p:spPr>
          <a:xfrm xmlns:a="http://schemas.openxmlformats.org/drawingml/2006/main">
            <a:off x="1571625" y="3419475"/>
            <a:ext cx="9525" cy="361950"/>
          </a:xfrm>
          <a:custGeom xmlns:a="http://schemas.openxmlformats.org/drawingml/2006/main">
            <a:pathLst>
              <a:path w="9525" h="361950">
                <a:moveTo>
                  <a:pt x="0" y="0"/>
                </a:moveTo>
                <a:lnTo>
                  <a:pt x="0" y="361950"/>
                </a:lnTo>
              </a:path>
            </a:pathLst>
          </a:custGeom>
          <a:noFill xmlns:a="http://schemas.openxmlformats.org/drawingml/2006/main"/>
          <a:ln xmlns:a="http://schemas.openxmlformats.org/drawingml/2006/main" w="11430">
            <a:solidFill>
              <a:srgbClr val="231F20"/>
            </a:solidFill>
          </a:ln>
        </p:spPr>
      </p:sp>
      <p:sp>
        <p:nvSpPr>
          <p:cNvPr id="27" name="circuit-313">
            <a:extLst xmlns:a="http://schemas.openxmlformats.org/drawingml/2006/main">
              <a:ext uri="{FF2B5EF4-FFF2-40B4-BE49-F238E27FC236}">
                <a16:creationId xmlns:a16="http://schemas.microsoft.com/office/drawing/2014/main" id="{5114091F-C61F-4959-AB10-2B47E642C08B}"/>
              </a:ext>
            </a:extLst>
          </p:cNvPr>
          <p:cNvSpPr>
            <a:spLocks xmlns:a="http://schemas.openxmlformats.org/drawingml/2006/main" noGrp="1"/>
          </p:cNvSpPr>
          <p:nvPr/>
        </p:nvSpPr>
        <p:spPr>
          <a:xfrm xmlns:a="http://schemas.openxmlformats.org/drawingml/2006/main">
            <a:off x="1540193" y="3705225"/>
            <a:ext cx="62865" cy="76200"/>
          </a:xfrm>
          <a:custGeom xmlns:a="http://schemas.openxmlformats.org/drawingml/2006/main">
            <a:pathLst>
              <a:path w="62865" h="76200">
                <a:moveTo>
                  <a:pt x="31433" y="76200"/>
                </a:moveTo>
                <a:lnTo>
                  <a:pt x="62865" y="0"/>
                </a:lnTo>
                <a:lnTo>
                  <a:pt x="0" y="0"/>
                </a:lnTo>
                <a:close/>
              </a:path>
            </a:pathLst>
          </a:custGeom>
          <a:solidFill xmlns:a="http://schemas.openxmlformats.org/drawingml/2006/main">
            <a:srgbClr val="231F20"/>
          </a:solidFill>
          <a:ln xmlns:a="http://schemas.openxmlformats.org/drawingml/2006/main" w="9525">
            <a:solidFill>
              <a:srgbClr val="231F20"/>
            </a:solidFill>
          </a:ln>
        </p:spPr>
      </p:sp>
      <p:sp>
        <p:nvSpPr>
          <p:cNvPr id="28" name="block-314">
            <a:extLst xmlns:a="http://schemas.openxmlformats.org/drawingml/2006/main">
              <a:ext uri="{FF2B5EF4-FFF2-40B4-BE49-F238E27FC236}">
                <a16:creationId xmlns:a16="http://schemas.microsoft.com/office/drawing/2014/main" id="{39EB1C03-371D-417E-B643-10A781597697}"/>
              </a:ext>
            </a:extLst>
          </p:cNvPr>
          <p:cNvSpPr>
            <a:spLocks xmlns:a="http://schemas.openxmlformats.org/drawingml/2006/main" noGrp="1"/>
          </p:cNvSpPr>
          <p:nvPr/>
        </p:nvSpPr>
        <p:spPr>
          <a:xfrm xmlns:a="http://schemas.openxmlformats.org/drawingml/2006/main">
            <a:off x="1066800" y="3781425"/>
            <a:ext cx="1238250" cy="112395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29" name="text-315">
            <a:extLst xmlns:a="http://schemas.openxmlformats.org/drawingml/2006/main">
              <a:ext uri="{FF2B5EF4-FFF2-40B4-BE49-F238E27FC236}">
                <a16:creationId xmlns:a16="http://schemas.microsoft.com/office/drawing/2014/main" id="{FAF53A41-ED82-49D0-91A5-AC52F448A3D0}"/>
              </a:ext>
            </a:extLst>
          </p:cNvPr>
          <p:cNvSpPr>
            <a:spLocks xmlns:a="http://schemas.openxmlformats.org/drawingml/2006/main" noGrp="1"/>
          </p:cNvSpPr>
          <p:nvPr/>
        </p:nvSpPr>
        <p:spPr>
          <a:xfrm xmlns:a="http://schemas.openxmlformats.org/drawingml/2006/main">
            <a:off x="1152525" y="4229100"/>
            <a:ext cx="1066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00" b="1">
                <a:solidFill>
                  <a:srgbClr val="231F20"/>
                </a:solidFill>
                <a:latin typeface="Arial"/>
                <a:ea typeface="Arial"/>
                <a:cs typeface="Arial"/>
              </a:defRPr>
            </a:defPPr>
            <a:lvl1pPr algn="ctr">
              <a:defRPr sz="1800" b="1">
                <a:solidFill>
                  <a:srgbClr val="231F20"/>
                </a:solidFill>
                <a:latin typeface="Arial"/>
                <a:ea typeface="Arial"/>
                <a:cs typeface="Arial"/>
              </a:defRPr>
            </a:lvl1pPr>
            <a:lvl2pPr algn="ctr">
              <a:defRPr sz="1800" b="1">
                <a:solidFill>
                  <a:srgbClr val="231F20"/>
                </a:solidFill>
                <a:latin typeface="Arial"/>
                <a:ea typeface="Arial"/>
                <a:cs typeface="Arial"/>
              </a:defRPr>
            </a:lvl2pPr>
            <a:lvl3pPr algn="ctr">
              <a:defRPr sz="1800" b="1">
                <a:solidFill>
                  <a:srgbClr val="231F20"/>
                </a:solidFill>
                <a:latin typeface="Arial"/>
                <a:ea typeface="Arial"/>
                <a:cs typeface="Arial"/>
              </a:defRPr>
            </a:lvl3pPr>
            <a:lvl4pPr algn="ctr">
              <a:defRPr sz="1800" b="1">
                <a:solidFill>
                  <a:srgbClr val="231F20"/>
                </a:solidFill>
                <a:latin typeface="Arial"/>
                <a:ea typeface="Arial"/>
                <a:cs typeface="Arial"/>
              </a:defRPr>
            </a:lvl4pPr>
            <a:lvl5pPr algn="ctr">
              <a:defRPr sz="1800" b="1">
                <a:solidFill>
                  <a:srgbClr val="231F20"/>
                </a:solidFill>
                <a:latin typeface="Arial"/>
                <a:ea typeface="Arial"/>
                <a:cs typeface="Arial"/>
              </a:defRPr>
            </a:lvl5pPr>
            <a:lvl6pPr algn="ctr">
              <a:defRPr sz="1800" b="1">
                <a:solidFill>
                  <a:srgbClr val="231F20"/>
                </a:solidFill>
                <a:latin typeface="Arial"/>
                <a:ea typeface="Arial"/>
                <a:cs typeface="Arial"/>
              </a:defRPr>
            </a:lvl6pPr>
            <a:lvl7pPr algn="ctr">
              <a:defRPr sz="1800" b="1">
                <a:solidFill>
                  <a:srgbClr val="231F20"/>
                </a:solidFill>
                <a:latin typeface="Arial"/>
                <a:ea typeface="Arial"/>
                <a:cs typeface="Arial"/>
              </a:defRPr>
            </a:lvl7pPr>
            <a:lvl8pPr algn="ctr">
              <a:defRPr sz="1800" b="1">
                <a:solidFill>
                  <a:srgbClr val="231F20"/>
                </a:solidFill>
                <a:latin typeface="Arial"/>
                <a:ea typeface="Arial"/>
                <a:cs typeface="Arial"/>
              </a:defRPr>
            </a:lvl8pPr>
            <a:lvl9pPr algn="ctr">
              <a:defRPr sz="1800" b="1">
                <a:solidFill>
                  <a:srgbClr val="231F20"/>
                </a:solidFill>
                <a:latin typeface="Arial"/>
                <a:ea typeface="Arial"/>
                <a:cs typeface="Arial"/>
              </a:defRPr>
            </a:lvl9pPr>
          </a:lstStyle>
          <a:p xmlns:a="http://schemas.openxmlformats.org/drawingml/2006/main">
            <a:pPr algn="ctr">
              <a:defRPr sz="1800" b="1">
                <a:solidFill>
                  <a:srgbClr val="231F20"/>
                </a:solidFill>
                <a:latin typeface="Arial"/>
                <a:ea typeface="Arial"/>
                <a:cs typeface="Arial"/>
              </a:defRPr>
            </a:pPr>
            <a:r>
              <a:rPr sz="1800" b="1">
                <a:solidFill>
                  <a:srgbClr val="231F20"/>
                </a:solidFill>
                <a:latin typeface="Arial"/>
                <a:ea typeface="Arial"/>
                <a:cs typeface="Arial"/>
              </a:rPr>
              <a:t>regfile</a:t>
            </a:r>
          </a:p>
        </p:txBody>
      </p:sp>
      <p:sp>
        <p:nvSpPr>
          <p:cNvPr id="30" name="circuit-316">
            <a:extLst xmlns:a="http://schemas.openxmlformats.org/drawingml/2006/main">
              <a:ext uri="{FF2B5EF4-FFF2-40B4-BE49-F238E27FC236}">
                <a16:creationId xmlns:a16="http://schemas.microsoft.com/office/drawing/2014/main" id="{3ECC3C10-193A-46D1-990E-EB946DF8A76D}"/>
              </a:ext>
            </a:extLst>
          </p:cNvPr>
          <p:cNvSpPr>
            <a:spLocks xmlns:a="http://schemas.openxmlformats.org/drawingml/2006/main" noGrp="1"/>
          </p:cNvSpPr>
          <p:nvPr/>
        </p:nvSpPr>
        <p:spPr>
          <a:xfrm xmlns:a="http://schemas.openxmlformats.org/drawingml/2006/main">
            <a:off x="1581150" y="3781425"/>
            <a:ext cx="171450" cy="95250"/>
          </a:xfrm>
          <a:custGeom xmlns:a="http://schemas.openxmlformats.org/drawingml/2006/main">
            <a:pathLst>
              <a:path w="171450" h="95250">
                <a:moveTo>
                  <a:pt x="0" y="0"/>
                </a:moveTo>
                <a:lnTo>
                  <a:pt x="85725" y="95250"/>
                </a:lnTo>
                <a:lnTo>
                  <a:pt x="171450" y="0"/>
                </a:lnTo>
                <a:close/>
              </a:path>
            </a:pathLst>
          </a:custGeom>
          <a:noFill xmlns:a="http://schemas.openxmlformats.org/drawingml/2006/main"/>
          <a:ln xmlns:a="http://schemas.openxmlformats.org/drawingml/2006/main" w="20955">
            <a:solidFill>
              <a:srgbClr val="231F20"/>
            </a:solidFill>
          </a:ln>
        </p:spPr>
      </p:sp>
      <p:sp>
        <p:nvSpPr>
          <p:cNvPr id="31" name="wire-317">
            <a:extLst xmlns:a="http://schemas.openxmlformats.org/drawingml/2006/main">
              <a:ext uri="{FF2B5EF4-FFF2-40B4-BE49-F238E27FC236}">
                <a16:creationId xmlns:a16="http://schemas.microsoft.com/office/drawing/2014/main" id="{9ADE01C3-C803-4CF1-B0BE-ED41089F3AD8}"/>
              </a:ext>
            </a:extLst>
          </p:cNvPr>
          <p:cNvSpPr>
            <a:spLocks xmlns:a="http://schemas.openxmlformats.org/drawingml/2006/main" noGrp="1"/>
          </p:cNvSpPr>
          <p:nvPr/>
        </p:nvSpPr>
        <p:spPr>
          <a:xfrm xmlns:a="http://schemas.openxmlformats.org/drawingml/2006/main">
            <a:off x="1666875" y="3648075"/>
            <a:ext cx="9525" cy="133350"/>
          </a:xfrm>
          <a:custGeom xmlns:a="http://schemas.openxmlformats.org/drawingml/2006/main">
            <a:pathLst>
              <a:path w="9525" h="133350">
                <a:moveTo>
                  <a:pt x="0" y="0"/>
                </a:moveTo>
                <a:lnTo>
                  <a:pt x="0" y="133350"/>
                </a:lnTo>
              </a:path>
            </a:pathLst>
          </a:custGeom>
          <a:noFill xmlns:a="http://schemas.openxmlformats.org/drawingml/2006/main"/>
          <a:ln xmlns:a="http://schemas.openxmlformats.org/drawingml/2006/main" w="10478">
            <a:solidFill>
              <a:srgbClr val="231F20"/>
            </a:solidFill>
          </a:ln>
        </p:spPr>
      </p:sp>
      <p:sp>
        <p:nvSpPr>
          <p:cNvPr id="32" name="text-318">
            <a:extLst xmlns:a="http://schemas.openxmlformats.org/drawingml/2006/main">
              <a:ext uri="{FF2B5EF4-FFF2-40B4-BE49-F238E27FC236}">
                <a16:creationId xmlns:a16="http://schemas.microsoft.com/office/drawing/2014/main" id="{9F2559A3-C36C-4E15-BAD9-16FB349B5AB7}"/>
              </a:ext>
            </a:extLst>
          </p:cNvPr>
          <p:cNvSpPr>
            <a:spLocks xmlns:a="http://schemas.openxmlformats.org/drawingml/2006/main" noGrp="1"/>
          </p:cNvSpPr>
          <p:nvPr/>
        </p:nvSpPr>
        <p:spPr>
          <a:xfrm xmlns:a="http://schemas.openxmlformats.org/drawingml/2006/main">
            <a:off x="1857375" y="3876675"/>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125" b="0">
                <a:solidFill>
                  <a:srgbClr val="231F20"/>
                </a:solidFill>
                <a:latin typeface="Arial"/>
                <a:ea typeface="Arial"/>
                <a:cs typeface="Arial"/>
              </a:defRPr>
            </a:defPPr>
            <a:lvl1pPr algn="l">
              <a:defRPr sz="1125" b="0">
                <a:solidFill>
                  <a:srgbClr val="231F20"/>
                </a:solidFill>
                <a:latin typeface="Arial"/>
                <a:ea typeface="Arial"/>
                <a:cs typeface="Arial"/>
              </a:defRPr>
            </a:lvl1pPr>
            <a:lvl2pPr algn="l">
              <a:defRPr sz="1125" b="0">
                <a:solidFill>
                  <a:srgbClr val="231F20"/>
                </a:solidFill>
                <a:latin typeface="Arial"/>
                <a:ea typeface="Arial"/>
                <a:cs typeface="Arial"/>
              </a:defRPr>
            </a:lvl2pPr>
            <a:lvl3pPr algn="l">
              <a:defRPr sz="1125" b="0">
                <a:solidFill>
                  <a:srgbClr val="231F20"/>
                </a:solidFill>
                <a:latin typeface="Arial"/>
                <a:ea typeface="Arial"/>
                <a:cs typeface="Arial"/>
              </a:defRPr>
            </a:lvl3pPr>
            <a:lvl4pPr algn="l">
              <a:defRPr sz="1125" b="0">
                <a:solidFill>
                  <a:srgbClr val="231F20"/>
                </a:solidFill>
                <a:latin typeface="Arial"/>
                <a:ea typeface="Arial"/>
                <a:cs typeface="Arial"/>
              </a:defRPr>
            </a:lvl4pPr>
            <a:lvl5pPr algn="l">
              <a:defRPr sz="1125" b="0">
                <a:solidFill>
                  <a:srgbClr val="231F20"/>
                </a:solidFill>
                <a:latin typeface="Arial"/>
                <a:ea typeface="Arial"/>
                <a:cs typeface="Arial"/>
              </a:defRPr>
            </a:lvl5pPr>
            <a:lvl6pPr algn="l">
              <a:defRPr sz="1125" b="0">
                <a:solidFill>
                  <a:srgbClr val="231F20"/>
                </a:solidFill>
                <a:latin typeface="Arial"/>
                <a:ea typeface="Arial"/>
                <a:cs typeface="Arial"/>
              </a:defRPr>
            </a:lvl6pPr>
            <a:lvl7pPr algn="l">
              <a:defRPr sz="1125" b="0">
                <a:solidFill>
                  <a:srgbClr val="231F20"/>
                </a:solidFill>
                <a:latin typeface="Arial"/>
                <a:ea typeface="Arial"/>
                <a:cs typeface="Arial"/>
              </a:defRPr>
            </a:lvl7pPr>
            <a:lvl8pPr algn="l">
              <a:defRPr sz="1125" b="0">
                <a:solidFill>
                  <a:srgbClr val="231F20"/>
                </a:solidFill>
                <a:latin typeface="Arial"/>
                <a:ea typeface="Arial"/>
                <a:cs typeface="Arial"/>
              </a:defRPr>
            </a:lvl8pPr>
            <a:lvl9pPr algn="l">
              <a:defRPr sz="1125" b="0">
                <a:solidFill>
                  <a:srgbClr val="231F20"/>
                </a:solidFill>
                <a:latin typeface="Arial"/>
                <a:ea typeface="Arial"/>
                <a:cs typeface="Arial"/>
              </a:defRPr>
            </a:lvl9pPr>
          </a:lstStyle>
          <a:p xmlns:a="http://schemas.openxmlformats.org/drawingml/2006/main">
            <a:pPr algn="l">
              <a:defRPr sz="1125" b="0">
                <a:solidFill>
                  <a:srgbClr val="231F20"/>
                </a:solidFill>
                <a:latin typeface="Arial"/>
                <a:ea typeface="Arial"/>
                <a:cs typeface="Arial"/>
              </a:defRPr>
            </a:pPr>
            <a:r>
              <a:rPr sz="1125" b="0">
                <a:solidFill>
                  <a:srgbClr val="231F20"/>
                </a:solidFill>
                <a:latin typeface="Arial"/>
                <a:ea typeface="Arial"/>
                <a:cs typeface="Arial"/>
              </a:rPr>
              <a:t>RD1</a:t>
            </a:r>
          </a:p>
        </p:txBody>
      </p:sp>
      <p:sp>
        <p:nvSpPr>
          <p:cNvPr id="33" name="text-319">
            <a:extLst xmlns:a="http://schemas.openxmlformats.org/drawingml/2006/main">
              <a:ext uri="{FF2B5EF4-FFF2-40B4-BE49-F238E27FC236}">
                <a16:creationId xmlns:a16="http://schemas.microsoft.com/office/drawing/2014/main" id="{5F88060C-595E-4C08-8E83-BEE2551D960F}"/>
              </a:ext>
            </a:extLst>
          </p:cNvPr>
          <p:cNvSpPr>
            <a:spLocks xmlns:a="http://schemas.openxmlformats.org/drawingml/2006/main" noGrp="1"/>
          </p:cNvSpPr>
          <p:nvPr/>
        </p:nvSpPr>
        <p:spPr>
          <a:xfrm xmlns:a="http://schemas.openxmlformats.org/drawingml/2006/main">
            <a:off x="1857375" y="459105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125" b="0">
                <a:solidFill>
                  <a:srgbClr val="231F20"/>
                </a:solidFill>
                <a:latin typeface="Arial"/>
                <a:ea typeface="Arial"/>
                <a:cs typeface="Arial"/>
              </a:defRPr>
            </a:defPPr>
            <a:lvl1pPr algn="l">
              <a:defRPr sz="1125" b="0">
                <a:solidFill>
                  <a:srgbClr val="231F20"/>
                </a:solidFill>
                <a:latin typeface="Arial"/>
                <a:ea typeface="Arial"/>
                <a:cs typeface="Arial"/>
              </a:defRPr>
            </a:lvl1pPr>
            <a:lvl2pPr algn="l">
              <a:defRPr sz="1125" b="0">
                <a:solidFill>
                  <a:srgbClr val="231F20"/>
                </a:solidFill>
                <a:latin typeface="Arial"/>
                <a:ea typeface="Arial"/>
                <a:cs typeface="Arial"/>
              </a:defRPr>
            </a:lvl2pPr>
            <a:lvl3pPr algn="l">
              <a:defRPr sz="1125" b="0">
                <a:solidFill>
                  <a:srgbClr val="231F20"/>
                </a:solidFill>
                <a:latin typeface="Arial"/>
                <a:ea typeface="Arial"/>
                <a:cs typeface="Arial"/>
              </a:defRPr>
            </a:lvl3pPr>
            <a:lvl4pPr algn="l">
              <a:defRPr sz="1125" b="0">
                <a:solidFill>
                  <a:srgbClr val="231F20"/>
                </a:solidFill>
                <a:latin typeface="Arial"/>
                <a:ea typeface="Arial"/>
                <a:cs typeface="Arial"/>
              </a:defRPr>
            </a:lvl4pPr>
            <a:lvl5pPr algn="l">
              <a:defRPr sz="1125" b="0">
                <a:solidFill>
                  <a:srgbClr val="231F20"/>
                </a:solidFill>
                <a:latin typeface="Arial"/>
                <a:ea typeface="Arial"/>
                <a:cs typeface="Arial"/>
              </a:defRPr>
            </a:lvl5pPr>
            <a:lvl6pPr algn="l">
              <a:defRPr sz="1125" b="0">
                <a:solidFill>
                  <a:srgbClr val="231F20"/>
                </a:solidFill>
                <a:latin typeface="Arial"/>
                <a:ea typeface="Arial"/>
                <a:cs typeface="Arial"/>
              </a:defRPr>
            </a:lvl6pPr>
            <a:lvl7pPr algn="l">
              <a:defRPr sz="1125" b="0">
                <a:solidFill>
                  <a:srgbClr val="231F20"/>
                </a:solidFill>
                <a:latin typeface="Arial"/>
                <a:ea typeface="Arial"/>
                <a:cs typeface="Arial"/>
              </a:defRPr>
            </a:lvl7pPr>
            <a:lvl8pPr algn="l">
              <a:defRPr sz="1125" b="0">
                <a:solidFill>
                  <a:srgbClr val="231F20"/>
                </a:solidFill>
                <a:latin typeface="Arial"/>
                <a:ea typeface="Arial"/>
                <a:cs typeface="Arial"/>
              </a:defRPr>
            </a:lvl8pPr>
            <a:lvl9pPr algn="l">
              <a:defRPr sz="1125" b="0">
                <a:solidFill>
                  <a:srgbClr val="231F20"/>
                </a:solidFill>
                <a:latin typeface="Arial"/>
                <a:ea typeface="Arial"/>
                <a:cs typeface="Arial"/>
              </a:defRPr>
            </a:lvl9pPr>
          </a:lstStyle>
          <a:p xmlns:a="http://schemas.openxmlformats.org/drawingml/2006/main">
            <a:pPr algn="l">
              <a:defRPr sz="1125" b="0">
                <a:solidFill>
                  <a:srgbClr val="231F20"/>
                </a:solidFill>
                <a:latin typeface="Arial"/>
                <a:ea typeface="Arial"/>
                <a:cs typeface="Arial"/>
              </a:defRPr>
            </a:pPr>
            <a:r>
              <a:rPr sz="1125" b="0">
                <a:solidFill>
                  <a:srgbClr val="231F20"/>
                </a:solidFill>
                <a:latin typeface="Arial"/>
                <a:ea typeface="Arial"/>
                <a:cs typeface="Arial"/>
              </a:rPr>
              <a:t>RD2</a:t>
            </a:r>
          </a:p>
        </p:txBody>
      </p:sp>
      <p:sp>
        <p:nvSpPr>
          <p:cNvPr id="34" name="circuit-320">
            <a:extLst xmlns:a="http://schemas.openxmlformats.org/drawingml/2006/main">
              <a:ext uri="{FF2B5EF4-FFF2-40B4-BE49-F238E27FC236}">
                <a16:creationId xmlns:a16="http://schemas.microsoft.com/office/drawing/2014/main" id="{E703EB5D-02A6-4596-BA24-93A83FD43499}"/>
              </a:ext>
            </a:extLst>
          </p:cNvPr>
          <p:cNvSpPr>
            <a:spLocks xmlns:a="http://schemas.openxmlformats.org/drawingml/2006/main" noGrp="1"/>
          </p:cNvSpPr>
          <p:nvPr/>
        </p:nvSpPr>
        <p:spPr>
          <a:xfrm xmlns:a="http://schemas.openxmlformats.org/drawingml/2006/main">
            <a:off x="3114675" y="3752850"/>
            <a:ext cx="666750" cy="819150"/>
          </a:xfrm>
          <a:custGeom xmlns:a="http://schemas.openxmlformats.org/drawingml/2006/main">
            <a:pathLst>
              <a:path w="666750" h="819150">
                <a:moveTo>
                  <a:pt x="0" y="0"/>
                </a:moveTo>
                <a:lnTo>
                  <a:pt x="666750" y="171450"/>
                </a:lnTo>
                <a:lnTo>
                  <a:pt x="666750" y="647700"/>
                </a:lnTo>
                <a:lnTo>
                  <a:pt x="0" y="819150"/>
                </a:lnTo>
                <a:lnTo>
                  <a:pt x="0" y="533400"/>
                </a:lnTo>
                <a:lnTo>
                  <a:pt x="161925" y="400050"/>
                </a:lnTo>
                <a:lnTo>
                  <a:pt x="0" y="257175"/>
                </a:lnTo>
                <a:close/>
              </a:path>
            </a:pathLst>
          </a:custGeom>
          <a:solidFill xmlns:a="http://schemas.openxmlformats.org/drawingml/2006/main">
            <a:srgbClr val="FFFFFF"/>
          </a:solidFill>
          <a:ln xmlns:a="http://schemas.openxmlformats.org/drawingml/2006/main" w="20955">
            <a:solidFill>
              <a:srgbClr val="231F20"/>
            </a:solidFill>
          </a:ln>
        </p:spPr>
      </p:sp>
      <p:sp>
        <p:nvSpPr>
          <p:cNvPr id="35" name="text-321">
            <a:extLst xmlns:a="http://schemas.openxmlformats.org/drawingml/2006/main">
              <a:ext uri="{FF2B5EF4-FFF2-40B4-BE49-F238E27FC236}">
                <a16:creationId xmlns:a16="http://schemas.microsoft.com/office/drawing/2014/main" id="{AC2CB23B-2381-4524-8BA0-B9592C71B079}"/>
              </a:ext>
            </a:extLst>
          </p:cNvPr>
          <p:cNvSpPr>
            <a:spLocks xmlns:a="http://schemas.openxmlformats.org/drawingml/2006/main" noGrp="1"/>
          </p:cNvSpPr>
          <p:nvPr/>
        </p:nvSpPr>
        <p:spPr>
          <a:xfrm xmlns:a="http://schemas.openxmlformats.org/drawingml/2006/main">
            <a:off x="3276600" y="4019550"/>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1">
                <a:solidFill>
                  <a:srgbClr val="231F20"/>
                </a:solidFill>
                <a:latin typeface="Arial"/>
                <a:ea typeface="Arial"/>
                <a:cs typeface="Arial"/>
              </a:defRPr>
            </a:defPPr>
            <a:lvl1pPr algn="ctr">
              <a:defRPr sz="1725" b="1">
                <a:solidFill>
                  <a:srgbClr val="231F20"/>
                </a:solidFill>
                <a:latin typeface="Arial"/>
                <a:ea typeface="Arial"/>
                <a:cs typeface="Arial"/>
              </a:defRPr>
            </a:lvl1pPr>
            <a:lvl2pPr algn="ctr">
              <a:defRPr sz="1725" b="1">
                <a:solidFill>
                  <a:srgbClr val="231F20"/>
                </a:solidFill>
                <a:latin typeface="Arial"/>
                <a:ea typeface="Arial"/>
                <a:cs typeface="Arial"/>
              </a:defRPr>
            </a:lvl2pPr>
            <a:lvl3pPr algn="ctr">
              <a:defRPr sz="1725" b="1">
                <a:solidFill>
                  <a:srgbClr val="231F20"/>
                </a:solidFill>
                <a:latin typeface="Arial"/>
                <a:ea typeface="Arial"/>
                <a:cs typeface="Arial"/>
              </a:defRPr>
            </a:lvl3pPr>
            <a:lvl4pPr algn="ctr">
              <a:defRPr sz="1725" b="1">
                <a:solidFill>
                  <a:srgbClr val="231F20"/>
                </a:solidFill>
                <a:latin typeface="Arial"/>
                <a:ea typeface="Arial"/>
                <a:cs typeface="Arial"/>
              </a:defRPr>
            </a:lvl4pPr>
            <a:lvl5pPr algn="ctr">
              <a:defRPr sz="1725" b="1">
                <a:solidFill>
                  <a:srgbClr val="231F20"/>
                </a:solidFill>
                <a:latin typeface="Arial"/>
                <a:ea typeface="Arial"/>
                <a:cs typeface="Arial"/>
              </a:defRPr>
            </a:lvl5pPr>
            <a:lvl6pPr algn="ctr">
              <a:defRPr sz="1725" b="1">
                <a:solidFill>
                  <a:srgbClr val="231F20"/>
                </a:solidFill>
                <a:latin typeface="Arial"/>
                <a:ea typeface="Arial"/>
                <a:cs typeface="Arial"/>
              </a:defRPr>
            </a:lvl6pPr>
            <a:lvl7pPr algn="ctr">
              <a:defRPr sz="1725" b="1">
                <a:solidFill>
                  <a:srgbClr val="231F20"/>
                </a:solidFill>
                <a:latin typeface="Arial"/>
                <a:ea typeface="Arial"/>
                <a:cs typeface="Arial"/>
              </a:defRPr>
            </a:lvl7pPr>
            <a:lvl8pPr algn="ctr">
              <a:defRPr sz="1725" b="1">
                <a:solidFill>
                  <a:srgbClr val="231F20"/>
                </a:solidFill>
                <a:latin typeface="Arial"/>
                <a:ea typeface="Arial"/>
                <a:cs typeface="Arial"/>
              </a:defRPr>
            </a:lvl8pPr>
            <a:lvl9pPr algn="ctr">
              <a:defRPr sz="1725" b="1">
                <a:solidFill>
                  <a:srgbClr val="231F20"/>
                </a:solidFill>
                <a:latin typeface="Arial"/>
                <a:ea typeface="Arial"/>
                <a:cs typeface="Arial"/>
              </a:defRPr>
            </a:lvl9pPr>
          </a:lstStyle>
          <a:p xmlns:a="http://schemas.openxmlformats.org/drawingml/2006/main">
            <a:pPr algn="ctr">
              <a:defRPr sz="1725" b="1">
                <a:solidFill>
                  <a:srgbClr val="231F20"/>
                </a:solidFill>
                <a:latin typeface="Arial"/>
                <a:ea typeface="Arial"/>
                <a:cs typeface="Arial"/>
              </a:defRPr>
            </a:pPr>
            <a:r>
              <a:rPr sz="1725" b="1">
                <a:solidFill>
                  <a:srgbClr val="231F20"/>
                </a:solidFill>
                <a:latin typeface="Arial"/>
                <a:ea typeface="Arial"/>
                <a:cs typeface="Arial"/>
              </a:rPr>
              <a:t>ALU</a:t>
            </a:r>
          </a:p>
        </p:txBody>
      </p:sp>
      <p:sp>
        <p:nvSpPr>
          <p:cNvPr id="36" name="wire-322">
            <a:extLst xmlns:a="http://schemas.openxmlformats.org/drawingml/2006/main">
              <a:ext uri="{FF2B5EF4-FFF2-40B4-BE49-F238E27FC236}">
                <a16:creationId xmlns:a16="http://schemas.microsoft.com/office/drawing/2014/main" id="{2FF6E0AD-49CA-4984-8B5B-7180E32BFB7E}"/>
              </a:ext>
            </a:extLst>
          </p:cNvPr>
          <p:cNvSpPr>
            <a:spLocks xmlns:a="http://schemas.openxmlformats.org/drawingml/2006/main" noGrp="1"/>
          </p:cNvSpPr>
          <p:nvPr/>
        </p:nvSpPr>
        <p:spPr>
          <a:xfrm xmlns:a="http://schemas.openxmlformats.org/drawingml/2006/main">
            <a:off x="2305050" y="4000500"/>
            <a:ext cx="809625" cy="9525"/>
          </a:xfrm>
          <a:custGeom xmlns:a="http://schemas.openxmlformats.org/drawingml/2006/main">
            <a:pathLst>
              <a:path w="809625" h="9525">
                <a:moveTo>
                  <a:pt x="0" y="0"/>
                </a:moveTo>
                <a:lnTo>
                  <a:pt x="809625" y="0"/>
                </a:lnTo>
              </a:path>
            </a:pathLst>
          </a:custGeom>
          <a:noFill xmlns:a="http://schemas.openxmlformats.org/drawingml/2006/main"/>
          <a:ln xmlns:a="http://schemas.openxmlformats.org/drawingml/2006/main" w="28575">
            <a:solidFill>
              <a:srgbClr val="231F20"/>
            </a:solidFill>
          </a:ln>
        </p:spPr>
      </p:sp>
      <p:sp>
        <p:nvSpPr>
          <p:cNvPr id="37" name="circuit-323">
            <a:extLst xmlns:a="http://schemas.openxmlformats.org/drawingml/2006/main">
              <a:ext uri="{FF2B5EF4-FFF2-40B4-BE49-F238E27FC236}">
                <a16:creationId xmlns:a16="http://schemas.microsoft.com/office/drawing/2014/main" id="{E8FFEA01-7ADF-4944-85A6-CFD913414B0F}"/>
              </a:ext>
            </a:extLst>
          </p:cNvPr>
          <p:cNvSpPr>
            <a:spLocks xmlns:a="http://schemas.openxmlformats.org/drawingml/2006/main" noGrp="1"/>
          </p:cNvSpPr>
          <p:nvPr/>
        </p:nvSpPr>
        <p:spPr>
          <a:xfrm xmlns:a="http://schemas.openxmlformats.org/drawingml/2006/main">
            <a:off x="3038475" y="39690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38" name="text-324">
            <a:extLst xmlns:a="http://schemas.openxmlformats.org/drawingml/2006/main">
              <a:ext uri="{FF2B5EF4-FFF2-40B4-BE49-F238E27FC236}">
                <a16:creationId xmlns:a16="http://schemas.microsoft.com/office/drawing/2014/main" id="{32D30DD0-E2C1-438B-9FC1-22590BD664C7}"/>
              </a:ext>
            </a:extLst>
          </p:cNvPr>
          <p:cNvSpPr>
            <a:spLocks xmlns:a="http://schemas.openxmlformats.org/drawingml/2006/main" noGrp="1"/>
          </p:cNvSpPr>
          <p:nvPr/>
        </p:nvSpPr>
        <p:spPr>
          <a:xfrm xmlns:a="http://schemas.openxmlformats.org/drawingml/2006/main">
            <a:off x="2333625" y="3638550"/>
            <a:ext cx="7810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00" b="0">
                <a:solidFill>
                  <a:srgbClr val="231F20"/>
                </a:solidFill>
                <a:latin typeface="Yu Gothic"/>
                <a:ea typeface="Yu Gothic"/>
                <a:cs typeface="Yu Gothic"/>
              </a:defRPr>
            </a:defPPr>
            <a:lvl1pPr algn="ctr">
              <a:defRPr sz="1500" b="0">
                <a:solidFill>
                  <a:srgbClr val="231F20"/>
                </a:solidFill>
                <a:latin typeface="Yu Gothic"/>
                <a:ea typeface="Yu Gothic"/>
                <a:cs typeface="Yu Gothic"/>
              </a:defRPr>
            </a:lvl1pPr>
            <a:lvl2pPr algn="ctr">
              <a:defRPr sz="1500" b="0">
                <a:solidFill>
                  <a:srgbClr val="231F20"/>
                </a:solidFill>
                <a:latin typeface="Yu Gothic"/>
                <a:ea typeface="Yu Gothic"/>
                <a:cs typeface="Yu Gothic"/>
              </a:defRPr>
            </a:lvl2pPr>
            <a:lvl3pPr algn="ctr">
              <a:defRPr sz="1500" b="0">
                <a:solidFill>
                  <a:srgbClr val="231F20"/>
                </a:solidFill>
                <a:latin typeface="Yu Gothic"/>
                <a:ea typeface="Yu Gothic"/>
                <a:cs typeface="Yu Gothic"/>
              </a:defRPr>
            </a:lvl3pPr>
            <a:lvl4pPr algn="ctr">
              <a:defRPr sz="1500" b="0">
                <a:solidFill>
                  <a:srgbClr val="231F20"/>
                </a:solidFill>
                <a:latin typeface="Yu Gothic"/>
                <a:ea typeface="Yu Gothic"/>
                <a:cs typeface="Yu Gothic"/>
              </a:defRPr>
            </a:lvl4pPr>
            <a:lvl5pPr algn="ctr">
              <a:defRPr sz="1500" b="0">
                <a:solidFill>
                  <a:srgbClr val="231F20"/>
                </a:solidFill>
                <a:latin typeface="Yu Gothic"/>
                <a:ea typeface="Yu Gothic"/>
                <a:cs typeface="Yu Gothic"/>
              </a:defRPr>
            </a:lvl5pPr>
            <a:lvl6pPr algn="ctr">
              <a:defRPr sz="1500" b="0">
                <a:solidFill>
                  <a:srgbClr val="231F20"/>
                </a:solidFill>
                <a:latin typeface="Yu Gothic"/>
                <a:ea typeface="Yu Gothic"/>
                <a:cs typeface="Yu Gothic"/>
              </a:defRPr>
            </a:lvl6pPr>
            <a:lvl7pPr algn="ctr">
              <a:defRPr sz="1500" b="0">
                <a:solidFill>
                  <a:srgbClr val="231F20"/>
                </a:solidFill>
                <a:latin typeface="Yu Gothic"/>
                <a:ea typeface="Yu Gothic"/>
                <a:cs typeface="Yu Gothic"/>
              </a:defRPr>
            </a:lvl7pPr>
            <a:lvl8pPr algn="ctr">
              <a:defRPr sz="1500" b="0">
                <a:solidFill>
                  <a:srgbClr val="231F20"/>
                </a:solidFill>
                <a:latin typeface="Yu Gothic"/>
                <a:ea typeface="Yu Gothic"/>
                <a:cs typeface="Yu Gothic"/>
              </a:defRPr>
            </a:lvl8pPr>
            <a:lvl9pPr algn="ctr">
              <a:defRPr sz="1500" b="0">
                <a:solidFill>
                  <a:srgbClr val="231F20"/>
                </a:solidFill>
                <a:latin typeface="Yu Gothic"/>
                <a:ea typeface="Yu Gothic"/>
                <a:cs typeface="Yu Gothic"/>
              </a:defRPr>
            </a:lvl9pPr>
          </a:lstStyle>
          <a:p xmlns:a="http://schemas.openxmlformats.org/drawingml/2006/main">
            <a:pPr algn="ctr">
              <a:defRPr sz="1500" b="0">
                <a:solidFill>
                  <a:srgbClr val="231F20"/>
                </a:solidFill>
                <a:latin typeface="Yu Gothic"/>
                <a:ea typeface="Yu Gothic"/>
                <a:cs typeface="Yu Gothic"/>
              </a:defRPr>
            </a:pPr>
            <a:r>
              <a:rPr sz="1500" b="0">
                <a:solidFill>
                  <a:srgbClr val="231F20"/>
                </a:solidFill>
                <a:latin typeface="Yu Gothic"/>
                <a:ea typeface="Yu Gothic"/>
                <a:cs typeface="Yu Gothic"/>
              </a:rPr>
              <a:t>基準番地</a:t>
            </a:r>
          </a:p>
        </p:txBody>
      </p:sp>
      <p:sp>
        <p:nvSpPr>
          <p:cNvPr id="39" name="circuit-325">
            <a:extLst xmlns:a="http://schemas.openxmlformats.org/drawingml/2006/main">
              <a:ext uri="{FF2B5EF4-FFF2-40B4-BE49-F238E27FC236}">
                <a16:creationId xmlns:a16="http://schemas.microsoft.com/office/drawing/2014/main" id="{C427986D-03FD-4656-BE1D-3A708BAC99C9}"/>
              </a:ext>
            </a:extLst>
          </p:cNvPr>
          <p:cNvSpPr>
            <a:spLocks xmlns:a="http://schemas.openxmlformats.org/drawingml/2006/main" noGrp="1"/>
          </p:cNvSpPr>
          <p:nvPr/>
        </p:nvSpPr>
        <p:spPr>
          <a:xfrm xmlns:a="http://schemas.openxmlformats.org/drawingml/2006/main">
            <a:off x="2771775" y="4857750"/>
            <a:ext cx="885825" cy="352425"/>
          </a:xfrm>
          <a:custGeom xmlns:a="http://schemas.openxmlformats.org/drawingml/2006/main">
            <a:pathLst>
              <a:path w="885825" h="352425">
                <a:moveTo>
                  <a:pt x="0" y="161925"/>
                </a:moveTo>
                <a:lnTo>
                  <a:pt x="885825" y="0"/>
                </a:lnTo>
                <a:lnTo>
                  <a:pt x="885825" y="352425"/>
                </a:lnTo>
                <a:lnTo>
                  <a:pt x="0" y="352425"/>
                </a:lnTo>
                <a:close/>
              </a:path>
            </a:pathLst>
          </a:custGeom>
          <a:solidFill xmlns:a="http://schemas.openxmlformats.org/drawingml/2006/main">
            <a:srgbClr val="FFFFFF"/>
          </a:solidFill>
          <a:ln xmlns:a="http://schemas.openxmlformats.org/drawingml/2006/main" w="20955">
            <a:solidFill>
              <a:srgbClr val="231F20"/>
            </a:solidFill>
          </a:ln>
        </p:spPr>
      </p:sp>
      <p:sp>
        <p:nvSpPr>
          <p:cNvPr id="40" name="text-326">
            <a:extLst xmlns:a="http://schemas.openxmlformats.org/drawingml/2006/main">
              <a:ext uri="{FF2B5EF4-FFF2-40B4-BE49-F238E27FC236}">
                <a16:creationId xmlns:a16="http://schemas.microsoft.com/office/drawing/2014/main" id="{BF0B0DBD-9D80-4C7F-8BDE-5D6319901F44}"/>
              </a:ext>
            </a:extLst>
          </p:cNvPr>
          <p:cNvSpPr>
            <a:spLocks xmlns:a="http://schemas.openxmlformats.org/drawingml/2006/main" noGrp="1"/>
          </p:cNvSpPr>
          <p:nvPr/>
        </p:nvSpPr>
        <p:spPr>
          <a:xfrm xmlns:a="http://schemas.openxmlformats.org/drawingml/2006/main">
            <a:off x="2857500" y="4953000"/>
            <a:ext cx="7429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350" b="1">
                <a:solidFill>
                  <a:srgbClr val="231F20"/>
                </a:solidFill>
                <a:latin typeface="Arial"/>
                <a:ea typeface="Arial"/>
                <a:cs typeface="Arial"/>
              </a:defRPr>
            </a:defPPr>
            <a:lvl1pPr algn="ctr">
              <a:defRPr sz="1350" b="1">
                <a:solidFill>
                  <a:srgbClr val="231F20"/>
                </a:solidFill>
                <a:latin typeface="Arial"/>
                <a:ea typeface="Arial"/>
                <a:cs typeface="Arial"/>
              </a:defRPr>
            </a:lvl1pPr>
            <a:lvl2pPr algn="ctr">
              <a:defRPr sz="1350" b="1">
                <a:solidFill>
                  <a:srgbClr val="231F20"/>
                </a:solidFill>
                <a:latin typeface="Arial"/>
                <a:ea typeface="Arial"/>
                <a:cs typeface="Arial"/>
              </a:defRPr>
            </a:lvl2pPr>
            <a:lvl3pPr algn="ctr">
              <a:defRPr sz="1350" b="1">
                <a:solidFill>
                  <a:srgbClr val="231F20"/>
                </a:solidFill>
                <a:latin typeface="Arial"/>
                <a:ea typeface="Arial"/>
                <a:cs typeface="Arial"/>
              </a:defRPr>
            </a:lvl3pPr>
            <a:lvl4pPr algn="ctr">
              <a:defRPr sz="1350" b="1">
                <a:solidFill>
                  <a:srgbClr val="231F20"/>
                </a:solidFill>
                <a:latin typeface="Arial"/>
                <a:ea typeface="Arial"/>
                <a:cs typeface="Arial"/>
              </a:defRPr>
            </a:lvl4pPr>
            <a:lvl5pPr algn="ctr">
              <a:defRPr sz="1350" b="1">
                <a:solidFill>
                  <a:srgbClr val="231F20"/>
                </a:solidFill>
                <a:latin typeface="Arial"/>
                <a:ea typeface="Arial"/>
                <a:cs typeface="Arial"/>
              </a:defRPr>
            </a:lvl5pPr>
            <a:lvl6pPr algn="ctr">
              <a:defRPr sz="1350" b="1">
                <a:solidFill>
                  <a:srgbClr val="231F20"/>
                </a:solidFill>
                <a:latin typeface="Arial"/>
                <a:ea typeface="Arial"/>
                <a:cs typeface="Arial"/>
              </a:defRPr>
            </a:lvl6pPr>
            <a:lvl7pPr algn="ctr">
              <a:defRPr sz="1350" b="1">
                <a:solidFill>
                  <a:srgbClr val="231F20"/>
                </a:solidFill>
                <a:latin typeface="Arial"/>
                <a:ea typeface="Arial"/>
                <a:cs typeface="Arial"/>
              </a:defRPr>
            </a:lvl7pPr>
            <a:lvl8pPr algn="ctr">
              <a:defRPr sz="1350" b="1">
                <a:solidFill>
                  <a:srgbClr val="231F20"/>
                </a:solidFill>
                <a:latin typeface="Arial"/>
                <a:ea typeface="Arial"/>
                <a:cs typeface="Arial"/>
              </a:defRPr>
            </a:lvl8pPr>
            <a:lvl9pPr algn="ctr">
              <a:defRPr sz="1350" b="1">
                <a:solidFill>
                  <a:srgbClr val="231F20"/>
                </a:solidFill>
                <a:latin typeface="Arial"/>
                <a:ea typeface="Arial"/>
                <a:cs typeface="Arial"/>
              </a:defRPr>
            </a:lvl9pPr>
          </a:lstStyle>
          <a:p xmlns:a="http://schemas.openxmlformats.org/drawingml/2006/main">
            <a:pPr algn="ctr">
              <a:defRPr sz="1350" b="1">
                <a:solidFill>
                  <a:srgbClr val="231F20"/>
                </a:solidFill>
                <a:latin typeface="Arial"/>
                <a:ea typeface="Arial"/>
                <a:cs typeface="Arial"/>
              </a:defRPr>
            </a:pPr>
            <a:r>
              <a:rPr sz="1350" b="1">
                <a:solidFill>
                  <a:srgbClr val="231F20"/>
                </a:solidFill>
                <a:latin typeface="Arial"/>
                <a:ea typeface="Arial"/>
                <a:cs typeface="Arial"/>
              </a:rPr>
              <a:t>extend</a:t>
            </a:r>
          </a:p>
        </p:txBody>
      </p:sp>
      <p:sp>
        <p:nvSpPr>
          <p:cNvPr id="41" name="wire-327">
            <a:extLst xmlns:a="http://schemas.openxmlformats.org/drawingml/2006/main">
              <a:ext uri="{FF2B5EF4-FFF2-40B4-BE49-F238E27FC236}">
                <a16:creationId xmlns:a16="http://schemas.microsoft.com/office/drawing/2014/main" id="{CB176059-9C8F-4DB1-8A8D-F593602E4394}"/>
              </a:ext>
            </a:extLst>
          </p:cNvPr>
          <p:cNvSpPr>
            <a:spLocks xmlns:a="http://schemas.openxmlformats.org/drawingml/2006/main" noGrp="1"/>
          </p:cNvSpPr>
          <p:nvPr/>
        </p:nvSpPr>
        <p:spPr>
          <a:xfrm xmlns:a="http://schemas.openxmlformats.org/drawingml/2006/main">
            <a:off x="3657600" y="5038725"/>
            <a:ext cx="200025" cy="9525"/>
          </a:xfrm>
          <a:custGeom xmlns:a="http://schemas.openxmlformats.org/drawingml/2006/main">
            <a:pathLst>
              <a:path w="200025" h="9525">
                <a:moveTo>
                  <a:pt x="0" y="0"/>
                </a:moveTo>
                <a:lnTo>
                  <a:pt x="200025" y="0"/>
                </a:lnTo>
              </a:path>
            </a:pathLst>
          </a:custGeom>
          <a:noFill xmlns:a="http://schemas.openxmlformats.org/drawingml/2006/main"/>
          <a:ln xmlns:a="http://schemas.openxmlformats.org/drawingml/2006/main" w="24765">
            <a:solidFill>
              <a:srgbClr val="231F20"/>
            </a:solidFill>
          </a:ln>
        </p:spPr>
      </p:sp>
      <p:sp>
        <p:nvSpPr>
          <p:cNvPr id="42" name="wire-328">
            <a:extLst xmlns:a="http://schemas.openxmlformats.org/drawingml/2006/main">
              <a:ext uri="{FF2B5EF4-FFF2-40B4-BE49-F238E27FC236}">
                <a16:creationId xmlns:a16="http://schemas.microsoft.com/office/drawing/2014/main" id="{5DCAC6DE-519B-42E7-9249-8EA1EB74E1A4}"/>
              </a:ext>
            </a:extLst>
          </p:cNvPr>
          <p:cNvSpPr>
            <a:spLocks xmlns:a="http://schemas.openxmlformats.org/drawingml/2006/main" noGrp="1"/>
          </p:cNvSpPr>
          <p:nvPr/>
        </p:nvSpPr>
        <p:spPr>
          <a:xfrm xmlns:a="http://schemas.openxmlformats.org/drawingml/2006/main">
            <a:off x="3857625" y="4676775"/>
            <a:ext cx="9525" cy="361950"/>
          </a:xfrm>
          <a:custGeom xmlns:a="http://schemas.openxmlformats.org/drawingml/2006/main">
            <a:pathLst>
              <a:path w="9525" h="361950">
                <a:moveTo>
                  <a:pt x="0" y="361950"/>
                </a:moveTo>
                <a:lnTo>
                  <a:pt x="0" y="0"/>
                </a:lnTo>
              </a:path>
            </a:pathLst>
          </a:custGeom>
          <a:noFill xmlns:a="http://schemas.openxmlformats.org/drawingml/2006/main"/>
          <a:ln xmlns:a="http://schemas.openxmlformats.org/drawingml/2006/main" w="24765">
            <a:solidFill>
              <a:srgbClr val="231F20"/>
            </a:solidFill>
          </a:ln>
        </p:spPr>
      </p:sp>
      <p:sp>
        <p:nvSpPr>
          <p:cNvPr id="43" name="wire-329">
            <a:extLst xmlns:a="http://schemas.openxmlformats.org/drawingml/2006/main">
              <a:ext uri="{FF2B5EF4-FFF2-40B4-BE49-F238E27FC236}">
                <a16:creationId xmlns:a16="http://schemas.microsoft.com/office/drawing/2014/main" id="{17D47C73-C46F-451B-A283-4FEF8CADE739}"/>
              </a:ext>
            </a:extLst>
          </p:cNvPr>
          <p:cNvSpPr>
            <a:spLocks xmlns:a="http://schemas.openxmlformats.org/drawingml/2006/main" noGrp="1"/>
          </p:cNvSpPr>
          <p:nvPr/>
        </p:nvSpPr>
        <p:spPr>
          <a:xfrm xmlns:a="http://schemas.openxmlformats.org/drawingml/2006/main">
            <a:off x="2914650" y="4676775"/>
            <a:ext cx="942975" cy="9525"/>
          </a:xfrm>
          <a:custGeom xmlns:a="http://schemas.openxmlformats.org/drawingml/2006/main">
            <a:pathLst>
              <a:path w="942975" h="9525">
                <a:moveTo>
                  <a:pt x="942975" y="0"/>
                </a:moveTo>
                <a:lnTo>
                  <a:pt x="0" y="0"/>
                </a:lnTo>
              </a:path>
            </a:pathLst>
          </a:custGeom>
          <a:noFill xmlns:a="http://schemas.openxmlformats.org/drawingml/2006/main"/>
          <a:ln xmlns:a="http://schemas.openxmlformats.org/drawingml/2006/main" w="24765">
            <a:solidFill>
              <a:srgbClr val="231F20"/>
            </a:solidFill>
          </a:ln>
        </p:spPr>
      </p:sp>
      <p:sp>
        <p:nvSpPr>
          <p:cNvPr id="44" name="wire-330">
            <a:extLst xmlns:a="http://schemas.openxmlformats.org/drawingml/2006/main">
              <a:ext uri="{FF2B5EF4-FFF2-40B4-BE49-F238E27FC236}">
                <a16:creationId xmlns:a16="http://schemas.microsoft.com/office/drawing/2014/main" id="{4C12B2F9-0BB6-40E5-B097-588FFAD0CEC0}"/>
              </a:ext>
            </a:extLst>
          </p:cNvPr>
          <p:cNvSpPr>
            <a:spLocks xmlns:a="http://schemas.openxmlformats.org/drawingml/2006/main" noGrp="1"/>
          </p:cNvSpPr>
          <p:nvPr/>
        </p:nvSpPr>
        <p:spPr>
          <a:xfrm xmlns:a="http://schemas.openxmlformats.org/drawingml/2006/main">
            <a:off x="2914650" y="4410075"/>
            <a:ext cx="9525" cy="266700"/>
          </a:xfrm>
          <a:custGeom xmlns:a="http://schemas.openxmlformats.org/drawingml/2006/main">
            <a:pathLst>
              <a:path w="9525" h="266700">
                <a:moveTo>
                  <a:pt x="0" y="266700"/>
                </a:moveTo>
                <a:lnTo>
                  <a:pt x="0" y="0"/>
                </a:lnTo>
              </a:path>
            </a:pathLst>
          </a:custGeom>
          <a:noFill xmlns:a="http://schemas.openxmlformats.org/drawingml/2006/main"/>
          <a:ln xmlns:a="http://schemas.openxmlformats.org/drawingml/2006/main" w="24765">
            <a:solidFill>
              <a:srgbClr val="231F20"/>
            </a:solidFill>
          </a:ln>
        </p:spPr>
      </p:sp>
      <p:sp>
        <p:nvSpPr>
          <p:cNvPr id="45" name="wire-331">
            <a:extLst xmlns:a="http://schemas.openxmlformats.org/drawingml/2006/main">
              <a:ext uri="{FF2B5EF4-FFF2-40B4-BE49-F238E27FC236}">
                <a16:creationId xmlns:a16="http://schemas.microsoft.com/office/drawing/2014/main" id="{5FE44199-486A-4F49-A9E7-A8551CB0474D}"/>
              </a:ext>
            </a:extLst>
          </p:cNvPr>
          <p:cNvSpPr>
            <a:spLocks xmlns:a="http://schemas.openxmlformats.org/drawingml/2006/main" noGrp="1"/>
          </p:cNvSpPr>
          <p:nvPr/>
        </p:nvSpPr>
        <p:spPr>
          <a:xfrm xmlns:a="http://schemas.openxmlformats.org/drawingml/2006/main">
            <a:off x="2914650" y="4410075"/>
            <a:ext cx="200025" cy="9525"/>
          </a:xfrm>
          <a:custGeom xmlns:a="http://schemas.openxmlformats.org/drawingml/2006/main">
            <a:pathLst>
              <a:path w="200025" h="9525">
                <a:moveTo>
                  <a:pt x="0" y="0"/>
                </a:moveTo>
                <a:lnTo>
                  <a:pt x="200025" y="0"/>
                </a:lnTo>
              </a:path>
            </a:pathLst>
          </a:custGeom>
          <a:noFill xmlns:a="http://schemas.openxmlformats.org/drawingml/2006/main"/>
          <a:ln xmlns:a="http://schemas.openxmlformats.org/drawingml/2006/main" w="24765">
            <a:solidFill>
              <a:srgbClr val="231F20"/>
            </a:solidFill>
          </a:ln>
        </p:spPr>
      </p:sp>
      <p:sp>
        <p:nvSpPr>
          <p:cNvPr id="46" name="circuit-332">
            <a:extLst xmlns:a="http://schemas.openxmlformats.org/drawingml/2006/main">
              <a:ext uri="{FF2B5EF4-FFF2-40B4-BE49-F238E27FC236}">
                <a16:creationId xmlns:a16="http://schemas.microsoft.com/office/drawing/2014/main" id="{B66A2A1F-3BF2-4CFE-8137-3E62AA1D5FC2}"/>
              </a:ext>
            </a:extLst>
          </p:cNvPr>
          <p:cNvSpPr>
            <a:spLocks xmlns:a="http://schemas.openxmlformats.org/drawingml/2006/main" noGrp="1"/>
          </p:cNvSpPr>
          <p:nvPr/>
        </p:nvSpPr>
        <p:spPr>
          <a:xfrm xmlns:a="http://schemas.openxmlformats.org/drawingml/2006/main">
            <a:off x="3038475" y="43786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47" name="wire-333">
            <a:extLst xmlns:a="http://schemas.openxmlformats.org/drawingml/2006/main">
              <a:ext uri="{FF2B5EF4-FFF2-40B4-BE49-F238E27FC236}">
                <a16:creationId xmlns:a16="http://schemas.microsoft.com/office/drawing/2014/main" id="{BB761068-0F0E-40E0-B6B4-1AF73693E4C9}"/>
              </a:ext>
            </a:extLst>
          </p:cNvPr>
          <p:cNvSpPr>
            <a:spLocks xmlns:a="http://schemas.openxmlformats.org/drawingml/2006/main" noGrp="1"/>
          </p:cNvSpPr>
          <p:nvPr/>
        </p:nvSpPr>
        <p:spPr>
          <a:xfrm xmlns:a="http://schemas.openxmlformats.org/drawingml/2006/main">
            <a:off x="3781425" y="4152900"/>
            <a:ext cx="819150" cy="9525"/>
          </a:xfrm>
          <a:custGeom xmlns:a="http://schemas.openxmlformats.org/drawingml/2006/main">
            <a:pathLst>
              <a:path w="819150" h="9525">
                <a:moveTo>
                  <a:pt x="0" y="0"/>
                </a:moveTo>
                <a:lnTo>
                  <a:pt x="819150" y="0"/>
                </a:lnTo>
              </a:path>
            </a:pathLst>
          </a:custGeom>
          <a:noFill xmlns:a="http://schemas.openxmlformats.org/drawingml/2006/main"/>
          <a:ln xmlns:a="http://schemas.openxmlformats.org/drawingml/2006/main" w="28575">
            <a:solidFill>
              <a:srgbClr val="231F20"/>
            </a:solidFill>
          </a:ln>
        </p:spPr>
      </p:sp>
      <p:sp>
        <p:nvSpPr>
          <p:cNvPr id="48" name="circuit-334">
            <a:extLst xmlns:a="http://schemas.openxmlformats.org/drawingml/2006/main">
              <a:ext uri="{FF2B5EF4-FFF2-40B4-BE49-F238E27FC236}">
                <a16:creationId xmlns:a16="http://schemas.microsoft.com/office/drawing/2014/main" id="{3D3486C7-BAC2-4ECF-BD04-CF853CDAA0AF}"/>
              </a:ext>
            </a:extLst>
          </p:cNvPr>
          <p:cNvSpPr>
            <a:spLocks xmlns:a="http://schemas.openxmlformats.org/drawingml/2006/main" noGrp="1"/>
          </p:cNvSpPr>
          <p:nvPr/>
        </p:nvSpPr>
        <p:spPr>
          <a:xfrm xmlns:a="http://schemas.openxmlformats.org/drawingml/2006/main">
            <a:off x="4524375" y="41214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49" name="text-335">
            <a:extLst xmlns:a="http://schemas.openxmlformats.org/drawingml/2006/main">
              <a:ext uri="{FF2B5EF4-FFF2-40B4-BE49-F238E27FC236}">
                <a16:creationId xmlns:a16="http://schemas.microsoft.com/office/drawing/2014/main" id="{613B8F04-3825-4E7E-84E5-A9479E5D7281}"/>
              </a:ext>
            </a:extLst>
          </p:cNvPr>
          <p:cNvSpPr>
            <a:spLocks xmlns:a="http://schemas.openxmlformats.org/drawingml/2006/main" noGrp="1"/>
          </p:cNvSpPr>
          <p:nvPr/>
        </p:nvSpPr>
        <p:spPr>
          <a:xfrm xmlns:a="http://schemas.openxmlformats.org/drawingml/2006/main">
            <a:off x="3886200" y="3790950"/>
            <a:ext cx="619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650" b="1">
                <a:solidFill>
                  <a:srgbClr val="1572C3"/>
                </a:solidFill>
                <a:latin typeface="Yu Gothic"/>
                <a:ea typeface="Yu Gothic"/>
                <a:cs typeface="Yu Gothic"/>
              </a:defRPr>
            </a:defPPr>
            <a:lvl1pPr algn="ctr">
              <a:defRPr sz="1650" b="1">
                <a:solidFill>
                  <a:srgbClr val="1572C3"/>
                </a:solidFill>
                <a:latin typeface="Yu Gothic"/>
                <a:ea typeface="Yu Gothic"/>
                <a:cs typeface="Yu Gothic"/>
              </a:defRPr>
            </a:lvl1pPr>
            <a:lvl2pPr algn="ctr">
              <a:defRPr sz="1650" b="1">
                <a:solidFill>
                  <a:srgbClr val="1572C3"/>
                </a:solidFill>
                <a:latin typeface="Yu Gothic"/>
                <a:ea typeface="Yu Gothic"/>
                <a:cs typeface="Yu Gothic"/>
              </a:defRPr>
            </a:lvl2pPr>
            <a:lvl3pPr algn="ctr">
              <a:defRPr sz="1650" b="1">
                <a:solidFill>
                  <a:srgbClr val="1572C3"/>
                </a:solidFill>
                <a:latin typeface="Yu Gothic"/>
                <a:ea typeface="Yu Gothic"/>
                <a:cs typeface="Yu Gothic"/>
              </a:defRPr>
            </a:lvl3pPr>
            <a:lvl4pPr algn="ctr">
              <a:defRPr sz="1650" b="1">
                <a:solidFill>
                  <a:srgbClr val="1572C3"/>
                </a:solidFill>
                <a:latin typeface="Yu Gothic"/>
                <a:ea typeface="Yu Gothic"/>
                <a:cs typeface="Yu Gothic"/>
              </a:defRPr>
            </a:lvl4pPr>
            <a:lvl5pPr algn="ctr">
              <a:defRPr sz="1650" b="1">
                <a:solidFill>
                  <a:srgbClr val="1572C3"/>
                </a:solidFill>
                <a:latin typeface="Yu Gothic"/>
                <a:ea typeface="Yu Gothic"/>
                <a:cs typeface="Yu Gothic"/>
              </a:defRPr>
            </a:lvl5pPr>
            <a:lvl6pPr algn="ctr">
              <a:defRPr sz="1650" b="1">
                <a:solidFill>
                  <a:srgbClr val="1572C3"/>
                </a:solidFill>
                <a:latin typeface="Yu Gothic"/>
                <a:ea typeface="Yu Gothic"/>
                <a:cs typeface="Yu Gothic"/>
              </a:defRPr>
            </a:lvl6pPr>
            <a:lvl7pPr algn="ctr">
              <a:defRPr sz="1650" b="1">
                <a:solidFill>
                  <a:srgbClr val="1572C3"/>
                </a:solidFill>
                <a:latin typeface="Yu Gothic"/>
                <a:ea typeface="Yu Gothic"/>
                <a:cs typeface="Yu Gothic"/>
              </a:defRPr>
            </a:lvl7pPr>
            <a:lvl8pPr algn="ctr">
              <a:defRPr sz="1650" b="1">
                <a:solidFill>
                  <a:srgbClr val="1572C3"/>
                </a:solidFill>
                <a:latin typeface="Yu Gothic"/>
                <a:ea typeface="Yu Gothic"/>
                <a:cs typeface="Yu Gothic"/>
              </a:defRPr>
            </a:lvl8pPr>
            <a:lvl9pPr algn="ctr">
              <a:defRPr sz="1650" b="1">
                <a:solidFill>
                  <a:srgbClr val="1572C3"/>
                </a:solidFill>
                <a:latin typeface="Yu Gothic"/>
                <a:ea typeface="Yu Gothic"/>
                <a:cs typeface="Yu Gothic"/>
              </a:defRPr>
            </a:lvl9pPr>
          </a:lstStyle>
          <a:p xmlns:a="http://schemas.openxmlformats.org/drawingml/2006/main">
            <a:pPr algn="ctr">
              <a:defRPr sz="1650" b="1">
                <a:solidFill>
                  <a:srgbClr val="1572C3"/>
                </a:solidFill>
                <a:latin typeface="Yu Gothic"/>
                <a:ea typeface="Yu Gothic"/>
                <a:cs typeface="Yu Gothic"/>
              </a:defRPr>
            </a:pPr>
            <a:r>
              <a:rPr sz="1650" b="1">
                <a:solidFill>
                  <a:srgbClr val="1572C3"/>
                </a:solidFill>
                <a:latin typeface="Yu Gothic"/>
                <a:ea typeface="Yu Gothic"/>
                <a:cs typeface="Yu Gothic"/>
              </a:rPr>
              <a:t>番地</a:t>
            </a:r>
          </a:p>
        </p:txBody>
      </p:sp>
      <p:sp>
        <p:nvSpPr>
          <p:cNvPr id="50" name="wire-336">
            <a:extLst xmlns:a="http://schemas.openxmlformats.org/drawingml/2006/main">
              <a:ext uri="{FF2B5EF4-FFF2-40B4-BE49-F238E27FC236}">
                <a16:creationId xmlns:a16="http://schemas.microsoft.com/office/drawing/2014/main" id="{7F24CA61-2D06-4478-84A1-A60E95930D8A}"/>
              </a:ext>
            </a:extLst>
          </p:cNvPr>
          <p:cNvSpPr>
            <a:spLocks xmlns:a="http://schemas.openxmlformats.org/drawingml/2006/main" noGrp="1"/>
          </p:cNvSpPr>
          <p:nvPr/>
        </p:nvSpPr>
        <p:spPr>
          <a:xfrm xmlns:a="http://schemas.openxmlformats.org/drawingml/2006/main">
            <a:off x="2305050" y="4724400"/>
            <a:ext cx="238125" cy="9525"/>
          </a:xfrm>
          <a:custGeom xmlns:a="http://schemas.openxmlformats.org/drawingml/2006/main">
            <a:pathLst>
              <a:path w="238125" h="9525">
                <a:moveTo>
                  <a:pt x="0" y="0"/>
                </a:moveTo>
                <a:lnTo>
                  <a:pt x="238125" y="0"/>
                </a:lnTo>
              </a:path>
            </a:pathLst>
          </a:custGeom>
          <a:noFill xmlns:a="http://schemas.openxmlformats.org/drawingml/2006/main"/>
          <a:ln xmlns:a="http://schemas.openxmlformats.org/drawingml/2006/main" w="28575">
            <a:solidFill>
              <a:srgbClr val="231F20"/>
            </a:solidFill>
          </a:ln>
        </p:spPr>
      </p:sp>
      <p:sp>
        <p:nvSpPr>
          <p:cNvPr id="51" name="wire-337">
            <a:extLst xmlns:a="http://schemas.openxmlformats.org/drawingml/2006/main">
              <a:ext uri="{FF2B5EF4-FFF2-40B4-BE49-F238E27FC236}">
                <a16:creationId xmlns:a16="http://schemas.microsoft.com/office/drawing/2014/main" id="{A9CFA9BD-8223-4BFD-B7AE-12CBDFDD9680}"/>
              </a:ext>
            </a:extLst>
          </p:cNvPr>
          <p:cNvSpPr>
            <a:spLocks xmlns:a="http://schemas.openxmlformats.org/drawingml/2006/main" noGrp="1"/>
          </p:cNvSpPr>
          <p:nvPr/>
        </p:nvSpPr>
        <p:spPr>
          <a:xfrm xmlns:a="http://schemas.openxmlformats.org/drawingml/2006/main">
            <a:off x="2543175" y="4724400"/>
            <a:ext cx="9525" cy="590550"/>
          </a:xfrm>
          <a:custGeom xmlns:a="http://schemas.openxmlformats.org/drawingml/2006/main">
            <a:pathLst>
              <a:path w="9525" h="590550">
                <a:moveTo>
                  <a:pt x="0" y="0"/>
                </a:moveTo>
                <a:lnTo>
                  <a:pt x="0" y="590550"/>
                </a:lnTo>
              </a:path>
            </a:pathLst>
          </a:custGeom>
          <a:noFill xmlns:a="http://schemas.openxmlformats.org/drawingml/2006/main"/>
          <a:ln xmlns:a="http://schemas.openxmlformats.org/drawingml/2006/main" w="28575">
            <a:solidFill>
              <a:srgbClr val="231F20"/>
            </a:solidFill>
          </a:ln>
        </p:spPr>
      </p:sp>
      <p:sp>
        <p:nvSpPr>
          <p:cNvPr id="52" name="wire-338">
            <a:extLst xmlns:a="http://schemas.openxmlformats.org/drawingml/2006/main">
              <a:ext uri="{FF2B5EF4-FFF2-40B4-BE49-F238E27FC236}">
                <a16:creationId xmlns:a16="http://schemas.microsoft.com/office/drawing/2014/main" id="{10623581-B7F3-4A23-BBD4-F2CC6C03C8C8}"/>
              </a:ext>
            </a:extLst>
          </p:cNvPr>
          <p:cNvSpPr>
            <a:spLocks xmlns:a="http://schemas.openxmlformats.org/drawingml/2006/main" noGrp="1"/>
          </p:cNvSpPr>
          <p:nvPr/>
        </p:nvSpPr>
        <p:spPr>
          <a:xfrm xmlns:a="http://schemas.openxmlformats.org/drawingml/2006/main">
            <a:off x="2543175" y="5314950"/>
            <a:ext cx="1771650" cy="9525"/>
          </a:xfrm>
          <a:custGeom xmlns:a="http://schemas.openxmlformats.org/drawingml/2006/main">
            <a:pathLst>
              <a:path w="1771650" h="9525">
                <a:moveTo>
                  <a:pt x="0" y="0"/>
                </a:moveTo>
                <a:lnTo>
                  <a:pt x="1771650" y="0"/>
                </a:lnTo>
              </a:path>
            </a:pathLst>
          </a:custGeom>
          <a:noFill xmlns:a="http://schemas.openxmlformats.org/drawingml/2006/main"/>
          <a:ln xmlns:a="http://schemas.openxmlformats.org/drawingml/2006/main" w="28575">
            <a:solidFill>
              <a:srgbClr val="231F20"/>
            </a:solidFill>
          </a:ln>
        </p:spPr>
      </p:sp>
      <p:sp>
        <p:nvSpPr>
          <p:cNvPr id="53" name="wire-339">
            <a:extLst xmlns:a="http://schemas.openxmlformats.org/drawingml/2006/main">
              <a:ext uri="{FF2B5EF4-FFF2-40B4-BE49-F238E27FC236}">
                <a16:creationId xmlns:a16="http://schemas.microsoft.com/office/drawing/2014/main" id="{9CF1B8E0-6087-4488-A1D0-537905593C91}"/>
              </a:ext>
            </a:extLst>
          </p:cNvPr>
          <p:cNvSpPr>
            <a:spLocks xmlns:a="http://schemas.openxmlformats.org/drawingml/2006/main" noGrp="1"/>
          </p:cNvSpPr>
          <p:nvPr/>
        </p:nvSpPr>
        <p:spPr>
          <a:xfrm xmlns:a="http://schemas.openxmlformats.org/drawingml/2006/main">
            <a:off x="4314825" y="4695825"/>
            <a:ext cx="9525" cy="619125"/>
          </a:xfrm>
          <a:custGeom xmlns:a="http://schemas.openxmlformats.org/drawingml/2006/main">
            <a:pathLst>
              <a:path w="9525" h="619125">
                <a:moveTo>
                  <a:pt x="0" y="619125"/>
                </a:moveTo>
                <a:lnTo>
                  <a:pt x="0" y="0"/>
                </a:lnTo>
              </a:path>
            </a:pathLst>
          </a:custGeom>
          <a:noFill xmlns:a="http://schemas.openxmlformats.org/drawingml/2006/main"/>
          <a:ln xmlns:a="http://schemas.openxmlformats.org/drawingml/2006/main" w="28575">
            <a:solidFill>
              <a:srgbClr val="231F20"/>
            </a:solidFill>
          </a:ln>
        </p:spPr>
      </p:sp>
      <p:sp>
        <p:nvSpPr>
          <p:cNvPr id="54" name="wire-340">
            <a:extLst xmlns:a="http://schemas.openxmlformats.org/drawingml/2006/main">
              <a:ext uri="{FF2B5EF4-FFF2-40B4-BE49-F238E27FC236}">
                <a16:creationId xmlns:a16="http://schemas.microsoft.com/office/drawing/2014/main" id="{60B07C8B-262F-4000-BE1A-EB717BEFA927}"/>
              </a:ext>
            </a:extLst>
          </p:cNvPr>
          <p:cNvSpPr>
            <a:spLocks xmlns:a="http://schemas.openxmlformats.org/drawingml/2006/main" noGrp="1"/>
          </p:cNvSpPr>
          <p:nvPr/>
        </p:nvSpPr>
        <p:spPr>
          <a:xfrm xmlns:a="http://schemas.openxmlformats.org/drawingml/2006/main">
            <a:off x="4314825" y="4695825"/>
            <a:ext cx="285750" cy="9525"/>
          </a:xfrm>
          <a:custGeom xmlns:a="http://schemas.openxmlformats.org/drawingml/2006/main">
            <a:pathLst>
              <a:path w="285750" h="9525">
                <a:moveTo>
                  <a:pt x="0" y="0"/>
                </a:moveTo>
                <a:lnTo>
                  <a:pt x="285750" y="0"/>
                </a:lnTo>
              </a:path>
            </a:pathLst>
          </a:custGeom>
          <a:noFill xmlns:a="http://schemas.openxmlformats.org/drawingml/2006/main"/>
          <a:ln xmlns:a="http://schemas.openxmlformats.org/drawingml/2006/main" w="28575">
            <a:solidFill>
              <a:srgbClr val="231F20"/>
            </a:solidFill>
          </a:ln>
        </p:spPr>
      </p:sp>
      <p:sp>
        <p:nvSpPr>
          <p:cNvPr id="55" name="circuit-341">
            <a:extLst xmlns:a="http://schemas.openxmlformats.org/drawingml/2006/main">
              <a:ext uri="{FF2B5EF4-FFF2-40B4-BE49-F238E27FC236}">
                <a16:creationId xmlns:a16="http://schemas.microsoft.com/office/drawing/2014/main" id="{BD361D0C-E8C7-4435-ADA8-711D8FB20481}"/>
              </a:ext>
            </a:extLst>
          </p:cNvPr>
          <p:cNvSpPr>
            <a:spLocks xmlns:a="http://schemas.openxmlformats.org/drawingml/2006/main" noGrp="1"/>
          </p:cNvSpPr>
          <p:nvPr/>
        </p:nvSpPr>
        <p:spPr>
          <a:xfrm xmlns:a="http://schemas.openxmlformats.org/drawingml/2006/main">
            <a:off x="4524375" y="466439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56" name="text-342">
            <a:extLst xmlns:a="http://schemas.openxmlformats.org/drawingml/2006/main">
              <a:ext uri="{FF2B5EF4-FFF2-40B4-BE49-F238E27FC236}">
                <a16:creationId xmlns:a16="http://schemas.microsoft.com/office/drawing/2014/main" id="{FE66EA0F-0318-40E4-964F-E412383FB8B1}"/>
              </a:ext>
            </a:extLst>
          </p:cNvPr>
          <p:cNvSpPr>
            <a:spLocks xmlns:a="http://schemas.openxmlformats.org/drawingml/2006/main" noGrp="1"/>
          </p:cNvSpPr>
          <p:nvPr/>
        </p:nvSpPr>
        <p:spPr>
          <a:xfrm xmlns:a="http://schemas.openxmlformats.org/drawingml/2006/main">
            <a:off x="3038475" y="5286375"/>
            <a:ext cx="1123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1">
                <a:solidFill>
                  <a:srgbClr val="231F20"/>
                </a:solidFill>
                <a:latin typeface="Yu Gothic"/>
                <a:ea typeface="Yu Gothic"/>
                <a:cs typeface="Yu Gothic"/>
              </a:defRPr>
            </a:defPPr>
            <a:lvl1pPr algn="ctr">
              <a:defRPr sz="1575" b="1">
                <a:solidFill>
                  <a:srgbClr val="231F20"/>
                </a:solidFill>
                <a:latin typeface="Yu Gothic"/>
                <a:ea typeface="Yu Gothic"/>
                <a:cs typeface="Yu Gothic"/>
              </a:defRPr>
            </a:lvl1pPr>
            <a:lvl2pPr algn="ctr">
              <a:defRPr sz="1575" b="1">
                <a:solidFill>
                  <a:srgbClr val="231F20"/>
                </a:solidFill>
                <a:latin typeface="Yu Gothic"/>
                <a:ea typeface="Yu Gothic"/>
                <a:cs typeface="Yu Gothic"/>
              </a:defRPr>
            </a:lvl2pPr>
            <a:lvl3pPr algn="ctr">
              <a:defRPr sz="1575" b="1">
                <a:solidFill>
                  <a:srgbClr val="231F20"/>
                </a:solidFill>
                <a:latin typeface="Yu Gothic"/>
                <a:ea typeface="Yu Gothic"/>
                <a:cs typeface="Yu Gothic"/>
              </a:defRPr>
            </a:lvl3pPr>
            <a:lvl4pPr algn="ctr">
              <a:defRPr sz="1575" b="1">
                <a:solidFill>
                  <a:srgbClr val="231F20"/>
                </a:solidFill>
                <a:latin typeface="Yu Gothic"/>
                <a:ea typeface="Yu Gothic"/>
                <a:cs typeface="Yu Gothic"/>
              </a:defRPr>
            </a:lvl4pPr>
            <a:lvl5pPr algn="ctr">
              <a:defRPr sz="1575" b="1">
                <a:solidFill>
                  <a:srgbClr val="231F20"/>
                </a:solidFill>
                <a:latin typeface="Yu Gothic"/>
                <a:ea typeface="Yu Gothic"/>
                <a:cs typeface="Yu Gothic"/>
              </a:defRPr>
            </a:lvl5pPr>
            <a:lvl6pPr algn="ctr">
              <a:defRPr sz="1575" b="1">
                <a:solidFill>
                  <a:srgbClr val="231F20"/>
                </a:solidFill>
                <a:latin typeface="Yu Gothic"/>
                <a:ea typeface="Yu Gothic"/>
                <a:cs typeface="Yu Gothic"/>
              </a:defRPr>
            </a:lvl6pPr>
            <a:lvl7pPr algn="ctr">
              <a:defRPr sz="1575" b="1">
                <a:solidFill>
                  <a:srgbClr val="231F20"/>
                </a:solidFill>
                <a:latin typeface="Yu Gothic"/>
                <a:ea typeface="Yu Gothic"/>
                <a:cs typeface="Yu Gothic"/>
              </a:defRPr>
            </a:lvl7pPr>
            <a:lvl8pPr algn="ctr">
              <a:defRPr sz="1575" b="1">
                <a:solidFill>
                  <a:srgbClr val="231F20"/>
                </a:solidFill>
                <a:latin typeface="Yu Gothic"/>
                <a:ea typeface="Yu Gothic"/>
                <a:cs typeface="Yu Gothic"/>
              </a:defRPr>
            </a:lvl8pPr>
            <a:lvl9pPr algn="ctr">
              <a:defRPr sz="1575" b="1">
                <a:solidFill>
                  <a:srgbClr val="231F20"/>
                </a:solidFill>
                <a:latin typeface="Yu Gothic"/>
                <a:ea typeface="Yu Gothic"/>
                <a:cs typeface="Yu Gothic"/>
              </a:defRPr>
            </a:lvl9pPr>
          </a:lstStyle>
          <a:p xmlns:a="http://schemas.openxmlformats.org/drawingml/2006/main">
            <a:pPr algn="ctr">
              <a:defRPr sz="1575" b="1">
                <a:solidFill>
                  <a:srgbClr val="231F20"/>
                </a:solidFill>
                <a:latin typeface="Yu Gothic"/>
                <a:ea typeface="Yu Gothic"/>
                <a:cs typeface="Yu Gothic"/>
              </a:defRPr>
            </a:pPr>
            <a:r>
              <a:rPr sz="1575" b="1">
                <a:solidFill>
                  <a:srgbClr val="231F20"/>
                </a:solidFill>
                <a:latin typeface="Yu Gothic"/>
                <a:ea typeface="Yu Gothic"/>
                <a:cs typeface="Yu Gothic"/>
              </a:rPr>
              <a:t>値 D</a:t>
            </a:r>
          </a:p>
        </p:txBody>
      </p:sp>
      <p:sp>
        <p:nvSpPr>
          <p:cNvPr id="57" name="block-343">
            <a:extLst xmlns:a="http://schemas.openxmlformats.org/drawingml/2006/main">
              <a:ext uri="{FF2B5EF4-FFF2-40B4-BE49-F238E27FC236}">
                <a16:creationId xmlns:a16="http://schemas.microsoft.com/office/drawing/2014/main" id="{034CB5BC-8FEE-4138-A657-D14CC91F50BF}"/>
              </a:ext>
            </a:extLst>
          </p:cNvPr>
          <p:cNvSpPr>
            <a:spLocks xmlns:a="http://schemas.openxmlformats.org/drawingml/2006/main" noGrp="1"/>
          </p:cNvSpPr>
          <p:nvPr/>
        </p:nvSpPr>
        <p:spPr>
          <a:xfrm xmlns:a="http://schemas.openxmlformats.org/drawingml/2006/main">
            <a:off x="4600575" y="3105150"/>
            <a:ext cx="1104900" cy="194310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58" name="text-344">
            <a:extLst xmlns:a="http://schemas.openxmlformats.org/drawingml/2006/main">
              <a:ext uri="{FF2B5EF4-FFF2-40B4-BE49-F238E27FC236}">
                <a16:creationId xmlns:a16="http://schemas.microsoft.com/office/drawing/2014/main" id="{828D6F36-7A7B-472E-A520-C1AEB1C9E063}"/>
              </a:ext>
            </a:extLst>
          </p:cNvPr>
          <p:cNvSpPr>
            <a:spLocks xmlns:a="http://schemas.openxmlformats.org/drawingml/2006/main" noGrp="1"/>
          </p:cNvSpPr>
          <p:nvPr/>
        </p:nvSpPr>
        <p:spPr>
          <a:xfrm xmlns:a="http://schemas.openxmlformats.org/drawingml/2006/main">
            <a:off x="4676775" y="3162300"/>
            <a:ext cx="952500" cy="182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025" b="1">
                <a:solidFill>
                  <a:srgbClr val="231F20"/>
                </a:solidFill>
                <a:latin typeface="Yu Gothic"/>
                <a:ea typeface="Yu Gothic"/>
                <a:cs typeface="Yu Gothic"/>
              </a:defRPr>
            </a:defPPr>
            <a:lvl1pPr algn="ctr">
              <a:defRPr sz="2025" b="1">
                <a:solidFill>
                  <a:srgbClr val="231F20"/>
                </a:solidFill>
                <a:latin typeface="Yu Gothic"/>
                <a:ea typeface="Yu Gothic"/>
                <a:cs typeface="Yu Gothic"/>
              </a:defRPr>
            </a:lvl1pPr>
            <a:lvl2pPr algn="ctr">
              <a:defRPr sz="2025" b="1">
                <a:solidFill>
                  <a:srgbClr val="231F20"/>
                </a:solidFill>
                <a:latin typeface="Yu Gothic"/>
                <a:ea typeface="Yu Gothic"/>
                <a:cs typeface="Yu Gothic"/>
              </a:defRPr>
            </a:lvl2pPr>
            <a:lvl3pPr algn="ctr">
              <a:defRPr sz="2025" b="1">
                <a:solidFill>
                  <a:srgbClr val="231F20"/>
                </a:solidFill>
                <a:latin typeface="Yu Gothic"/>
                <a:ea typeface="Yu Gothic"/>
                <a:cs typeface="Yu Gothic"/>
              </a:defRPr>
            </a:lvl3pPr>
            <a:lvl4pPr algn="ctr">
              <a:defRPr sz="2025" b="1">
                <a:solidFill>
                  <a:srgbClr val="231F20"/>
                </a:solidFill>
                <a:latin typeface="Yu Gothic"/>
                <a:ea typeface="Yu Gothic"/>
                <a:cs typeface="Yu Gothic"/>
              </a:defRPr>
            </a:lvl4pPr>
            <a:lvl5pPr algn="ctr">
              <a:defRPr sz="2025" b="1">
                <a:solidFill>
                  <a:srgbClr val="231F20"/>
                </a:solidFill>
                <a:latin typeface="Yu Gothic"/>
                <a:ea typeface="Yu Gothic"/>
                <a:cs typeface="Yu Gothic"/>
              </a:defRPr>
            </a:lvl5pPr>
            <a:lvl6pPr algn="ctr">
              <a:defRPr sz="2025" b="1">
                <a:solidFill>
                  <a:srgbClr val="231F20"/>
                </a:solidFill>
                <a:latin typeface="Yu Gothic"/>
                <a:ea typeface="Yu Gothic"/>
                <a:cs typeface="Yu Gothic"/>
              </a:defRPr>
            </a:lvl6pPr>
            <a:lvl7pPr algn="ctr">
              <a:defRPr sz="2025" b="1">
                <a:solidFill>
                  <a:srgbClr val="231F20"/>
                </a:solidFill>
                <a:latin typeface="Yu Gothic"/>
                <a:ea typeface="Yu Gothic"/>
                <a:cs typeface="Yu Gothic"/>
              </a:defRPr>
            </a:lvl7pPr>
            <a:lvl8pPr algn="ctr">
              <a:defRPr sz="2025" b="1">
                <a:solidFill>
                  <a:srgbClr val="231F20"/>
                </a:solidFill>
                <a:latin typeface="Yu Gothic"/>
                <a:ea typeface="Yu Gothic"/>
                <a:cs typeface="Yu Gothic"/>
              </a:defRPr>
            </a:lvl8pPr>
            <a:lvl9pPr algn="ctr">
              <a:defRPr sz="2025" b="1">
                <a:solidFill>
                  <a:srgbClr val="231F20"/>
                </a:solidFill>
                <a:latin typeface="Yu Gothic"/>
                <a:ea typeface="Yu Gothic"/>
                <a:cs typeface="Yu Gothic"/>
              </a:defRPr>
            </a:lvl9pPr>
          </a:lstStyle>
          <a:p xmlns:a="http://schemas.openxmlformats.org/drawingml/2006/main">
            <a:pPr algn="ctr">
              <a:defRPr sz="2025" b="1">
                <a:solidFill>
                  <a:srgbClr val="231F20"/>
                </a:solidFill>
                <a:latin typeface="Yu Gothic"/>
                <a:ea typeface="Yu Gothic"/>
                <a:cs typeface="Yu Gothic"/>
              </a:defRPr>
            </a:pPr>
            <a:r>
              <a:rPr sz="2025" b="1">
                <a:solidFill>
                  <a:srgbClr val="231F20"/>
                </a:solidFill>
                <a:latin typeface="Yu Gothic"/>
                <a:ea typeface="Yu Gothic"/>
                <a:cs typeface="Yu Gothic"/>
              </a:rPr>
              <a:t>バス</a:t>
            </a:r>
          </a:p>
          <a:p xmlns:a="http://schemas.openxmlformats.org/drawingml/2006/main">
            <a:pPr algn="ctr">
              <a:defRPr sz="2025" b="1">
                <a:solidFill>
                  <a:srgbClr val="231F20"/>
                </a:solidFill>
                <a:latin typeface="Yu Gothic"/>
                <a:ea typeface="Yu Gothic"/>
                <a:cs typeface="Yu Gothic"/>
              </a:defRPr>
            </a:pPr>
            <a:r>
              <a:rPr sz="2025" b="1">
                <a:solidFill>
                  <a:srgbClr val="231F20"/>
                </a:solidFill>
                <a:latin typeface="Yu Gothic"/>
                <a:ea typeface="Yu Gothic"/>
                <a:cs typeface="Yu Gothic"/>
              </a:rPr>
              <a:t>接続</a:t>
            </a:r>
          </a:p>
        </p:txBody>
      </p:sp>
      <p:sp>
        <p:nvSpPr>
          <p:cNvPr id="59" name="wire-345">
            <a:extLst xmlns:a="http://schemas.openxmlformats.org/drawingml/2006/main">
              <a:ext uri="{FF2B5EF4-FFF2-40B4-BE49-F238E27FC236}">
                <a16:creationId xmlns:a16="http://schemas.microsoft.com/office/drawing/2014/main" id="{3A9BFDF7-2344-4132-A033-456D178FA259}"/>
              </a:ext>
            </a:extLst>
          </p:cNvPr>
          <p:cNvSpPr>
            <a:spLocks xmlns:a="http://schemas.openxmlformats.org/drawingml/2006/main" noGrp="1"/>
          </p:cNvSpPr>
          <p:nvPr/>
        </p:nvSpPr>
        <p:spPr>
          <a:xfrm xmlns:a="http://schemas.openxmlformats.org/drawingml/2006/main">
            <a:off x="5705475" y="3952875"/>
            <a:ext cx="1085850" cy="9525"/>
          </a:xfrm>
          <a:custGeom xmlns:a="http://schemas.openxmlformats.org/drawingml/2006/main">
            <a:pathLst>
              <a:path w="1085850" h="9525">
                <a:moveTo>
                  <a:pt x="0" y="0"/>
                </a:moveTo>
                <a:lnTo>
                  <a:pt x="1085850" y="0"/>
                </a:lnTo>
              </a:path>
            </a:pathLst>
          </a:custGeom>
          <a:noFill xmlns:a="http://schemas.openxmlformats.org/drawingml/2006/main"/>
          <a:ln xmlns:a="http://schemas.openxmlformats.org/drawingml/2006/main" w="32385">
            <a:solidFill>
              <a:srgbClr val="231F20"/>
            </a:solidFill>
          </a:ln>
        </p:spPr>
      </p:sp>
      <p:sp>
        <p:nvSpPr>
          <p:cNvPr id="60" name="circuit-346">
            <a:extLst xmlns:a="http://schemas.openxmlformats.org/drawingml/2006/main">
              <a:ext uri="{FF2B5EF4-FFF2-40B4-BE49-F238E27FC236}">
                <a16:creationId xmlns:a16="http://schemas.microsoft.com/office/drawing/2014/main" id="{ACB91EC0-778D-4CC8-91E3-94A2C7F57E86}"/>
              </a:ext>
            </a:extLst>
          </p:cNvPr>
          <p:cNvSpPr>
            <a:spLocks xmlns:a="http://schemas.openxmlformats.org/drawingml/2006/main" noGrp="1"/>
          </p:cNvSpPr>
          <p:nvPr/>
        </p:nvSpPr>
        <p:spPr>
          <a:xfrm xmlns:a="http://schemas.openxmlformats.org/drawingml/2006/main">
            <a:off x="6715125" y="39214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61" name="wire-347">
            <a:extLst xmlns:a="http://schemas.openxmlformats.org/drawingml/2006/main">
              <a:ext uri="{FF2B5EF4-FFF2-40B4-BE49-F238E27FC236}">
                <a16:creationId xmlns:a16="http://schemas.microsoft.com/office/drawing/2014/main" id="{D3A820A8-BF9E-43F7-8DB3-EB5B24494ABB}"/>
              </a:ext>
            </a:extLst>
          </p:cNvPr>
          <p:cNvSpPr>
            <a:spLocks xmlns:a="http://schemas.openxmlformats.org/drawingml/2006/main" noGrp="1"/>
          </p:cNvSpPr>
          <p:nvPr/>
        </p:nvSpPr>
        <p:spPr>
          <a:xfrm xmlns:a="http://schemas.openxmlformats.org/drawingml/2006/main">
            <a:off x="5705475" y="3952875"/>
            <a:ext cx="1085850" cy="9525"/>
          </a:xfrm>
          <a:custGeom xmlns:a="http://schemas.openxmlformats.org/drawingml/2006/main">
            <a:pathLst>
              <a:path w="1085850" h="9525">
                <a:moveTo>
                  <a:pt x="1085850" y="0"/>
                </a:moveTo>
                <a:lnTo>
                  <a:pt x="0" y="0"/>
                </a:lnTo>
              </a:path>
            </a:pathLst>
          </a:custGeom>
          <a:noFill xmlns:a="http://schemas.openxmlformats.org/drawingml/2006/main"/>
          <a:ln xmlns:a="http://schemas.openxmlformats.org/drawingml/2006/main" w="32385">
            <a:solidFill>
              <a:srgbClr val="231F20"/>
            </a:solidFill>
          </a:ln>
        </p:spPr>
      </p:sp>
      <p:sp>
        <p:nvSpPr>
          <p:cNvPr id="62" name="circuit-348">
            <a:extLst xmlns:a="http://schemas.openxmlformats.org/drawingml/2006/main">
              <a:ext uri="{FF2B5EF4-FFF2-40B4-BE49-F238E27FC236}">
                <a16:creationId xmlns:a16="http://schemas.microsoft.com/office/drawing/2014/main" id="{065041D6-A57B-4DF1-8D5C-34D9044E88AD}"/>
              </a:ext>
            </a:extLst>
          </p:cNvPr>
          <p:cNvSpPr>
            <a:spLocks xmlns:a="http://schemas.openxmlformats.org/drawingml/2006/main" noGrp="1"/>
          </p:cNvSpPr>
          <p:nvPr/>
        </p:nvSpPr>
        <p:spPr>
          <a:xfrm xmlns:a="http://schemas.openxmlformats.org/drawingml/2006/main">
            <a:off x="5705475" y="3921443"/>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231F20"/>
          </a:solidFill>
          <a:ln xmlns:a="http://schemas.openxmlformats.org/drawingml/2006/main" w="9525">
            <a:solidFill>
              <a:srgbClr val="231F20"/>
            </a:solidFill>
          </a:ln>
        </p:spPr>
      </p:sp>
      <p:sp>
        <p:nvSpPr>
          <p:cNvPr id="63" name="text-349">
            <a:extLst xmlns:a="http://schemas.openxmlformats.org/drawingml/2006/main">
              <a:ext uri="{FF2B5EF4-FFF2-40B4-BE49-F238E27FC236}">
                <a16:creationId xmlns:a16="http://schemas.microsoft.com/office/drawing/2014/main" id="{FAEABBD5-9527-41D5-B5F3-6B18BA80F0FE}"/>
              </a:ext>
            </a:extLst>
          </p:cNvPr>
          <p:cNvSpPr>
            <a:spLocks xmlns:a="http://schemas.openxmlformats.org/drawingml/2006/main" noGrp="1"/>
          </p:cNvSpPr>
          <p:nvPr/>
        </p:nvSpPr>
        <p:spPr>
          <a:xfrm xmlns:a="http://schemas.openxmlformats.org/drawingml/2006/main">
            <a:off x="5886450" y="3467100"/>
            <a:ext cx="8286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75" b="0">
                <a:solidFill>
                  <a:srgbClr val="231F20"/>
                </a:solidFill>
                <a:latin typeface="Yu Gothic"/>
                <a:ea typeface="Yu Gothic"/>
                <a:cs typeface="Yu Gothic"/>
              </a:defRPr>
            </a:defPPr>
            <a:lvl1pPr algn="l">
              <a:defRPr sz="1575" b="0">
                <a:solidFill>
                  <a:srgbClr val="231F20"/>
                </a:solidFill>
                <a:latin typeface="Yu Gothic"/>
                <a:ea typeface="Yu Gothic"/>
                <a:cs typeface="Yu Gothic"/>
              </a:defRPr>
            </a:lvl1pPr>
            <a:lvl2pPr algn="l">
              <a:defRPr sz="1575" b="0">
                <a:solidFill>
                  <a:srgbClr val="231F20"/>
                </a:solidFill>
                <a:latin typeface="Yu Gothic"/>
                <a:ea typeface="Yu Gothic"/>
                <a:cs typeface="Yu Gothic"/>
              </a:defRPr>
            </a:lvl2pPr>
            <a:lvl3pPr algn="l">
              <a:defRPr sz="1575" b="0">
                <a:solidFill>
                  <a:srgbClr val="231F20"/>
                </a:solidFill>
                <a:latin typeface="Yu Gothic"/>
                <a:ea typeface="Yu Gothic"/>
                <a:cs typeface="Yu Gothic"/>
              </a:defRPr>
            </a:lvl3pPr>
            <a:lvl4pPr algn="l">
              <a:defRPr sz="1575" b="0">
                <a:solidFill>
                  <a:srgbClr val="231F20"/>
                </a:solidFill>
                <a:latin typeface="Yu Gothic"/>
                <a:ea typeface="Yu Gothic"/>
                <a:cs typeface="Yu Gothic"/>
              </a:defRPr>
            </a:lvl4pPr>
            <a:lvl5pPr algn="l">
              <a:defRPr sz="1575" b="0">
                <a:solidFill>
                  <a:srgbClr val="231F20"/>
                </a:solidFill>
                <a:latin typeface="Yu Gothic"/>
                <a:ea typeface="Yu Gothic"/>
                <a:cs typeface="Yu Gothic"/>
              </a:defRPr>
            </a:lvl5pPr>
            <a:lvl6pPr algn="l">
              <a:defRPr sz="1575" b="0">
                <a:solidFill>
                  <a:srgbClr val="231F20"/>
                </a:solidFill>
                <a:latin typeface="Yu Gothic"/>
                <a:ea typeface="Yu Gothic"/>
                <a:cs typeface="Yu Gothic"/>
              </a:defRPr>
            </a:lvl6pPr>
            <a:lvl7pPr algn="l">
              <a:defRPr sz="1575" b="0">
                <a:solidFill>
                  <a:srgbClr val="231F20"/>
                </a:solidFill>
                <a:latin typeface="Yu Gothic"/>
                <a:ea typeface="Yu Gothic"/>
                <a:cs typeface="Yu Gothic"/>
              </a:defRPr>
            </a:lvl7pPr>
            <a:lvl8pPr algn="l">
              <a:defRPr sz="1575" b="0">
                <a:solidFill>
                  <a:srgbClr val="231F20"/>
                </a:solidFill>
                <a:latin typeface="Yu Gothic"/>
                <a:ea typeface="Yu Gothic"/>
                <a:cs typeface="Yu Gothic"/>
              </a:defRPr>
            </a:lvl8pPr>
            <a:lvl9pPr algn="l">
              <a:defRPr sz="1575" b="0">
                <a:solidFill>
                  <a:srgbClr val="231F20"/>
                </a:solidFill>
                <a:latin typeface="Yu Gothic"/>
                <a:ea typeface="Yu Gothic"/>
                <a:cs typeface="Yu Gothic"/>
              </a:defRPr>
            </a:lvl9pPr>
          </a:lstStyle>
          <a:p xmlns:a="http://schemas.openxmlformats.org/drawingml/2006/main">
            <a:pPr algn="l">
              <a:defRPr sz="1575" b="0">
                <a:solidFill>
                  <a:srgbClr val="231F20"/>
                </a:solidFill>
                <a:latin typeface="Yu Gothic"/>
                <a:ea typeface="Yu Gothic"/>
                <a:cs typeface="Yu Gothic"/>
              </a:defRPr>
            </a:pPr>
            <a:r>
              <a:rPr sz="1575" b="0">
                <a:solidFill>
                  <a:srgbClr val="231F20"/>
                </a:solidFill>
                <a:latin typeface="Yu Gothic"/>
                <a:ea typeface="Yu Gothic"/>
                <a:cs typeface="Yu Gothic"/>
              </a:rPr>
              <a:t>番地・値</a:t>
            </a:r>
          </a:p>
        </p:txBody>
      </p:sp>
      <p:sp>
        <p:nvSpPr>
          <p:cNvPr id="64" name="text-350">
            <a:extLst xmlns:a="http://schemas.openxmlformats.org/drawingml/2006/main">
              <a:ext uri="{FF2B5EF4-FFF2-40B4-BE49-F238E27FC236}">
                <a16:creationId xmlns:a16="http://schemas.microsoft.com/office/drawing/2014/main" id="{EEAB1325-FB8E-4855-A6F6-C13816EFFC52}"/>
              </a:ext>
            </a:extLst>
          </p:cNvPr>
          <p:cNvSpPr>
            <a:spLocks xmlns:a="http://schemas.openxmlformats.org/drawingml/2006/main" noGrp="1"/>
          </p:cNvSpPr>
          <p:nvPr/>
        </p:nvSpPr>
        <p:spPr>
          <a:xfrm xmlns:a="http://schemas.openxmlformats.org/drawingml/2006/main">
            <a:off x="5934075" y="4086225"/>
            <a:ext cx="762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75" b="0">
                <a:solidFill>
                  <a:srgbClr val="1572C3"/>
                </a:solidFill>
                <a:latin typeface="Yu Gothic"/>
                <a:ea typeface="Yu Gothic"/>
                <a:cs typeface="Yu Gothic"/>
              </a:defRPr>
            </a:defPPr>
            <a:lvl1pPr algn="l">
              <a:defRPr sz="1575" b="0">
                <a:solidFill>
                  <a:srgbClr val="1572C3"/>
                </a:solidFill>
                <a:latin typeface="Yu Gothic"/>
                <a:ea typeface="Yu Gothic"/>
                <a:cs typeface="Yu Gothic"/>
              </a:defRPr>
            </a:lvl1pPr>
            <a:lvl2pPr algn="l">
              <a:defRPr sz="1575" b="0">
                <a:solidFill>
                  <a:srgbClr val="1572C3"/>
                </a:solidFill>
                <a:latin typeface="Yu Gothic"/>
                <a:ea typeface="Yu Gothic"/>
                <a:cs typeface="Yu Gothic"/>
              </a:defRPr>
            </a:lvl2pPr>
            <a:lvl3pPr algn="l">
              <a:defRPr sz="1575" b="0">
                <a:solidFill>
                  <a:srgbClr val="1572C3"/>
                </a:solidFill>
                <a:latin typeface="Yu Gothic"/>
                <a:ea typeface="Yu Gothic"/>
                <a:cs typeface="Yu Gothic"/>
              </a:defRPr>
            </a:lvl3pPr>
            <a:lvl4pPr algn="l">
              <a:defRPr sz="1575" b="0">
                <a:solidFill>
                  <a:srgbClr val="1572C3"/>
                </a:solidFill>
                <a:latin typeface="Yu Gothic"/>
                <a:ea typeface="Yu Gothic"/>
                <a:cs typeface="Yu Gothic"/>
              </a:defRPr>
            </a:lvl4pPr>
            <a:lvl5pPr algn="l">
              <a:defRPr sz="1575" b="0">
                <a:solidFill>
                  <a:srgbClr val="1572C3"/>
                </a:solidFill>
                <a:latin typeface="Yu Gothic"/>
                <a:ea typeface="Yu Gothic"/>
                <a:cs typeface="Yu Gothic"/>
              </a:defRPr>
            </a:lvl5pPr>
            <a:lvl6pPr algn="l">
              <a:defRPr sz="1575" b="0">
                <a:solidFill>
                  <a:srgbClr val="1572C3"/>
                </a:solidFill>
                <a:latin typeface="Yu Gothic"/>
                <a:ea typeface="Yu Gothic"/>
                <a:cs typeface="Yu Gothic"/>
              </a:defRPr>
            </a:lvl6pPr>
            <a:lvl7pPr algn="l">
              <a:defRPr sz="1575" b="0">
                <a:solidFill>
                  <a:srgbClr val="1572C3"/>
                </a:solidFill>
                <a:latin typeface="Yu Gothic"/>
                <a:ea typeface="Yu Gothic"/>
                <a:cs typeface="Yu Gothic"/>
              </a:defRPr>
            </a:lvl7pPr>
            <a:lvl8pPr algn="l">
              <a:defRPr sz="1575" b="0">
                <a:solidFill>
                  <a:srgbClr val="1572C3"/>
                </a:solidFill>
                <a:latin typeface="Yu Gothic"/>
                <a:ea typeface="Yu Gothic"/>
                <a:cs typeface="Yu Gothic"/>
              </a:defRPr>
            </a:lvl8pPr>
            <a:lvl9pPr algn="l">
              <a:defRPr sz="1575" b="0">
                <a:solidFill>
                  <a:srgbClr val="1572C3"/>
                </a:solidFill>
                <a:latin typeface="Yu Gothic"/>
                <a:ea typeface="Yu Gothic"/>
                <a:cs typeface="Yu Gothic"/>
              </a:defRPr>
            </a:lvl9pPr>
          </a:lstStyle>
          <a:p xmlns:a="http://schemas.openxmlformats.org/drawingml/2006/main">
            <a:pPr algn="l">
              <a:defRPr sz="1575" b="0">
                <a:solidFill>
                  <a:srgbClr val="1572C3"/>
                </a:solidFill>
                <a:latin typeface="Yu Gothic"/>
                <a:ea typeface="Yu Gothic"/>
                <a:cs typeface="Yu Gothic"/>
              </a:defRPr>
            </a:pPr>
            <a:r>
              <a:rPr sz="1575" b="0">
                <a:solidFill>
                  <a:srgbClr val="1572C3"/>
                </a:solidFill>
                <a:latin typeface="Yu Gothic"/>
                <a:ea typeface="Yu Gothic"/>
                <a:cs typeface="Yu Gothic"/>
              </a:rPr>
              <a:t>応答</a:t>
            </a:r>
          </a:p>
        </p:txBody>
      </p:sp>
      <p:sp>
        <p:nvSpPr>
          <p:cNvPr id="65" name="wire-351">
            <a:extLst xmlns:a="http://schemas.openxmlformats.org/drawingml/2006/main">
              <a:ext uri="{FF2B5EF4-FFF2-40B4-BE49-F238E27FC236}">
                <a16:creationId xmlns:a16="http://schemas.microsoft.com/office/drawing/2014/main" id="{15C6ACDB-D0F6-4CCC-8128-F1C50B0FB3CD}"/>
              </a:ext>
            </a:extLst>
          </p:cNvPr>
          <p:cNvSpPr>
            <a:spLocks xmlns:a="http://schemas.openxmlformats.org/drawingml/2006/main" noGrp="1"/>
          </p:cNvSpPr>
          <p:nvPr/>
        </p:nvSpPr>
        <p:spPr>
          <a:xfrm xmlns:a="http://schemas.openxmlformats.org/drawingml/2006/main">
            <a:off x="6791325" y="2552700"/>
            <a:ext cx="9525" cy="2819400"/>
          </a:xfrm>
          <a:custGeom xmlns:a="http://schemas.openxmlformats.org/drawingml/2006/main">
            <a:pathLst>
              <a:path w="9525" h="2819400">
                <a:moveTo>
                  <a:pt x="0" y="0"/>
                </a:moveTo>
                <a:lnTo>
                  <a:pt x="0" y="2819400"/>
                </a:lnTo>
              </a:path>
            </a:pathLst>
          </a:custGeom>
          <a:noFill xmlns:a="http://schemas.openxmlformats.org/drawingml/2006/main"/>
          <a:ln xmlns:a="http://schemas.openxmlformats.org/drawingml/2006/main" w="32385">
            <a:solidFill>
              <a:srgbClr val="231F20"/>
            </a:solidFill>
          </a:ln>
        </p:spPr>
      </p:sp>
      <p:sp>
        <p:nvSpPr>
          <p:cNvPr id="66" name="text-352">
            <a:extLst xmlns:a="http://schemas.openxmlformats.org/drawingml/2006/main">
              <a:ext uri="{FF2B5EF4-FFF2-40B4-BE49-F238E27FC236}">
                <a16:creationId xmlns:a16="http://schemas.microsoft.com/office/drawing/2014/main" id="{475BF9C5-3A6B-4802-AD41-9695D4055179}"/>
              </a:ext>
            </a:extLst>
          </p:cNvPr>
          <p:cNvSpPr>
            <a:spLocks xmlns:a="http://schemas.openxmlformats.org/drawingml/2006/main" noGrp="1"/>
          </p:cNvSpPr>
          <p:nvPr/>
        </p:nvSpPr>
        <p:spPr>
          <a:xfrm xmlns:a="http://schemas.openxmlformats.org/drawingml/2006/main">
            <a:off x="6419850" y="5543550"/>
            <a:ext cx="819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1">
                <a:solidFill>
                  <a:srgbClr val="231F20"/>
                </a:solidFill>
                <a:latin typeface="Arial"/>
                <a:ea typeface="Arial"/>
                <a:cs typeface="Arial"/>
              </a:defRPr>
            </a:defPPr>
            <a:lvl1pPr algn="ctr">
              <a:defRPr sz="1875" b="1">
                <a:solidFill>
                  <a:srgbClr val="231F20"/>
                </a:solidFill>
                <a:latin typeface="Arial"/>
                <a:ea typeface="Arial"/>
                <a:cs typeface="Arial"/>
              </a:defRPr>
            </a:lvl1pPr>
            <a:lvl2pPr algn="ctr">
              <a:defRPr sz="1875" b="1">
                <a:solidFill>
                  <a:srgbClr val="231F20"/>
                </a:solidFill>
                <a:latin typeface="Arial"/>
                <a:ea typeface="Arial"/>
                <a:cs typeface="Arial"/>
              </a:defRPr>
            </a:lvl2pPr>
            <a:lvl3pPr algn="ctr">
              <a:defRPr sz="1875" b="1">
                <a:solidFill>
                  <a:srgbClr val="231F20"/>
                </a:solidFill>
                <a:latin typeface="Arial"/>
                <a:ea typeface="Arial"/>
                <a:cs typeface="Arial"/>
              </a:defRPr>
            </a:lvl3pPr>
            <a:lvl4pPr algn="ctr">
              <a:defRPr sz="1875" b="1">
                <a:solidFill>
                  <a:srgbClr val="231F20"/>
                </a:solidFill>
                <a:latin typeface="Arial"/>
                <a:ea typeface="Arial"/>
                <a:cs typeface="Arial"/>
              </a:defRPr>
            </a:lvl4pPr>
            <a:lvl5pPr algn="ctr">
              <a:defRPr sz="1875" b="1">
                <a:solidFill>
                  <a:srgbClr val="231F20"/>
                </a:solidFill>
                <a:latin typeface="Arial"/>
                <a:ea typeface="Arial"/>
                <a:cs typeface="Arial"/>
              </a:defRPr>
            </a:lvl5pPr>
            <a:lvl6pPr algn="ctr">
              <a:defRPr sz="1875" b="1">
                <a:solidFill>
                  <a:srgbClr val="231F20"/>
                </a:solidFill>
                <a:latin typeface="Arial"/>
                <a:ea typeface="Arial"/>
                <a:cs typeface="Arial"/>
              </a:defRPr>
            </a:lvl6pPr>
            <a:lvl7pPr algn="ctr">
              <a:defRPr sz="1875" b="1">
                <a:solidFill>
                  <a:srgbClr val="231F20"/>
                </a:solidFill>
                <a:latin typeface="Arial"/>
                <a:ea typeface="Arial"/>
                <a:cs typeface="Arial"/>
              </a:defRPr>
            </a:lvl7pPr>
            <a:lvl8pPr algn="ctr">
              <a:defRPr sz="1875" b="1">
                <a:solidFill>
                  <a:srgbClr val="231F20"/>
                </a:solidFill>
                <a:latin typeface="Arial"/>
                <a:ea typeface="Arial"/>
                <a:cs typeface="Arial"/>
              </a:defRPr>
            </a:lvl8pPr>
            <a:lvl9pPr algn="ctr">
              <a:defRPr sz="1875" b="1">
                <a:solidFill>
                  <a:srgbClr val="231F20"/>
                </a:solidFill>
                <a:latin typeface="Arial"/>
                <a:ea typeface="Arial"/>
                <a:cs typeface="Arial"/>
              </a:defRPr>
            </a:lvl9pPr>
          </a:lstStyle>
          <a:p xmlns:a="http://schemas.openxmlformats.org/drawingml/2006/main">
            <a:pPr algn="ctr">
              <a:defRPr sz="1875" b="1">
                <a:solidFill>
                  <a:srgbClr val="231F20"/>
                </a:solidFill>
                <a:latin typeface="Arial"/>
                <a:ea typeface="Arial"/>
                <a:cs typeface="Arial"/>
              </a:defRPr>
            </a:pPr>
            <a:r>
              <a:rPr sz="1875" b="1">
                <a:solidFill>
                  <a:srgbClr val="231F20"/>
                </a:solidFill>
                <a:latin typeface="Arial"/>
                <a:ea typeface="Arial"/>
                <a:cs typeface="Arial"/>
              </a:rPr>
              <a:t>AHB</a:t>
            </a:r>
          </a:p>
        </p:txBody>
      </p:sp>
      <p:sp>
        <p:nvSpPr>
          <p:cNvPr id="67" name="block-353">
            <a:extLst xmlns:a="http://schemas.openxmlformats.org/drawingml/2006/main">
              <a:ext uri="{FF2B5EF4-FFF2-40B4-BE49-F238E27FC236}">
                <a16:creationId xmlns:a16="http://schemas.microsoft.com/office/drawing/2014/main" id="{81BD3B2F-398A-480E-AA46-D2545373980B}"/>
              </a:ext>
            </a:extLst>
          </p:cNvPr>
          <p:cNvSpPr>
            <a:spLocks xmlns:a="http://schemas.openxmlformats.org/drawingml/2006/main" noGrp="1"/>
          </p:cNvSpPr>
          <p:nvPr/>
        </p:nvSpPr>
        <p:spPr>
          <a:xfrm xmlns:a="http://schemas.openxmlformats.org/drawingml/2006/main">
            <a:off x="7591425" y="2257425"/>
            <a:ext cx="1609725" cy="619125"/>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68" name="text-354">
            <a:extLst xmlns:a="http://schemas.openxmlformats.org/drawingml/2006/main">
              <a:ext uri="{FF2B5EF4-FFF2-40B4-BE49-F238E27FC236}">
                <a16:creationId xmlns:a16="http://schemas.microsoft.com/office/drawing/2014/main" id="{1A2E9EEB-0E01-4CA6-90AA-3A81F630EF44}"/>
              </a:ext>
            </a:extLst>
          </p:cNvPr>
          <p:cNvSpPr>
            <a:spLocks xmlns:a="http://schemas.openxmlformats.org/drawingml/2006/main" noGrp="1"/>
          </p:cNvSpPr>
          <p:nvPr/>
        </p:nvSpPr>
        <p:spPr>
          <a:xfrm xmlns:a="http://schemas.openxmlformats.org/drawingml/2006/main">
            <a:off x="7667625" y="2314575"/>
            <a:ext cx="14573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1">
                <a:solidFill>
                  <a:srgbClr val="231F20"/>
                </a:solidFill>
                <a:latin typeface="Yu Gothic"/>
                <a:ea typeface="Yu Gothic"/>
                <a:cs typeface="Yu Gothic"/>
              </a:defRPr>
            </a:defPPr>
            <a:lvl1pPr algn="ctr">
              <a:defRPr sz="1875" b="1">
                <a:solidFill>
                  <a:srgbClr val="231F20"/>
                </a:solidFill>
                <a:latin typeface="Yu Gothic"/>
                <a:ea typeface="Yu Gothic"/>
                <a:cs typeface="Yu Gothic"/>
              </a:defRPr>
            </a:lvl1pPr>
            <a:lvl2pPr algn="ctr">
              <a:defRPr sz="1875" b="1">
                <a:solidFill>
                  <a:srgbClr val="231F20"/>
                </a:solidFill>
                <a:latin typeface="Yu Gothic"/>
                <a:ea typeface="Yu Gothic"/>
                <a:cs typeface="Yu Gothic"/>
              </a:defRPr>
            </a:lvl2pPr>
            <a:lvl3pPr algn="ctr">
              <a:defRPr sz="1875" b="1">
                <a:solidFill>
                  <a:srgbClr val="231F20"/>
                </a:solidFill>
                <a:latin typeface="Yu Gothic"/>
                <a:ea typeface="Yu Gothic"/>
                <a:cs typeface="Yu Gothic"/>
              </a:defRPr>
            </a:lvl3pPr>
            <a:lvl4pPr algn="ctr">
              <a:defRPr sz="1875" b="1">
                <a:solidFill>
                  <a:srgbClr val="231F20"/>
                </a:solidFill>
                <a:latin typeface="Yu Gothic"/>
                <a:ea typeface="Yu Gothic"/>
                <a:cs typeface="Yu Gothic"/>
              </a:defRPr>
            </a:lvl4pPr>
            <a:lvl5pPr algn="ctr">
              <a:defRPr sz="1875" b="1">
                <a:solidFill>
                  <a:srgbClr val="231F20"/>
                </a:solidFill>
                <a:latin typeface="Yu Gothic"/>
                <a:ea typeface="Yu Gothic"/>
                <a:cs typeface="Yu Gothic"/>
              </a:defRPr>
            </a:lvl5pPr>
            <a:lvl6pPr algn="ctr">
              <a:defRPr sz="1875" b="1">
                <a:solidFill>
                  <a:srgbClr val="231F20"/>
                </a:solidFill>
                <a:latin typeface="Yu Gothic"/>
                <a:ea typeface="Yu Gothic"/>
                <a:cs typeface="Yu Gothic"/>
              </a:defRPr>
            </a:lvl6pPr>
            <a:lvl7pPr algn="ctr">
              <a:defRPr sz="1875" b="1">
                <a:solidFill>
                  <a:srgbClr val="231F20"/>
                </a:solidFill>
                <a:latin typeface="Yu Gothic"/>
                <a:ea typeface="Yu Gothic"/>
                <a:cs typeface="Yu Gothic"/>
              </a:defRPr>
            </a:lvl7pPr>
            <a:lvl8pPr algn="ctr">
              <a:defRPr sz="1875" b="1">
                <a:solidFill>
                  <a:srgbClr val="231F20"/>
                </a:solidFill>
                <a:latin typeface="Yu Gothic"/>
                <a:ea typeface="Yu Gothic"/>
                <a:cs typeface="Yu Gothic"/>
              </a:defRPr>
            </a:lvl8pPr>
            <a:lvl9pPr algn="ctr">
              <a:defRPr sz="1875" b="1">
                <a:solidFill>
                  <a:srgbClr val="231F20"/>
                </a:solidFill>
                <a:latin typeface="Yu Gothic"/>
                <a:ea typeface="Yu Gothic"/>
                <a:cs typeface="Yu Gothic"/>
              </a:defRPr>
            </a:lvl9pPr>
          </a:lstStyle>
          <a:p xmlns:a="http://schemas.openxmlformats.org/drawingml/2006/main">
            <a:pPr algn="ctr">
              <a:defRPr sz="1875" b="1">
                <a:solidFill>
                  <a:srgbClr val="231F20"/>
                </a:solidFill>
                <a:latin typeface="Yu Gothic"/>
                <a:ea typeface="Yu Gothic"/>
                <a:cs typeface="Yu Gothic"/>
              </a:defRPr>
            </a:pPr>
            <a:r>
              <a:rPr sz="1875" b="1">
                <a:solidFill>
                  <a:srgbClr val="231F20"/>
                </a:solidFill>
                <a:latin typeface="Yu Gothic"/>
                <a:ea typeface="Yu Gothic"/>
                <a:cs typeface="Yu Gothic"/>
              </a:rPr>
              <a:t>DDR3制御</a:t>
            </a:r>
          </a:p>
        </p:txBody>
      </p:sp>
      <p:sp>
        <p:nvSpPr>
          <p:cNvPr id="69" name="block-355">
            <a:extLst xmlns:a="http://schemas.openxmlformats.org/drawingml/2006/main">
              <a:ext uri="{FF2B5EF4-FFF2-40B4-BE49-F238E27FC236}">
                <a16:creationId xmlns:a16="http://schemas.microsoft.com/office/drawing/2014/main" id="{75B3CF78-BF79-4DDC-8C07-1EC7DA0E51E0}"/>
              </a:ext>
            </a:extLst>
          </p:cNvPr>
          <p:cNvSpPr>
            <a:spLocks xmlns:a="http://schemas.openxmlformats.org/drawingml/2006/main" noGrp="1"/>
          </p:cNvSpPr>
          <p:nvPr/>
        </p:nvSpPr>
        <p:spPr>
          <a:xfrm xmlns:a="http://schemas.openxmlformats.org/drawingml/2006/main">
            <a:off x="9696450" y="2000250"/>
            <a:ext cx="1885950" cy="114300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70" name="text-356">
            <a:extLst xmlns:a="http://schemas.openxmlformats.org/drawingml/2006/main">
              <a:ext uri="{FF2B5EF4-FFF2-40B4-BE49-F238E27FC236}">
                <a16:creationId xmlns:a16="http://schemas.microsoft.com/office/drawing/2014/main" id="{6E779584-9441-461C-86B2-E9F57B182806}"/>
              </a:ext>
            </a:extLst>
          </p:cNvPr>
          <p:cNvSpPr>
            <a:spLocks xmlns:a="http://schemas.openxmlformats.org/drawingml/2006/main" noGrp="1"/>
          </p:cNvSpPr>
          <p:nvPr/>
        </p:nvSpPr>
        <p:spPr>
          <a:xfrm xmlns:a="http://schemas.openxmlformats.org/drawingml/2006/main">
            <a:off x="9772650" y="2057400"/>
            <a:ext cx="17335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025" b="1">
                <a:solidFill>
                  <a:srgbClr val="231F20"/>
                </a:solidFill>
                <a:latin typeface="Arial"/>
                <a:ea typeface="Arial"/>
                <a:cs typeface="Arial"/>
              </a:defRPr>
            </a:defPPr>
            <a:lvl1pPr algn="ctr">
              <a:defRPr sz="2025" b="1">
                <a:solidFill>
                  <a:srgbClr val="231F20"/>
                </a:solidFill>
                <a:latin typeface="Arial"/>
                <a:ea typeface="Arial"/>
                <a:cs typeface="Arial"/>
              </a:defRPr>
            </a:lvl1pPr>
            <a:lvl2pPr algn="ctr">
              <a:defRPr sz="2025" b="1">
                <a:solidFill>
                  <a:srgbClr val="231F20"/>
                </a:solidFill>
                <a:latin typeface="Arial"/>
                <a:ea typeface="Arial"/>
                <a:cs typeface="Arial"/>
              </a:defRPr>
            </a:lvl2pPr>
            <a:lvl3pPr algn="ctr">
              <a:defRPr sz="2025" b="1">
                <a:solidFill>
                  <a:srgbClr val="231F20"/>
                </a:solidFill>
                <a:latin typeface="Arial"/>
                <a:ea typeface="Arial"/>
                <a:cs typeface="Arial"/>
              </a:defRPr>
            </a:lvl3pPr>
            <a:lvl4pPr algn="ctr">
              <a:defRPr sz="2025" b="1">
                <a:solidFill>
                  <a:srgbClr val="231F20"/>
                </a:solidFill>
                <a:latin typeface="Arial"/>
                <a:ea typeface="Arial"/>
                <a:cs typeface="Arial"/>
              </a:defRPr>
            </a:lvl4pPr>
            <a:lvl5pPr algn="ctr">
              <a:defRPr sz="2025" b="1">
                <a:solidFill>
                  <a:srgbClr val="231F20"/>
                </a:solidFill>
                <a:latin typeface="Arial"/>
                <a:ea typeface="Arial"/>
                <a:cs typeface="Arial"/>
              </a:defRPr>
            </a:lvl5pPr>
            <a:lvl6pPr algn="ctr">
              <a:defRPr sz="2025" b="1">
                <a:solidFill>
                  <a:srgbClr val="231F20"/>
                </a:solidFill>
                <a:latin typeface="Arial"/>
                <a:ea typeface="Arial"/>
                <a:cs typeface="Arial"/>
              </a:defRPr>
            </a:lvl6pPr>
            <a:lvl7pPr algn="ctr">
              <a:defRPr sz="2025" b="1">
                <a:solidFill>
                  <a:srgbClr val="231F20"/>
                </a:solidFill>
                <a:latin typeface="Arial"/>
                <a:ea typeface="Arial"/>
                <a:cs typeface="Arial"/>
              </a:defRPr>
            </a:lvl7pPr>
            <a:lvl8pPr algn="ctr">
              <a:defRPr sz="2025" b="1">
                <a:solidFill>
                  <a:srgbClr val="231F20"/>
                </a:solidFill>
                <a:latin typeface="Arial"/>
                <a:ea typeface="Arial"/>
                <a:cs typeface="Arial"/>
              </a:defRPr>
            </a:lvl8pPr>
            <a:lvl9pPr algn="ctr">
              <a:defRPr sz="2025" b="1">
                <a:solidFill>
                  <a:srgbClr val="231F20"/>
                </a:solidFill>
                <a:latin typeface="Arial"/>
                <a:ea typeface="Arial"/>
                <a:cs typeface="Arial"/>
              </a:defRPr>
            </a:lvl9pPr>
          </a:lstStyle>
          <a:p xmlns:a="http://schemas.openxmlformats.org/drawingml/2006/main">
            <a:pPr algn="ctr">
              <a:defRPr sz="2025" b="1">
                <a:solidFill>
                  <a:srgbClr val="231F20"/>
                </a:solidFill>
                <a:latin typeface="Arial"/>
                <a:ea typeface="Arial"/>
                <a:cs typeface="Arial"/>
              </a:defRPr>
            </a:pPr>
            <a:r>
              <a:rPr sz="2025" b="1">
                <a:solidFill>
                  <a:srgbClr val="231F20"/>
                </a:solidFill>
                <a:latin typeface="Arial"/>
                <a:ea typeface="Arial"/>
                <a:cs typeface="Arial"/>
              </a:rPr>
              <a:t>DDR3</a:t>
            </a:r>
          </a:p>
        </p:txBody>
      </p:sp>
      <p:sp>
        <p:nvSpPr>
          <p:cNvPr id="71" name="wire-357">
            <a:extLst xmlns:a="http://schemas.openxmlformats.org/drawingml/2006/main">
              <a:ext uri="{FF2B5EF4-FFF2-40B4-BE49-F238E27FC236}">
                <a16:creationId xmlns:a16="http://schemas.microsoft.com/office/drawing/2014/main" id="{7E0B38B8-D82E-40FF-AD4F-91DC36966538}"/>
              </a:ext>
            </a:extLst>
          </p:cNvPr>
          <p:cNvSpPr>
            <a:spLocks xmlns:a="http://schemas.openxmlformats.org/drawingml/2006/main" noGrp="1"/>
          </p:cNvSpPr>
          <p:nvPr/>
        </p:nvSpPr>
        <p:spPr>
          <a:xfrm xmlns:a="http://schemas.openxmlformats.org/drawingml/2006/main">
            <a:off x="6791325" y="2571750"/>
            <a:ext cx="800100" cy="9525"/>
          </a:xfrm>
          <a:custGeom xmlns:a="http://schemas.openxmlformats.org/drawingml/2006/main">
            <a:pathLst>
              <a:path w="800100" h="9525">
                <a:moveTo>
                  <a:pt x="0" y="0"/>
                </a:moveTo>
                <a:lnTo>
                  <a:pt x="800100" y="0"/>
                </a:lnTo>
              </a:path>
            </a:pathLst>
          </a:custGeom>
          <a:noFill xmlns:a="http://schemas.openxmlformats.org/drawingml/2006/main"/>
          <a:ln xmlns:a="http://schemas.openxmlformats.org/drawingml/2006/main" w="28575">
            <a:solidFill>
              <a:srgbClr val="231F20"/>
            </a:solidFill>
          </a:ln>
        </p:spPr>
      </p:sp>
      <p:sp>
        <p:nvSpPr>
          <p:cNvPr id="72" name="circuit-358">
            <a:extLst xmlns:a="http://schemas.openxmlformats.org/drawingml/2006/main">
              <a:ext uri="{FF2B5EF4-FFF2-40B4-BE49-F238E27FC236}">
                <a16:creationId xmlns:a16="http://schemas.microsoft.com/office/drawing/2014/main" id="{442E9960-6FE2-4C42-A1CF-A08D41F32FD1}"/>
              </a:ext>
            </a:extLst>
          </p:cNvPr>
          <p:cNvSpPr>
            <a:spLocks xmlns:a="http://schemas.openxmlformats.org/drawingml/2006/main" noGrp="1"/>
          </p:cNvSpPr>
          <p:nvPr/>
        </p:nvSpPr>
        <p:spPr>
          <a:xfrm xmlns:a="http://schemas.openxmlformats.org/drawingml/2006/main">
            <a:off x="7515225" y="254031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73" name="wire-359">
            <a:extLst xmlns:a="http://schemas.openxmlformats.org/drawingml/2006/main">
              <a:ext uri="{FF2B5EF4-FFF2-40B4-BE49-F238E27FC236}">
                <a16:creationId xmlns:a16="http://schemas.microsoft.com/office/drawing/2014/main" id="{22804AEE-DE73-46BE-9AED-BA1A6AED8A59}"/>
              </a:ext>
            </a:extLst>
          </p:cNvPr>
          <p:cNvSpPr>
            <a:spLocks xmlns:a="http://schemas.openxmlformats.org/drawingml/2006/main" noGrp="1"/>
          </p:cNvSpPr>
          <p:nvPr/>
        </p:nvSpPr>
        <p:spPr>
          <a:xfrm xmlns:a="http://schemas.openxmlformats.org/drawingml/2006/main">
            <a:off x="6791325" y="2571750"/>
            <a:ext cx="800100" cy="9525"/>
          </a:xfrm>
          <a:custGeom xmlns:a="http://schemas.openxmlformats.org/drawingml/2006/main">
            <a:pathLst>
              <a:path w="800100" h="9525">
                <a:moveTo>
                  <a:pt x="800100" y="0"/>
                </a:moveTo>
                <a:lnTo>
                  <a:pt x="0" y="0"/>
                </a:lnTo>
              </a:path>
            </a:pathLst>
          </a:custGeom>
          <a:noFill xmlns:a="http://schemas.openxmlformats.org/drawingml/2006/main"/>
          <a:ln xmlns:a="http://schemas.openxmlformats.org/drawingml/2006/main" w="28575">
            <a:solidFill>
              <a:srgbClr val="231F20"/>
            </a:solidFill>
          </a:ln>
        </p:spPr>
      </p:sp>
      <p:sp>
        <p:nvSpPr>
          <p:cNvPr id="74" name="circuit-360">
            <a:extLst xmlns:a="http://schemas.openxmlformats.org/drawingml/2006/main">
              <a:ext uri="{FF2B5EF4-FFF2-40B4-BE49-F238E27FC236}">
                <a16:creationId xmlns:a16="http://schemas.microsoft.com/office/drawing/2014/main" id="{89BA6901-E122-4A53-A36B-3299DDC8D513}"/>
              </a:ext>
            </a:extLst>
          </p:cNvPr>
          <p:cNvSpPr>
            <a:spLocks xmlns:a="http://schemas.openxmlformats.org/drawingml/2006/main" noGrp="1"/>
          </p:cNvSpPr>
          <p:nvPr/>
        </p:nvSpPr>
        <p:spPr>
          <a:xfrm xmlns:a="http://schemas.openxmlformats.org/drawingml/2006/main">
            <a:off x="6791325" y="2540318"/>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231F20"/>
          </a:solidFill>
          <a:ln xmlns:a="http://schemas.openxmlformats.org/drawingml/2006/main" w="9525">
            <a:solidFill>
              <a:srgbClr val="231F20"/>
            </a:solidFill>
          </a:ln>
        </p:spPr>
      </p:sp>
      <p:sp>
        <p:nvSpPr>
          <p:cNvPr id="75" name="wire-361">
            <a:extLst xmlns:a="http://schemas.openxmlformats.org/drawingml/2006/main">
              <a:ext uri="{FF2B5EF4-FFF2-40B4-BE49-F238E27FC236}">
                <a16:creationId xmlns:a16="http://schemas.microsoft.com/office/drawing/2014/main" id="{6E9580D6-B730-42EA-8A87-58713D65667F}"/>
              </a:ext>
            </a:extLst>
          </p:cNvPr>
          <p:cNvSpPr>
            <a:spLocks xmlns:a="http://schemas.openxmlformats.org/drawingml/2006/main" noGrp="1"/>
          </p:cNvSpPr>
          <p:nvPr/>
        </p:nvSpPr>
        <p:spPr>
          <a:xfrm xmlns:a="http://schemas.openxmlformats.org/drawingml/2006/main">
            <a:off x="9201150" y="2571750"/>
            <a:ext cx="495300" cy="9525"/>
          </a:xfrm>
          <a:custGeom xmlns:a="http://schemas.openxmlformats.org/drawingml/2006/main">
            <a:pathLst>
              <a:path w="495300" h="9525">
                <a:moveTo>
                  <a:pt x="0" y="0"/>
                </a:moveTo>
                <a:lnTo>
                  <a:pt x="495300" y="0"/>
                </a:lnTo>
              </a:path>
            </a:pathLst>
          </a:custGeom>
          <a:noFill xmlns:a="http://schemas.openxmlformats.org/drawingml/2006/main"/>
          <a:ln xmlns:a="http://schemas.openxmlformats.org/drawingml/2006/main" w="28575">
            <a:solidFill>
              <a:srgbClr val="231F20"/>
            </a:solidFill>
          </a:ln>
        </p:spPr>
      </p:sp>
      <p:sp>
        <p:nvSpPr>
          <p:cNvPr id="76" name="circuit-362">
            <a:extLst xmlns:a="http://schemas.openxmlformats.org/drawingml/2006/main">
              <a:ext uri="{FF2B5EF4-FFF2-40B4-BE49-F238E27FC236}">
                <a16:creationId xmlns:a16="http://schemas.microsoft.com/office/drawing/2014/main" id="{A05AA39E-90D4-4B3F-BC48-AFF81BE71011}"/>
              </a:ext>
            </a:extLst>
          </p:cNvPr>
          <p:cNvSpPr>
            <a:spLocks xmlns:a="http://schemas.openxmlformats.org/drawingml/2006/main" noGrp="1"/>
          </p:cNvSpPr>
          <p:nvPr/>
        </p:nvSpPr>
        <p:spPr>
          <a:xfrm xmlns:a="http://schemas.openxmlformats.org/drawingml/2006/main">
            <a:off x="9620250" y="254031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77" name="wire-363">
            <a:extLst xmlns:a="http://schemas.openxmlformats.org/drawingml/2006/main">
              <a:ext uri="{FF2B5EF4-FFF2-40B4-BE49-F238E27FC236}">
                <a16:creationId xmlns:a16="http://schemas.microsoft.com/office/drawing/2014/main" id="{EA4F21AE-20A3-4B82-9544-17B7BE7A3052}"/>
              </a:ext>
            </a:extLst>
          </p:cNvPr>
          <p:cNvSpPr>
            <a:spLocks xmlns:a="http://schemas.openxmlformats.org/drawingml/2006/main" noGrp="1"/>
          </p:cNvSpPr>
          <p:nvPr/>
        </p:nvSpPr>
        <p:spPr>
          <a:xfrm xmlns:a="http://schemas.openxmlformats.org/drawingml/2006/main">
            <a:off x="9201150" y="2571750"/>
            <a:ext cx="495300" cy="9525"/>
          </a:xfrm>
          <a:custGeom xmlns:a="http://schemas.openxmlformats.org/drawingml/2006/main">
            <a:pathLst>
              <a:path w="495300" h="9525">
                <a:moveTo>
                  <a:pt x="495300" y="0"/>
                </a:moveTo>
                <a:lnTo>
                  <a:pt x="0" y="0"/>
                </a:lnTo>
              </a:path>
            </a:pathLst>
          </a:custGeom>
          <a:noFill xmlns:a="http://schemas.openxmlformats.org/drawingml/2006/main"/>
          <a:ln xmlns:a="http://schemas.openxmlformats.org/drawingml/2006/main" w="28575">
            <a:solidFill>
              <a:srgbClr val="231F20"/>
            </a:solidFill>
          </a:ln>
        </p:spPr>
      </p:sp>
      <p:sp>
        <p:nvSpPr>
          <p:cNvPr id="78" name="circuit-364">
            <a:extLst xmlns:a="http://schemas.openxmlformats.org/drawingml/2006/main">
              <a:ext uri="{FF2B5EF4-FFF2-40B4-BE49-F238E27FC236}">
                <a16:creationId xmlns:a16="http://schemas.microsoft.com/office/drawing/2014/main" id="{F0EBFA2E-2453-4143-A4C7-02EF9FC6C265}"/>
              </a:ext>
            </a:extLst>
          </p:cNvPr>
          <p:cNvSpPr>
            <a:spLocks xmlns:a="http://schemas.openxmlformats.org/drawingml/2006/main" noGrp="1"/>
          </p:cNvSpPr>
          <p:nvPr/>
        </p:nvSpPr>
        <p:spPr>
          <a:xfrm xmlns:a="http://schemas.openxmlformats.org/drawingml/2006/main">
            <a:off x="9201150" y="2540318"/>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231F20"/>
          </a:solidFill>
          <a:ln xmlns:a="http://schemas.openxmlformats.org/drawingml/2006/main" w="9525">
            <a:solidFill>
              <a:srgbClr val="231F20"/>
            </a:solidFill>
          </a:ln>
        </p:spPr>
      </p:sp>
      <p:sp>
        <p:nvSpPr>
          <p:cNvPr id="79" name="text-365">
            <a:extLst xmlns:a="http://schemas.openxmlformats.org/drawingml/2006/main">
              <a:ext uri="{FF2B5EF4-FFF2-40B4-BE49-F238E27FC236}">
                <a16:creationId xmlns:a16="http://schemas.microsoft.com/office/drawing/2014/main" id="{D4BEAB67-BA41-48DA-ACB9-0CDDD7E36731}"/>
              </a:ext>
            </a:extLst>
          </p:cNvPr>
          <p:cNvSpPr>
            <a:spLocks xmlns:a="http://schemas.openxmlformats.org/drawingml/2006/main" noGrp="1"/>
          </p:cNvSpPr>
          <p:nvPr/>
        </p:nvSpPr>
        <p:spPr>
          <a:xfrm xmlns:a="http://schemas.openxmlformats.org/drawingml/2006/main">
            <a:off x="9705975" y="2733675"/>
            <a:ext cx="1866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00" b="0">
                <a:solidFill>
                  <a:srgbClr val="231F20"/>
                </a:solidFill>
                <a:latin typeface="Yu Gothic"/>
                <a:ea typeface="Yu Gothic"/>
                <a:cs typeface="Yu Gothic"/>
              </a:defRPr>
            </a:defPPr>
            <a:lvl1pPr algn="ctr">
              <a:defRPr sz="1500" b="0">
                <a:solidFill>
                  <a:srgbClr val="231F20"/>
                </a:solidFill>
                <a:latin typeface="Yu Gothic"/>
                <a:ea typeface="Yu Gothic"/>
                <a:cs typeface="Yu Gothic"/>
              </a:defRPr>
            </a:lvl1pPr>
            <a:lvl2pPr algn="ctr">
              <a:defRPr sz="1500" b="0">
                <a:solidFill>
                  <a:srgbClr val="231F20"/>
                </a:solidFill>
                <a:latin typeface="Yu Gothic"/>
                <a:ea typeface="Yu Gothic"/>
                <a:cs typeface="Yu Gothic"/>
              </a:defRPr>
            </a:lvl2pPr>
            <a:lvl3pPr algn="ctr">
              <a:defRPr sz="1500" b="0">
                <a:solidFill>
                  <a:srgbClr val="231F20"/>
                </a:solidFill>
                <a:latin typeface="Yu Gothic"/>
                <a:ea typeface="Yu Gothic"/>
                <a:cs typeface="Yu Gothic"/>
              </a:defRPr>
            </a:lvl3pPr>
            <a:lvl4pPr algn="ctr">
              <a:defRPr sz="1500" b="0">
                <a:solidFill>
                  <a:srgbClr val="231F20"/>
                </a:solidFill>
                <a:latin typeface="Yu Gothic"/>
                <a:ea typeface="Yu Gothic"/>
                <a:cs typeface="Yu Gothic"/>
              </a:defRPr>
            </a:lvl4pPr>
            <a:lvl5pPr algn="ctr">
              <a:defRPr sz="1500" b="0">
                <a:solidFill>
                  <a:srgbClr val="231F20"/>
                </a:solidFill>
                <a:latin typeface="Yu Gothic"/>
                <a:ea typeface="Yu Gothic"/>
                <a:cs typeface="Yu Gothic"/>
              </a:defRPr>
            </a:lvl5pPr>
            <a:lvl6pPr algn="ctr">
              <a:defRPr sz="1500" b="0">
                <a:solidFill>
                  <a:srgbClr val="231F20"/>
                </a:solidFill>
                <a:latin typeface="Yu Gothic"/>
                <a:ea typeface="Yu Gothic"/>
                <a:cs typeface="Yu Gothic"/>
              </a:defRPr>
            </a:lvl6pPr>
            <a:lvl7pPr algn="ctr">
              <a:defRPr sz="1500" b="0">
                <a:solidFill>
                  <a:srgbClr val="231F20"/>
                </a:solidFill>
                <a:latin typeface="Yu Gothic"/>
                <a:ea typeface="Yu Gothic"/>
                <a:cs typeface="Yu Gothic"/>
              </a:defRPr>
            </a:lvl7pPr>
            <a:lvl8pPr algn="ctr">
              <a:defRPr sz="1500" b="0">
                <a:solidFill>
                  <a:srgbClr val="231F20"/>
                </a:solidFill>
                <a:latin typeface="Yu Gothic"/>
                <a:ea typeface="Yu Gothic"/>
                <a:cs typeface="Yu Gothic"/>
              </a:defRPr>
            </a:lvl8pPr>
            <a:lvl9pPr algn="ctr">
              <a:defRPr sz="1500" b="0">
                <a:solidFill>
                  <a:srgbClr val="231F20"/>
                </a:solidFill>
                <a:latin typeface="Yu Gothic"/>
                <a:ea typeface="Yu Gothic"/>
                <a:cs typeface="Yu Gothic"/>
              </a:defRPr>
            </a:lvl9pPr>
          </a:lstStyle>
          <a:p xmlns:a="http://schemas.openxmlformats.org/drawingml/2006/main">
            <a:pPr algn="ctr">
              <a:defRPr sz="1500" b="0">
                <a:solidFill>
                  <a:srgbClr val="231F20"/>
                </a:solidFill>
                <a:latin typeface="Yu Gothic"/>
                <a:ea typeface="Yu Gothic"/>
                <a:cs typeface="Yu Gothic"/>
              </a:defRPr>
            </a:pPr>
            <a:r>
              <a:rPr sz="1500" b="0">
                <a:solidFill>
                  <a:srgbClr val="231F20"/>
                </a:solidFill>
                <a:latin typeface="Yu Gothic"/>
                <a:ea typeface="Yu Gothic"/>
                <a:cs typeface="Yu Gothic"/>
              </a:rPr>
              <a:t>命令・データ</a:t>
            </a:r>
          </a:p>
        </p:txBody>
      </p:sp>
      <p:sp>
        <p:nvSpPr>
          <p:cNvPr id="80" name="block-366">
            <a:extLst xmlns:a="http://schemas.openxmlformats.org/drawingml/2006/main">
              <a:ext uri="{FF2B5EF4-FFF2-40B4-BE49-F238E27FC236}">
                <a16:creationId xmlns:a16="http://schemas.microsoft.com/office/drawing/2014/main" id="{FF47B847-1324-45A7-AC24-8A437695A070}"/>
              </a:ext>
            </a:extLst>
          </p:cNvPr>
          <p:cNvSpPr>
            <a:spLocks xmlns:a="http://schemas.openxmlformats.org/drawingml/2006/main" noGrp="1"/>
          </p:cNvSpPr>
          <p:nvPr/>
        </p:nvSpPr>
        <p:spPr>
          <a:xfrm xmlns:a="http://schemas.openxmlformats.org/drawingml/2006/main">
            <a:off x="7591425" y="3838575"/>
            <a:ext cx="1190625" cy="619125"/>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81" name="text-367">
            <a:extLst xmlns:a="http://schemas.openxmlformats.org/drawingml/2006/main">
              <a:ext uri="{FF2B5EF4-FFF2-40B4-BE49-F238E27FC236}">
                <a16:creationId xmlns:a16="http://schemas.microsoft.com/office/drawing/2014/main" id="{019E50A3-E41B-433F-BA13-72F462E04FB7}"/>
              </a:ext>
            </a:extLst>
          </p:cNvPr>
          <p:cNvSpPr>
            <a:spLocks xmlns:a="http://schemas.openxmlformats.org/drawingml/2006/main" noGrp="1"/>
          </p:cNvSpPr>
          <p:nvPr/>
        </p:nvSpPr>
        <p:spPr>
          <a:xfrm xmlns:a="http://schemas.openxmlformats.org/drawingml/2006/main">
            <a:off x="7667625" y="3895725"/>
            <a:ext cx="10382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1">
                <a:solidFill>
                  <a:srgbClr val="231F20"/>
                </a:solidFill>
                <a:latin typeface="Yu Gothic"/>
                <a:ea typeface="Yu Gothic"/>
                <a:cs typeface="Yu Gothic"/>
              </a:defRPr>
            </a:defPPr>
            <a:lvl1pPr algn="ctr">
              <a:defRPr sz="1725" b="1">
                <a:solidFill>
                  <a:srgbClr val="231F20"/>
                </a:solidFill>
                <a:latin typeface="Yu Gothic"/>
                <a:ea typeface="Yu Gothic"/>
                <a:cs typeface="Yu Gothic"/>
              </a:defRPr>
            </a:lvl1pPr>
            <a:lvl2pPr algn="ctr">
              <a:defRPr sz="1725" b="1">
                <a:solidFill>
                  <a:srgbClr val="231F20"/>
                </a:solidFill>
                <a:latin typeface="Yu Gothic"/>
                <a:ea typeface="Yu Gothic"/>
                <a:cs typeface="Yu Gothic"/>
              </a:defRPr>
            </a:lvl2pPr>
            <a:lvl3pPr algn="ctr">
              <a:defRPr sz="1725" b="1">
                <a:solidFill>
                  <a:srgbClr val="231F20"/>
                </a:solidFill>
                <a:latin typeface="Yu Gothic"/>
                <a:ea typeface="Yu Gothic"/>
                <a:cs typeface="Yu Gothic"/>
              </a:defRPr>
            </a:lvl3pPr>
            <a:lvl4pPr algn="ctr">
              <a:defRPr sz="1725" b="1">
                <a:solidFill>
                  <a:srgbClr val="231F20"/>
                </a:solidFill>
                <a:latin typeface="Yu Gothic"/>
                <a:ea typeface="Yu Gothic"/>
                <a:cs typeface="Yu Gothic"/>
              </a:defRPr>
            </a:lvl4pPr>
            <a:lvl5pPr algn="ctr">
              <a:defRPr sz="1725" b="1">
                <a:solidFill>
                  <a:srgbClr val="231F20"/>
                </a:solidFill>
                <a:latin typeface="Yu Gothic"/>
                <a:ea typeface="Yu Gothic"/>
                <a:cs typeface="Yu Gothic"/>
              </a:defRPr>
            </a:lvl5pPr>
            <a:lvl6pPr algn="ctr">
              <a:defRPr sz="1725" b="1">
                <a:solidFill>
                  <a:srgbClr val="231F20"/>
                </a:solidFill>
                <a:latin typeface="Yu Gothic"/>
                <a:ea typeface="Yu Gothic"/>
                <a:cs typeface="Yu Gothic"/>
              </a:defRPr>
            </a:lvl6pPr>
            <a:lvl7pPr algn="ctr">
              <a:defRPr sz="1725" b="1">
                <a:solidFill>
                  <a:srgbClr val="231F20"/>
                </a:solidFill>
                <a:latin typeface="Yu Gothic"/>
                <a:ea typeface="Yu Gothic"/>
                <a:cs typeface="Yu Gothic"/>
              </a:defRPr>
            </a:lvl7pPr>
            <a:lvl8pPr algn="ctr">
              <a:defRPr sz="1725" b="1">
                <a:solidFill>
                  <a:srgbClr val="231F20"/>
                </a:solidFill>
                <a:latin typeface="Yu Gothic"/>
                <a:ea typeface="Yu Gothic"/>
                <a:cs typeface="Yu Gothic"/>
              </a:defRPr>
            </a:lvl8pPr>
            <a:lvl9pPr algn="ctr">
              <a:defRPr sz="1725" b="1">
                <a:solidFill>
                  <a:srgbClr val="231F20"/>
                </a:solidFill>
                <a:latin typeface="Yu Gothic"/>
                <a:ea typeface="Yu Gothic"/>
                <a:cs typeface="Yu Gothic"/>
              </a:defRPr>
            </a:lvl9pPr>
          </a:lstStyle>
          <a:p xmlns:a="http://schemas.openxmlformats.org/drawingml/2006/main">
            <a:pPr algn="ctr">
              <a:defRPr sz="1725" b="1">
                <a:solidFill>
                  <a:srgbClr val="231F20"/>
                </a:solidFill>
                <a:latin typeface="Yu Gothic"/>
                <a:ea typeface="Yu Gothic"/>
                <a:cs typeface="Yu Gothic"/>
              </a:defRPr>
            </a:pPr>
            <a:r>
              <a:rPr sz="1725" b="1">
                <a:solidFill>
                  <a:srgbClr val="231F20"/>
                </a:solidFill>
                <a:latin typeface="Yu Gothic"/>
                <a:ea typeface="Yu Gothic"/>
                <a:cs typeface="Yu Gothic"/>
              </a:rPr>
              <a:t>APB変換</a:t>
            </a:r>
          </a:p>
        </p:txBody>
      </p:sp>
      <p:sp>
        <p:nvSpPr>
          <p:cNvPr id="82" name="wire-368">
            <a:extLst xmlns:a="http://schemas.openxmlformats.org/drawingml/2006/main">
              <a:ext uri="{FF2B5EF4-FFF2-40B4-BE49-F238E27FC236}">
                <a16:creationId xmlns:a16="http://schemas.microsoft.com/office/drawing/2014/main" id="{FE269CC4-340A-4B65-8012-0AE9577EF6BD}"/>
              </a:ext>
            </a:extLst>
          </p:cNvPr>
          <p:cNvSpPr>
            <a:spLocks xmlns:a="http://schemas.openxmlformats.org/drawingml/2006/main" noGrp="1"/>
          </p:cNvSpPr>
          <p:nvPr/>
        </p:nvSpPr>
        <p:spPr>
          <a:xfrm xmlns:a="http://schemas.openxmlformats.org/drawingml/2006/main">
            <a:off x="6791325" y="4143375"/>
            <a:ext cx="800100" cy="9525"/>
          </a:xfrm>
          <a:custGeom xmlns:a="http://schemas.openxmlformats.org/drawingml/2006/main">
            <a:pathLst>
              <a:path w="800100" h="9525">
                <a:moveTo>
                  <a:pt x="0" y="0"/>
                </a:moveTo>
                <a:lnTo>
                  <a:pt x="800100" y="0"/>
                </a:lnTo>
              </a:path>
            </a:pathLst>
          </a:custGeom>
          <a:noFill xmlns:a="http://schemas.openxmlformats.org/drawingml/2006/main"/>
          <a:ln xmlns:a="http://schemas.openxmlformats.org/drawingml/2006/main" w="28575">
            <a:solidFill>
              <a:srgbClr val="231F20"/>
            </a:solidFill>
          </a:ln>
        </p:spPr>
      </p:sp>
      <p:sp>
        <p:nvSpPr>
          <p:cNvPr id="83" name="circuit-369">
            <a:extLst xmlns:a="http://schemas.openxmlformats.org/drawingml/2006/main">
              <a:ext uri="{FF2B5EF4-FFF2-40B4-BE49-F238E27FC236}">
                <a16:creationId xmlns:a16="http://schemas.microsoft.com/office/drawing/2014/main" id="{FBDFBE72-B74C-4787-85A5-9EDBBCAA02CB}"/>
              </a:ext>
            </a:extLst>
          </p:cNvPr>
          <p:cNvSpPr>
            <a:spLocks xmlns:a="http://schemas.openxmlformats.org/drawingml/2006/main" noGrp="1"/>
          </p:cNvSpPr>
          <p:nvPr/>
        </p:nvSpPr>
        <p:spPr>
          <a:xfrm xmlns:a="http://schemas.openxmlformats.org/drawingml/2006/main">
            <a:off x="7515225" y="41119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84" name="wire-370">
            <a:extLst xmlns:a="http://schemas.openxmlformats.org/drawingml/2006/main">
              <a:ext uri="{FF2B5EF4-FFF2-40B4-BE49-F238E27FC236}">
                <a16:creationId xmlns:a16="http://schemas.microsoft.com/office/drawing/2014/main" id="{ED5202A4-E528-45DB-A38F-0A8A5854BD9F}"/>
              </a:ext>
            </a:extLst>
          </p:cNvPr>
          <p:cNvSpPr>
            <a:spLocks xmlns:a="http://schemas.openxmlformats.org/drawingml/2006/main" noGrp="1"/>
          </p:cNvSpPr>
          <p:nvPr/>
        </p:nvSpPr>
        <p:spPr>
          <a:xfrm xmlns:a="http://schemas.openxmlformats.org/drawingml/2006/main">
            <a:off x="6791325" y="4143375"/>
            <a:ext cx="800100" cy="9525"/>
          </a:xfrm>
          <a:custGeom xmlns:a="http://schemas.openxmlformats.org/drawingml/2006/main">
            <a:pathLst>
              <a:path w="800100" h="9525">
                <a:moveTo>
                  <a:pt x="800100" y="0"/>
                </a:moveTo>
                <a:lnTo>
                  <a:pt x="0" y="0"/>
                </a:lnTo>
              </a:path>
            </a:pathLst>
          </a:custGeom>
          <a:noFill xmlns:a="http://schemas.openxmlformats.org/drawingml/2006/main"/>
          <a:ln xmlns:a="http://schemas.openxmlformats.org/drawingml/2006/main" w="28575">
            <a:solidFill>
              <a:srgbClr val="231F20"/>
            </a:solidFill>
          </a:ln>
        </p:spPr>
      </p:sp>
      <p:sp>
        <p:nvSpPr>
          <p:cNvPr id="85" name="circuit-371">
            <a:extLst xmlns:a="http://schemas.openxmlformats.org/drawingml/2006/main">
              <a:ext uri="{FF2B5EF4-FFF2-40B4-BE49-F238E27FC236}">
                <a16:creationId xmlns:a16="http://schemas.microsoft.com/office/drawing/2014/main" id="{14749ADA-506A-49A6-8F99-9FC080FB0F8A}"/>
              </a:ext>
            </a:extLst>
          </p:cNvPr>
          <p:cNvSpPr>
            <a:spLocks xmlns:a="http://schemas.openxmlformats.org/drawingml/2006/main" noGrp="1"/>
          </p:cNvSpPr>
          <p:nvPr/>
        </p:nvSpPr>
        <p:spPr>
          <a:xfrm xmlns:a="http://schemas.openxmlformats.org/drawingml/2006/main">
            <a:off x="6791325" y="4111943"/>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231F20"/>
          </a:solidFill>
          <a:ln xmlns:a="http://schemas.openxmlformats.org/drawingml/2006/main" w="9525">
            <a:solidFill>
              <a:srgbClr val="231F20"/>
            </a:solidFill>
          </a:ln>
        </p:spPr>
      </p:sp>
      <p:sp>
        <p:nvSpPr>
          <p:cNvPr id="86" name="wire-372">
            <a:extLst xmlns:a="http://schemas.openxmlformats.org/drawingml/2006/main">
              <a:ext uri="{FF2B5EF4-FFF2-40B4-BE49-F238E27FC236}">
                <a16:creationId xmlns:a16="http://schemas.microsoft.com/office/drawing/2014/main" id="{F9AFF88F-1EAE-44C9-86BB-5EFD8D774E20}"/>
              </a:ext>
            </a:extLst>
          </p:cNvPr>
          <p:cNvSpPr>
            <a:spLocks xmlns:a="http://schemas.openxmlformats.org/drawingml/2006/main" noGrp="1"/>
          </p:cNvSpPr>
          <p:nvPr/>
        </p:nvSpPr>
        <p:spPr>
          <a:xfrm xmlns:a="http://schemas.openxmlformats.org/drawingml/2006/main">
            <a:off x="8782050" y="4143375"/>
            <a:ext cx="333375" cy="9525"/>
          </a:xfrm>
          <a:custGeom xmlns:a="http://schemas.openxmlformats.org/drawingml/2006/main">
            <a:pathLst>
              <a:path w="333375" h="9525">
                <a:moveTo>
                  <a:pt x="0" y="0"/>
                </a:moveTo>
                <a:lnTo>
                  <a:pt x="333375" y="0"/>
                </a:lnTo>
              </a:path>
            </a:pathLst>
          </a:custGeom>
          <a:noFill xmlns:a="http://schemas.openxmlformats.org/drawingml/2006/main"/>
          <a:ln xmlns:a="http://schemas.openxmlformats.org/drawingml/2006/main" w="28575">
            <a:solidFill>
              <a:srgbClr val="231F20"/>
            </a:solidFill>
          </a:ln>
        </p:spPr>
      </p:sp>
      <p:sp>
        <p:nvSpPr>
          <p:cNvPr id="87" name="circuit-373">
            <a:extLst xmlns:a="http://schemas.openxmlformats.org/drawingml/2006/main">
              <a:ext uri="{FF2B5EF4-FFF2-40B4-BE49-F238E27FC236}">
                <a16:creationId xmlns:a16="http://schemas.microsoft.com/office/drawing/2014/main" id="{7CA3E022-A458-40C2-BCDA-ED0B5DA3CB33}"/>
              </a:ext>
            </a:extLst>
          </p:cNvPr>
          <p:cNvSpPr>
            <a:spLocks xmlns:a="http://schemas.openxmlformats.org/drawingml/2006/main" noGrp="1"/>
          </p:cNvSpPr>
          <p:nvPr/>
        </p:nvSpPr>
        <p:spPr>
          <a:xfrm xmlns:a="http://schemas.openxmlformats.org/drawingml/2006/main">
            <a:off x="9039225" y="41119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88" name="wire-374">
            <a:extLst xmlns:a="http://schemas.openxmlformats.org/drawingml/2006/main">
              <a:ext uri="{FF2B5EF4-FFF2-40B4-BE49-F238E27FC236}">
                <a16:creationId xmlns:a16="http://schemas.microsoft.com/office/drawing/2014/main" id="{D456F563-6F9F-469B-B155-F4807BDD1317}"/>
              </a:ext>
            </a:extLst>
          </p:cNvPr>
          <p:cNvSpPr>
            <a:spLocks xmlns:a="http://schemas.openxmlformats.org/drawingml/2006/main" noGrp="1"/>
          </p:cNvSpPr>
          <p:nvPr/>
        </p:nvSpPr>
        <p:spPr>
          <a:xfrm xmlns:a="http://schemas.openxmlformats.org/drawingml/2006/main">
            <a:off x="8782050" y="4143375"/>
            <a:ext cx="333375" cy="9525"/>
          </a:xfrm>
          <a:custGeom xmlns:a="http://schemas.openxmlformats.org/drawingml/2006/main">
            <a:pathLst>
              <a:path w="333375" h="9525">
                <a:moveTo>
                  <a:pt x="333375" y="0"/>
                </a:moveTo>
                <a:lnTo>
                  <a:pt x="0" y="0"/>
                </a:lnTo>
              </a:path>
            </a:pathLst>
          </a:custGeom>
          <a:noFill xmlns:a="http://schemas.openxmlformats.org/drawingml/2006/main"/>
          <a:ln xmlns:a="http://schemas.openxmlformats.org/drawingml/2006/main" w="28575">
            <a:solidFill>
              <a:srgbClr val="231F20"/>
            </a:solidFill>
          </a:ln>
        </p:spPr>
      </p:sp>
      <p:sp>
        <p:nvSpPr>
          <p:cNvPr id="89" name="circuit-375">
            <a:extLst xmlns:a="http://schemas.openxmlformats.org/drawingml/2006/main">
              <a:ext uri="{FF2B5EF4-FFF2-40B4-BE49-F238E27FC236}">
                <a16:creationId xmlns:a16="http://schemas.microsoft.com/office/drawing/2014/main" id="{890804F0-7099-4E57-9096-97FC1DFAACAB}"/>
              </a:ext>
            </a:extLst>
          </p:cNvPr>
          <p:cNvSpPr>
            <a:spLocks xmlns:a="http://schemas.openxmlformats.org/drawingml/2006/main" noGrp="1"/>
          </p:cNvSpPr>
          <p:nvPr/>
        </p:nvSpPr>
        <p:spPr>
          <a:xfrm xmlns:a="http://schemas.openxmlformats.org/drawingml/2006/main">
            <a:off x="8782050" y="4111943"/>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231F20"/>
          </a:solidFill>
          <a:ln xmlns:a="http://schemas.openxmlformats.org/drawingml/2006/main" w="9525">
            <a:solidFill>
              <a:srgbClr val="231F20"/>
            </a:solidFill>
          </a:ln>
        </p:spPr>
      </p:sp>
      <p:sp>
        <p:nvSpPr>
          <p:cNvPr id="90" name="wire-376">
            <a:extLst xmlns:a="http://schemas.openxmlformats.org/drawingml/2006/main">
              <a:ext uri="{FF2B5EF4-FFF2-40B4-BE49-F238E27FC236}">
                <a16:creationId xmlns:a16="http://schemas.microsoft.com/office/drawing/2014/main" id="{C58D6278-128B-44CB-A3E8-98FA6FCA30CA}"/>
              </a:ext>
            </a:extLst>
          </p:cNvPr>
          <p:cNvSpPr>
            <a:spLocks xmlns:a="http://schemas.openxmlformats.org/drawingml/2006/main" noGrp="1"/>
          </p:cNvSpPr>
          <p:nvPr/>
        </p:nvSpPr>
        <p:spPr>
          <a:xfrm xmlns:a="http://schemas.openxmlformats.org/drawingml/2006/main">
            <a:off x="9115425" y="3838575"/>
            <a:ext cx="9525" cy="304800"/>
          </a:xfrm>
          <a:custGeom xmlns:a="http://schemas.openxmlformats.org/drawingml/2006/main">
            <a:pathLst>
              <a:path w="9525" h="304800">
                <a:moveTo>
                  <a:pt x="0" y="0"/>
                </a:moveTo>
                <a:lnTo>
                  <a:pt x="0" y="304800"/>
                </a:lnTo>
              </a:path>
            </a:pathLst>
          </a:custGeom>
          <a:noFill xmlns:a="http://schemas.openxmlformats.org/drawingml/2006/main"/>
          <a:ln xmlns:a="http://schemas.openxmlformats.org/drawingml/2006/main" w="28575">
            <a:solidFill>
              <a:srgbClr val="231F20"/>
            </a:solidFill>
          </a:ln>
        </p:spPr>
      </p:sp>
      <p:sp>
        <p:nvSpPr>
          <p:cNvPr id="91" name="text-377">
            <a:extLst xmlns:a="http://schemas.openxmlformats.org/drawingml/2006/main">
              <a:ext uri="{FF2B5EF4-FFF2-40B4-BE49-F238E27FC236}">
                <a16:creationId xmlns:a16="http://schemas.microsoft.com/office/drawing/2014/main" id="{081679B9-2363-4E6E-A431-877C2BAF3B8A}"/>
              </a:ext>
            </a:extLst>
          </p:cNvPr>
          <p:cNvSpPr>
            <a:spLocks xmlns:a="http://schemas.openxmlformats.org/drawingml/2006/main" noGrp="1"/>
          </p:cNvSpPr>
          <p:nvPr/>
        </p:nvSpPr>
        <p:spPr>
          <a:xfrm xmlns:a="http://schemas.openxmlformats.org/drawingml/2006/main">
            <a:off x="8820150" y="3333750"/>
            <a:ext cx="6000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650" b="1">
                <a:solidFill>
                  <a:srgbClr val="231F20"/>
                </a:solidFill>
                <a:latin typeface="Arial"/>
                <a:ea typeface="Arial"/>
                <a:cs typeface="Arial"/>
              </a:defRPr>
            </a:defPPr>
            <a:lvl1pPr algn="ctr">
              <a:defRPr sz="1650" b="1">
                <a:solidFill>
                  <a:srgbClr val="231F20"/>
                </a:solidFill>
                <a:latin typeface="Arial"/>
                <a:ea typeface="Arial"/>
                <a:cs typeface="Arial"/>
              </a:defRPr>
            </a:lvl1pPr>
            <a:lvl2pPr algn="ctr">
              <a:defRPr sz="1650" b="1">
                <a:solidFill>
                  <a:srgbClr val="231F20"/>
                </a:solidFill>
                <a:latin typeface="Arial"/>
                <a:ea typeface="Arial"/>
                <a:cs typeface="Arial"/>
              </a:defRPr>
            </a:lvl2pPr>
            <a:lvl3pPr algn="ctr">
              <a:defRPr sz="1650" b="1">
                <a:solidFill>
                  <a:srgbClr val="231F20"/>
                </a:solidFill>
                <a:latin typeface="Arial"/>
                <a:ea typeface="Arial"/>
                <a:cs typeface="Arial"/>
              </a:defRPr>
            </a:lvl3pPr>
            <a:lvl4pPr algn="ctr">
              <a:defRPr sz="1650" b="1">
                <a:solidFill>
                  <a:srgbClr val="231F20"/>
                </a:solidFill>
                <a:latin typeface="Arial"/>
                <a:ea typeface="Arial"/>
                <a:cs typeface="Arial"/>
              </a:defRPr>
            </a:lvl4pPr>
            <a:lvl5pPr algn="ctr">
              <a:defRPr sz="1650" b="1">
                <a:solidFill>
                  <a:srgbClr val="231F20"/>
                </a:solidFill>
                <a:latin typeface="Arial"/>
                <a:ea typeface="Arial"/>
                <a:cs typeface="Arial"/>
              </a:defRPr>
            </a:lvl5pPr>
            <a:lvl6pPr algn="ctr">
              <a:defRPr sz="1650" b="1">
                <a:solidFill>
                  <a:srgbClr val="231F20"/>
                </a:solidFill>
                <a:latin typeface="Arial"/>
                <a:ea typeface="Arial"/>
                <a:cs typeface="Arial"/>
              </a:defRPr>
            </a:lvl6pPr>
            <a:lvl7pPr algn="ctr">
              <a:defRPr sz="1650" b="1">
                <a:solidFill>
                  <a:srgbClr val="231F20"/>
                </a:solidFill>
                <a:latin typeface="Arial"/>
                <a:ea typeface="Arial"/>
                <a:cs typeface="Arial"/>
              </a:defRPr>
            </a:lvl7pPr>
            <a:lvl8pPr algn="ctr">
              <a:defRPr sz="1650" b="1">
                <a:solidFill>
                  <a:srgbClr val="231F20"/>
                </a:solidFill>
                <a:latin typeface="Arial"/>
                <a:ea typeface="Arial"/>
                <a:cs typeface="Arial"/>
              </a:defRPr>
            </a:lvl8pPr>
            <a:lvl9pPr algn="ctr">
              <a:defRPr sz="1650" b="1">
                <a:solidFill>
                  <a:srgbClr val="231F20"/>
                </a:solidFill>
                <a:latin typeface="Arial"/>
                <a:ea typeface="Arial"/>
                <a:cs typeface="Arial"/>
              </a:defRPr>
            </a:lvl9pPr>
          </a:lstStyle>
          <a:p xmlns:a="http://schemas.openxmlformats.org/drawingml/2006/main">
            <a:pPr algn="ctr">
              <a:defRPr sz="1650" b="1">
                <a:solidFill>
                  <a:srgbClr val="231F20"/>
                </a:solidFill>
                <a:latin typeface="Arial"/>
                <a:ea typeface="Arial"/>
                <a:cs typeface="Arial"/>
              </a:defRPr>
            </a:pPr>
            <a:r>
              <a:rPr sz="1650" b="1">
                <a:solidFill>
                  <a:srgbClr val="231F20"/>
                </a:solidFill>
                <a:latin typeface="Arial"/>
                <a:ea typeface="Arial"/>
                <a:cs typeface="Arial"/>
              </a:rPr>
              <a:t>APB</a:t>
            </a:r>
          </a:p>
        </p:txBody>
      </p:sp>
      <p:sp>
        <p:nvSpPr>
          <p:cNvPr id="92" name="block-378">
            <a:extLst xmlns:a="http://schemas.openxmlformats.org/drawingml/2006/main">
              <a:ext uri="{FF2B5EF4-FFF2-40B4-BE49-F238E27FC236}">
                <a16:creationId xmlns:a16="http://schemas.microsoft.com/office/drawing/2014/main" id="{533C0A77-4125-4043-B71D-3306E28390C0}"/>
              </a:ext>
            </a:extLst>
          </p:cNvPr>
          <p:cNvSpPr>
            <a:spLocks xmlns:a="http://schemas.openxmlformats.org/drawingml/2006/main" noGrp="1"/>
          </p:cNvSpPr>
          <p:nvPr/>
        </p:nvSpPr>
        <p:spPr>
          <a:xfrm xmlns:a="http://schemas.openxmlformats.org/drawingml/2006/main">
            <a:off x="9429750" y="3524250"/>
            <a:ext cx="904875" cy="619125"/>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93" name="text-379">
            <a:extLst xmlns:a="http://schemas.openxmlformats.org/drawingml/2006/main">
              <a:ext uri="{FF2B5EF4-FFF2-40B4-BE49-F238E27FC236}">
                <a16:creationId xmlns:a16="http://schemas.microsoft.com/office/drawing/2014/main" id="{D82E4F50-F832-4963-BA15-E8AFB480D267}"/>
              </a:ext>
            </a:extLst>
          </p:cNvPr>
          <p:cNvSpPr>
            <a:spLocks xmlns:a="http://schemas.openxmlformats.org/drawingml/2006/main" noGrp="1"/>
          </p:cNvSpPr>
          <p:nvPr/>
        </p:nvSpPr>
        <p:spPr>
          <a:xfrm xmlns:a="http://schemas.openxmlformats.org/drawingml/2006/main">
            <a:off x="9505950" y="3581400"/>
            <a:ext cx="7524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650" b="1">
                <a:solidFill>
                  <a:srgbClr val="231F20"/>
                </a:solidFill>
                <a:latin typeface="Yu Gothic"/>
                <a:ea typeface="Yu Gothic"/>
                <a:cs typeface="Yu Gothic"/>
              </a:defRPr>
            </a:defPPr>
            <a:lvl1pPr algn="ctr">
              <a:defRPr sz="1650" b="1">
                <a:solidFill>
                  <a:srgbClr val="231F20"/>
                </a:solidFill>
                <a:latin typeface="Yu Gothic"/>
                <a:ea typeface="Yu Gothic"/>
                <a:cs typeface="Yu Gothic"/>
              </a:defRPr>
            </a:lvl1pPr>
            <a:lvl2pPr algn="ctr">
              <a:defRPr sz="1650" b="1">
                <a:solidFill>
                  <a:srgbClr val="231F20"/>
                </a:solidFill>
                <a:latin typeface="Yu Gothic"/>
                <a:ea typeface="Yu Gothic"/>
                <a:cs typeface="Yu Gothic"/>
              </a:defRPr>
            </a:lvl2pPr>
            <a:lvl3pPr algn="ctr">
              <a:defRPr sz="1650" b="1">
                <a:solidFill>
                  <a:srgbClr val="231F20"/>
                </a:solidFill>
                <a:latin typeface="Yu Gothic"/>
                <a:ea typeface="Yu Gothic"/>
                <a:cs typeface="Yu Gothic"/>
              </a:defRPr>
            </a:lvl3pPr>
            <a:lvl4pPr algn="ctr">
              <a:defRPr sz="1650" b="1">
                <a:solidFill>
                  <a:srgbClr val="231F20"/>
                </a:solidFill>
                <a:latin typeface="Yu Gothic"/>
                <a:ea typeface="Yu Gothic"/>
                <a:cs typeface="Yu Gothic"/>
              </a:defRPr>
            </a:lvl4pPr>
            <a:lvl5pPr algn="ctr">
              <a:defRPr sz="1650" b="1">
                <a:solidFill>
                  <a:srgbClr val="231F20"/>
                </a:solidFill>
                <a:latin typeface="Yu Gothic"/>
                <a:ea typeface="Yu Gothic"/>
                <a:cs typeface="Yu Gothic"/>
              </a:defRPr>
            </a:lvl5pPr>
            <a:lvl6pPr algn="ctr">
              <a:defRPr sz="1650" b="1">
                <a:solidFill>
                  <a:srgbClr val="231F20"/>
                </a:solidFill>
                <a:latin typeface="Yu Gothic"/>
                <a:ea typeface="Yu Gothic"/>
                <a:cs typeface="Yu Gothic"/>
              </a:defRPr>
            </a:lvl6pPr>
            <a:lvl7pPr algn="ctr">
              <a:defRPr sz="1650" b="1">
                <a:solidFill>
                  <a:srgbClr val="231F20"/>
                </a:solidFill>
                <a:latin typeface="Yu Gothic"/>
                <a:ea typeface="Yu Gothic"/>
                <a:cs typeface="Yu Gothic"/>
              </a:defRPr>
            </a:lvl7pPr>
            <a:lvl8pPr algn="ctr">
              <a:defRPr sz="1650" b="1">
                <a:solidFill>
                  <a:srgbClr val="231F20"/>
                </a:solidFill>
                <a:latin typeface="Yu Gothic"/>
                <a:ea typeface="Yu Gothic"/>
                <a:cs typeface="Yu Gothic"/>
              </a:defRPr>
            </a:lvl8pPr>
            <a:lvl9pPr algn="ctr">
              <a:defRPr sz="1650" b="1">
                <a:solidFill>
                  <a:srgbClr val="231F20"/>
                </a:solidFill>
                <a:latin typeface="Yu Gothic"/>
                <a:ea typeface="Yu Gothic"/>
                <a:cs typeface="Yu Gothic"/>
              </a:defRPr>
            </a:lvl9pPr>
          </a:lstStyle>
          <a:p xmlns:a="http://schemas.openxmlformats.org/drawingml/2006/main">
            <a:pPr algn="ctr">
              <a:defRPr sz="1650" b="1">
                <a:solidFill>
                  <a:srgbClr val="231F20"/>
                </a:solidFill>
                <a:latin typeface="Yu Gothic"/>
                <a:ea typeface="Yu Gothic"/>
                <a:cs typeface="Yu Gothic"/>
              </a:defRPr>
            </a:pPr>
            <a:r>
              <a:rPr sz="1650" b="1">
                <a:solidFill>
                  <a:srgbClr val="231F20"/>
                </a:solidFill>
                <a:latin typeface="Yu Gothic"/>
                <a:ea typeface="Yu Gothic"/>
                <a:cs typeface="Yu Gothic"/>
              </a:rPr>
              <a:t>SPI</a:t>
            </a:r>
          </a:p>
          <a:p xmlns:a="http://schemas.openxmlformats.org/drawingml/2006/main">
            <a:pPr algn="ctr">
              <a:defRPr sz="1650" b="1">
                <a:solidFill>
                  <a:srgbClr val="231F20"/>
                </a:solidFill>
                <a:latin typeface="Yu Gothic"/>
                <a:ea typeface="Yu Gothic"/>
                <a:cs typeface="Yu Gothic"/>
              </a:defRPr>
            </a:pPr>
            <a:r>
              <a:rPr sz="1650" b="1">
                <a:solidFill>
                  <a:srgbClr val="231F20"/>
                </a:solidFill>
                <a:latin typeface="Yu Gothic"/>
                <a:ea typeface="Yu Gothic"/>
                <a:cs typeface="Yu Gothic"/>
              </a:rPr>
              <a:t>制御</a:t>
            </a:r>
          </a:p>
        </p:txBody>
      </p:sp>
      <p:sp>
        <p:nvSpPr>
          <p:cNvPr id="94" name="block-380">
            <a:extLst xmlns:a="http://schemas.openxmlformats.org/drawingml/2006/main">
              <a:ext uri="{FF2B5EF4-FFF2-40B4-BE49-F238E27FC236}">
                <a16:creationId xmlns:a16="http://schemas.microsoft.com/office/drawing/2014/main" id="{9A09F19E-F6AE-4FB2-870F-5E30F0235E33}"/>
              </a:ext>
            </a:extLst>
          </p:cNvPr>
          <p:cNvSpPr>
            <a:spLocks xmlns:a="http://schemas.openxmlformats.org/drawingml/2006/main" noGrp="1"/>
          </p:cNvSpPr>
          <p:nvPr/>
        </p:nvSpPr>
        <p:spPr>
          <a:xfrm xmlns:a="http://schemas.openxmlformats.org/drawingml/2006/main">
            <a:off x="10715625" y="3524250"/>
            <a:ext cx="866775" cy="619125"/>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95" name="text-381">
            <a:extLst xmlns:a="http://schemas.openxmlformats.org/drawingml/2006/main">
              <a:ext uri="{FF2B5EF4-FFF2-40B4-BE49-F238E27FC236}">
                <a16:creationId xmlns:a16="http://schemas.microsoft.com/office/drawing/2014/main" id="{E1A0D201-2798-4806-A5D7-528A8CB1F182}"/>
              </a:ext>
            </a:extLst>
          </p:cNvPr>
          <p:cNvSpPr>
            <a:spLocks xmlns:a="http://schemas.openxmlformats.org/drawingml/2006/main" noGrp="1"/>
          </p:cNvSpPr>
          <p:nvPr/>
        </p:nvSpPr>
        <p:spPr>
          <a:xfrm xmlns:a="http://schemas.openxmlformats.org/drawingml/2006/main">
            <a:off x="10791825" y="3581400"/>
            <a:ext cx="7143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1">
                <a:solidFill>
                  <a:srgbClr val="231F20"/>
                </a:solidFill>
                <a:latin typeface="Yu Gothic"/>
                <a:ea typeface="Yu Gothic"/>
                <a:cs typeface="Yu Gothic"/>
              </a:defRPr>
            </a:defPPr>
            <a:lvl1pPr algn="ctr">
              <a:defRPr sz="1725" b="1">
                <a:solidFill>
                  <a:srgbClr val="231F20"/>
                </a:solidFill>
                <a:latin typeface="Yu Gothic"/>
                <a:ea typeface="Yu Gothic"/>
                <a:cs typeface="Yu Gothic"/>
              </a:defRPr>
            </a:lvl1pPr>
            <a:lvl2pPr algn="ctr">
              <a:defRPr sz="1725" b="1">
                <a:solidFill>
                  <a:srgbClr val="231F20"/>
                </a:solidFill>
                <a:latin typeface="Yu Gothic"/>
                <a:ea typeface="Yu Gothic"/>
                <a:cs typeface="Yu Gothic"/>
              </a:defRPr>
            </a:lvl2pPr>
            <a:lvl3pPr algn="ctr">
              <a:defRPr sz="1725" b="1">
                <a:solidFill>
                  <a:srgbClr val="231F20"/>
                </a:solidFill>
                <a:latin typeface="Yu Gothic"/>
                <a:ea typeface="Yu Gothic"/>
                <a:cs typeface="Yu Gothic"/>
              </a:defRPr>
            </a:lvl3pPr>
            <a:lvl4pPr algn="ctr">
              <a:defRPr sz="1725" b="1">
                <a:solidFill>
                  <a:srgbClr val="231F20"/>
                </a:solidFill>
                <a:latin typeface="Yu Gothic"/>
                <a:ea typeface="Yu Gothic"/>
                <a:cs typeface="Yu Gothic"/>
              </a:defRPr>
            </a:lvl4pPr>
            <a:lvl5pPr algn="ctr">
              <a:defRPr sz="1725" b="1">
                <a:solidFill>
                  <a:srgbClr val="231F20"/>
                </a:solidFill>
                <a:latin typeface="Yu Gothic"/>
                <a:ea typeface="Yu Gothic"/>
                <a:cs typeface="Yu Gothic"/>
              </a:defRPr>
            </a:lvl5pPr>
            <a:lvl6pPr algn="ctr">
              <a:defRPr sz="1725" b="1">
                <a:solidFill>
                  <a:srgbClr val="231F20"/>
                </a:solidFill>
                <a:latin typeface="Yu Gothic"/>
                <a:ea typeface="Yu Gothic"/>
                <a:cs typeface="Yu Gothic"/>
              </a:defRPr>
            </a:lvl6pPr>
            <a:lvl7pPr algn="ctr">
              <a:defRPr sz="1725" b="1">
                <a:solidFill>
                  <a:srgbClr val="231F20"/>
                </a:solidFill>
                <a:latin typeface="Yu Gothic"/>
                <a:ea typeface="Yu Gothic"/>
                <a:cs typeface="Yu Gothic"/>
              </a:defRPr>
            </a:lvl7pPr>
            <a:lvl8pPr algn="ctr">
              <a:defRPr sz="1725" b="1">
                <a:solidFill>
                  <a:srgbClr val="231F20"/>
                </a:solidFill>
                <a:latin typeface="Yu Gothic"/>
                <a:ea typeface="Yu Gothic"/>
                <a:cs typeface="Yu Gothic"/>
              </a:defRPr>
            </a:lvl8pPr>
            <a:lvl9pPr algn="ctr">
              <a:defRPr sz="1725" b="1">
                <a:solidFill>
                  <a:srgbClr val="231F20"/>
                </a:solidFill>
                <a:latin typeface="Yu Gothic"/>
                <a:ea typeface="Yu Gothic"/>
                <a:cs typeface="Yu Gothic"/>
              </a:defRPr>
            </a:lvl9pPr>
          </a:lstStyle>
          <a:p xmlns:a="http://schemas.openxmlformats.org/drawingml/2006/main">
            <a:pPr algn="ctr">
              <a:defRPr sz="1725" b="1">
                <a:solidFill>
                  <a:srgbClr val="231F20"/>
                </a:solidFill>
                <a:latin typeface="Yu Gothic"/>
                <a:ea typeface="Yu Gothic"/>
                <a:cs typeface="Yu Gothic"/>
              </a:defRPr>
            </a:pPr>
            <a:r>
              <a:rPr sz="1725" b="1">
                <a:solidFill>
                  <a:srgbClr val="231F20"/>
                </a:solidFill>
                <a:latin typeface="Yu Gothic"/>
                <a:ea typeface="Yu Gothic"/>
                <a:cs typeface="Yu Gothic"/>
              </a:rPr>
              <a:t>SD</a:t>
            </a:r>
          </a:p>
          <a:p xmlns:a="http://schemas.openxmlformats.org/drawingml/2006/main">
            <a:pPr algn="ctr">
              <a:defRPr sz="1725" b="1">
                <a:solidFill>
                  <a:srgbClr val="231F20"/>
                </a:solidFill>
                <a:latin typeface="Yu Gothic"/>
                <a:ea typeface="Yu Gothic"/>
                <a:cs typeface="Yu Gothic"/>
              </a:defRPr>
            </a:pPr>
            <a:r>
              <a:rPr sz="1725" b="1">
                <a:solidFill>
                  <a:srgbClr val="231F20"/>
                </a:solidFill>
                <a:latin typeface="Yu Gothic"/>
                <a:ea typeface="Yu Gothic"/>
                <a:cs typeface="Yu Gothic"/>
              </a:rPr>
              <a:t>カード</a:t>
            </a:r>
          </a:p>
        </p:txBody>
      </p:sp>
      <p:sp>
        <p:nvSpPr>
          <p:cNvPr id="96" name="wire-382">
            <a:extLst xmlns:a="http://schemas.openxmlformats.org/drawingml/2006/main">
              <a:ext uri="{FF2B5EF4-FFF2-40B4-BE49-F238E27FC236}">
                <a16:creationId xmlns:a16="http://schemas.microsoft.com/office/drawing/2014/main" id="{0156A4A9-A7A8-44D8-A936-F2BB36A6484A}"/>
              </a:ext>
            </a:extLst>
          </p:cNvPr>
          <p:cNvSpPr>
            <a:spLocks xmlns:a="http://schemas.openxmlformats.org/drawingml/2006/main" noGrp="1"/>
          </p:cNvSpPr>
          <p:nvPr/>
        </p:nvSpPr>
        <p:spPr>
          <a:xfrm xmlns:a="http://schemas.openxmlformats.org/drawingml/2006/main">
            <a:off x="9115425" y="3838575"/>
            <a:ext cx="314325" cy="9525"/>
          </a:xfrm>
          <a:custGeom xmlns:a="http://schemas.openxmlformats.org/drawingml/2006/main">
            <a:pathLst>
              <a:path w="314325" h="9525">
                <a:moveTo>
                  <a:pt x="0" y="0"/>
                </a:moveTo>
                <a:lnTo>
                  <a:pt x="314325" y="0"/>
                </a:lnTo>
              </a:path>
            </a:pathLst>
          </a:custGeom>
          <a:noFill xmlns:a="http://schemas.openxmlformats.org/drawingml/2006/main"/>
          <a:ln xmlns:a="http://schemas.openxmlformats.org/drawingml/2006/main" w="28575">
            <a:solidFill>
              <a:srgbClr val="231F20"/>
            </a:solidFill>
          </a:ln>
        </p:spPr>
      </p:sp>
      <p:sp>
        <p:nvSpPr>
          <p:cNvPr id="97" name="circuit-383">
            <a:extLst xmlns:a="http://schemas.openxmlformats.org/drawingml/2006/main">
              <a:ext uri="{FF2B5EF4-FFF2-40B4-BE49-F238E27FC236}">
                <a16:creationId xmlns:a16="http://schemas.microsoft.com/office/drawing/2014/main" id="{6BDF319C-A949-44AE-BF6C-5E94C8387D92}"/>
              </a:ext>
            </a:extLst>
          </p:cNvPr>
          <p:cNvSpPr>
            <a:spLocks xmlns:a="http://schemas.openxmlformats.org/drawingml/2006/main" noGrp="1"/>
          </p:cNvSpPr>
          <p:nvPr/>
        </p:nvSpPr>
        <p:spPr>
          <a:xfrm xmlns:a="http://schemas.openxmlformats.org/drawingml/2006/main">
            <a:off x="9353550" y="38071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98" name="wire-384">
            <a:extLst xmlns:a="http://schemas.openxmlformats.org/drawingml/2006/main">
              <a:ext uri="{FF2B5EF4-FFF2-40B4-BE49-F238E27FC236}">
                <a16:creationId xmlns:a16="http://schemas.microsoft.com/office/drawing/2014/main" id="{AF93004B-C5B1-4A1A-8517-6F4445BE4D89}"/>
              </a:ext>
            </a:extLst>
          </p:cNvPr>
          <p:cNvSpPr>
            <a:spLocks xmlns:a="http://schemas.openxmlformats.org/drawingml/2006/main" noGrp="1"/>
          </p:cNvSpPr>
          <p:nvPr/>
        </p:nvSpPr>
        <p:spPr>
          <a:xfrm xmlns:a="http://schemas.openxmlformats.org/drawingml/2006/main">
            <a:off x="9115425" y="3838575"/>
            <a:ext cx="314325" cy="9525"/>
          </a:xfrm>
          <a:custGeom xmlns:a="http://schemas.openxmlformats.org/drawingml/2006/main">
            <a:pathLst>
              <a:path w="314325" h="9525">
                <a:moveTo>
                  <a:pt x="314325" y="0"/>
                </a:moveTo>
                <a:lnTo>
                  <a:pt x="0" y="0"/>
                </a:lnTo>
              </a:path>
            </a:pathLst>
          </a:custGeom>
          <a:noFill xmlns:a="http://schemas.openxmlformats.org/drawingml/2006/main"/>
          <a:ln xmlns:a="http://schemas.openxmlformats.org/drawingml/2006/main" w="28575">
            <a:solidFill>
              <a:srgbClr val="231F20"/>
            </a:solidFill>
          </a:ln>
        </p:spPr>
      </p:sp>
      <p:sp>
        <p:nvSpPr>
          <p:cNvPr id="99" name="circuit-385">
            <a:extLst xmlns:a="http://schemas.openxmlformats.org/drawingml/2006/main">
              <a:ext uri="{FF2B5EF4-FFF2-40B4-BE49-F238E27FC236}">
                <a16:creationId xmlns:a16="http://schemas.microsoft.com/office/drawing/2014/main" id="{93BDAB10-C75A-4DE7-AB14-3E1D53020BCD}"/>
              </a:ext>
            </a:extLst>
          </p:cNvPr>
          <p:cNvSpPr>
            <a:spLocks xmlns:a="http://schemas.openxmlformats.org/drawingml/2006/main" noGrp="1"/>
          </p:cNvSpPr>
          <p:nvPr/>
        </p:nvSpPr>
        <p:spPr>
          <a:xfrm xmlns:a="http://schemas.openxmlformats.org/drawingml/2006/main">
            <a:off x="9115425" y="3807143"/>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231F20"/>
          </a:solidFill>
          <a:ln xmlns:a="http://schemas.openxmlformats.org/drawingml/2006/main" w="9525">
            <a:solidFill>
              <a:srgbClr val="231F20"/>
            </a:solidFill>
          </a:ln>
        </p:spPr>
      </p:sp>
      <p:sp>
        <p:nvSpPr>
          <p:cNvPr id="100" name="wire-386">
            <a:extLst xmlns:a="http://schemas.openxmlformats.org/drawingml/2006/main">
              <a:ext uri="{FF2B5EF4-FFF2-40B4-BE49-F238E27FC236}">
                <a16:creationId xmlns:a16="http://schemas.microsoft.com/office/drawing/2014/main" id="{143023EB-E60D-4956-B64D-928190A4D13D}"/>
              </a:ext>
            </a:extLst>
          </p:cNvPr>
          <p:cNvSpPr>
            <a:spLocks xmlns:a="http://schemas.openxmlformats.org/drawingml/2006/main" noGrp="1"/>
          </p:cNvSpPr>
          <p:nvPr/>
        </p:nvSpPr>
        <p:spPr>
          <a:xfrm xmlns:a="http://schemas.openxmlformats.org/drawingml/2006/main">
            <a:off x="10334625" y="3838575"/>
            <a:ext cx="381000" cy="9525"/>
          </a:xfrm>
          <a:custGeom xmlns:a="http://schemas.openxmlformats.org/drawingml/2006/main">
            <a:pathLst>
              <a:path w="381000" h="9525">
                <a:moveTo>
                  <a:pt x="0" y="0"/>
                </a:moveTo>
                <a:lnTo>
                  <a:pt x="381000" y="0"/>
                </a:lnTo>
              </a:path>
            </a:pathLst>
          </a:custGeom>
          <a:noFill xmlns:a="http://schemas.openxmlformats.org/drawingml/2006/main"/>
          <a:ln xmlns:a="http://schemas.openxmlformats.org/drawingml/2006/main" w="28575">
            <a:solidFill>
              <a:srgbClr val="231F20"/>
            </a:solidFill>
          </a:ln>
        </p:spPr>
      </p:sp>
      <p:sp>
        <p:nvSpPr>
          <p:cNvPr id="101" name="circuit-387">
            <a:extLst xmlns:a="http://schemas.openxmlformats.org/drawingml/2006/main">
              <a:ext uri="{FF2B5EF4-FFF2-40B4-BE49-F238E27FC236}">
                <a16:creationId xmlns:a16="http://schemas.microsoft.com/office/drawing/2014/main" id="{DD6DACE9-B83D-43DE-8AD1-4A0B5E18EE57}"/>
              </a:ext>
            </a:extLst>
          </p:cNvPr>
          <p:cNvSpPr>
            <a:spLocks xmlns:a="http://schemas.openxmlformats.org/drawingml/2006/main" noGrp="1"/>
          </p:cNvSpPr>
          <p:nvPr/>
        </p:nvSpPr>
        <p:spPr>
          <a:xfrm xmlns:a="http://schemas.openxmlformats.org/drawingml/2006/main">
            <a:off x="10639425" y="38071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102" name="wire-388">
            <a:extLst xmlns:a="http://schemas.openxmlformats.org/drawingml/2006/main">
              <a:ext uri="{FF2B5EF4-FFF2-40B4-BE49-F238E27FC236}">
                <a16:creationId xmlns:a16="http://schemas.microsoft.com/office/drawing/2014/main" id="{E587E1A8-792A-42CB-873F-876784A5AAC4}"/>
              </a:ext>
            </a:extLst>
          </p:cNvPr>
          <p:cNvSpPr>
            <a:spLocks xmlns:a="http://schemas.openxmlformats.org/drawingml/2006/main" noGrp="1"/>
          </p:cNvSpPr>
          <p:nvPr/>
        </p:nvSpPr>
        <p:spPr>
          <a:xfrm xmlns:a="http://schemas.openxmlformats.org/drawingml/2006/main">
            <a:off x="10334625" y="3838575"/>
            <a:ext cx="381000" cy="9525"/>
          </a:xfrm>
          <a:custGeom xmlns:a="http://schemas.openxmlformats.org/drawingml/2006/main">
            <a:pathLst>
              <a:path w="381000" h="9525">
                <a:moveTo>
                  <a:pt x="381000" y="0"/>
                </a:moveTo>
                <a:lnTo>
                  <a:pt x="0" y="0"/>
                </a:lnTo>
              </a:path>
            </a:pathLst>
          </a:custGeom>
          <a:noFill xmlns:a="http://schemas.openxmlformats.org/drawingml/2006/main"/>
          <a:ln xmlns:a="http://schemas.openxmlformats.org/drawingml/2006/main" w="28575">
            <a:solidFill>
              <a:srgbClr val="231F20"/>
            </a:solidFill>
          </a:ln>
        </p:spPr>
      </p:sp>
      <p:sp>
        <p:nvSpPr>
          <p:cNvPr id="103" name="circuit-389">
            <a:extLst xmlns:a="http://schemas.openxmlformats.org/drawingml/2006/main">
              <a:ext uri="{FF2B5EF4-FFF2-40B4-BE49-F238E27FC236}">
                <a16:creationId xmlns:a16="http://schemas.microsoft.com/office/drawing/2014/main" id="{C2B2524A-C12D-4C13-8504-5BDF125F0D50}"/>
              </a:ext>
            </a:extLst>
          </p:cNvPr>
          <p:cNvSpPr>
            <a:spLocks xmlns:a="http://schemas.openxmlformats.org/drawingml/2006/main" noGrp="1"/>
          </p:cNvSpPr>
          <p:nvPr/>
        </p:nvSpPr>
        <p:spPr>
          <a:xfrm xmlns:a="http://schemas.openxmlformats.org/drawingml/2006/main">
            <a:off x="10334625" y="3807143"/>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231F20"/>
          </a:solidFill>
          <a:ln xmlns:a="http://schemas.openxmlformats.org/drawingml/2006/main" w="9525">
            <a:solidFill>
              <a:srgbClr val="231F20"/>
            </a:solidFill>
          </a:ln>
        </p:spPr>
      </p:sp>
      <p:sp>
        <p:nvSpPr>
          <p:cNvPr id="104" name="text-390">
            <a:extLst xmlns:a="http://schemas.openxmlformats.org/drawingml/2006/main">
              <a:ext uri="{FF2B5EF4-FFF2-40B4-BE49-F238E27FC236}">
                <a16:creationId xmlns:a16="http://schemas.microsoft.com/office/drawing/2014/main" id="{6AB36100-FF74-46DB-A39B-DCBC05866E76}"/>
              </a:ext>
            </a:extLst>
          </p:cNvPr>
          <p:cNvSpPr>
            <a:spLocks xmlns:a="http://schemas.openxmlformats.org/drawingml/2006/main" noGrp="1"/>
          </p:cNvSpPr>
          <p:nvPr/>
        </p:nvSpPr>
        <p:spPr>
          <a:xfrm xmlns:a="http://schemas.openxmlformats.org/drawingml/2006/main">
            <a:off x="9525000" y="4191000"/>
            <a:ext cx="2209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1">
                <a:solidFill>
                  <a:srgbClr val="1572C3"/>
                </a:solidFill>
                <a:latin typeface="Yu Gothic"/>
                <a:ea typeface="Yu Gothic"/>
                <a:cs typeface="Yu Gothic"/>
              </a:defRPr>
            </a:defPPr>
            <a:lvl1pPr algn="ctr">
              <a:defRPr sz="1575" b="1">
                <a:solidFill>
                  <a:srgbClr val="1572C3"/>
                </a:solidFill>
                <a:latin typeface="Yu Gothic"/>
                <a:ea typeface="Yu Gothic"/>
                <a:cs typeface="Yu Gothic"/>
              </a:defRPr>
            </a:lvl1pPr>
            <a:lvl2pPr algn="ctr">
              <a:defRPr sz="1575" b="1">
                <a:solidFill>
                  <a:srgbClr val="1572C3"/>
                </a:solidFill>
                <a:latin typeface="Yu Gothic"/>
                <a:ea typeface="Yu Gothic"/>
                <a:cs typeface="Yu Gothic"/>
              </a:defRPr>
            </a:lvl2pPr>
            <a:lvl3pPr algn="ctr">
              <a:defRPr sz="1575" b="1">
                <a:solidFill>
                  <a:srgbClr val="1572C3"/>
                </a:solidFill>
                <a:latin typeface="Yu Gothic"/>
                <a:ea typeface="Yu Gothic"/>
                <a:cs typeface="Yu Gothic"/>
              </a:defRPr>
            </a:lvl3pPr>
            <a:lvl4pPr algn="ctr">
              <a:defRPr sz="1575" b="1">
                <a:solidFill>
                  <a:srgbClr val="1572C3"/>
                </a:solidFill>
                <a:latin typeface="Yu Gothic"/>
                <a:ea typeface="Yu Gothic"/>
                <a:cs typeface="Yu Gothic"/>
              </a:defRPr>
            </a:lvl4pPr>
            <a:lvl5pPr algn="ctr">
              <a:defRPr sz="1575" b="1">
                <a:solidFill>
                  <a:srgbClr val="1572C3"/>
                </a:solidFill>
                <a:latin typeface="Yu Gothic"/>
                <a:ea typeface="Yu Gothic"/>
                <a:cs typeface="Yu Gothic"/>
              </a:defRPr>
            </a:lvl5pPr>
            <a:lvl6pPr algn="ctr">
              <a:defRPr sz="1575" b="1">
                <a:solidFill>
                  <a:srgbClr val="1572C3"/>
                </a:solidFill>
                <a:latin typeface="Yu Gothic"/>
                <a:ea typeface="Yu Gothic"/>
                <a:cs typeface="Yu Gothic"/>
              </a:defRPr>
            </a:lvl6pPr>
            <a:lvl7pPr algn="ctr">
              <a:defRPr sz="1575" b="1">
                <a:solidFill>
                  <a:srgbClr val="1572C3"/>
                </a:solidFill>
                <a:latin typeface="Yu Gothic"/>
                <a:ea typeface="Yu Gothic"/>
                <a:cs typeface="Yu Gothic"/>
              </a:defRPr>
            </a:lvl7pPr>
            <a:lvl8pPr algn="ctr">
              <a:defRPr sz="1575" b="1">
                <a:solidFill>
                  <a:srgbClr val="1572C3"/>
                </a:solidFill>
                <a:latin typeface="Yu Gothic"/>
                <a:ea typeface="Yu Gothic"/>
                <a:cs typeface="Yu Gothic"/>
              </a:defRPr>
            </a:lvl8pPr>
            <a:lvl9pPr algn="ctr">
              <a:defRPr sz="1575" b="1">
                <a:solidFill>
                  <a:srgbClr val="1572C3"/>
                </a:solidFill>
                <a:latin typeface="Yu Gothic"/>
                <a:ea typeface="Yu Gothic"/>
                <a:cs typeface="Yu Gothic"/>
              </a:defRPr>
            </a:lvl9pPr>
          </a:lstStyle>
          <a:p xmlns:a="http://schemas.openxmlformats.org/drawingml/2006/main">
            <a:pPr algn="ctr">
              <a:defRPr sz="1575" b="1">
                <a:solidFill>
                  <a:srgbClr val="1572C3"/>
                </a:solidFill>
                <a:latin typeface="Yu Gothic"/>
                <a:ea typeface="Yu Gothic"/>
                <a:cs typeface="Yu Gothic"/>
              </a:defRPr>
            </a:pPr>
            <a:r>
              <a:rPr sz="1575" b="1">
                <a:solidFill>
                  <a:srgbClr val="1572C3"/>
                </a:solidFill>
                <a:latin typeface="Yu Gothic"/>
                <a:ea typeface="Yu Gothic"/>
                <a:cs typeface="Yu Gothic"/>
              </a:rPr>
              <a:t>ゲーム・描画ソフト</a:t>
            </a:r>
          </a:p>
        </p:txBody>
      </p:sp>
      <p:sp>
        <p:nvSpPr>
          <p:cNvPr id="105" name="wire-391">
            <a:extLst xmlns:a="http://schemas.openxmlformats.org/drawingml/2006/main">
              <a:ext uri="{FF2B5EF4-FFF2-40B4-BE49-F238E27FC236}">
                <a16:creationId xmlns:a16="http://schemas.microsoft.com/office/drawing/2014/main" id="{A99E7C0B-9E55-412D-B7C5-21664AE78B5D}"/>
              </a:ext>
            </a:extLst>
          </p:cNvPr>
          <p:cNvSpPr>
            <a:spLocks xmlns:a="http://schemas.openxmlformats.org/drawingml/2006/main" noGrp="1"/>
          </p:cNvSpPr>
          <p:nvPr/>
        </p:nvSpPr>
        <p:spPr>
          <a:xfrm xmlns:a="http://schemas.openxmlformats.org/drawingml/2006/main">
            <a:off x="11449050" y="3514725"/>
            <a:ext cx="295275" cy="9525"/>
          </a:xfrm>
          <a:custGeom xmlns:a="http://schemas.openxmlformats.org/drawingml/2006/main">
            <a:pathLst>
              <a:path w="295275" h="9525">
                <a:moveTo>
                  <a:pt x="0" y="0"/>
                </a:moveTo>
                <a:lnTo>
                  <a:pt x="295275" y="0"/>
                </a:lnTo>
              </a:path>
            </a:pathLst>
          </a:custGeom>
          <a:noFill xmlns:a="http://schemas.openxmlformats.org/drawingml/2006/main"/>
          <a:ln xmlns:a="http://schemas.openxmlformats.org/drawingml/2006/main" w="28575">
            <a:solidFill>
              <a:srgbClr val="1572C3"/>
            </a:solidFill>
          </a:ln>
        </p:spPr>
      </p:sp>
      <p:sp>
        <p:nvSpPr>
          <p:cNvPr id="106" name="wire-392">
            <a:extLst xmlns:a="http://schemas.openxmlformats.org/drawingml/2006/main">
              <a:ext uri="{FF2B5EF4-FFF2-40B4-BE49-F238E27FC236}">
                <a16:creationId xmlns:a16="http://schemas.microsoft.com/office/drawing/2014/main" id="{BB7BC55A-F0AC-4E2F-9817-89EF707D5F77}"/>
              </a:ext>
            </a:extLst>
          </p:cNvPr>
          <p:cNvSpPr>
            <a:spLocks xmlns:a="http://schemas.openxmlformats.org/drawingml/2006/main" noGrp="1"/>
          </p:cNvSpPr>
          <p:nvPr/>
        </p:nvSpPr>
        <p:spPr>
          <a:xfrm xmlns:a="http://schemas.openxmlformats.org/drawingml/2006/main">
            <a:off x="11744325" y="2238375"/>
            <a:ext cx="9525" cy="1276350"/>
          </a:xfrm>
          <a:custGeom xmlns:a="http://schemas.openxmlformats.org/drawingml/2006/main">
            <a:pathLst>
              <a:path w="9525" h="1276350">
                <a:moveTo>
                  <a:pt x="0" y="1276350"/>
                </a:moveTo>
                <a:lnTo>
                  <a:pt x="0" y="0"/>
                </a:lnTo>
              </a:path>
            </a:pathLst>
          </a:custGeom>
          <a:noFill xmlns:a="http://schemas.openxmlformats.org/drawingml/2006/main"/>
          <a:ln xmlns:a="http://schemas.openxmlformats.org/drawingml/2006/main" w="28575">
            <a:solidFill>
              <a:srgbClr val="1572C3"/>
            </a:solidFill>
          </a:ln>
        </p:spPr>
      </p:sp>
      <p:sp>
        <p:nvSpPr>
          <p:cNvPr id="107" name="wire-393">
            <a:extLst xmlns:a="http://schemas.openxmlformats.org/drawingml/2006/main">
              <a:ext uri="{FF2B5EF4-FFF2-40B4-BE49-F238E27FC236}">
                <a16:creationId xmlns:a16="http://schemas.microsoft.com/office/drawing/2014/main" id="{97B167CA-0E29-483D-845B-E5AAB4D87AF1}"/>
              </a:ext>
            </a:extLst>
          </p:cNvPr>
          <p:cNvSpPr>
            <a:spLocks xmlns:a="http://schemas.openxmlformats.org/drawingml/2006/main" noGrp="1"/>
          </p:cNvSpPr>
          <p:nvPr/>
        </p:nvSpPr>
        <p:spPr>
          <a:xfrm xmlns:a="http://schemas.openxmlformats.org/drawingml/2006/main">
            <a:off x="11582400" y="2238375"/>
            <a:ext cx="161925" cy="9525"/>
          </a:xfrm>
          <a:custGeom xmlns:a="http://schemas.openxmlformats.org/drawingml/2006/main">
            <a:pathLst>
              <a:path w="161925" h="9525">
                <a:moveTo>
                  <a:pt x="161925" y="0"/>
                </a:moveTo>
                <a:lnTo>
                  <a:pt x="0" y="0"/>
                </a:lnTo>
              </a:path>
            </a:pathLst>
          </a:custGeom>
          <a:noFill xmlns:a="http://schemas.openxmlformats.org/drawingml/2006/main"/>
          <a:ln xmlns:a="http://schemas.openxmlformats.org/drawingml/2006/main" w="28575">
            <a:solidFill>
              <a:srgbClr val="1572C3"/>
            </a:solidFill>
          </a:ln>
        </p:spPr>
      </p:sp>
      <p:sp>
        <p:nvSpPr>
          <p:cNvPr id="108" name="circuit-394">
            <a:extLst xmlns:a="http://schemas.openxmlformats.org/drawingml/2006/main">
              <a:ext uri="{FF2B5EF4-FFF2-40B4-BE49-F238E27FC236}">
                <a16:creationId xmlns:a16="http://schemas.microsoft.com/office/drawing/2014/main" id="{8AD24D78-67E5-403E-B195-24F770952B3C}"/>
              </a:ext>
            </a:extLst>
          </p:cNvPr>
          <p:cNvSpPr>
            <a:spLocks xmlns:a="http://schemas.openxmlformats.org/drawingml/2006/main" noGrp="1"/>
          </p:cNvSpPr>
          <p:nvPr/>
        </p:nvSpPr>
        <p:spPr>
          <a:xfrm xmlns:a="http://schemas.openxmlformats.org/drawingml/2006/main">
            <a:off x="11582400" y="2206943"/>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1572C3"/>
          </a:solidFill>
          <a:ln xmlns:a="http://schemas.openxmlformats.org/drawingml/2006/main" w="9525">
            <a:solidFill>
              <a:srgbClr val="1572C3"/>
            </a:solidFill>
          </a:ln>
        </p:spPr>
      </p:sp>
      <p:sp>
        <p:nvSpPr>
          <p:cNvPr id="109" name="text-395">
            <a:extLst xmlns:a="http://schemas.openxmlformats.org/drawingml/2006/main">
              <a:ext uri="{FF2B5EF4-FFF2-40B4-BE49-F238E27FC236}">
                <a16:creationId xmlns:a16="http://schemas.microsoft.com/office/drawing/2014/main" id="{7AFD7593-A19C-4BC8-B197-784C2E019D11}"/>
              </a:ext>
            </a:extLst>
          </p:cNvPr>
          <p:cNvSpPr>
            <a:spLocks xmlns:a="http://schemas.openxmlformats.org/drawingml/2006/main" noGrp="1"/>
          </p:cNvSpPr>
          <p:nvPr/>
        </p:nvSpPr>
        <p:spPr>
          <a:xfrm xmlns:a="http://schemas.openxmlformats.org/drawingml/2006/main">
            <a:off x="9334500" y="1485900"/>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1">
                <a:solidFill>
                  <a:srgbClr val="1572C3"/>
                </a:solidFill>
                <a:latin typeface="Yu Gothic"/>
                <a:ea typeface="Yu Gothic"/>
                <a:cs typeface="Yu Gothic"/>
              </a:defRPr>
            </a:defPPr>
            <a:lvl1pPr algn="ctr">
              <a:defRPr sz="1725" b="1">
                <a:solidFill>
                  <a:srgbClr val="1572C3"/>
                </a:solidFill>
                <a:latin typeface="Yu Gothic"/>
                <a:ea typeface="Yu Gothic"/>
                <a:cs typeface="Yu Gothic"/>
              </a:defRPr>
            </a:lvl1pPr>
            <a:lvl2pPr algn="ctr">
              <a:defRPr sz="1725" b="1">
                <a:solidFill>
                  <a:srgbClr val="1572C3"/>
                </a:solidFill>
                <a:latin typeface="Yu Gothic"/>
                <a:ea typeface="Yu Gothic"/>
                <a:cs typeface="Yu Gothic"/>
              </a:defRPr>
            </a:lvl2pPr>
            <a:lvl3pPr algn="ctr">
              <a:defRPr sz="1725" b="1">
                <a:solidFill>
                  <a:srgbClr val="1572C3"/>
                </a:solidFill>
                <a:latin typeface="Yu Gothic"/>
                <a:ea typeface="Yu Gothic"/>
                <a:cs typeface="Yu Gothic"/>
              </a:defRPr>
            </a:lvl3pPr>
            <a:lvl4pPr algn="ctr">
              <a:defRPr sz="1725" b="1">
                <a:solidFill>
                  <a:srgbClr val="1572C3"/>
                </a:solidFill>
                <a:latin typeface="Yu Gothic"/>
                <a:ea typeface="Yu Gothic"/>
                <a:cs typeface="Yu Gothic"/>
              </a:defRPr>
            </a:lvl4pPr>
            <a:lvl5pPr algn="ctr">
              <a:defRPr sz="1725" b="1">
                <a:solidFill>
                  <a:srgbClr val="1572C3"/>
                </a:solidFill>
                <a:latin typeface="Yu Gothic"/>
                <a:ea typeface="Yu Gothic"/>
                <a:cs typeface="Yu Gothic"/>
              </a:defRPr>
            </a:lvl5pPr>
            <a:lvl6pPr algn="ctr">
              <a:defRPr sz="1725" b="1">
                <a:solidFill>
                  <a:srgbClr val="1572C3"/>
                </a:solidFill>
                <a:latin typeface="Yu Gothic"/>
                <a:ea typeface="Yu Gothic"/>
                <a:cs typeface="Yu Gothic"/>
              </a:defRPr>
            </a:lvl6pPr>
            <a:lvl7pPr algn="ctr">
              <a:defRPr sz="1725" b="1">
                <a:solidFill>
                  <a:srgbClr val="1572C3"/>
                </a:solidFill>
                <a:latin typeface="Yu Gothic"/>
                <a:ea typeface="Yu Gothic"/>
                <a:cs typeface="Yu Gothic"/>
              </a:defRPr>
            </a:lvl7pPr>
            <a:lvl8pPr algn="ctr">
              <a:defRPr sz="1725" b="1">
                <a:solidFill>
                  <a:srgbClr val="1572C3"/>
                </a:solidFill>
                <a:latin typeface="Yu Gothic"/>
                <a:ea typeface="Yu Gothic"/>
                <a:cs typeface="Yu Gothic"/>
              </a:defRPr>
            </a:lvl8pPr>
            <a:lvl9pPr algn="ctr">
              <a:defRPr sz="1725" b="1">
                <a:solidFill>
                  <a:srgbClr val="1572C3"/>
                </a:solidFill>
                <a:latin typeface="Yu Gothic"/>
                <a:ea typeface="Yu Gothic"/>
                <a:cs typeface="Yu Gothic"/>
              </a:defRPr>
            </a:lvl9pPr>
          </a:lstStyle>
          <a:p xmlns:a="http://schemas.openxmlformats.org/drawingml/2006/main">
            <a:pPr algn="ctr">
              <a:defRPr sz="1725" b="1">
                <a:solidFill>
                  <a:srgbClr val="1572C3"/>
                </a:solidFill>
                <a:latin typeface="Yu Gothic"/>
                <a:ea typeface="Yu Gothic"/>
                <a:cs typeface="Yu Gothic"/>
              </a:defRPr>
            </a:pPr>
            <a:r>
              <a:rPr sz="1725" b="1">
                <a:solidFill>
                  <a:srgbClr val="1572C3"/>
                </a:solidFill>
                <a:latin typeface="Yu Gothic"/>
                <a:ea typeface="Yu Gothic"/>
                <a:cs typeface="Yu Gothic"/>
              </a:rPr>
              <a:t>① Linuxが読み込む</a:t>
            </a:r>
          </a:p>
        </p:txBody>
      </p:sp>
      <p:sp>
        <p:nvSpPr>
          <p:cNvPr id="110" name="text-396">
            <a:extLst xmlns:a="http://schemas.openxmlformats.org/drawingml/2006/main">
              <a:ext uri="{FF2B5EF4-FFF2-40B4-BE49-F238E27FC236}">
                <a16:creationId xmlns:a16="http://schemas.microsoft.com/office/drawing/2014/main" id="{74A111C2-5B64-4269-AC7C-852A67B2F11E}"/>
              </a:ext>
            </a:extLst>
          </p:cNvPr>
          <p:cNvSpPr>
            <a:spLocks xmlns:a="http://schemas.openxmlformats.org/drawingml/2006/main" noGrp="1"/>
          </p:cNvSpPr>
          <p:nvPr/>
        </p:nvSpPr>
        <p:spPr>
          <a:xfrm xmlns:a="http://schemas.openxmlformats.org/drawingml/2006/main">
            <a:off x="609600" y="59721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75" b="1">
                <a:solidFill>
                  <a:srgbClr val="231F20"/>
                </a:solidFill>
                <a:latin typeface="Yu Gothic"/>
                <a:ea typeface="Yu Gothic"/>
                <a:cs typeface="Yu Gothic"/>
              </a:defRPr>
            </a:defPPr>
            <a:lvl1pPr algn="l">
              <a:defRPr sz="2175" b="1">
                <a:solidFill>
                  <a:srgbClr val="231F20"/>
                </a:solidFill>
                <a:latin typeface="Yu Gothic"/>
                <a:ea typeface="Yu Gothic"/>
                <a:cs typeface="Yu Gothic"/>
              </a:defRPr>
            </a:lvl1pPr>
            <a:lvl2pPr algn="l">
              <a:defRPr sz="2175" b="1">
                <a:solidFill>
                  <a:srgbClr val="231F20"/>
                </a:solidFill>
                <a:latin typeface="Yu Gothic"/>
                <a:ea typeface="Yu Gothic"/>
                <a:cs typeface="Yu Gothic"/>
              </a:defRPr>
            </a:lvl2pPr>
            <a:lvl3pPr algn="l">
              <a:defRPr sz="2175" b="1">
                <a:solidFill>
                  <a:srgbClr val="231F20"/>
                </a:solidFill>
                <a:latin typeface="Yu Gothic"/>
                <a:ea typeface="Yu Gothic"/>
                <a:cs typeface="Yu Gothic"/>
              </a:defRPr>
            </a:lvl3pPr>
            <a:lvl4pPr algn="l">
              <a:defRPr sz="2175" b="1">
                <a:solidFill>
                  <a:srgbClr val="231F20"/>
                </a:solidFill>
                <a:latin typeface="Yu Gothic"/>
                <a:ea typeface="Yu Gothic"/>
                <a:cs typeface="Yu Gothic"/>
              </a:defRPr>
            </a:lvl4pPr>
            <a:lvl5pPr algn="l">
              <a:defRPr sz="2175" b="1">
                <a:solidFill>
                  <a:srgbClr val="231F20"/>
                </a:solidFill>
                <a:latin typeface="Yu Gothic"/>
                <a:ea typeface="Yu Gothic"/>
                <a:cs typeface="Yu Gothic"/>
              </a:defRPr>
            </a:lvl5pPr>
            <a:lvl6pPr algn="l">
              <a:defRPr sz="2175" b="1">
                <a:solidFill>
                  <a:srgbClr val="231F20"/>
                </a:solidFill>
                <a:latin typeface="Yu Gothic"/>
                <a:ea typeface="Yu Gothic"/>
                <a:cs typeface="Yu Gothic"/>
              </a:defRPr>
            </a:lvl6pPr>
            <a:lvl7pPr algn="l">
              <a:defRPr sz="2175" b="1">
                <a:solidFill>
                  <a:srgbClr val="231F20"/>
                </a:solidFill>
                <a:latin typeface="Yu Gothic"/>
                <a:ea typeface="Yu Gothic"/>
                <a:cs typeface="Yu Gothic"/>
              </a:defRPr>
            </a:lvl7pPr>
            <a:lvl8pPr algn="l">
              <a:defRPr sz="2175" b="1">
                <a:solidFill>
                  <a:srgbClr val="231F20"/>
                </a:solidFill>
                <a:latin typeface="Yu Gothic"/>
                <a:ea typeface="Yu Gothic"/>
                <a:cs typeface="Yu Gothic"/>
              </a:defRPr>
            </a:lvl8pPr>
            <a:lvl9pPr algn="l">
              <a:defRPr sz="2175" b="1">
                <a:solidFill>
                  <a:srgbClr val="231F20"/>
                </a:solidFill>
                <a:latin typeface="Yu Gothic"/>
                <a:ea typeface="Yu Gothic"/>
                <a:cs typeface="Yu Gothic"/>
              </a:defRPr>
            </a:lvl9pPr>
          </a:lstStyle>
          <a:p xmlns:a="http://schemas.openxmlformats.org/drawingml/2006/main">
            <a:pPr algn="l">
              <a:defRPr sz="2175" b="1">
                <a:solidFill>
                  <a:srgbClr val="231F20"/>
                </a:solidFill>
                <a:latin typeface="Yu Gothic"/>
                <a:ea typeface="Yu Gothic"/>
                <a:cs typeface="Yu Gothic"/>
              </a:defRPr>
            </a:pPr>
            <a:r>
              <a:rPr sz="2175" b="1">
                <a:solidFill>
                  <a:srgbClr val="231F20"/>
                </a:solidFill>
                <a:latin typeface="Yu Gothic"/>
                <a:ea typeface="Yu Gothic"/>
                <a:cs typeface="Yu Gothic"/>
              </a:rPr>
              <a:t>② DDR3の命令を、CPUが読み出して実行</a:t>
            </a:r>
          </a:p>
        </p:txBody>
      </p:sp>
      <p:sp>
        <p:nvSpPr>
          <p:cNvPr id="111" name="text-397">
            <a:extLst xmlns:a="http://schemas.openxmlformats.org/drawingml/2006/main">
              <a:ext uri="{FF2B5EF4-FFF2-40B4-BE49-F238E27FC236}">
                <a16:creationId xmlns:a16="http://schemas.microsoft.com/office/drawing/2014/main" id="{0DFBA0E9-3069-431F-A90D-D9D4055A16E0}"/>
              </a:ext>
            </a:extLst>
          </p:cNvPr>
          <p:cNvSpPr>
            <a:spLocks xmlns:a="http://schemas.openxmlformats.org/drawingml/2006/main" noGrp="1"/>
          </p:cNvSpPr>
          <p:nvPr/>
        </p:nvSpPr>
        <p:spPr>
          <a:xfrm xmlns:a="http://schemas.openxmlformats.org/drawingml/2006/main">
            <a:off x="609600" y="6334125"/>
            <a:ext cx="6000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1">
                <a:solidFill>
                  <a:srgbClr val="0078BA"/>
                </a:solidFill>
                <a:latin typeface="Yu Gothic"/>
                <a:ea typeface="Yu Gothic"/>
                <a:cs typeface="Yu Gothic"/>
              </a:defRPr>
            </a:defPPr>
            <a:lvl1pPr algn="l">
              <a:defRPr sz="1275" b="1">
                <a:solidFill>
                  <a:srgbClr val="0078BA"/>
                </a:solidFill>
                <a:latin typeface="Yu Gothic"/>
                <a:ea typeface="Yu Gothic"/>
                <a:cs typeface="Yu Gothic"/>
              </a:defRPr>
            </a:lvl1pPr>
            <a:lvl2pPr algn="l">
              <a:defRPr sz="1275" b="1">
                <a:solidFill>
                  <a:srgbClr val="0078BA"/>
                </a:solidFill>
                <a:latin typeface="Yu Gothic"/>
                <a:ea typeface="Yu Gothic"/>
                <a:cs typeface="Yu Gothic"/>
              </a:defRPr>
            </a:lvl2pPr>
            <a:lvl3pPr algn="l">
              <a:defRPr sz="1275" b="1">
                <a:solidFill>
                  <a:srgbClr val="0078BA"/>
                </a:solidFill>
                <a:latin typeface="Yu Gothic"/>
                <a:ea typeface="Yu Gothic"/>
                <a:cs typeface="Yu Gothic"/>
              </a:defRPr>
            </a:lvl3pPr>
            <a:lvl4pPr algn="l">
              <a:defRPr sz="1275" b="1">
                <a:solidFill>
                  <a:srgbClr val="0078BA"/>
                </a:solidFill>
                <a:latin typeface="Yu Gothic"/>
                <a:ea typeface="Yu Gothic"/>
                <a:cs typeface="Yu Gothic"/>
              </a:defRPr>
            </a:lvl4pPr>
            <a:lvl5pPr algn="l">
              <a:defRPr sz="1275" b="1">
                <a:solidFill>
                  <a:srgbClr val="0078BA"/>
                </a:solidFill>
                <a:latin typeface="Yu Gothic"/>
                <a:ea typeface="Yu Gothic"/>
                <a:cs typeface="Yu Gothic"/>
              </a:defRPr>
            </a:lvl5pPr>
            <a:lvl6pPr algn="l">
              <a:defRPr sz="1275" b="1">
                <a:solidFill>
                  <a:srgbClr val="0078BA"/>
                </a:solidFill>
                <a:latin typeface="Yu Gothic"/>
                <a:ea typeface="Yu Gothic"/>
                <a:cs typeface="Yu Gothic"/>
              </a:defRPr>
            </a:lvl6pPr>
            <a:lvl7pPr algn="l">
              <a:defRPr sz="1275" b="1">
                <a:solidFill>
                  <a:srgbClr val="0078BA"/>
                </a:solidFill>
                <a:latin typeface="Yu Gothic"/>
                <a:ea typeface="Yu Gothic"/>
                <a:cs typeface="Yu Gothic"/>
              </a:defRPr>
            </a:lvl7pPr>
            <a:lvl8pPr algn="l">
              <a:defRPr sz="1275" b="1">
                <a:solidFill>
                  <a:srgbClr val="0078BA"/>
                </a:solidFill>
                <a:latin typeface="Yu Gothic"/>
                <a:ea typeface="Yu Gothic"/>
                <a:cs typeface="Yu Gothic"/>
              </a:defRPr>
            </a:lvl8pPr>
            <a:lvl9pPr algn="l">
              <a:defRPr sz="1275" b="1">
                <a:solidFill>
                  <a:srgbClr val="0078BA"/>
                </a:solidFill>
                <a:latin typeface="Yu Gothic"/>
                <a:ea typeface="Yu Gothic"/>
                <a:cs typeface="Yu Gothic"/>
              </a:defRPr>
            </a:lvl9pPr>
          </a:lstStyle>
          <a:p xmlns:a="http://schemas.openxmlformats.org/drawingml/2006/main">
            <a:pPr algn="l">
              <a:defRPr sz="1275" b="1">
                <a:solidFill>
                  <a:srgbClr val="0078BA"/>
                </a:solidFill>
                <a:latin typeface="Yu Gothic"/>
                <a:ea typeface="Yu Gothic"/>
                <a:cs typeface="Yu Gothic"/>
              </a:defRPr>
            </a:pPr>
            <a:r>
              <a:rPr sz="1275" b="1">
                <a:solidFill>
                  <a:srgbClr val="0078BA"/>
                </a:solidFill>
                <a:latin typeface="Yu Gothic"/>
                <a:ea typeface="Yu Gothic"/>
                <a:cs typeface="Yu Gothic"/>
              </a:rPr>
              <a:t>図 6</a:t>
            </a:r>
          </a:p>
        </p:txBody>
      </p:sp>
      <p:sp>
        <p:nvSpPr>
          <p:cNvPr id="112" name="text-398">
            <a:extLst xmlns:a="http://schemas.openxmlformats.org/drawingml/2006/main">
              <a:ext uri="{FF2B5EF4-FFF2-40B4-BE49-F238E27FC236}">
                <a16:creationId xmlns:a16="http://schemas.microsoft.com/office/drawing/2014/main" id="{C35F5D48-23F8-4F46-A324-39EA9441D81A}"/>
              </a:ext>
            </a:extLst>
          </p:cNvPr>
          <p:cNvSpPr>
            <a:spLocks xmlns:a="http://schemas.openxmlformats.org/drawingml/2006/main" noGrp="1"/>
          </p:cNvSpPr>
          <p:nvPr/>
        </p:nvSpPr>
        <p:spPr>
          <a:xfrm xmlns:a="http://schemas.openxmlformats.org/drawingml/2006/main">
            <a:off x="1247775" y="6334125"/>
            <a:ext cx="9791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Yu Gothic"/>
                <a:ea typeface="Yu Gothic"/>
                <a:cs typeface="Yu Gothic"/>
              </a:defRPr>
            </a:defPPr>
            <a:lvl1pPr algn="l">
              <a:defRPr sz="1200" b="0">
                <a:solidFill>
                  <a:srgbClr val="231F20"/>
                </a:solidFill>
                <a:latin typeface="Yu Gothic"/>
                <a:ea typeface="Yu Gothic"/>
                <a:cs typeface="Yu Gothic"/>
              </a:defRPr>
            </a:lvl1pPr>
            <a:lvl2pPr algn="l">
              <a:defRPr sz="1200" b="0">
                <a:solidFill>
                  <a:srgbClr val="231F20"/>
                </a:solidFill>
                <a:latin typeface="Yu Gothic"/>
                <a:ea typeface="Yu Gothic"/>
                <a:cs typeface="Yu Gothic"/>
              </a:defRPr>
            </a:lvl2pPr>
            <a:lvl3pPr algn="l">
              <a:defRPr sz="1200" b="0">
                <a:solidFill>
                  <a:srgbClr val="231F20"/>
                </a:solidFill>
                <a:latin typeface="Yu Gothic"/>
                <a:ea typeface="Yu Gothic"/>
                <a:cs typeface="Yu Gothic"/>
              </a:defRPr>
            </a:lvl3pPr>
            <a:lvl4pPr algn="l">
              <a:defRPr sz="1200" b="0">
                <a:solidFill>
                  <a:srgbClr val="231F20"/>
                </a:solidFill>
                <a:latin typeface="Yu Gothic"/>
                <a:ea typeface="Yu Gothic"/>
                <a:cs typeface="Yu Gothic"/>
              </a:defRPr>
            </a:lvl4pPr>
            <a:lvl5pPr algn="l">
              <a:defRPr sz="1200" b="0">
                <a:solidFill>
                  <a:srgbClr val="231F20"/>
                </a:solidFill>
                <a:latin typeface="Yu Gothic"/>
                <a:ea typeface="Yu Gothic"/>
                <a:cs typeface="Yu Gothic"/>
              </a:defRPr>
            </a:lvl5pPr>
            <a:lvl6pPr algn="l">
              <a:defRPr sz="1200" b="0">
                <a:solidFill>
                  <a:srgbClr val="231F20"/>
                </a:solidFill>
                <a:latin typeface="Yu Gothic"/>
                <a:ea typeface="Yu Gothic"/>
                <a:cs typeface="Yu Gothic"/>
              </a:defRPr>
            </a:lvl6pPr>
            <a:lvl7pPr algn="l">
              <a:defRPr sz="1200" b="0">
                <a:solidFill>
                  <a:srgbClr val="231F20"/>
                </a:solidFill>
                <a:latin typeface="Yu Gothic"/>
                <a:ea typeface="Yu Gothic"/>
                <a:cs typeface="Yu Gothic"/>
              </a:defRPr>
            </a:lvl7pPr>
            <a:lvl8pPr algn="l">
              <a:defRPr sz="1200" b="0">
                <a:solidFill>
                  <a:srgbClr val="231F20"/>
                </a:solidFill>
                <a:latin typeface="Yu Gothic"/>
                <a:ea typeface="Yu Gothic"/>
                <a:cs typeface="Yu Gothic"/>
              </a:defRPr>
            </a:lvl8pPr>
            <a:lvl9pPr algn="l">
              <a:defRPr sz="1200" b="0">
                <a:solidFill>
                  <a:srgbClr val="231F20"/>
                </a:solidFill>
                <a:latin typeface="Yu Gothic"/>
                <a:ea typeface="Yu Gothic"/>
                <a:cs typeface="Yu Gothic"/>
              </a:defRPr>
            </a:lvl9pPr>
          </a:lstStyle>
          <a:p xmlns:a="http://schemas.openxmlformats.org/drawingml/2006/main">
            <a:pPr algn="l">
              <a:defRPr sz="1200" b="0">
                <a:solidFill>
                  <a:srgbClr val="231F20"/>
                </a:solidFill>
                <a:latin typeface="Yu Gothic"/>
                <a:ea typeface="Yu Gothic"/>
                <a:cs typeface="Yu Gothic"/>
              </a:defRPr>
            </a:pPr>
            <a:r>
              <a:rPr sz="1200" b="0">
                <a:solidFill>
                  <a:srgbClr val="231F20"/>
                </a:solidFill>
                <a:latin typeface="Yu Gothic"/>
                <a:ea typeface="Yu Gothic"/>
                <a:cs typeface="Yu Gothic"/>
              </a:rPr>
              <a:t>青い上向き矢印はOSによる読み込みを表す。SDカードとDDR3を直接結ぶ配線ではない</a:t>
            </a:r>
          </a:p>
        </p:txBody>
      </p:sp>
    </p:spTree>
    <p:extLst>
      <p:ext uri="{BB962C8B-B14F-4D97-AF65-F5344CB8AC3E}">
        <p14:creationId xmlns:p14="http://schemas.microsoft.com/office/powerpoint/2010/main" val="57207484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2" name="text-399">
            <a:extLst xmlns:a="http://schemas.openxmlformats.org/drawingml/2006/main">
              <a:ext uri="{FF2B5EF4-FFF2-40B4-BE49-F238E27FC236}">
                <a16:creationId xmlns:a16="http://schemas.microsoft.com/office/drawing/2014/main" id="{37D2440C-AFF3-4103-84FE-39171068EB9F}"/>
              </a:ext>
            </a:extLst>
          </p:cNvPr>
          <p:cNvSpPr>
            <a:spLocks xmlns:a="http://schemas.openxmlformats.org/drawingml/2006/main" noGrp="1"/>
          </p:cNvSpPr>
          <p:nvPr/>
        </p:nvSpPr>
        <p:spPr>
          <a:xfrm xmlns:a="http://schemas.openxmlformats.org/drawingml/2006/main">
            <a:off x="609600" y="314325"/>
            <a:ext cx="5619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231F20"/>
                </a:solidFill>
                <a:latin typeface="Arial"/>
                <a:ea typeface="Arial"/>
                <a:cs typeface="Arial"/>
              </a:defRPr>
            </a:defPPr>
            <a:lvl1pPr algn="l">
              <a:defRPr sz="2850" b="1">
                <a:solidFill>
                  <a:srgbClr val="231F20"/>
                </a:solidFill>
                <a:latin typeface="Arial"/>
                <a:ea typeface="Arial"/>
                <a:cs typeface="Arial"/>
              </a:defRPr>
            </a:lvl1pPr>
            <a:lvl2pPr algn="l">
              <a:defRPr sz="2850" b="1">
                <a:solidFill>
                  <a:srgbClr val="231F20"/>
                </a:solidFill>
                <a:latin typeface="Arial"/>
                <a:ea typeface="Arial"/>
                <a:cs typeface="Arial"/>
              </a:defRPr>
            </a:lvl2pPr>
            <a:lvl3pPr algn="l">
              <a:defRPr sz="2850" b="1">
                <a:solidFill>
                  <a:srgbClr val="231F20"/>
                </a:solidFill>
                <a:latin typeface="Arial"/>
                <a:ea typeface="Arial"/>
                <a:cs typeface="Arial"/>
              </a:defRPr>
            </a:lvl3pPr>
            <a:lvl4pPr algn="l">
              <a:defRPr sz="2850" b="1">
                <a:solidFill>
                  <a:srgbClr val="231F20"/>
                </a:solidFill>
                <a:latin typeface="Arial"/>
                <a:ea typeface="Arial"/>
                <a:cs typeface="Arial"/>
              </a:defRPr>
            </a:lvl4pPr>
            <a:lvl5pPr algn="l">
              <a:defRPr sz="2850" b="1">
                <a:solidFill>
                  <a:srgbClr val="231F20"/>
                </a:solidFill>
                <a:latin typeface="Arial"/>
                <a:ea typeface="Arial"/>
                <a:cs typeface="Arial"/>
              </a:defRPr>
            </a:lvl5pPr>
            <a:lvl6pPr algn="l">
              <a:defRPr sz="2850" b="1">
                <a:solidFill>
                  <a:srgbClr val="231F20"/>
                </a:solidFill>
                <a:latin typeface="Arial"/>
                <a:ea typeface="Arial"/>
                <a:cs typeface="Arial"/>
              </a:defRPr>
            </a:lvl6pPr>
            <a:lvl7pPr algn="l">
              <a:defRPr sz="2850" b="1">
                <a:solidFill>
                  <a:srgbClr val="231F20"/>
                </a:solidFill>
                <a:latin typeface="Arial"/>
                <a:ea typeface="Arial"/>
                <a:cs typeface="Arial"/>
              </a:defRPr>
            </a:lvl7pPr>
            <a:lvl8pPr algn="l">
              <a:defRPr sz="2850" b="1">
                <a:solidFill>
                  <a:srgbClr val="231F20"/>
                </a:solidFill>
                <a:latin typeface="Arial"/>
                <a:ea typeface="Arial"/>
                <a:cs typeface="Arial"/>
              </a:defRPr>
            </a:lvl8pPr>
            <a:lvl9pPr algn="l">
              <a:defRPr sz="2850" b="1">
                <a:solidFill>
                  <a:srgbClr val="231F20"/>
                </a:solidFill>
                <a:latin typeface="Arial"/>
                <a:ea typeface="Arial"/>
                <a:cs typeface="Arial"/>
              </a:defRPr>
            </a:lvl9pPr>
          </a:lstStyle>
          <a:p xmlns:a="http://schemas.openxmlformats.org/drawingml/2006/main">
            <a:pPr algn="l">
              <a:defRPr sz="2850" b="1">
                <a:solidFill>
                  <a:srgbClr val="231F20"/>
                </a:solidFill>
                <a:latin typeface="Arial"/>
                <a:ea typeface="Arial"/>
                <a:cs typeface="Arial"/>
              </a:defRPr>
            </a:pPr>
            <a:r>
              <a:rPr sz="2850" b="1">
                <a:solidFill>
                  <a:srgbClr val="231F20"/>
                </a:solidFill>
                <a:latin typeface="Arial"/>
                <a:ea typeface="Arial"/>
                <a:cs typeface="Arial"/>
              </a:rPr>
              <a:t>7</a:t>
            </a:r>
          </a:p>
        </p:txBody>
      </p:sp>
      <p:sp>
        <p:nvSpPr>
          <p:cNvPr id="2" name="text-400">
            <a:extLst xmlns:a="http://schemas.openxmlformats.org/drawingml/2006/main">
              <a:ext uri="{FF2B5EF4-FFF2-40B4-BE49-F238E27FC236}">
                <a16:creationId xmlns:a16="http://schemas.microsoft.com/office/drawing/2014/main" id="{DE191784-4901-41C6-8390-4660AB92DDC6}"/>
              </a:ext>
            </a:extLst>
          </p:cNvPr>
          <p:cNvSpPr>
            <a:spLocks xmlns:a="http://schemas.openxmlformats.org/drawingml/2006/main" noGrp="1"/>
          </p:cNvSpPr>
          <p:nvPr/>
        </p:nvSpPr>
        <p:spPr>
          <a:xfrm xmlns:a="http://schemas.openxmlformats.org/drawingml/2006/main">
            <a:off x="1257300" y="314325"/>
            <a:ext cx="103251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0078BA"/>
                </a:solidFill>
                <a:latin typeface="Yu Gothic"/>
                <a:ea typeface="Yu Gothic"/>
                <a:cs typeface="Yu Gothic"/>
              </a:defRPr>
            </a:defPPr>
            <a:lvl1pPr algn="l">
              <a:defRPr sz="2850" b="1">
                <a:solidFill>
                  <a:srgbClr val="0078BA"/>
                </a:solidFill>
                <a:latin typeface="Yu Gothic"/>
                <a:ea typeface="Yu Gothic"/>
                <a:cs typeface="Yu Gothic"/>
              </a:defRPr>
            </a:lvl1pPr>
            <a:lvl2pPr algn="l">
              <a:defRPr sz="2850" b="1">
                <a:solidFill>
                  <a:srgbClr val="0078BA"/>
                </a:solidFill>
                <a:latin typeface="Yu Gothic"/>
                <a:ea typeface="Yu Gothic"/>
                <a:cs typeface="Yu Gothic"/>
              </a:defRPr>
            </a:lvl2pPr>
            <a:lvl3pPr algn="l">
              <a:defRPr sz="2850" b="1">
                <a:solidFill>
                  <a:srgbClr val="0078BA"/>
                </a:solidFill>
                <a:latin typeface="Yu Gothic"/>
                <a:ea typeface="Yu Gothic"/>
                <a:cs typeface="Yu Gothic"/>
              </a:defRPr>
            </a:lvl3pPr>
            <a:lvl4pPr algn="l">
              <a:defRPr sz="2850" b="1">
                <a:solidFill>
                  <a:srgbClr val="0078BA"/>
                </a:solidFill>
                <a:latin typeface="Yu Gothic"/>
                <a:ea typeface="Yu Gothic"/>
                <a:cs typeface="Yu Gothic"/>
              </a:defRPr>
            </a:lvl4pPr>
            <a:lvl5pPr algn="l">
              <a:defRPr sz="2850" b="1">
                <a:solidFill>
                  <a:srgbClr val="0078BA"/>
                </a:solidFill>
                <a:latin typeface="Yu Gothic"/>
                <a:ea typeface="Yu Gothic"/>
                <a:cs typeface="Yu Gothic"/>
              </a:defRPr>
            </a:lvl5pPr>
            <a:lvl6pPr algn="l">
              <a:defRPr sz="2850" b="1">
                <a:solidFill>
                  <a:srgbClr val="0078BA"/>
                </a:solidFill>
                <a:latin typeface="Yu Gothic"/>
                <a:ea typeface="Yu Gothic"/>
                <a:cs typeface="Yu Gothic"/>
              </a:defRPr>
            </a:lvl6pPr>
            <a:lvl7pPr algn="l">
              <a:defRPr sz="2850" b="1">
                <a:solidFill>
                  <a:srgbClr val="0078BA"/>
                </a:solidFill>
                <a:latin typeface="Yu Gothic"/>
                <a:ea typeface="Yu Gothic"/>
                <a:cs typeface="Yu Gothic"/>
              </a:defRPr>
            </a:lvl7pPr>
            <a:lvl8pPr algn="l">
              <a:defRPr sz="2850" b="1">
                <a:solidFill>
                  <a:srgbClr val="0078BA"/>
                </a:solidFill>
                <a:latin typeface="Yu Gothic"/>
                <a:ea typeface="Yu Gothic"/>
                <a:cs typeface="Yu Gothic"/>
              </a:defRPr>
            </a:lvl8pPr>
            <a:lvl9pPr algn="l">
              <a:defRPr sz="2850" b="1">
                <a:solidFill>
                  <a:srgbClr val="0078BA"/>
                </a:solidFill>
                <a:latin typeface="Yu Gothic"/>
                <a:ea typeface="Yu Gothic"/>
                <a:cs typeface="Yu Gothic"/>
              </a:defRPr>
            </a:lvl9pPr>
          </a:lstStyle>
          <a:p xmlns:a="http://schemas.openxmlformats.org/drawingml/2006/main">
            <a:pPr algn="l">
              <a:defRPr sz="2850" b="1">
                <a:solidFill>
                  <a:srgbClr val="0078BA"/>
                </a:solidFill>
                <a:latin typeface="Yu Gothic"/>
                <a:ea typeface="Yu Gothic"/>
                <a:cs typeface="Yu Gothic"/>
              </a:defRPr>
            </a:pPr>
            <a:r>
              <a:rPr sz="2850" b="1">
                <a:solidFill>
                  <a:srgbClr val="0078BA"/>
                </a:solidFill>
                <a:latin typeface="Yu Gothic"/>
                <a:ea typeface="Yu Gothic"/>
                <a:cs typeface="Yu Gothic"/>
              </a:rPr>
              <a:t>同じバスへ、RasterIXの窓口を追加する</a:t>
            </a:r>
          </a:p>
        </p:txBody>
      </p:sp>
      <p:sp>
        <p:nvSpPr>
          <p:cNvPr id="3" name="text-401">
            <a:extLst xmlns:a="http://schemas.openxmlformats.org/drawingml/2006/main">
              <a:ext uri="{FF2B5EF4-FFF2-40B4-BE49-F238E27FC236}">
                <a16:creationId xmlns:a16="http://schemas.microsoft.com/office/drawing/2014/main" id="{CAE5E3B3-B5AD-4757-AE8D-83818EA1C5EE}"/>
              </a:ext>
            </a:extLst>
          </p:cNvPr>
          <p:cNvSpPr>
            <a:spLocks xmlns:a="http://schemas.openxmlformats.org/drawingml/2006/main" noGrp="1"/>
          </p:cNvSpPr>
          <p:nvPr/>
        </p:nvSpPr>
        <p:spPr>
          <a:xfrm xmlns:a="http://schemas.openxmlformats.org/drawingml/2006/main">
            <a:off x="11277600" y="6334125"/>
            <a:ext cx="304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777777"/>
                </a:solidFill>
                <a:latin typeface="Arial"/>
                <a:ea typeface="Arial"/>
                <a:cs typeface="Arial"/>
              </a:defRPr>
            </a:defPPr>
            <a:lvl1pPr algn="r">
              <a:defRPr sz="1350" b="0">
                <a:solidFill>
                  <a:srgbClr val="777777"/>
                </a:solidFill>
                <a:latin typeface="Arial"/>
                <a:ea typeface="Arial"/>
                <a:cs typeface="Arial"/>
              </a:defRPr>
            </a:lvl1pPr>
            <a:lvl2pPr algn="r">
              <a:defRPr sz="1350" b="0">
                <a:solidFill>
                  <a:srgbClr val="777777"/>
                </a:solidFill>
                <a:latin typeface="Arial"/>
                <a:ea typeface="Arial"/>
                <a:cs typeface="Arial"/>
              </a:defRPr>
            </a:lvl2pPr>
            <a:lvl3pPr algn="r">
              <a:defRPr sz="1350" b="0">
                <a:solidFill>
                  <a:srgbClr val="777777"/>
                </a:solidFill>
                <a:latin typeface="Arial"/>
                <a:ea typeface="Arial"/>
                <a:cs typeface="Arial"/>
              </a:defRPr>
            </a:lvl3pPr>
            <a:lvl4pPr algn="r">
              <a:defRPr sz="1350" b="0">
                <a:solidFill>
                  <a:srgbClr val="777777"/>
                </a:solidFill>
                <a:latin typeface="Arial"/>
                <a:ea typeface="Arial"/>
                <a:cs typeface="Arial"/>
              </a:defRPr>
            </a:lvl4pPr>
            <a:lvl5pPr algn="r">
              <a:defRPr sz="1350" b="0">
                <a:solidFill>
                  <a:srgbClr val="777777"/>
                </a:solidFill>
                <a:latin typeface="Arial"/>
                <a:ea typeface="Arial"/>
                <a:cs typeface="Arial"/>
              </a:defRPr>
            </a:lvl5pPr>
            <a:lvl6pPr algn="r">
              <a:defRPr sz="1350" b="0">
                <a:solidFill>
                  <a:srgbClr val="777777"/>
                </a:solidFill>
                <a:latin typeface="Arial"/>
                <a:ea typeface="Arial"/>
                <a:cs typeface="Arial"/>
              </a:defRPr>
            </a:lvl6pPr>
            <a:lvl7pPr algn="r">
              <a:defRPr sz="1350" b="0">
                <a:solidFill>
                  <a:srgbClr val="777777"/>
                </a:solidFill>
                <a:latin typeface="Arial"/>
                <a:ea typeface="Arial"/>
                <a:cs typeface="Arial"/>
              </a:defRPr>
            </a:lvl7pPr>
            <a:lvl8pPr algn="r">
              <a:defRPr sz="1350" b="0">
                <a:solidFill>
                  <a:srgbClr val="777777"/>
                </a:solidFill>
                <a:latin typeface="Arial"/>
                <a:ea typeface="Arial"/>
                <a:cs typeface="Arial"/>
              </a:defRPr>
            </a:lvl8pPr>
            <a:lvl9pPr algn="r">
              <a:defRPr sz="1350" b="0">
                <a:solidFill>
                  <a:srgbClr val="777777"/>
                </a:solidFill>
                <a:latin typeface="Arial"/>
                <a:ea typeface="Arial"/>
                <a:cs typeface="Arial"/>
              </a:defRPr>
            </a:lvl9pPr>
          </a:lstStyle>
          <a:p xmlns:a="http://schemas.openxmlformats.org/drawingml/2006/main">
            <a:pPr algn="r">
              <a:defRPr sz="1350" b="0">
                <a:solidFill>
                  <a:srgbClr val="777777"/>
                </a:solidFill>
                <a:latin typeface="Arial"/>
                <a:ea typeface="Arial"/>
                <a:cs typeface="Arial"/>
              </a:defRPr>
            </a:pPr>
            <a:r>
              <a:rPr sz="1350" b="0">
                <a:solidFill>
                  <a:srgbClr val="777777"/>
                </a:solidFill>
                <a:latin typeface="Arial"/>
                <a:ea typeface="Arial"/>
                <a:cs typeface="Arial"/>
              </a:rPr>
              <a:t>7</a:t>
            </a:r>
          </a:p>
        </p:txBody>
      </p:sp>
      <p:sp>
        <p:nvSpPr>
          <p:cNvPr id="4" name="text-402">
            <a:extLst xmlns:a="http://schemas.openxmlformats.org/drawingml/2006/main">
              <a:ext uri="{FF2B5EF4-FFF2-40B4-BE49-F238E27FC236}">
                <a16:creationId xmlns:a16="http://schemas.microsoft.com/office/drawing/2014/main" id="{AD30527E-A329-4B63-A081-FBB5F62619D8}"/>
              </a:ext>
            </a:extLst>
          </p:cNvPr>
          <p:cNvSpPr>
            <a:spLocks xmlns:a="http://schemas.openxmlformats.org/drawingml/2006/main" noGrp="1"/>
          </p:cNvSpPr>
          <p:nvPr/>
        </p:nvSpPr>
        <p:spPr>
          <a:xfrm xmlns:a="http://schemas.openxmlformats.org/drawingml/2006/main">
            <a:off x="609600" y="12954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75" b="1">
                <a:solidFill>
                  <a:srgbClr val="1572C3"/>
                </a:solidFill>
                <a:latin typeface="Yu Gothic"/>
                <a:ea typeface="Yu Gothic"/>
                <a:cs typeface="Yu Gothic"/>
              </a:defRPr>
            </a:defPPr>
            <a:lvl1pPr algn="l">
              <a:defRPr sz="2175" b="1">
                <a:solidFill>
                  <a:srgbClr val="1572C3"/>
                </a:solidFill>
                <a:latin typeface="Yu Gothic"/>
                <a:ea typeface="Yu Gothic"/>
                <a:cs typeface="Yu Gothic"/>
              </a:defRPr>
            </a:lvl1pPr>
            <a:lvl2pPr algn="l">
              <a:defRPr sz="2175" b="1">
                <a:solidFill>
                  <a:srgbClr val="1572C3"/>
                </a:solidFill>
                <a:latin typeface="Yu Gothic"/>
                <a:ea typeface="Yu Gothic"/>
                <a:cs typeface="Yu Gothic"/>
              </a:defRPr>
            </a:lvl2pPr>
            <a:lvl3pPr algn="l">
              <a:defRPr sz="2175" b="1">
                <a:solidFill>
                  <a:srgbClr val="1572C3"/>
                </a:solidFill>
                <a:latin typeface="Yu Gothic"/>
                <a:ea typeface="Yu Gothic"/>
                <a:cs typeface="Yu Gothic"/>
              </a:defRPr>
            </a:lvl3pPr>
            <a:lvl4pPr algn="l">
              <a:defRPr sz="2175" b="1">
                <a:solidFill>
                  <a:srgbClr val="1572C3"/>
                </a:solidFill>
                <a:latin typeface="Yu Gothic"/>
                <a:ea typeface="Yu Gothic"/>
                <a:cs typeface="Yu Gothic"/>
              </a:defRPr>
            </a:lvl4pPr>
            <a:lvl5pPr algn="l">
              <a:defRPr sz="2175" b="1">
                <a:solidFill>
                  <a:srgbClr val="1572C3"/>
                </a:solidFill>
                <a:latin typeface="Yu Gothic"/>
                <a:ea typeface="Yu Gothic"/>
                <a:cs typeface="Yu Gothic"/>
              </a:defRPr>
            </a:lvl5pPr>
            <a:lvl6pPr algn="l">
              <a:defRPr sz="2175" b="1">
                <a:solidFill>
                  <a:srgbClr val="1572C3"/>
                </a:solidFill>
                <a:latin typeface="Yu Gothic"/>
                <a:ea typeface="Yu Gothic"/>
                <a:cs typeface="Yu Gothic"/>
              </a:defRPr>
            </a:lvl6pPr>
            <a:lvl7pPr algn="l">
              <a:defRPr sz="2175" b="1">
                <a:solidFill>
                  <a:srgbClr val="1572C3"/>
                </a:solidFill>
                <a:latin typeface="Yu Gothic"/>
                <a:ea typeface="Yu Gothic"/>
                <a:cs typeface="Yu Gothic"/>
              </a:defRPr>
            </a:lvl7pPr>
            <a:lvl8pPr algn="l">
              <a:defRPr sz="2175" b="1">
                <a:solidFill>
                  <a:srgbClr val="1572C3"/>
                </a:solidFill>
                <a:latin typeface="Yu Gothic"/>
                <a:ea typeface="Yu Gothic"/>
                <a:cs typeface="Yu Gothic"/>
              </a:defRPr>
            </a:lvl8pPr>
            <a:lvl9pPr algn="l">
              <a:defRPr sz="2175" b="1">
                <a:solidFill>
                  <a:srgbClr val="1572C3"/>
                </a:solidFill>
                <a:latin typeface="Yu Gothic"/>
                <a:ea typeface="Yu Gothic"/>
                <a:cs typeface="Yu Gothic"/>
              </a:defRPr>
            </a:lvl9pPr>
          </a:lstStyle>
          <a:p xmlns:a="http://schemas.openxmlformats.org/drawingml/2006/main">
            <a:pPr algn="l">
              <a:defRPr sz="2175" b="1">
                <a:solidFill>
                  <a:srgbClr val="1572C3"/>
                </a:solidFill>
                <a:latin typeface="Yu Gothic"/>
                <a:ea typeface="Yu Gothic"/>
                <a:cs typeface="Yu Gothic"/>
              </a:defRPr>
            </a:pPr>
            <a:r>
              <a:rPr sz="2175" b="1">
                <a:solidFill>
                  <a:srgbClr val="1572C3"/>
                </a:solidFill>
                <a:latin typeface="Yu Gothic"/>
                <a:ea typeface="Yu Gothic"/>
                <a:cs typeface="Yu Gothic"/>
              </a:rPr>
              <a:t>本研究では、CPUから描画命令を渡す接続を加える</a:t>
            </a:r>
          </a:p>
        </p:txBody>
      </p:sp>
      <p:sp>
        <p:nvSpPr>
          <p:cNvPr id="5" name="block-403">
            <a:extLst xmlns:a="http://schemas.openxmlformats.org/drawingml/2006/main">
              <a:ext uri="{FF2B5EF4-FFF2-40B4-BE49-F238E27FC236}">
                <a16:creationId xmlns:a16="http://schemas.microsoft.com/office/drawing/2014/main" id="{A10FF3E0-7516-4852-BD91-4E1ECFB3A928}"/>
              </a:ext>
            </a:extLst>
          </p:cNvPr>
          <p:cNvSpPr>
            <a:spLocks xmlns:a="http://schemas.openxmlformats.org/drawingml/2006/main" noGrp="1"/>
          </p:cNvSpPr>
          <p:nvPr/>
        </p:nvSpPr>
        <p:spPr>
          <a:xfrm xmlns:a="http://schemas.openxmlformats.org/drawingml/2006/main">
            <a:off x="609600" y="2133600"/>
            <a:ext cx="5248275" cy="3619500"/>
          </a:xfrm>
          <a:prstGeom xmlns:a="http://schemas.openxmlformats.org/drawingml/2006/main" prst="rect">
            <a:avLst/>
          </a:prstGeom>
          <a:solidFill xmlns:a="http://schemas.openxmlformats.org/drawingml/2006/main">
            <a:srgbClr val="E5EBF8"/>
          </a:solidFill>
          <a:ln xmlns:a="http://schemas.openxmlformats.org/drawingml/2006/main" w="20955">
            <a:solidFill>
              <a:srgbClr val="231F20"/>
            </a:solidFill>
          </a:ln>
        </p:spPr>
      </p:sp>
      <p:sp>
        <p:nvSpPr>
          <p:cNvPr id="6" name="text-404">
            <a:extLst xmlns:a="http://schemas.openxmlformats.org/drawingml/2006/main">
              <a:ext uri="{FF2B5EF4-FFF2-40B4-BE49-F238E27FC236}">
                <a16:creationId xmlns:a16="http://schemas.microsoft.com/office/drawing/2014/main" id="{C977D96E-7718-4B61-8DEA-3E326CDDCD04}"/>
              </a:ext>
            </a:extLst>
          </p:cNvPr>
          <p:cNvSpPr>
            <a:spLocks xmlns:a="http://schemas.openxmlformats.org/drawingml/2006/main" noGrp="1"/>
          </p:cNvSpPr>
          <p:nvPr/>
        </p:nvSpPr>
        <p:spPr>
          <a:xfrm xmlns:a="http://schemas.openxmlformats.org/drawingml/2006/main">
            <a:off x="733425" y="2209800"/>
            <a:ext cx="95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025" b="1">
                <a:solidFill>
                  <a:srgbClr val="231F20"/>
                </a:solidFill>
                <a:latin typeface="Arial"/>
                <a:ea typeface="Arial"/>
                <a:cs typeface="Arial"/>
              </a:defRPr>
            </a:defPPr>
            <a:lvl1pPr algn="l">
              <a:defRPr sz="2025" b="1">
                <a:solidFill>
                  <a:srgbClr val="231F20"/>
                </a:solidFill>
                <a:latin typeface="Arial"/>
                <a:ea typeface="Arial"/>
                <a:cs typeface="Arial"/>
              </a:defRPr>
            </a:lvl1pPr>
            <a:lvl2pPr algn="l">
              <a:defRPr sz="2025" b="1">
                <a:solidFill>
                  <a:srgbClr val="231F20"/>
                </a:solidFill>
                <a:latin typeface="Arial"/>
                <a:ea typeface="Arial"/>
                <a:cs typeface="Arial"/>
              </a:defRPr>
            </a:lvl2pPr>
            <a:lvl3pPr algn="l">
              <a:defRPr sz="2025" b="1">
                <a:solidFill>
                  <a:srgbClr val="231F20"/>
                </a:solidFill>
                <a:latin typeface="Arial"/>
                <a:ea typeface="Arial"/>
                <a:cs typeface="Arial"/>
              </a:defRPr>
            </a:lvl3pPr>
            <a:lvl4pPr algn="l">
              <a:defRPr sz="2025" b="1">
                <a:solidFill>
                  <a:srgbClr val="231F20"/>
                </a:solidFill>
                <a:latin typeface="Arial"/>
                <a:ea typeface="Arial"/>
                <a:cs typeface="Arial"/>
              </a:defRPr>
            </a:lvl4pPr>
            <a:lvl5pPr algn="l">
              <a:defRPr sz="2025" b="1">
                <a:solidFill>
                  <a:srgbClr val="231F20"/>
                </a:solidFill>
                <a:latin typeface="Arial"/>
                <a:ea typeface="Arial"/>
                <a:cs typeface="Arial"/>
              </a:defRPr>
            </a:lvl5pPr>
            <a:lvl6pPr algn="l">
              <a:defRPr sz="2025" b="1">
                <a:solidFill>
                  <a:srgbClr val="231F20"/>
                </a:solidFill>
                <a:latin typeface="Arial"/>
                <a:ea typeface="Arial"/>
                <a:cs typeface="Arial"/>
              </a:defRPr>
            </a:lvl6pPr>
            <a:lvl7pPr algn="l">
              <a:defRPr sz="2025" b="1">
                <a:solidFill>
                  <a:srgbClr val="231F20"/>
                </a:solidFill>
                <a:latin typeface="Arial"/>
                <a:ea typeface="Arial"/>
                <a:cs typeface="Arial"/>
              </a:defRPr>
            </a:lvl7pPr>
            <a:lvl8pPr algn="l">
              <a:defRPr sz="2025" b="1">
                <a:solidFill>
                  <a:srgbClr val="231F20"/>
                </a:solidFill>
                <a:latin typeface="Arial"/>
                <a:ea typeface="Arial"/>
                <a:cs typeface="Arial"/>
              </a:defRPr>
            </a:lvl8pPr>
            <a:lvl9pPr algn="l">
              <a:defRPr sz="2025" b="1">
                <a:solidFill>
                  <a:srgbClr val="231F20"/>
                </a:solidFill>
                <a:latin typeface="Arial"/>
                <a:ea typeface="Arial"/>
                <a:cs typeface="Arial"/>
              </a:defRPr>
            </a:lvl9pPr>
          </a:lstStyle>
          <a:p xmlns:a="http://schemas.openxmlformats.org/drawingml/2006/main">
            <a:pPr algn="l">
              <a:defRPr sz="2025" b="1">
                <a:solidFill>
                  <a:srgbClr val="231F20"/>
                </a:solidFill>
                <a:latin typeface="Arial"/>
                <a:ea typeface="Arial"/>
                <a:cs typeface="Arial"/>
              </a:defRPr>
            </a:pPr>
            <a:r>
              <a:rPr sz="2025" b="1">
                <a:solidFill>
                  <a:srgbClr val="231F20"/>
                </a:solidFill>
                <a:latin typeface="Arial"/>
                <a:ea typeface="Arial"/>
                <a:cs typeface="Arial"/>
              </a:rPr>
              <a:t>CPU</a:t>
            </a:r>
          </a:p>
        </p:txBody>
      </p:sp>
      <p:sp>
        <p:nvSpPr>
          <p:cNvPr id="7" name="block-405">
            <a:extLst xmlns:a="http://schemas.openxmlformats.org/drawingml/2006/main">
              <a:ext uri="{FF2B5EF4-FFF2-40B4-BE49-F238E27FC236}">
                <a16:creationId xmlns:a16="http://schemas.microsoft.com/office/drawing/2014/main" id="{61A92DD1-4B27-490F-A9EE-873D22D2B02F}"/>
              </a:ext>
            </a:extLst>
          </p:cNvPr>
          <p:cNvSpPr>
            <a:spLocks xmlns:a="http://schemas.openxmlformats.org/drawingml/2006/main" noGrp="1"/>
          </p:cNvSpPr>
          <p:nvPr/>
        </p:nvSpPr>
        <p:spPr>
          <a:xfrm xmlns:a="http://schemas.openxmlformats.org/drawingml/2006/main">
            <a:off x="895350" y="2809875"/>
            <a:ext cx="295275" cy="70485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8" name="circuit-406">
            <a:extLst xmlns:a="http://schemas.openxmlformats.org/drawingml/2006/main">
              <a:ext uri="{FF2B5EF4-FFF2-40B4-BE49-F238E27FC236}">
                <a16:creationId xmlns:a16="http://schemas.microsoft.com/office/drawing/2014/main" id="{C9384EE4-CC86-414A-AC81-7CEB0CA68CAC}"/>
              </a:ext>
            </a:extLst>
          </p:cNvPr>
          <p:cNvSpPr>
            <a:spLocks xmlns:a="http://schemas.openxmlformats.org/drawingml/2006/main" noGrp="1"/>
          </p:cNvSpPr>
          <p:nvPr/>
        </p:nvSpPr>
        <p:spPr>
          <a:xfrm xmlns:a="http://schemas.openxmlformats.org/drawingml/2006/main">
            <a:off x="971550" y="2809875"/>
            <a:ext cx="142875" cy="85725"/>
          </a:xfrm>
          <a:custGeom xmlns:a="http://schemas.openxmlformats.org/drawingml/2006/main">
            <a:pathLst>
              <a:path w="142875" h="85725">
                <a:moveTo>
                  <a:pt x="0" y="0"/>
                </a:moveTo>
                <a:lnTo>
                  <a:pt x="66675" y="85725"/>
                </a:lnTo>
                <a:lnTo>
                  <a:pt x="142875" y="0"/>
                </a:lnTo>
                <a:close/>
              </a:path>
            </a:pathLst>
          </a:custGeom>
          <a:noFill xmlns:a="http://schemas.openxmlformats.org/drawingml/2006/main"/>
          <a:ln xmlns:a="http://schemas.openxmlformats.org/drawingml/2006/main" w="20955">
            <a:solidFill>
              <a:srgbClr val="231F20"/>
            </a:solidFill>
          </a:ln>
        </p:spPr>
      </p:sp>
      <p:sp>
        <p:nvSpPr>
          <p:cNvPr id="9" name="wire-407">
            <a:extLst xmlns:a="http://schemas.openxmlformats.org/drawingml/2006/main">
              <a:ext uri="{FF2B5EF4-FFF2-40B4-BE49-F238E27FC236}">
                <a16:creationId xmlns:a16="http://schemas.microsoft.com/office/drawing/2014/main" id="{7F782B8E-5B57-490F-BAD7-F2ECE8B4A190}"/>
              </a:ext>
            </a:extLst>
          </p:cNvPr>
          <p:cNvSpPr>
            <a:spLocks xmlns:a="http://schemas.openxmlformats.org/drawingml/2006/main" noGrp="1"/>
          </p:cNvSpPr>
          <p:nvPr/>
        </p:nvSpPr>
        <p:spPr>
          <a:xfrm xmlns:a="http://schemas.openxmlformats.org/drawingml/2006/main">
            <a:off x="1038225" y="2667000"/>
            <a:ext cx="9525" cy="142875"/>
          </a:xfrm>
          <a:custGeom xmlns:a="http://schemas.openxmlformats.org/drawingml/2006/main">
            <a:pathLst>
              <a:path w="9525" h="142875">
                <a:moveTo>
                  <a:pt x="0" y="0"/>
                </a:moveTo>
                <a:lnTo>
                  <a:pt x="0" y="142875"/>
                </a:lnTo>
              </a:path>
            </a:pathLst>
          </a:custGeom>
          <a:noFill xmlns:a="http://schemas.openxmlformats.org/drawingml/2006/main"/>
          <a:ln xmlns:a="http://schemas.openxmlformats.org/drawingml/2006/main" w="10478">
            <a:solidFill>
              <a:srgbClr val="231F20"/>
            </a:solidFill>
          </a:ln>
        </p:spPr>
      </p:sp>
      <p:sp>
        <p:nvSpPr>
          <p:cNvPr id="10" name="text-408">
            <a:extLst xmlns:a="http://schemas.openxmlformats.org/drawingml/2006/main">
              <a:ext uri="{FF2B5EF4-FFF2-40B4-BE49-F238E27FC236}">
                <a16:creationId xmlns:a16="http://schemas.microsoft.com/office/drawing/2014/main" id="{2377FE9B-EEA9-4198-91BE-53BD81C31004}"/>
              </a:ext>
            </a:extLst>
          </p:cNvPr>
          <p:cNvSpPr>
            <a:spLocks xmlns:a="http://schemas.openxmlformats.org/drawingml/2006/main" noGrp="1"/>
          </p:cNvSpPr>
          <p:nvPr/>
        </p:nvSpPr>
        <p:spPr>
          <a:xfrm xmlns:a="http://schemas.openxmlformats.org/drawingml/2006/main">
            <a:off x="847725" y="3514725"/>
            <a:ext cx="4191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425" b="1">
                <a:solidFill>
                  <a:srgbClr val="231F20"/>
                </a:solidFill>
                <a:latin typeface="Arial"/>
                <a:ea typeface="Arial"/>
                <a:cs typeface="Arial"/>
              </a:defRPr>
            </a:defPPr>
            <a:lvl1pPr algn="ctr">
              <a:defRPr sz="1425" b="1">
                <a:solidFill>
                  <a:srgbClr val="231F20"/>
                </a:solidFill>
                <a:latin typeface="Arial"/>
                <a:ea typeface="Arial"/>
                <a:cs typeface="Arial"/>
              </a:defRPr>
            </a:lvl1pPr>
            <a:lvl2pPr algn="ctr">
              <a:defRPr sz="1425" b="1">
                <a:solidFill>
                  <a:srgbClr val="231F20"/>
                </a:solidFill>
                <a:latin typeface="Arial"/>
                <a:ea typeface="Arial"/>
                <a:cs typeface="Arial"/>
              </a:defRPr>
            </a:lvl2pPr>
            <a:lvl3pPr algn="ctr">
              <a:defRPr sz="1425" b="1">
                <a:solidFill>
                  <a:srgbClr val="231F20"/>
                </a:solidFill>
                <a:latin typeface="Arial"/>
                <a:ea typeface="Arial"/>
                <a:cs typeface="Arial"/>
              </a:defRPr>
            </a:lvl3pPr>
            <a:lvl4pPr algn="ctr">
              <a:defRPr sz="1425" b="1">
                <a:solidFill>
                  <a:srgbClr val="231F20"/>
                </a:solidFill>
                <a:latin typeface="Arial"/>
                <a:ea typeface="Arial"/>
                <a:cs typeface="Arial"/>
              </a:defRPr>
            </a:lvl4pPr>
            <a:lvl5pPr algn="ctr">
              <a:defRPr sz="1425" b="1">
                <a:solidFill>
                  <a:srgbClr val="231F20"/>
                </a:solidFill>
                <a:latin typeface="Arial"/>
                <a:ea typeface="Arial"/>
                <a:cs typeface="Arial"/>
              </a:defRPr>
            </a:lvl5pPr>
            <a:lvl6pPr algn="ctr">
              <a:defRPr sz="1425" b="1">
                <a:solidFill>
                  <a:srgbClr val="231F20"/>
                </a:solidFill>
                <a:latin typeface="Arial"/>
                <a:ea typeface="Arial"/>
                <a:cs typeface="Arial"/>
              </a:defRPr>
            </a:lvl6pPr>
            <a:lvl7pPr algn="ctr">
              <a:defRPr sz="1425" b="1">
                <a:solidFill>
                  <a:srgbClr val="231F20"/>
                </a:solidFill>
                <a:latin typeface="Arial"/>
                <a:ea typeface="Arial"/>
                <a:cs typeface="Arial"/>
              </a:defRPr>
            </a:lvl7pPr>
            <a:lvl8pPr algn="ctr">
              <a:defRPr sz="1425" b="1">
                <a:solidFill>
                  <a:srgbClr val="231F20"/>
                </a:solidFill>
                <a:latin typeface="Arial"/>
                <a:ea typeface="Arial"/>
                <a:cs typeface="Arial"/>
              </a:defRPr>
            </a:lvl8pPr>
            <a:lvl9pPr algn="ctr">
              <a:defRPr sz="1425" b="1">
                <a:solidFill>
                  <a:srgbClr val="231F20"/>
                </a:solidFill>
                <a:latin typeface="Arial"/>
                <a:ea typeface="Arial"/>
                <a:cs typeface="Arial"/>
              </a:defRPr>
            </a:lvl9pPr>
          </a:lstStyle>
          <a:p xmlns:a="http://schemas.openxmlformats.org/drawingml/2006/main">
            <a:pPr algn="ctr">
              <a:defRPr sz="1425" b="1">
                <a:solidFill>
                  <a:srgbClr val="231F20"/>
                </a:solidFill>
                <a:latin typeface="Arial"/>
                <a:ea typeface="Arial"/>
                <a:cs typeface="Arial"/>
              </a:defRPr>
            </a:pPr>
            <a:r>
              <a:rPr sz="1425" b="1">
                <a:solidFill>
                  <a:srgbClr val="231F20"/>
                </a:solidFill>
                <a:latin typeface="Arial"/>
                <a:ea typeface="Arial"/>
                <a:cs typeface="Arial"/>
              </a:rPr>
              <a:t>PC</a:t>
            </a:r>
          </a:p>
        </p:txBody>
      </p:sp>
      <p:sp>
        <p:nvSpPr>
          <p:cNvPr id="11" name="block-409">
            <a:extLst xmlns:a="http://schemas.openxmlformats.org/drawingml/2006/main">
              <a:ext uri="{FF2B5EF4-FFF2-40B4-BE49-F238E27FC236}">
                <a16:creationId xmlns:a16="http://schemas.microsoft.com/office/drawing/2014/main" id="{D4580DE1-E82B-4938-86EB-DBC09025D3C6}"/>
              </a:ext>
            </a:extLst>
          </p:cNvPr>
          <p:cNvSpPr>
            <a:spLocks xmlns:a="http://schemas.openxmlformats.org/drawingml/2006/main" noGrp="1"/>
          </p:cNvSpPr>
          <p:nvPr/>
        </p:nvSpPr>
        <p:spPr>
          <a:xfrm xmlns:a="http://schemas.openxmlformats.org/drawingml/2006/main">
            <a:off x="1809750" y="2705100"/>
            <a:ext cx="1676400" cy="523875"/>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12" name="text-410">
            <a:extLst xmlns:a="http://schemas.openxmlformats.org/drawingml/2006/main">
              <a:ext uri="{FF2B5EF4-FFF2-40B4-BE49-F238E27FC236}">
                <a16:creationId xmlns:a16="http://schemas.microsoft.com/office/drawing/2014/main" id="{B4065902-1ACD-46EA-A9E2-D981BF713EE0}"/>
              </a:ext>
            </a:extLst>
          </p:cNvPr>
          <p:cNvSpPr>
            <a:spLocks xmlns:a="http://schemas.openxmlformats.org/drawingml/2006/main" noGrp="1"/>
          </p:cNvSpPr>
          <p:nvPr/>
        </p:nvSpPr>
        <p:spPr>
          <a:xfrm xmlns:a="http://schemas.openxmlformats.org/drawingml/2006/main">
            <a:off x="1885950" y="2762250"/>
            <a:ext cx="1524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1">
                <a:solidFill>
                  <a:srgbClr val="231F20"/>
                </a:solidFill>
                <a:latin typeface="Yu Gothic"/>
                <a:ea typeface="Yu Gothic"/>
                <a:cs typeface="Yu Gothic"/>
              </a:defRPr>
            </a:defPPr>
            <a:lvl1pPr algn="ctr">
              <a:defRPr sz="1725" b="1">
                <a:solidFill>
                  <a:srgbClr val="231F20"/>
                </a:solidFill>
                <a:latin typeface="Yu Gothic"/>
                <a:ea typeface="Yu Gothic"/>
                <a:cs typeface="Yu Gothic"/>
              </a:defRPr>
            </a:lvl1pPr>
            <a:lvl2pPr algn="ctr">
              <a:defRPr sz="1725" b="1">
                <a:solidFill>
                  <a:srgbClr val="231F20"/>
                </a:solidFill>
                <a:latin typeface="Yu Gothic"/>
                <a:ea typeface="Yu Gothic"/>
                <a:cs typeface="Yu Gothic"/>
              </a:defRPr>
            </a:lvl2pPr>
            <a:lvl3pPr algn="ctr">
              <a:defRPr sz="1725" b="1">
                <a:solidFill>
                  <a:srgbClr val="231F20"/>
                </a:solidFill>
                <a:latin typeface="Yu Gothic"/>
                <a:ea typeface="Yu Gothic"/>
                <a:cs typeface="Yu Gothic"/>
              </a:defRPr>
            </a:lvl3pPr>
            <a:lvl4pPr algn="ctr">
              <a:defRPr sz="1725" b="1">
                <a:solidFill>
                  <a:srgbClr val="231F20"/>
                </a:solidFill>
                <a:latin typeface="Yu Gothic"/>
                <a:ea typeface="Yu Gothic"/>
                <a:cs typeface="Yu Gothic"/>
              </a:defRPr>
            </a:lvl4pPr>
            <a:lvl5pPr algn="ctr">
              <a:defRPr sz="1725" b="1">
                <a:solidFill>
                  <a:srgbClr val="231F20"/>
                </a:solidFill>
                <a:latin typeface="Yu Gothic"/>
                <a:ea typeface="Yu Gothic"/>
                <a:cs typeface="Yu Gothic"/>
              </a:defRPr>
            </a:lvl5pPr>
            <a:lvl6pPr algn="ctr">
              <a:defRPr sz="1725" b="1">
                <a:solidFill>
                  <a:srgbClr val="231F20"/>
                </a:solidFill>
                <a:latin typeface="Yu Gothic"/>
                <a:ea typeface="Yu Gothic"/>
                <a:cs typeface="Yu Gothic"/>
              </a:defRPr>
            </a:lvl6pPr>
            <a:lvl7pPr algn="ctr">
              <a:defRPr sz="1725" b="1">
                <a:solidFill>
                  <a:srgbClr val="231F20"/>
                </a:solidFill>
                <a:latin typeface="Yu Gothic"/>
                <a:ea typeface="Yu Gothic"/>
                <a:cs typeface="Yu Gothic"/>
              </a:defRPr>
            </a:lvl7pPr>
            <a:lvl8pPr algn="ctr">
              <a:defRPr sz="1725" b="1">
                <a:solidFill>
                  <a:srgbClr val="231F20"/>
                </a:solidFill>
                <a:latin typeface="Yu Gothic"/>
                <a:ea typeface="Yu Gothic"/>
                <a:cs typeface="Yu Gothic"/>
              </a:defRPr>
            </a:lvl8pPr>
            <a:lvl9pPr algn="ctr">
              <a:defRPr sz="1725" b="1">
                <a:solidFill>
                  <a:srgbClr val="231F20"/>
                </a:solidFill>
                <a:latin typeface="Yu Gothic"/>
                <a:ea typeface="Yu Gothic"/>
                <a:cs typeface="Yu Gothic"/>
              </a:defRPr>
            </a:lvl9pPr>
          </a:lstStyle>
          <a:p xmlns:a="http://schemas.openxmlformats.org/drawingml/2006/main">
            <a:pPr algn="ctr">
              <a:defRPr sz="1725" b="1">
                <a:solidFill>
                  <a:srgbClr val="231F20"/>
                </a:solidFill>
                <a:latin typeface="Yu Gothic"/>
                <a:ea typeface="Yu Gothic"/>
                <a:cs typeface="Yu Gothic"/>
              </a:defRPr>
            </a:pPr>
            <a:r>
              <a:rPr sz="1725" b="1">
                <a:solidFill>
                  <a:srgbClr val="231F20"/>
                </a:solidFill>
                <a:latin typeface="Yu Gothic"/>
                <a:ea typeface="Yu Gothic"/>
                <a:cs typeface="Yu Gothic"/>
              </a:rPr>
              <a:t>命令を解読</a:t>
            </a:r>
          </a:p>
        </p:txBody>
      </p:sp>
      <p:sp>
        <p:nvSpPr>
          <p:cNvPr id="13" name="wire-411">
            <a:extLst xmlns:a="http://schemas.openxmlformats.org/drawingml/2006/main">
              <a:ext uri="{FF2B5EF4-FFF2-40B4-BE49-F238E27FC236}">
                <a16:creationId xmlns:a16="http://schemas.microsoft.com/office/drawing/2014/main" id="{5CA58923-C1D0-4EE6-82AE-09E033296A1B}"/>
              </a:ext>
            </a:extLst>
          </p:cNvPr>
          <p:cNvSpPr>
            <a:spLocks xmlns:a="http://schemas.openxmlformats.org/drawingml/2006/main" noGrp="1"/>
          </p:cNvSpPr>
          <p:nvPr/>
        </p:nvSpPr>
        <p:spPr>
          <a:xfrm xmlns:a="http://schemas.openxmlformats.org/drawingml/2006/main">
            <a:off x="1190625" y="3048000"/>
            <a:ext cx="333375" cy="9525"/>
          </a:xfrm>
          <a:custGeom xmlns:a="http://schemas.openxmlformats.org/drawingml/2006/main">
            <a:pathLst>
              <a:path w="333375" h="9525">
                <a:moveTo>
                  <a:pt x="0" y="0"/>
                </a:moveTo>
                <a:lnTo>
                  <a:pt x="333375" y="0"/>
                </a:lnTo>
              </a:path>
            </a:pathLst>
          </a:custGeom>
          <a:noFill xmlns:a="http://schemas.openxmlformats.org/drawingml/2006/main"/>
          <a:ln xmlns:a="http://schemas.openxmlformats.org/drawingml/2006/main" w="25718">
            <a:solidFill>
              <a:srgbClr val="231F20"/>
            </a:solidFill>
          </a:ln>
        </p:spPr>
      </p:sp>
      <p:sp>
        <p:nvSpPr>
          <p:cNvPr id="14" name="wire-412">
            <a:extLst xmlns:a="http://schemas.openxmlformats.org/drawingml/2006/main">
              <a:ext uri="{FF2B5EF4-FFF2-40B4-BE49-F238E27FC236}">
                <a16:creationId xmlns:a16="http://schemas.microsoft.com/office/drawing/2014/main" id="{5150C510-4B40-4964-93CA-8DB631EB3E2B}"/>
              </a:ext>
            </a:extLst>
          </p:cNvPr>
          <p:cNvSpPr>
            <a:spLocks xmlns:a="http://schemas.openxmlformats.org/drawingml/2006/main" noGrp="1"/>
          </p:cNvSpPr>
          <p:nvPr/>
        </p:nvSpPr>
        <p:spPr>
          <a:xfrm xmlns:a="http://schemas.openxmlformats.org/drawingml/2006/main">
            <a:off x="1524000" y="2543175"/>
            <a:ext cx="9525" cy="504825"/>
          </a:xfrm>
          <a:custGeom xmlns:a="http://schemas.openxmlformats.org/drawingml/2006/main">
            <a:pathLst>
              <a:path w="9525" h="504825">
                <a:moveTo>
                  <a:pt x="0" y="504825"/>
                </a:moveTo>
                <a:lnTo>
                  <a:pt x="0" y="0"/>
                </a:lnTo>
              </a:path>
            </a:pathLst>
          </a:custGeom>
          <a:noFill xmlns:a="http://schemas.openxmlformats.org/drawingml/2006/main"/>
          <a:ln xmlns:a="http://schemas.openxmlformats.org/drawingml/2006/main" w="25718">
            <a:solidFill>
              <a:srgbClr val="231F20"/>
            </a:solidFill>
          </a:ln>
        </p:spPr>
      </p:sp>
      <p:sp>
        <p:nvSpPr>
          <p:cNvPr id="15" name="wire-413">
            <a:extLst xmlns:a="http://schemas.openxmlformats.org/drawingml/2006/main">
              <a:ext uri="{FF2B5EF4-FFF2-40B4-BE49-F238E27FC236}">
                <a16:creationId xmlns:a16="http://schemas.microsoft.com/office/drawing/2014/main" id="{D3A9E7F9-9D94-4E01-9C9E-DA16188DA212}"/>
              </a:ext>
            </a:extLst>
          </p:cNvPr>
          <p:cNvSpPr>
            <a:spLocks xmlns:a="http://schemas.openxmlformats.org/drawingml/2006/main" noGrp="1"/>
          </p:cNvSpPr>
          <p:nvPr/>
        </p:nvSpPr>
        <p:spPr>
          <a:xfrm xmlns:a="http://schemas.openxmlformats.org/drawingml/2006/main">
            <a:off x="1524000" y="2543175"/>
            <a:ext cx="3324225" cy="9525"/>
          </a:xfrm>
          <a:custGeom xmlns:a="http://schemas.openxmlformats.org/drawingml/2006/main">
            <a:pathLst>
              <a:path w="3324225" h="9525">
                <a:moveTo>
                  <a:pt x="0" y="0"/>
                </a:moveTo>
                <a:lnTo>
                  <a:pt x="3324225" y="0"/>
                </a:lnTo>
              </a:path>
            </a:pathLst>
          </a:custGeom>
          <a:noFill xmlns:a="http://schemas.openxmlformats.org/drawingml/2006/main"/>
          <a:ln xmlns:a="http://schemas.openxmlformats.org/drawingml/2006/main" w="25718">
            <a:solidFill>
              <a:srgbClr val="231F20"/>
            </a:solidFill>
          </a:ln>
        </p:spPr>
      </p:sp>
      <p:sp>
        <p:nvSpPr>
          <p:cNvPr id="16" name="wire-414">
            <a:extLst xmlns:a="http://schemas.openxmlformats.org/drawingml/2006/main">
              <a:ext uri="{FF2B5EF4-FFF2-40B4-BE49-F238E27FC236}">
                <a16:creationId xmlns:a16="http://schemas.microsoft.com/office/drawing/2014/main" id="{262B572E-2041-4BAA-93FD-E7EE546111EA}"/>
              </a:ext>
            </a:extLst>
          </p:cNvPr>
          <p:cNvSpPr>
            <a:spLocks xmlns:a="http://schemas.openxmlformats.org/drawingml/2006/main" noGrp="1"/>
          </p:cNvSpPr>
          <p:nvPr/>
        </p:nvSpPr>
        <p:spPr>
          <a:xfrm xmlns:a="http://schemas.openxmlformats.org/drawingml/2006/main">
            <a:off x="4848225" y="2543175"/>
            <a:ext cx="9525" cy="561975"/>
          </a:xfrm>
          <a:custGeom xmlns:a="http://schemas.openxmlformats.org/drawingml/2006/main">
            <a:pathLst>
              <a:path w="9525" h="561975">
                <a:moveTo>
                  <a:pt x="0" y="0"/>
                </a:moveTo>
                <a:lnTo>
                  <a:pt x="0" y="561975"/>
                </a:lnTo>
              </a:path>
            </a:pathLst>
          </a:custGeom>
          <a:noFill xmlns:a="http://schemas.openxmlformats.org/drawingml/2006/main"/>
          <a:ln xmlns:a="http://schemas.openxmlformats.org/drawingml/2006/main" w="25718">
            <a:solidFill>
              <a:srgbClr val="231F20"/>
            </a:solidFill>
          </a:ln>
        </p:spPr>
      </p:sp>
      <p:sp>
        <p:nvSpPr>
          <p:cNvPr id="17" name="circuit-415">
            <a:extLst xmlns:a="http://schemas.openxmlformats.org/drawingml/2006/main">
              <a:ext uri="{FF2B5EF4-FFF2-40B4-BE49-F238E27FC236}">
                <a16:creationId xmlns:a16="http://schemas.microsoft.com/office/drawing/2014/main" id="{3E7391FF-5F1E-4D35-8E99-C31102A4701E}"/>
              </a:ext>
            </a:extLst>
          </p:cNvPr>
          <p:cNvSpPr>
            <a:spLocks xmlns:a="http://schemas.openxmlformats.org/drawingml/2006/main" noGrp="1"/>
          </p:cNvSpPr>
          <p:nvPr/>
        </p:nvSpPr>
        <p:spPr>
          <a:xfrm xmlns:a="http://schemas.openxmlformats.org/drawingml/2006/main">
            <a:off x="4816793" y="3028950"/>
            <a:ext cx="62865" cy="76200"/>
          </a:xfrm>
          <a:custGeom xmlns:a="http://schemas.openxmlformats.org/drawingml/2006/main">
            <a:pathLst>
              <a:path w="62865" h="76200">
                <a:moveTo>
                  <a:pt x="31433" y="76200"/>
                </a:moveTo>
                <a:lnTo>
                  <a:pt x="62865" y="0"/>
                </a:lnTo>
                <a:lnTo>
                  <a:pt x="0" y="0"/>
                </a:lnTo>
                <a:close/>
              </a:path>
            </a:pathLst>
          </a:custGeom>
          <a:solidFill xmlns:a="http://schemas.openxmlformats.org/drawingml/2006/main">
            <a:srgbClr val="231F20"/>
          </a:solidFill>
          <a:ln xmlns:a="http://schemas.openxmlformats.org/drawingml/2006/main" w="9525">
            <a:solidFill>
              <a:srgbClr val="231F20"/>
            </a:solidFill>
          </a:ln>
        </p:spPr>
      </p:sp>
      <p:sp>
        <p:nvSpPr>
          <p:cNvPr id="18" name="text-416">
            <a:extLst xmlns:a="http://schemas.openxmlformats.org/drawingml/2006/main">
              <a:ext uri="{FF2B5EF4-FFF2-40B4-BE49-F238E27FC236}">
                <a16:creationId xmlns:a16="http://schemas.microsoft.com/office/drawing/2014/main" id="{F5BBC210-0EB6-46F3-820E-A2F23602D922}"/>
              </a:ext>
            </a:extLst>
          </p:cNvPr>
          <p:cNvSpPr>
            <a:spLocks xmlns:a="http://schemas.openxmlformats.org/drawingml/2006/main" noGrp="1"/>
          </p:cNvSpPr>
          <p:nvPr/>
        </p:nvSpPr>
        <p:spPr>
          <a:xfrm xmlns:a="http://schemas.openxmlformats.org/drawingml/2006/main">
            <a:off x="3143250" y="2228850"/>
            <a:ext cx="1428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00" b="0">
                <a:solidFill>
                  <a:srgbClr val="231F20"/>
                </a:solidFill>
                <a:latin typeface="Yu Gothic"/>
                <a:ea typeface="Yu Gothic"/>
                <a:cs typeface="Yu Gothic"/>
              </a:defRPr>
            </a:defPPr>
            <a:lvl1pPr algn="l">
              <a:defRPr sz="1500" b="0">
                <a:solidFill>
                  <a:srgbClr val="231F20"/>
                </a:solidFill>
                <a:latin typeface="Yu Gothic"/>
                <a:ea typeface="Yu Gothic"/>
                <a:cs typeface="Yu Gothic"/>
              </a:defRPr>
            </a:lvl1pPr>
            <a:lvl2pPr algn="l">
              <a:defRPr sz="1500" b="0">
                <a:solidFill>
                  <a:srgbClr val="231F20"/>
                </a:solidFill>
                <a:latin typeface="Yu Gothic"/>
                <a:ea typeface="Yu Gothic"/>
                <a:cs typeface="Yu Gothic"/>
              </a:defRPr>
            </a:lvl2pPr>
            <a:lvl3pPr algn="l">
              <a:defRPr sz="1500" b="0">
                <a:solidFill>
                  <a:srgbClr val="231F20"/>
                </a:solidFill>
                <a:latin typeface="Yu Gothic"/>
                <a:ea typeface="Yu Gothic"/>
                <a:cs typeface="Yu Gothic"/>
              </a:defRPr>
            </a:lvl3pPr>
            <a:lvl4pPr algn="l">
              <a:defRPr sz="1500" b="0">
                <a:solidFill>
                  <a:srgbClr val="231F20"/>
                </a:solidFill>
                <a:latin typeface="Yu Gothic"/>
                <a:ea typeface="Yu Gothic"/>
                <a:cs typeface="Yu Gothic"/>
              </a:defRPr>
            </a:lvl4pPr>
            <a:lvl5pPr algn="l">
              <a:defRPr sz="1500" b="0">
                <a:solidFill>
                  <a:srgbClr val="231F20"/>
                </a:solidFill>
                <a:latin typeface="Yu Gothic"/>
                <a:ea typeface="Yu Gothic"/>
                <a:cs typeface="Yu Gothic"/>
              </a:defRPr>
            </a:lvl5pPr>
            <a:lvl6pPr algn="l">
              <a:defRPr sz="1500" b="0">
                <a:solidFill>
                  <a:srgbClr val="231F20"/>
                </a:solidFill>
                <a:latin typeface="Yu Gothic"/>
                <a:ea typeface="Yu Gothic"/>
                <a:cs typeface="Yu Gothic"/>
              </a:defRPr>
            </a:lvl6pPr>
            <a:lvl7pPr algn="l">
              <a:defRPr sz="1500" b="0">
                <a:solidFill>
                  <a:srgbClr val="231F20"/>
                </a:solidFill>
                <a:latin typeface="Yu Gothic"/>
                <a:ea typeface="Yu Gothic"/>
                <a:cs typeface="Yu Gothic"/>
              </a:defRPr>
            </a:lvl7pPr>
            <a:lvl8pPr algn="l">
              <a:defRPr sz="1500" b="0">
                <a:solidFill>
                  <a:srgbClr val="231F20"/>
                </a:solidFill>
                <a:latin typeface="Yu Gothic"/>
                <a:ea typeface="Yu Gothic"/>
                <a:cs typeface="Yu Gothic"/>
              </a:defRPr>
            </a:lvl8pPr>
            <a:lvl9pPr algn="l">
              <a:defRPr sz="1500" b="0">
                <a:solidFill>
                  <a:srgbClr val="231F20"/>
                </a:solidFill>
                <a:latin typeface="Yu Gothic"/>
                <a:ea typeface="Yu Gothic"/>
                <a:cs typeface="Yu Gothic"/>
              </a:defRPr>
            </a:lvl9pPr>
          </a:lstStyle>
          <a:p xmlns:a="http://schemas.openxmlformats.org/drawingml/2006/main">
            <a:pPr algn="l">
              <a:defRPr sz="1500" b="0">
                <a:solidFill>
                  <a:srgbClr val="231F20"/>
                </a:solidFill>
                <a:latin typeface="Yu Gothic"/>
                <a:ea typeface="Yu Gothic"/>
                <a:cs typeface="Yu Gothic"/>
              </a:defRPr>
            </a:pPr>
            <a:r>
              <a:rPr sz="1500" b="0">
                <a:solidFill>
                  <a:srgbClr val="231F20"/>
                </a:solidFill>
                <a:latin typeface="Yu Gothic"/>
                <a:ea typeface="Yu Gothic"/>
                <a:cs typeface="Yu Gothic"/>
              </a:rPr>
              <a:t>命令の番地</a:t>
            </a:r>
          </a:p>
        </p:txBody>
      </p:sp>
      <p:sp>
        <p:nvSpPr>
          <p:cNvPr id="19" name="wire-417">
            <a:extLst xmlns:a="http://schemas.openxmlformats.org/drawingml/2006/main">
              <a:ext uri="{FF2B5EF4-FFF2-40B4-BE49-F238E27FC236}">
                <a16:creationId xmlns:a16="http://schemas.microsoft.com/office/drawing/2014/main" id="{814F876F-D585-4273-B681-5D3DB64C44F6}"/>
              </a:ext>
            </a:extLst>
          </p:cNvPr>
          <p:cNvSpPr>
            <a:spLocks xmlns:a="http://schemas.openxmlformats.org/drawingml/2006/main" noGrp="1"/>
          </p:cNvSpPr>
          <p:nvPr/>
        </p:nvSpPr>
        <p:spPr>
          <a:xfrm xmlns:a="http://schemas.openxmlformats.org/drawingml/2006/main">
            <a:off x="3771900" y="3286125"/>
            <a:ext cx="828675" cy="9525"/>
          </a:xfrm>
          <a:custGeom xmlns:a="http://schemas.openxmlformats.org/drawingml/2006/main">
            <a:pathLst>
              <a:path w="828675" h="9525">
                <a:moveTo>
                  <a:pt x="828675" y="0"/>
                </a:moveTo>
                <a:lnTo>
                  <a:pt x="0" y="0"/>
                </a:lnTo>
              </a:path>
            </a:pathLst>
          </a:custGeom>
          <a:noFill xmlns:a="http://schemas.openxmlformats.org/drawingml/2006/main"/>
          <a:ln xmlns:a="http://schemas.openxmlformats.org/drawingml/2006/main" w="25718">
            <a:solidFill>
              <a:srgbClr val="1572C3"/>
            </a:solidFill>
          </a:ln>
        </p:spPr>
      </p:sp>
      <p:sp>
        <p:nvSpPr>
          <p:cNvPr id="20" name="wire-418">
            <a:extLst xmlns:a="http://schemas.openxmlformats.org/drawingml/2006/main">
              <a:ext uri="{FF2B5EF4-FFF2-40B4-BE49-F238E27FC236}">
                <a16:creationId xmlns:a16="http://schemas.microsoft.com/office/drawing/2014/main" id="{88FC3F2C-C489-49B7-9C76-1B79E9D0F76A}"/>
              </a:ext>
            </a:extLst>
          </p:cNvPr>
          <p:cNvSpPr>
            <a:spLocks xmlns:a="http://schemas.openxmlformats.org/drawingml/2006/main" noGrp="1"/>
          </p:cNvSpPr>
          <p:nvPr/>
        </p:nvSpPr>
        <p:spPr>
          <a:xfrm xmlns:a="http://schemas.openxmlformats.org/drawingml/2006/main">
            <a:off x="3771900" y="2962275"/>
            <a:ext cx="9525" cy="323850"/>
          </a:xfrm>
          <a:custGeom xmlns:a="http://schemas.openxmlformats.org/drawingml/2006/main">
            <a:pathLst>
              <a:path w="9525" h="323850">
                <a:moveTo>
                  <a:pt x="0" y="323850"/>
                </a:moveTo>
                <a:lnTo>
                  <a:pt x="0" y="0"/>
                </a:lnTo>
              </a:path>
            </a:pathLst>
          </a:custGeom>
          <a:noFill xmlns:a="http://schemas.openxmlformats.org/drawingml/2006/main"/>
          <a:ln xmlns:a="http://schemas.openxmlformats.org/drawingml/2006/main" w="25718">
            <a:solidFill>
              <a:srgbClr val="1572C3"/>
            </a:solidFill>
          </a:ln>
        </p:spPr>
      </p:sp>
      <p:sp>
        <p:nvSpPr>
          <p:cNvPr id="21" name="wire-419">
            <a:extLst xmlns:a="http://schemas.openxmlformats.org/drawingml/2006/main">
              <a:ext uri="{FF2B5EF4-FFF2-40B4-BE49-F238E27FC236}">
                <a16:creationId xmlns:a16="http://schemas.microsoft.com/office/drawing/2014/main" id="{48B9FC03-CEF0-4DF5-B750-CE5EBF867BE5}"/>
              </a:ext>
            </a:extLst>
          </p:cNvPr>
          <p:cNvSpPr>
            <a:spLocks xmlns:a="http://schemas.openxmlformats.org/drawingml/2006/main" noGrp="1"/>
          </p:cNvSpPr>
          <p:nvPr/>
        </p:nvSpPr>
        <p:spPr>
          <a:xfrm xmlns:a="http://schemas.openxmlformats.org/drawingml/2006/main">
            <a:off x="3486150" y="2962275"/>
            <a:ext cx="285750" cy="9525"/>
          </a:xfrm>
          <a:custGeom xmlns:a="http://schemas.openxmlformats.org/drawingml/2006/main">
            <a:pathLst>
              <a:path w="285750" h="9525">
                <a:moveTo>
                  <a:pt x="285750" y="0"/>
                </a:moveTo>
                <a:lnTo>
                  <a:pt x="0" y="0"/>
                </a:lnTo>
              </a:path>
            </a:pathLst>
          </a:custGeom>
          <a:noFill xmlns:a="http://schemas.openxmlformats.org/drawingml/2006/main"/>
          <a:ln xmlns:a="http://schemas.openxmlformats.org/drawingml/2006/main" w="25718">
            <a:solidFill>
              <a:srgbClr val="1572C3"/>
            </a:solidFill>
          </a:ln>
        </p:spPr>
      </p:sp>
      <p:sp>
        <p:nvSpPr>
          <p:cNvPr id="22" name="circuit-420">
            <a:extLst xmlns:a="http://schemas.openxmlformats.org/drawingml/2006/main">
              <a:ext uri="{FF2B5EF4-FFF2-40B4-BE49-F238E27FC236}">
                <a16:creationId xmlns:a16="http://schemas.microsoft.com/office/drawing/2014/main" id="{D58114E9-35BC-4E67-9413-43882FCAF94D}"/>
              </a:ext>
            </a:extLst>
          </p:cNvPr>
          <p:cNvSpPr>
            <a:spLocks xmlns:a="http://schemas.openxmlformats.org/drawingml/2006/main" noGrp="1"/>
          </p:cNvSpPr>
          <p:nvPr/>
        </p:nvSpPr>
        <p:spPr>
          <a:xfrm xmlns:a="http://schemas.openxmlformats.org/drawingml/2006/main">
            <a:off x="3486150" y="2930843"/>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1572C3"/>
          </a:solidFill>
          <a:ln xmlns:a="http://schemas.openxmlformats.org/drawingml/2006/main" w="9525">
            <a:solidFill>
              <a:srgbClr val="1572C3"/>
            </a:solidFill>
          </a:ln>
        </p:spPr>
      </p:sp>
      <p:sp>
        <p:nvSpPr>
          <p:cNvPr id="23" name="text-421">
            <a:extLst xmlns:a="http://schemas.openxmlformats.org/drawingml/2006/main">
              <a:ext uri="{FF2B5EF4-FFF2-40B4-BE49-F238E27FC236}">
                <a16:creationId xmlns:a16="http://schemas.microsoft.com/office/drawing/2014/main" id="{05D9111D-B592-4B39-B935-2EA63B88ED64}"/>
              </a:ext>
            </a:extLst>
          </p:cNvPr>
          <p:cNvSpPr>
            <a:spLocks xmlns:a="http://schemas.openxmlformats.org/drawingml/2006/main" noGrp="1"/>
          </p:cNvSpPr>
          <p:nvPr/>
        </p:nvSpPr>
        <p:spPr>
          <a:xfrm xmlns:a="http://schemas.openxmlformats.org/drawingml/2006/main">
            <a:off x="3676650" y="3352800"/>
            <a:ext cx="1104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1572C3"/>
                </a:solidFill>
                <a:latin typeface="Yu Gothic"/>
                <a:ea typeface="Yu Gothic"/>
                <a:cs typeface="Yu Gothic"/>
              </a:defRPr>
            </a:defPPr>
            <a:lvl1pPr algn="l">
              <a:defRPr sz="1350" b="0">
                <a:solidFill>
                  <a:srgbClr val="1572C3"/>
                </a:solidFill>
                <a:latin typeface="Yu Gothic"/>
                <a:ea typeface="Yu Gothic"/>
                <a:cs typeface="Yu Gothic"/>
              </a:defRPr>
            </a:lvl1pPr>
            <a:lvl2pPr algn="l">
              <a:defRPr sz="1350" b="0">
                <a:solidFill>
                  <a:srgbClr val="1572C3"/>
                </a:solidFill>
                <a:latin typeface="Yu Gothic"/>
                <a:ea typeface="Yu Gothic"/>
                <a:cs typeface="Yu Gothic"/>
              </a:defRPr>
            </a:lvl2pPr>
            <a:lvl3pPr algn="l">
              <a:defRPr sz="1350" b="0">
                <a:solidFill>
                  <a:srgbClr val="1572C3"/>
                </a:solidFill>
                <a:latin typeface="Yu Gothic"/>
                <a:ea typeface="Yu Gothic"/>
                <a:cs typeface="Yu Gothic"/>
              </a:defRPr>
            </a:lvl3pPr>
            <a:lvl4pPr algn="l">
              <a:defRPr sz="1350" b="0">
                <a:solidFill>
                  <a:srgbClr val="1572C3"/>
                </a:solidFill>
                <a:latin typeface="Yu Gothic"/>
                <a:ea typeface="Yu Gothic"/>
                <a:cs typeface="Yu Gothic"/>
              </a:defRPr>
            </a:lvl4pPr>
            <a:lvl5pPr algn="l">
              <a:defRPr sz="1350" b="0">
                <a:solidFill>
                  <a:srgbClr val="1572C3"/>
                </a:solidFill>
                <a:latin typeface="Yu Gothic"/>
                <a:ea typeface="Yu Gothic"/>
                <a:cs typeface="Yu Gothic"/>
              </a:defRPr>
            </a:lvl5pPr>
            <a:lvl6pPr algn="l">
              <a:defRPr sz="1350" b="0">
                <a:solidFill>
                  <a:srgbClr val="1572C3"/>
                </a:solidFill>
                <a:latin typeface="Yu Gothic"/>
                <a:ea typeface="Yu Gothic"/>
                <a:cs typeface="Yu Gothic"/>
              </a:defRPr>
            </a:lvl6pPr>
            <a:lvl7pPr algn="l">
              <a:defRPr sz="1350" b="0">
                <a:solidFill>
                  <a:srgbClr val="1572C3"/>
                </a:solidFill>
                <a:latin typeface="Yu Gothic"/>
                <a:ea typeface="Yu Gothic"/>
                <a:cs typeface="Yu Gothic"/>
              </a:defRPr>
            </a:lvl7pPr>
            <a:lvl8pPr algn="l">
              <a:defRPr sz="1350" b="0">
                <a:solidFill>
                  <a:srgbClr val="1572C3"/>
                </a:solidFill>
                <a:latin typeface="Yu Gothic"/>
                <a:ea typeface="Yu Gothic"/>
                <a:cs typeface="Yu Gothic"/>
              </a:defRPr>
            </a:lvl8pPr>
            <a:lvl9pPr algn="l">
              <a:defRPr sz="1350" b="0">
                <a:solidFill>
                  <a:srgbClr val="1572C3"/>
                </a:solidFill>
                <a:latin typeface="Yu Gothic"/>
                <a:ea typeface="Yu Gothic"/>
                <a:cs typeface="Yu Gothic"/>
              </a:defRPr>
            </a:lvl9pPr>
          </a:lstStyle>
          <a:p xmlns:a="http://schemas.openxmlformats.org/drawingml/2006/main">
            <a:pPr algn="l">
              <a:defRPr sz="1350" b="0">
                <a:solidFill>
                  <a:srgbClr val="1572C3"/>
                </a:solidFill>
                <a:latin typeface="Yu Gothic"/>
                <a:ea typeface="Yu Gothic"/>
                <a:cs typeface="Yu Gothic"/>
              </a:defRPr>
            </a:pPr>
            <a:r>
              <a:rPr sz="1350" b="0">
                <a:solidFill>
                  <a:srgbClr val="1572C3"/>
                </a:solidFill>
                <a:latin typeface="Yu Gothic"/>
                <a:ea typeface="Yu Gothic"/>
                <a:cs typeface="Yu Gothic"/>
              </a:rPr>
              <a:t>読んだ命令</a:t>
            </a:r>
          </a:p>
        </p:txBody>
      </p:sp>
      <p:sp>
        <p:nvSpPr>
          <p:cNvPr id="24" name="wire-422">
            <a:extLst xmlns:a="http://schemas.openxmlformats.org/drawingml/2006/main">
              <a:ext uri="{FF2B5EF4-FFF2-40B4-BE49-F238E27FC236}">
                <a16:creationId xmlns:a16="http://schemas.microsoft.com/office/drawing/2014/main" id="{F43CF789-C3AE-432C-B1E3-71C1911C0BD0}"/>
              </a:ext>
            </a:extLst>
          </p:cNvPr>
          <p:cNvSpPr>
            <a:spLocks xmlns:a="http://schemas.openxmlformats.org/drawingml/2006/main" noGrp="1"/>
          </p:cNvSpPr>
          <p:nvPr/>
        </p:nvSpPr>
        <p:spPr>
          <a:xfrm xmlns:a="http://schemas.openxmlformats.org/drawingml/2006/main">
            <a:off x="2647950" y="3228975"/>
            <a:ext cx="9525" cy="190500"/>
          </a:xfrm>
          <a:custGeom xmlns:a="http://schemas.openxmlformats.org/drawingml/2006/main">
            <a:pathLst>
              <a:path w="9525" h="190500">
                <a:moveTo>
                  <a:pt x="0" y="0"/>
                </a:moveTo>
                <a:lnTo>
                  <a:pt x="0" y="190500"/>
                </a:lnTo>
              </a:path>
            </a:pathLst>
          </a:custGeom>
          <a:noFill xmlns:a="http://schemas.openxmlformats.org/drawingml/2006/main"/>
          <a:ln xmlns:a="http://schemas.openxmlformats.org/drawingml/2006/main" w="11430">
            <a:solidFill>
              <a:srgbClr val="231F20"/>
            </a:solidFill>
          </a:ln>
        </p:spPr>
      </p:sp>
      <p:sp>
        <p:nvSpPr>
          <p:cNvPr id="25" name="wire-423">
            <a:extLst xmlns:a="http://schemas.openxmlformats.org/drawingml/2006/main">
              <a:ext uri="{FF2B5EF4-FFF2-40B4-BE49-F238E27FC236}">
                <a16:creationId xmlns:a16="http://schemas.microsoft.com/office/drawing/2014/main" id="{F26AF7D8-065C-41EE-AE18-4941E19841EA}"/>
              </a:ext>
            </a:extLst>
          </p:cNvPr>
          <p:cNvSpPr>
            <a:spLocks xmlns:a="http://schemas.openxmlformats.org/drawingml/2006/main" noGrp="1"/>
          </p:cNvSpPr>
          <p:nvPr/>
        </p:nvSpPr>
        <p:spPr>
          <a:xfrm xmlns:a="http://schemas.openxmlformats.org/drawingml/2006/main">
            <a:off x="1571625" y="3419475"/>
            <a:ext cx="1076325" cy="9525"/>
          </a:xfrm>
          <a:custGeom xmlns:a="http://schemas.openxmlformats.org/drawingml/2006/main">
            <a:pathLst>
              <a:path w="1076325" h="9525">
                <a:moveTo>
                  <a:pt x="1076325" y="0"/>
                </a:moveTo>
                <a:lnTo>
                  <a:pt x="0" y="0"/>
                </a:lnTo>
              </a:path>
            </a:pathLst>
          </a:custGeom>
          <a:noFill xmlns:a="http://schemas.openxmlformats.org/drawingml/2006/main"/>
          <a:ln xmlns:a="http://schemas.openxmlformats.org/drawingml/2006/main" w="11430">
            <a:solidFill>
              <a:srgbClr val="231F20"/>
            </a:solidFill>
          </a:ln>
        </p:spPr>
      </p:sp>
      <p:sp>
        <p:nvSpPr>
          <p:cNvPr id="26" name="wire-424">
            <a:extLst xmlns:a="http://schemas.openxmlformats.org/drawingml/2006/main">
              <a:ext uri="{FF2B5EF4-FFF2-40B4-BE49-F238E27FC236}">
                <a16:creationId xmlns:a16="http://schemas.microsoft.com/office/drawing/2014/main" id="{446CE71C-96AC-4F7C-9306-62D0AA490B4A}"/>
              </a:ext>
            </a:extLst>
          </p:cNvPr>
          <p:cNvSpPr>
            <a:spLocks xmlns:a="http://schemas.openxmlformats.org/drawingml/2006/main" noGrp="1"/>
          </p:cNvSpPr>
          <p:nvPr/>
        </p:nvSpPr>
        <p:spPr>
          <a:xfrm xmlns:a="http://schemas.openxmlformats.org/drawingml/2006/main">
            <a:off x="1571625" y="3419475"/>
            <a:ext cx="9525" cy="361950"/>
          </a:xfrm>
          <a:custGeom xmlns:a="http://schemas.openxmlformats.org/drawingml/2006/main">
            <a:pathLst>
              <a:path w="9525" h="361950">
                <a:moveTo>
                  <a:pt x="0" y="0"/>
                </a:moveTo>
                <a:lnTo>
                  <a:pt x="0" y="361950"/>
                </a:lnTo>
              </a:path>
            </a:pathLst>
          </a:custGeom>
          <a:noFill xmlns:a="http://schemas.openxmlformats.org/drawingml/2006/main"/>
          <a:ln xmlns:a="http://schemas.openxmlformats.org/drawingml/2006/main" w="11430">
            <a:solidFill>
              <a:srgbClr val="231F20"/>
            </a:solidFill>
          </a:ln>
        </p:spPr>
      </p:sp>
      <p:sp>
        <p:nvSpPr>
          <p:cNvPr id="27" name="circuit-425">
            <a:extLst xmlns:a="http://schemas.openxmlformats.org/drawingml/2006/main">
              <a:ext uri="{FF2B5EF4-FFF2-40B4-BE49-F238E27FC236}">
                <a16:creationId xmlns:a16="http://schemas.microsoft.com/office/drawing/2014/main" id="{C112158C-A4DA-494C-ACFE-764D1E53317F}"/>
              </a:ext>
            </a:extLst>
          </p:cNvPr>
          <p:cNvSpPr>
            <a:spLocks xmlns:a="http://schemas.openxmlformats.org/drawingml/2006/main" noGrp="1"/>
          </p:cNvSpPr>
          <p:nvPr/>
        </p:nvSpPr>
        <p:spPr>
          <a:xfrm xmlns:a="http://schemas.openxmlformats.org/drawingml/2006/main">
            <a:off x="1540193" y="3705225"/>
            <a:ext cx="62865" cy="76200"/>
          </a:xfrm>
          <a:custGeom xmlns:a="http://schemas.openxmlformats.org/drawingml/2006/main">
            <a:pathLst>
              <a:path w="62865" h="76200">
                <a:moveTo>
                  <a:pt x="31433" y="76200"/>
                </a:moveTo>
                <a:lnTo>
                  <a:pt x="62865" y="0"/>
                </a:lnTo>
                <a:lnTo>
                  <a:pt x="0" y="0"/>
                </a:lnTo>
                <a:close/>
              </a:path>
            </a:pathLst>
          </a:custGeom>
          <a:solidFill xmlns:a="http://schemas.openxmlformats.org/drawingml/2006/main">
            <a:srgbClr val="231F20"/>
          </a:solidFill>
          <a:ln xmlns:a="http://schemas.openxmlformats.org/drawingml/2006/main" w="9525">
            <a:solidFill>
              <a:srgbClr val="231F20"/>
            </a:solidFill>
          </a:ln>
        </p:spPr>
      </p:sp>
      <p:sp>
        <p:nvSpPr>
          <p:cNvPr id="28" name="block-426">
            <a:extLst xmlns:a="http://schemas.openxmlformats.org/drawingml/2006/main">
              <a:ext uri="{FF2B5EF4-FFF2-40B4-BE49-F238E27FC236}">
                <a16:creationId xmlns:a16="http://schemas.microsoft.com/office/drawing/2014/main" id="{111A0E35-B59D-4EA8-A174-AD2926C4CB3D}"/>
              </a:ext>
            </a:extLst>
          </p:cNvPr>
          <p:cNvSpPr>
            <a:spLocks xmlns:a="http://schemas.openxmlformats.org/drawingml/2006/main" noGrp="1"/>
          </p:cNvSpPr>
          <p:nvPr/>
        </p:nvSpPr>
        <p:spPr>
          <a:xfrm xmlns:a="http://schemas.openxmlformats.org/drawingml/2006/main">
            <a:off x="1066800" y="3781425"/>
            <a:ext cx="1238250" cy="112395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29" name="text-427">
            <a:extLst xmlns:a="http://schemas.openxmlformats.org/drawingml/2006/main">
              <a:ext uri="{FF2B5EF4-FFF2-40B4-BE49-F238E27FC236}">
                <a16:creationId xmlns:a16="http://schemas.microsoft.com/office/drawing/2014/main" id="{7E3F6657-3499-4D8C-8B0B-C299545BA465}"/>
              </a:ext>
            </a:extLst>
          </p:cNvPr>
          <p:cNvSpPr>
            <a:spLocks xmlns:a="http://schemas.openxmlformats.org/drawingml/2006/main" noGrp="1"/>
          </p:cNvSpPr>
          <p:nvPr/>
        </p:nvSpPr>
        <p:spPr>
          <a:xfrm xmlns:a="http://schemas.openxmlformats.org/drawingml/2006/main">
            <a:off x="1152525" y="4229100"/>
            <a:ext cx="1066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00" b="1">
                <a:solidFill>
                  <a:srgbClr val="231F20"/>
                </a:solidFill>
                <a:latin typeface="Arial"/>
                <a:ea typeface="Arial"/>
                <a:cs typeface="Arial"/>
              </a:defRPr>
            </a:defPPr>
            <a:lvl1pPr algn="ctr">
              <a:defRPr sz="1800" b="1">
                <a:solidFill>
                  <a:srgbClr val="231F20"/>
                </a:solidFill>
                <a:latin typeface="Arial"/>
                <a:ea typeface="Arial"/>
                <a:cs typeface="Arial"/>
              </a:defRPr>
            </a:lvl1pPr>
            <a:lvl2pPr algn="ctr">
              <a:defRPr sz="1800" b="1">
                <a:solidFill>
                  <a:srgbClr val="231F20"/>
                </a:solidFill>
                <a:latin typeface="Arial"/>
                <a:ea typeface="Arial"/>
                <a:cs typeface="Arial"/>
              </a:defRPr>
            </a:lvl2pPr>
            <a:lvl3pPr algn="ctr">
              <a:defRPr sz="1800" b="1">
                <a:solidFill>
                  <a:srgbClr val="231F20"/>
                </a:solidFill>
                <a:latin typeface="Arial"/>
                <a:ea typeface="Arial"/>
                <a:cs typeface="Arial"/>
              </a:defRPr>
            </a:lvl3pPr>
            <a:lvl4pPr algn="ctr">
              <a:defRPr sz="1800" b="1">
                <a:solidFill>
                  <a:srgbClr val="231F20"/>
                </a:solidFill>
                <a:latin typeface="Arial"/>
                <a:ea typeface="Arial"/>
                <a:cs typeface="Arial"/>
              </a:defRPr>
            </a:lvl4pPr>
            <a:lvl5pPr algn="ctr">
              <a:defRPr sz="1800" b="1">
                <a:solidFill>
                  <a:srgbClr val="231F20"/>
                </a:solidFill>
                <a:latin typeface="Arial"/>
                <a:ea typeface="Arial"/>
                <a:cs typeface="Arial"/>
              </a:defRPr>
            </a:lvl5pPr>
            <a:lvl6pPr algn="ctr">
              <a:defRPr sz="1800" b="1">
                <a:solidFill>
                  <a:srgbClr val="231F20"/>
                </a:solidFill>
                <a:latin typeface="Arial"/>
                <a:ea typeface="Arial"/>
                <a:cs typeface="Arial"/>
              </a:defRPr>
            </a:lvl6pPr>
            <a:lvl7pPr algn="ctr">
              <a:defRPr sz="1800" b="1">
                <a:solidFill>
                  <a:srgbClr val="231F20"/>
                </a:solidFill>
                <a:latin typeface="Arial"/>
                <a:ea typeface="Arial"/>
                <a:cs typeface="Arial"/>
              </a:defRPr>
            </a:lvl7pPr>
            <a:lvl8pPr algn="ctr">
              <a:defRPr sz="1800" b="1">
                <a:solidFill>
                  <a:srgbClr val="231F20"/>
                </a:solidFill>
                <a:latin typeface="Arial"/>
                <a:ea typeface="Arial"/>
                <a:cs typeface="Arial"/>
              </a:defRPr>
            </a:lvl8pPr>
            <a:lvl9pPr algn="ctr">
              <a:defRPr sz="1800" b="1">
                <a:solidFill>
                  <a:srgbClr val="231F20"/>
                </a:solidFill>
                <a:latin typeface="Arial"/>
                <a:ea typeface="Arial"/>
                <a:cs typeface="Arial"/>
              </a:defRPr>
            </a:lvl9pPr>
          </a:lstStyle>
          <a:p xmlns:a="http://schemas.openxmlformats.org/drawingml/2006/main">
            <a:pPr algn="ctr">
              <a:defRPr sz="1800" b="1">
                <a:solidFill>
                  <a:srgbClr val="231F20"/>
                </a:solidFill>
                <a:latin typeface="Arial"/>
                <a:ea typeface="Arial"/>
                <a:cs typeface="Arial"/>
              </a:defRPr>
            </a:pPr>
            <a:r>
              <a:rPr sz="1800" b="1">
                <a:solidFill>
                  <a:srgbClr val="231F20"/>
                </a:solidFill>
                <a:latin typeface="Arial"/>
                <a:ea typeface="Arial"/>
                <a:cs typeface="Arial"/>
              </a:rPr>
              <a:t>regfile</a:t>
            </a:r>
          </a:p>
        </p:txBody>
      </p:sp>
      <p:sp>
        <p:nvSpPr>
          <p:cNvPr id="30" name="circuit-428">
            <a:extLst xmlns:a="http://schemas.openxmlformats.org/drawingml/2006/main">
              <a:ext uri="{FF2B5EF4-FFF2-40B4-BE49-F238E27FC236}">
                <a16:creationId xmlns:a16="http://schemas.microsoft.com/office/drawing/2014/main" id="{542A5B58-408A-4165-AE14-5303F65FA643}"/>
              </a:ext>
            </a:extLst>
          </p:cNvPr>
          <p:cNvSpPr>
            <a:spLocks xmlns:a="http://schemas.openxmlformats.org/drawingml/2006/main" noGrp="1"/>
          </p:cNvSpPr>
          <p:nvPr/>
        </p:nvSpPr>
        <p:spPr>
          <a:xfrm xmlns:a="http://schemas.openxmlformats.org/drawingml/2006/main">
            <a:off x="1581150" y="3781425"/>
            <a:ext cx="171450" cy="95250"/>
          </a:xfrm>
          <a:custGeom xmlns:a="http://schemas.openxmlformats.org/drawingml/2006/main">
            <a:pathLst>
              <a:path w="171450" h="95250">
                <a:moveTo>
                  <a:pt x="0" y="0"/>
                </a:moveTo>
                <a:lnTo>
                  <a:pt x="85725" y="95250"/>
                </a:lnTo>
                <a:lnTo>
                  <a:pt x="171450" y="0"/>
                </a:lnTo>
                <a:close/>
              </a:path>
            </a:pathLst>
          </a:custGeom>
          <a:noFill xmlns:a="http://schemas.openxmlformats.org/drawingml/2006/main"/>
          <a:ln xmlns:a="http://schemas.openxmlformats.org/drawingml/2006/main" w="20955">
            <a:solidFill>
              <a:srgbClr val="231F20"/>
            </a:solidFill>
          </a:ln>
        </p:spPr>
      </p:sp>
      <p:sp>
        <p:nvSpPr>
          <p:cNvPr id="31" name="wire-429">
            <a:extLst xmlns:a="http://schemas.openxmlformats.org/drawingml/2006/main">
              <a:ext uri="{FF2B5EF4-FFF2-40B4-BE49-F238E27FC236}">
                <a16:creationId xmlns:a16="http://schemas.microsoft.com/office/drawing/2014/main" id="{D6341FAD-CD35-410C-8E44-CA97245E2A1E}"/>
              </a:ext>
            </a:extLst>
          </p:cNvPr>
          <p:cNvSpPr>
            <a:spLocks xmlns:a="http://schemas.openxmlformats.org/drawingml/2006/main" noGrp="1"/>
          </p:cNvSpPr>
          <p:nvPr/>
        </p:nvSpPr>
        <p:spPr>
          <a:xfrm xmlns:a="http://schemas.openxmlformats.org/drawingml/2006/main">
            <a:off x="1666875" y="3648075"/>
            <a:ext cx="9525" cy="133350"/>
          </a:xfrm>
          <a:custGeom xmlns:a="http://schemas.openxmlformats.org/drawingml/2006/main">
            <a:pathLst>
              <a:path w="9525" h="133350">
                <a:moveTo>
                  <a:pt x="0" y="0"/>
                </a:moveTo>
                <a:lnTo>
                  <a:pt x="0" y="133350"/>
                </a:lnTo>
              </a:path>
            </a:pathLst>
          </a:custGeom>
          <a:noFill xmlns:a="http://schemas.openxmlformats.org/drawingml/2006/main"/>
          <a:ln xmlns:a="http://schemas.openxmlformats.org/drawingml/2006/main" w="10478">
            <a:solidFill>
              <a:srgbClr val="231F20"/>
            </a:solidFill>
          </a:ln>
        </p:spPr>
      </p:sp>
      <p:sp>
        <p:nvSpPr>
          <p:cNvPr id="32" name="text-430">
            <a:extLst xmlns:a="http://schemas.openxmlformats.org/drawingml/2006/main">
              <a:ext uri="{FF2B5EF4-FFF2-40B4-BE49-F238E27FC236}">
                <a16:creationId xmlns:a16="http://schemas.microsoft.com/office/drawing/2014/main" id="{1F6AA064-F13F-446D-A553-0E5EABCE99B8}"/>
              </a:ext>
            </a:extLst>
          </p:cNvPr>
          <p:cNvSpPr>
            <a:spLocks xmlns:a="http://schemas.openxmlformats.org/drawingml/2006/main" noGrp="1"/>
          </p:cNvSpPr>
          <p:nvPr/>
        </p:nvSpPr>
        <p:spPr>
          <a:xfrm xmlns:a="http://schemas.openxmlformats.org/drawingml/2006/main">
            <a:off x="1857375" y="3876675"/>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125" b="0">
                <a:solidFill>
                  <a:srgbClr val="231F20"/>
                </a:solidFill>
                <a:latin typeface="Arial"/>
                <a:ea typeface="Arial"/>
                <a:cs typeface="Arial"/>
              </a:defRPr>
            </a:defPPr>
            <a:lvl1pPr algn="l">
              <a:defRPr sz="1125" b="0">
                <a:solidFill>
                  <a:srgbClr val="231F20"/>
                </a:solidFill>
                <a:latin typeface="Arial"/>
                <a:ea typeface="Arial"/>
                <a:cs typeface="Arial"/>
              </a:defRPr>
            </a:lvl1pPr>
            <a:lvl2pPr algn="l">
              <a:defRPr sz="1125" b="0">
                <a:solidFill>
                  <a:srgbClr val="231F20"/>
                </a:solidFill>
                <a:latin typeface="Arial"/>
                <a:ea typeface="Arial"/>
                <a:cs typeface="Arial"/>
              </a:defRPr>
            </a:lvl2pPr>
            <a:lvl3pPr algn="l">
              <a:defRPr sz="1125" b="0">
                <a:solidFill>
                  <a:srgbClr val="231F20"/>
                </a:solidFill>
                <a:latin typeface="Arial"/>
                <a:ea typeface="Arial"/>
                <a:cs typeface="Arial"/>
              </a:defRPr>
            </a:lvl3pPr>
            <a:lvl4pPr algn="l">
              <a:defRPr sz="1125" b="0">
                <a:solidFill>
                  <a:srgbClr val="231F20"/>
                </a:solidFill>
                <a:latin typeface="Arial"/>
                <a:ea typeface="Arial"/>
                <a:cs typeface="Arial"/>
              </a:defRPr>
            </a:lvl4pPr>
            <a:lvl5pPr algn="l">
              <a:defRPr sz="1125" b="0">
                <a:solidFill>
                  <a:srgbClr val="231F20"/>
                </a:solidFill>
                <a:latin typeface="Arial"/>
                <a:ea typeface="Arial"/>
                <a:cs typeface="Arial"/>
              </a:defRPr>
            </a:lvl5pPr>
            <a:lvl6pPr algn="l">
              <a:defRPr sz="1125" b="0">
                <a:solidFill>
                  <a:srgbClr val="231F20"/>
                </a:solidFill>
                <a:latin typeface="Arial"/>
                <a:ea typeface="Arial"/>
                <a:cs typeface="Arial"/>
              </a:defRPr>
            </a:lvl6pPr>
            <a:lvl7pPr algn="l">
              <a:defRPr sz="1125" b="0">
                <a:solidFill>
                  <a:srgbClr val="231F20"/>
                </a:solidFill>
                <a:latin typeface="Arial"/>
                <a:ea typeface="Arial"/>
                <a:cs typeface="Arial"/>
              </a:defRPr>
            </a:lvl7pPr>
            <a:lvl8pPr algn="l">
              <a:defRPr sz="1125" b="0">
                <a:solidFill>
                  <a:srgbClr val="231F20"/>
                </a:solidFill>
                <a:latin typeface="Arial"/>
                <a:ea typeface="Arial"/>
                <a:cs typeface="Arial"/>
              </a:defRPr>
            </a:lvl8pPr>
            <a:lvl9pPr algn="l">
              <a:defRPr sz="1125" b="0">
                <a:solidFill>
                  <a:srgbClr val="231F20"/>
                </a:solidFill>
                <a:latin typeface="Arial"/>
                <a:ea typeface="Arial"/>
                <a:cs typeface="Arial"/>
              </a:defRPr>
            </a:lvl9pPr>
          </a:lstStyle>
          <a:p xmlns:a="http://schemas.openxmlformats.org/drawingml/2006/main">
            <a:pPr algn="l">
              <a:defRPr sz="1125" b="0">
                <a:solidFill>
                  <a:srgbClr val="231F20"/>
                </a:solidFill>
                <a:latin typeface="Arial"/>
                <a:ea typeface="Arial"/>
                <a:cs typeface="Arial"/>
              </a:defRPr>
            </a:pPr>
            <a:r>
              <a:rPr sz="1125" b="0">
                <a:solidFill>
                  <a:srgbClr val="231F20"/>
                </a:solidFill>
                <a:latin typeface="Arial"/>
                <a:ea typeface="Arial"/>
                <a:cs typeface="Arial"/>
              </a:rPr>
              <a:t>RD1</a:t>
            </a:r>
          </a:p>
        </p:txBody>
      </p:sp>
      <p:sp>
        <p:nvSpPr>
          <p:cNvPr id="33" name="text-431">
            <a:extLst xmlns:a="http://schemas.openxmlformats.org/drawingml/2006/main">
              <a:ext uri="{FF2B5EF4-FFF2-40B4-BE49-F238E27FC236}">
                <a16:creationId xmlns:a16="http://schemas.microsoft.com/office/drawing/2014/main" id="{39473A54-06E4-4405-B23E-17A9E7635C46}"/>
              </a:ext>
            </a:extLst>
          </p:cNvPr>
          <p:cNvSpPr>
            <a:spLocks xmlns:a="http://schemas.openxmlformats.org/drawingml/2006/main" noGrp="1"/>
          </p:cNvSpPr>
          <p:nvPr/>
        </p:nvSpPr>
        <p:spPr>
          <a:xfrm xmlns:a="http://schemas.openxmlformats.org/drawingml/2006/main">
            <a:off x="1857375" y="459105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125" b="0">
                <a:solidFill>
                  <a:srgbClr val="231F20"/>
                </a:solidFill>
                <a:latin typeface="Arial"/>
                <a:ea typeface="Arial"/>
                <a:cs typeface="Arial"/>
              </a:defRPr>
            </a:defPPr>
            <a:lvl1pPr algn="l">
              <a:defRPr sz="1125" b="0">
                <a:solidFill>
                  <a:srgbClr val="231F20"/>
                </a:solidFill>
                <a:latin typeface="Arial"/>
                <a:ea typeface="Arial"/>
                <a:cs typeface="Arial"/>
              </a:defRPr>
            </a:lvl1pPr>
            <a:lvl2pPr algn="l">
              <a:defRPr sz="1125" b="0">
                <a:solidFill>
                  <a:srgbClr val="231F20"/>
                </a:solidFill>
                <a:latin typeface="Arial"/>
                <a:ea typeface="Arial"/>
                <a:cs typeface="Arial"/>
              </a:defRPr>
            </a:lvl2pPr>
            <a:lvl3pPr algn="l">
              <a:defRPr sz="1125" b="0">
                <a:solidFill>
                  <a:srgbClr val="231F20"/>
                </a:solidFill>
                <a:latin typeface="Arial"/>
                <a:ea typeface="Arial"/>
                <a:cs typeface="Arial"/>
              </a:defRPr>
            </a:lvl3pPr>
            <a:lvl4pPr algn="l">
              <a:defRPr sz="1125" b="0">
                <a:solidFill>
                  <a:srgbClr val="231F20"/>
                </a:solidFill>
                <a:latin typeface="Arial"/>
                <a:ea typeface="Arial"/>
                <a:cs typeface="Arial"/>
              </a:defRPr>
            </a:lvl4pPr>
            <a:lvl5pPr algn="l">
              <a:defRPr sz="1125" b="0">
                <a:solidFill>
                  <a:srgbClr val="231F20"/>
                </a:solidFill>
                <a:latin typeface="Arial"/>
                <a:ea typeface="Arial"/>
                <a:cs typeface="Arial"/>
              </a:defRPr>
            </a:lvl5pPr>
            <a:lvl6pPr algn="l">
              <a:defRPr sz="1125" b="0">
                <a:solidFill>
                  <a:srgbClr val="231F20"/>
                </a:solidFill>
                <a:latin typeface="Arial"/>
                <a:ea typeface="Arial"/>
                <a:cs typeface="Arial"/>
              </a:defRPr>
            </a:lvl6pPr>
            <a:lvl7pPr algn="l">
              <a:defRPr sz="1125" b="0">
                <a:solidFill>
                  <a:srgbClr val="231F20"/>
                </a:solidFill>
                <a:latin typeface="Arial"/>
                <a:ea typeface="Arial"/>
                <a:cs typeface="Arial"/>
              </a:defRPr>
            </a:lvl7pPr>
            <a:lvl8pPr algn="l">
              <a:defRPr sz="1125" b="0">
                <a:solidFill>
                  <a:srgbClr val="231F20"/>
                </a:solidFill>
                <a:latin typeface="Arial"/>
                <a:ea typeface="Arial"/>
                <a:cs typeface="Arial"/>
              </a:defRPr>
            </a:lvl8pPr>
            <a:lvl9pPr algn="l">
              <a:defRPr sz="1125" b="0">
                <a:solidFill>
                  <a:srgbClr val="231F20"/>
                </a:solidFill>
                <a:latin typeface="Arial"/>
                <a:ea typeface="Arial"/>
                <a:cs typeface="Arial"/>
              </a:defRPr>
            </a:lvl9pPr>
          </a:lstStyle>
          <a:p xmlns:a="http://schemas.openxmlformats.org/drawingml/2006/main">
            <a:pPr algn="l">
              <a:defRPr sz="1125" b="0">
                <a:solidFill>
                  <a:srgbClr val="231F20"/>
                </a:solidFill>
                <a:latin typeface="Arial"/>
                <a:ea typeface="Arial"/>
                <a:cs typeface="Arial"/>
              </a:defRPr>
            </a:pPr>
            <a:r>
              <a:rPr sz="1125" b="0">
                <a:solidFill>
                  <a:srgbClr val="231F20"/>
                </a:solidFill>
                <a:latin typeface="Arial"/>
                <a:ea typeface="Arial"/>
                <a:cs typeface="Arial"/>
              </a:rPr>
              <a:t>RD2</a:t>
            </a:r>
          </a:p>
        </p:txBody>
      </p:sp>
      <p:sp>
        <p:nvSpPr>
          <p:cNvPr id="34" name="circuit-432">
            <a:extLst xmlns:a="http://schemas.openxmlformats.org/drawingml/2006/main">
              <a:ext uri="{FF2B5EF4-FFF2-40B4-BE49-F238E27FC236}">
                <a16:creationId xmlns:a16="http://schemas.microsoft.com/office/drawing/2014/main" id="{9F918A92-B93B-4541-9F9B-35AC1B388E7B}"/>
              </a:ext>
            </a:extLst>
          </p:cNvPr>
          <p:cNvSpPr>
            <a:spLocks xmlns:a="http://schemas.openxmlformats.org/drawingml/2006/main" noGrp="1"/>
          </p:cNvSpPr>
          <p:nvPr/>
        </p:nvSpPr>
        <p:spPr>
          <a:xfrm xmlns:a="http://schemas.openxmlformats.org/drawingml/2006/main">
            <a:off x="3114675" y="3752850"/>
            <a:ext cx="666750" cy="819150"/>
          </a:xfrm>
          <a:custGeom xmlns:a="http://schemas.openxmlformats.org/drawingml/2006/main">
            <a:pathLst>
              <a:path w="666750" h="819150">
                <a:moveTo>
                  <a:pt x="0" y="0"/>
                </a:moveTo>
                <a:lnTo>
                  <a:pt x="666750" y="171450"/>
                </a:lnTo>
                <a:lnTo>
                  <a:pt x="666750" y="647700"/>
                </a:lnTo>
                <a:lnTo>
                  <a:pt x="0" y="819150"/>
                </a:lnTo>
                <a:lnTo>
                  <a:pt x="0" y="533400"/>
                </a:lnTo>
                <a:lnTo>
                  <a:pt x="161925" y="400050"/>
                </a:lnTo>
                <a:lnTo>
                  <a:pt x="0" y="257175"/>
                </a:lnTo>
                <a:close/>
              </a:path>
            </a:pathLst>
          </a:custGeom>
          <a:solidFill xmlns:a="http://schemas.openxmlformats.org/drawingml/2006/main">
            <a:srgbClr val="FFFFFF"/>
          </a:solidFill>
          <a:ln xmlns:a="http://schemas.openxmlformats.org/drawingml/2006/main" w="20955">
            <a:solidFill>
              <a:srgbClr val="231F20"/>
            </a:solidFill>
          </a:ln>
        </p:spPr>
      </p:sp>
      <p:sp>
        <p:nvSpPr>
          <p:cNvPr id="35" name="text-433">
            <a:extLst xmlns:a="http://schemas.openxmlformats.org/drawingml/2006/main">
              <a:ext uri="{FF2B5EF4-FFF2-40B4-BE49-F238E27FC236}">
                <a16:creationId xmlns:a16="http://schemas.microsoft.com/office/drawing/2014/main" id="{87B3121B-16EC-47EC-B01F-AC2DDEC4D9E6}"/>
              </a:ext>
            </a:extLst>
          </p:cNvPr>
          <p:cNvSpPr>
            <a:spLocks xmlns:a="http://schemas.openxmlformats.org/drawingml/2006/main" noGrp="1"/>
          </p:cNvSpPr>
          <p:nvPr/>
        </p:nvSpPr>
        <p:spPr>
          <a:xfrm xmlns:a="http://schemas.openxmlformats.org/drawingml/2006/main">
            <a:off x="3276600" y="4019550"/>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1">
                <a:solidFill>
                  <a:srgbClr val="231F20"/>
                </a:solidFill>
                <a:latin typeface="Arial"/>
                <a:ea typeface="Arial"/>
                <a:cs typeface="Arial"/>
              </a:defRPr>
            </a:defPPr>
            <a:lvl1pPr algn="ctr">
              <a:defRPr sz="1725" b="1">
                <a:solidFill>
                  <a:srgbClr val="231F20"/>
                </a:solidFill>
                <a:latin typeface="Arial"/>
                <a:ea typeface="Arial"/>
                <a:cs typeface="Arial"/>
              </a:defRPr>
            </a:lvl1pPr>
            <a:lvl2pPr algn="ctr">
              <a:defRPr sz="1725" b="1">
                <a:solidFill>
                  <a:srgbClr val="231F20"/>
                </a:solidFill>
                <a:latin typeface="Arial"/>
                <a:ea typeface="Arial"/>
                <a:cs typeface="Arial"/>
              </a:defRPr>
            </a:lvl2pPr>
            <a:lvl3pPr algn="ctr">
              <a:defRPr sz="1725" b="1">
                <a:solidFill>
                  <a:srgbClr val="231F20"/>
                </a:solidFill>
                <a:latin typeface="Arial"/>
                <a:ea typeface="Arial"/>
                <a:cs typeface="Arial"/>
              </a:defRPr>
            </a:lvl3pPr>
            <a:lvl4pPr algn="ctr">
              <a:defRPr sz="1725" b="1">
                <a:solidFill>
                  <a:srgbClr val="231F20"/>
                </a:solidFill>
                <a:latin typeface="Arial"/>
                <a:ea typeface="Arial"/>
                <a:cs typeface="Arial"/>
              </a:defRPr>
            </a:lvl4pPr>
            <a:lvl5pPr algn="ctr">
              <a:defRPr sz="1725" b="1">
                <a:solidFill>
                  <a:srgbClr val="231F20"/>
                </a:solidFill>
                <a:latin typeface="Arial"/>
                <a:ea typeface="Arial"/>
                <a:cs typeface="Arial"/>
              </a:defRPr>
            </a:lvl5pPr>
            <a:lvl6pPr algn="ctr">
              <a:defRPr sz="1725" b="1">
                <a:solidFill>
                  <a:srgbClr val="231F20"/>
                </a:solidFill>
                <a:latin typeface="Arial"/>
                <a:ea typeface="Arial"/>
                <a:cs typeface="Arial"/>
              </a:defRPr>
            </a:lvl6pPr>
            <a:lvl7pPr algn="ctr">
              <a:defRPr sz="1725" b="1">
                <a:solidFill>
                  <a:srgbClr val="231F20"/>
                </a:solidFill>
                <a:latin typeface="Arial"/>
                <a:ea typeface="Arial"/>
                <a:cs typeface="Arial"/>
              </a:defRPr>
            </a:lvl7pPr>
            <a:lvl8pPr algn="ctr">
              <a:defRPr sz="1725" b="1">
                <a:solidFill>
                  <a:srgbClr val="231F20"/>
                </a:solidFill>
                <a:latin typeface="Arial"/>
                <a:ea typeface="Arial"/>
                <a:cs typeface="Arial"/>
              </a:defRPr>
            </a:lvl8pPr>
            <a:lvl9pPr algn="ctr">
              <a:defRPr sz="1725" b="1">
                <a:solidFill>
                  <a:srgbClr val="231F20"/>
                </a:solidFill>
                <a:latin typeface="Arial"/>
                <a:ea typeface="Arial"/>
                <a:cs typeface="Arial"/>
              </a:defRPr>
            </a:lvl9pPr>
          </a:lstStyle>
          <a:p xmlns:a="http://schemas.openxmlformats.org/drawingml/2006/main">
            <a:pPr algn="ctr">
              <a:defRPr sz="1725" b="1">
                <a:solidFill>
                  <a:srgbClr val="231F20"/>
                </a:solidFill>
                <a:latin typeface="Arial"/>
                <a:ea typeface="Arial"/>
                <a:cs typeface="Arial"/>
              </a:defRPr>
            </a:pPr>
            <a:r>
              <a:rPr sz="1725" b="1">
                <a:solidFill>
                  <a:srgbClr val="231F20"/>
                </a:solidFill>
                <a:latin typeface="Arial"/>
                <a:ea typeface="Arial"/>
                <a:cs typeface="Arial"/>
              </a:rPr>
              <a:t>ALU</a:t>
            </a:r>
          </a:p>
        </p:txBody>
      </p:sp>
      <p:sp>
        <p:nvSpPr>
          <p:cNvPr id="36" name="wire-434">
            <a:extLst xmlns:a="http://schemas.openxmlformats.org/drawingml/2006/main">
              <a:ext uri="{FF2B5EF4-FFF2-40B4-BE49-F238E27FC236}">
                <a16:creationId xmlns:a16="http://schemas.microsoft.com/office/drawing/2014/main" id="{7620CD06-D254-44BE-B869-E1C93565E034}"/>
              </a:ext>
            </a:extLst>
          </p:cNvPr>
          <p:cNvSpPr>
            <a:spLocks xmlns:a="http://schemas.openxmlformats.org/drawingml/2006/main" noGrp="1"/>
          </p:cNvSpPr>
          <p:nvPr/>
        </p:nvSpPr>
        <p:spPr>
          <a:xfrm xmlns:a="http://schemas.openxmlformats.org/drawingml/2006/main">
            <a:off x="2305050" y="4000500"/>
            <a:ext cx="809625" cy="9525"/>
          </a:xfrm>
          <a:custGeom xmlns:a="http://schemas.openxmlformats.org/drawingml/2006/main">
            <a:pathLst>
              <a:path w="809625" h="9525">
                <a:moveTo>
                  <a:pt x="0" y="0"/>
                </a:moveTo>
                <a:lnTo>
                  <a:pt x="809625" y="0"/>
                </a:lnTo>
              </a:path>
            </a:pathLst>
          </a:custGeom>
          <a:noFill xmlns:a="http://schemas.openxmlformats.org/drawingml/2006/main"/>
          <a:ln xmlns:a="http://schemas.openxmlformats.org/drawingml/2006/main" w="28575">
            <a:solidFill>
              <a:srgbClr val="231F20"/>
            </a:solidFill>
          </a:ln>
        </p:spPr>
      </p:sp>
      <p:sp>
        <p:nvSpPr>
          <p:cNvPr id="37" name="circuit-435">
            <a:extLst xmlns:a="http://schemas.openxmlformats.org/drawingml/2006/main">
              <a:ext uri="{FF2B5EF4-FFF2-40B4-BE49-F238E27FC236}">
                <a16:creationId xmlns:a16="http://schemas.microsoft.com/office/drawing/2014/main" id="{1504BFF5-0EA1-4744-8AA8-1229ABBFA21A}"/>
              </a:ext>
            </a:extLst>
          </p:cNvPr>
          <p:cNvSpPr>
            <a:spLocks xmlns:a="http://schemas.openxmlformats.org/drawingml/2006/main" noGrp="1"/>
          </p:cNvSpPr>
          <p:nvPr/>
        </p:nvSpPr>
        <p:spPr>
          <a:xfrm xmlns:a="http://schemas.openxmlformats.org/drawingml/2006/main">
            <a:off x="3038475" y="39690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38" name="text-436">
            <a:extLst xmlns:a="http://schemas.openxmlformats.org/drawingml/2006/main">
              <a:ext uri="{FF2B5EF4-FFF2-40B4-BE49-F238E27FC236}">
                <a16:creationId xmlns:a16="http://schemas.microsoft.com/office/drawing/2014/main" id="{430690BA-B3D8-4D27-AEF7-C00BDBFE7155}"/>
              </a:ext>
            </a:extLst>
          </p:cNvPr>
          <p:cNvSpPr>
            <a:spLocks xmlns:a="http://schemas.openxmlformats.org/drawingml/2006/main" noGrp="1"/>
          </p:cNvSpPr>
          <p:nvPr/>
        </p:nvSpPr>
        <p:spPr>
          <a:xfrm xmlns:a="http://schemas.openxmlformats.org/drawingml/2006/main">
            <a:off x="2333625" y="3638550"/>
            <a:ext cx="7810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00" b="0">
                <a:solidFill>
                  <a:srgbClr val="1572C3"/>
                </a:solidFill>
                <a:latin typeface="Arial"/>
                <a:ea typeface="Arial"/>
                <a:cs typeface="Arial"/>
              </a:defRPr>
            </a:defPPr>
            <a:lvl1pPr algn="ctr">
              <a:defRPr sz="1500" b="0">
                <a:solidFill>
                  <a:srgbClr val="1572C3"/>
                </a:solidFill>
                <a:latin typeface="Arial"/>
                <a:ea typeface="Arial"/>
                <a:cs typeface="Arial"/>
              </a:defRPr>
            </a:lvl1pPr>
            <a:lvl2pPr algn="ctr">
              <a:defRPr sz="1500" b="0">
                <a:solidFill>
                  <a:srgbClr val="1572C3"/>
                </a:solidFill>
                <a:latin typeface="Arial"/>
                <a:ea typeface="Arial"/>
                <a:cs typeface="Arial"/>
              </a:defRPr>
            </a:lvl2pPr>
            <a:lvl3pPr algn="ctr">
              <a:defRPr sz="1500" b="0">
                <a:solidFill>
                  <a:srgbClr val="1572C3"/>
                </a:solidFill>
                <a:latin typeface="Arial"/>
                <a:ea typeface="Arial"/>
                <a:cs typeface="Arial"/>
              </a:defRPr>
            </a:lvl3pPr>
            <a:lvl4pPr algn="ctr">
              <a:defRPr sz="1500" b="0">
                <a:solidFill>
                  <a:srgbClr val="1572C3"/>
                </a:solidFill>
                <a:latin typeface="Arial"/>
                <a:ea typeface="Arial"/>
                <a:cs typeface="Arial"/>
              </a:defRPr>
            </a:lvl4pPr>
            <a:lvl5pPr algn="ctr">
              <a:defRPr sz="1500" b="0">
                <a:solidFill>
                  <a:srgbClr val="1572C3"/>
                </a:solidFill>
                <a:latin typeface="Arial"/>
                <a:ea typeface="Arial"/>
                <a:cs typeface="Arial"/>
              </a:defRPr>
            </a:lvl5pPr>
            <a:lvl6pPr algn="ctr">
              <a:defRPr sz="1500" b="0">
                <a:solidFill>
                  <a:srgbClr val="1572C3"/>
                </a:solidFill>
                <a:latin typeface="Arial"/>
                <a:ea typeface="Arial"/>
                <a:cs typeface="Arial"/>
              </a:defRPr>
            </a:lvl6pPr>
            <a:lvl7pPr algn="ctr">
              <a:defRPr sz="1500" b="0">
                <a:solidFill>
                  <a:srgbClr val="1572C3"/>
                </a:solidFill>
                <a:latin typeface="Arial"/>
                <a:ea typeface="Arial"/>
                <a:cs typeface="Arial"/>
              </a:defRPr>
            </a:lvl7pPr>
            <a:lvl8pPr algn="ctr">
              <a:defRPr sz="1500" b="0">
                <a:solidFill>
                  <a:srgbClr val="1572C3"/>
                </a:solidFill>
                <a:latin typeface="Arial"/>
                <a:ea typeface="Arial"/>
                <a:cs typeface="Arial"/>
              </a:defRPr>
            </a:lvl8pPr>
            <a:lvl9pPr algn="ctr">
              <a:defRPr sz="1500" b="0">
                <a:solidFill>
                  <a:srgbClr val="1572C3"/>
                </a:solidFill>
                <a:latin typeface="Arial"/>
                <a:ea typeface="Arial"/>
                <a:cs typeface="Arial"/>
              </a:defRPr>
            </a:lvl9pPr>
          </a:lstStyle>
          <a:p xmlns:a="http://schemas.openxmlformats.org/drawingml/2006/main">
            <a:pPr algn="ctr">
              <a:defRPr sz="1500" b="0">
                <a:solidFill>
                  <a:srgbClr val="1572C3"/>
                </a:solidFill>
                <a:latin typeface="Arial"/>
                <a:ea typeface="Arial"/>
                <a:cs typeface="Arial"/>
              </a:defRPr>
            </a:pPr>
            <a:r>
              <a:rPr sz="1500" b="0">
                <a:solidFill>
                  <a:srgbClr val="1572C3"/>
                </a:solidFill>
                <a:latin typeface="Arial"/>
                <a:ea typeface="Arial"/>
                <a:cs typeface="Arial"/>
              </a:rPr>
              <a:t>B</a:t>
            </a:r>
          </a:p>
        </p:txBody>
      </p:sp>
      <p:sp>
        <p:nvSpPr>
          <p:cNvPr id="39" name="circuit-437">
            <a:extLst xmlns:a="http://schemas.openxmlformats.org/drawingml/2006/main">
              <a:ext uri="{FF2B5EF4-FFF2-40B4-BE49-F238E27FC236}">
                <a16:creationId xmlns:a16="http://schemas.microsoft.com/office/drawing/2014/main" id="{B9BE52FD-0FCB-4A82-9F70-9723537B330D}"/>
              </a:ext>
            </a:extLst>
          </p:cNvPr>
          <p:cNvSpPr>
            <a:spLocks xmlns:a="http://schemas.openxmlformats.org/drawingml/2006/main" noGrp="1"/>
          </p:cNvSpPr>
          <p:nvPr/>
        </p:nvSpPr>
        <p:spPr>
          <a:xfrm xmlns:a="http://schemas.openxmlformats.org/drawingml/2006/main">
            <a:off x="2771775" y="4857750"/>
            <a:ext cx="885825" cy="352425"/>
          </a:xfrm>
          <a:custGeom xmlns:a="http://schemas.openxmlformats.org/drawingml/2006/main">
            <a:pathLst>
              <a:path w="885825" h="352425">
                <a:moveTo>
                  <a:pt x="0" y="161925"/>
                </a:moveTo>
                <a:lnTo>
                  <a:pt x="885825" y="0"/>
                </a:lnTo>
                <a:lnTo>
                  <a:pt x="885825" y="352425"/>
                </a:lnTo>
                <a:lnTo>
                  <a:pt x="0" y="352425"/>
                </a:lnTo>
                <a:close/>
              </a:path>
            </a:pathLst>
          </a:custGeom>
          <a:solidFill xmlns:a="http://schemas.openxmlformats.org/drawingml/2006/main">
            <a:srgbClr val="FFFFFF"/>
          </a:solidFill>
          <a:ln xmlns:a="http://schemas.openxmlformats.org/drawingml/2006/main" w="20955">
            <a:solidFill>
              <a:srgbClr val="231F20"/>
            </a:solidFill>
          </a:ln>
        </p:spPr>
      </p:sp>
      <p:sp>
        <p:nvSpPr>
          <p:cNvPr id="40" name="text-438">
            <a:extLst xmlns:a="http://schemas.openxmlformats.org/drawingml/2006/main">
              <a:ext uri="{FF2B5EF4-FFF2-40B4-BE49-F238E27FC236}">
                <a16:creationId xmlns:a16="http://schemas.microsoft.com/office/drawing/2014/main" id="{A0382AAF-9589-40A1-B041-79A0390C9D41}"/>
              </a:ext>
            </a:extLst>
          </p:cNvPr>
          <p:cNvSpPr>
            <a:spLocks xmlns:a="http://schemas.openxmlformats.org/drawingml/2006/main" noGrp="1"/>
          </p:cNvSpPr>
          <p:nvPr/>
        </p:nvSpPr>
        <p:spPr>
          <a:xfrm xmlns:a="http://schemas.openxmlformats.org/drawingml/2006/main">
            <a:off x="2857500" y="4953000"/>
            <a:ext cx="7429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350" b="1">
                <a:solidFill>
                  <a:srgbClr val="231F20"/>
                </a:solidFill>
                <a:latin typeface="Arial"/>
                <a:ea typeface="Arial"/>
                <a:cs typeface="Arial"/>
              </a:defRPr>
            </a:defPPr>
            <a:lvl1pPr algn="ctr">
              <a:defRPr sz="1350" b="1">
                <a:solidFill>
                  <a:srgbClr val="231F20"/>
                </a:solidFill>
                <a:latin typeface="Arial"/>
                <a:ea typeface="Arial"/>
                <a:cs typeface="Arial"/>
              </a:defRPr>
            </a:lvl1pPr>
            <a:lvl2pPr algn="ctr">
              <a:defRPr sz="1350" b="1">
                <a:solidFill>
                  <a:srgbClr val="231F20"/>
                </a:solidFill>
                <a:latin typeface="Arial"/>
                <a:ea typeface="Arial"/>
                <a:cs typeface="Arial"/>
              </a:defRPr>
            </a:lvl2pPr>
            <a:lvl3pPr algn="ctr">
              <a:defRPr sz="1350" b="1">
                <a:solidFill>
                  <a:srgbClr val="231F20"/>
                </a:solidFill>
                <a:latin typeface="Arial"/>
                <a:ea typeface="Arial"/>
                <a:cs typeface="Arial"/>
              </a:defRPr>
            </a:lvl3pPr>
            <a:lvl4pPr algn="ctr">
              <a:defRPr sz="1350" b="1">
                <a:solidFill>
                  <a:srgbClr val="231F20"/>
                </a:solidFill>
                <a:latin typeface="Arial"/>
                <a:ea typeface="Arial"/>
                <a:cs typeface="Arial"/>
              </a:defRPr>
            </a:lvl4pPr>
            <a:lvl5pPr algn="ctr">
              <a:defRPr sz="1350" b="1">
                <a:solidFill>
                  <a:srgbClr val="231F20"/>
                </a:solidFill>
                <a:latin typeface="Arial"/>
                <a:ea typeface="Arial"/>
                <a:cs typeface="Arial"/>
              </a:defRPr>
            </a:lvl5pPr>
            <a:lvl6pPr algn="ctr">
              <a:defRPr sz="1350" b="1">
                <a:solidFill>
                  <a:srgbClr val="231F20"/>
                </a:solidFill>
                <a:latin typeface="Arial"/>
                <a:ea typeface="Arial"/>
                <a:cs typeface="Arial"/>
              </a:defRPr>
            </a:lvl6pPr>
            <a:lvl7pPr algn="ctr">
              <a:defRPr sz="1350" b="1">
                <a:solidFill>
                  <a:srgbClr val="231F20"/>
                </a:solidFill>
                <a:latin typeface="Arial"/>
                <a:ea typeface="Arial"/>
                <a:cs typeface="Arial"/>
              </a:defRPr>
            </a:lvl7pPr>
            <a:lvl8pPr algn="ctr">
              <a:defRPr sz="1350" b="1">
                <a:solidFill>
                  <a:srgbClr val="231F20"/>
                </a:solidFill>
                <a:latin typeface="Arial"/>
                <a:ea typeface="Arial"/>
                <a:cs typeface="Arial"/>
              </a:defRPr>
            </a:lvl8pPr>
            <a:lvl9pPr algn="ctr">
              <a:defRPr sz="1350" b="1">
                <a:solidFill>
                  <a:srgbClr val="231F20"/>
                </a:solidFill>
                <a:latin typeface="Arial"/>
                <a:ea typeface="Arial"/>
                <a:cs typeface="Arial"/>
              </a:defRPr>
            </a:lvl9pPr>
          </a:lstStyle>
          <a:p xmlns:a="http://schemas.openxmlformats.org/drawingml/2006/main">
            <a:pPr algn="ctr">
              <a:defRPr sz="1350" b="1">
                <a:solidFill>
                  <a:srgbClr val="231F20"/>
                </a:solidFill>
                <a:latin typeface="Arial"/>
                <a:ea typeface="Arial"/>
                <a:cs typeface="Arial"/>
              </a:defRPr>
            </a:pPr>
            <a:r>
              <a:rPr sz="1350" b="1">
                <a:solidFill>
                  <a:srgbClr val="231F20"/>
                </a:solidFill>
                <a:latin typeface="Arial"/>
                <a:ea typeface="Arial"/>
                <a:cs typeface="Arial"/>
              </a:rPr>
              <a:t>extend</a:t>
            </a:r>
          </a:p>
        </p:txBody>
      </p:sp>
      <p:sp>
        <p:nvSpPr>
          <p:cNvPr id="41" name="wire-439">
            <a:extLst xmlns:a="http://schemas.openxmlformats.org/drawingml/2006/main">
              <a:ext uri="{FF2B5EF4-FFF2-40B4-BE49-F238E27FC236}">
                <a16:creationId xmlns:a16="http://schemas.microsoft.com/office/drawing/2014/main" id="{34CB7ADB-1CAF-4280-844A-5CF5A959DE32}"/>
              </a:ext>
            </a:extLst>
          </p:cNvPr>
          <p:cNvSpPr>
            <a:spLocks xmlns:a="http://schemas.openxmlformats.org/drawingml/2006/main" noGrp="1"/>
          </p:cNvSpPr>
          <p:nvPr/>
        </p:nvSpPr>
        <p:spPr>
          <a:xfrm xmlns:a="http://schemas.openxmlformats.org/drawingml/2006/main">
            <a:off x="3657600" y="5038725"/>
            <a:ext cx="200025" cy="9525"/>
          </a:xfrm>
          <a:custGeom xmlns:a="http://schemas.openxmlformats.org/drawingml/2006/main">
            <a:pathLst>
              <a:path w="200025" h="9525">
                <a:moveTo>
                  <a:pt x="0" y="0"/>
                </a:moveTo>
                <a:lnTo>
                  <a:pt x="200025" y="0"/>
                </a:lnTo>
              </a:path>
            </a:pathLst>
          </a:custGeom>
          <a:noFill xmlns:a="http://schemas.openxmlformats.org/drawingml/2006/main"/>
          <a:ln xmlns:a="http://schemas.openxmlformats.org/drawingml/2006/main" w="24765">
            <a:solidFill>
              <a:srgbClr val="231F20"/>
            </a:solidFill>
          </a:ln>
        </p:spPr>
      </p:sp>
      <p:sp>
        <p:nvSpPr>
          <p:cNvPr id="42" name="wire-440">
            <a:extLst xmlns:a="http://schemas.openxmlformats.org/drawingml/2006/main">
              <a:ext uri="{FF2B5EF4-FFF2-40B4-BE49-F238E27FC236}">
                <a16:creationId xmlns:a16="http://schemas.microsoft.com/office/drawing/2014/main" id="{1A93DDCB-1852-4DCA-B0A3-F4C39F54D81D}"/>
              </a:ext>
            </a:extLst>
          </p:cNvPr>
          <p:cNvSpPr>
            <a:spLocks xmlns:a="http://schemas.openxmlformats.org/drawingml/2006/main" noGrp="1"/>
          </p:cNvSpPr>
          <p:nvPr/>
        </p:nvSpPr>
        <p:spPr>
          <a:xfrm xmlns:a="http://schemas.openxmlformats.org/drawingml/2006/main">
            <a:off x="3857625" y="4676775"/>
            <a:ext cx="9525" cy="361950"/>
          </a:xfrm>
          <a:custGeom xmlns:a="http://schemas.openxmlformats.org/drawingml/2006/main">
            <a:pathLst>
              <a:path w="9525" h="361950">
                <a:moveTo>
                  <a:pt x="0" y="361950"/>
                </a:moveTo>
                <a:lnTo>
                  <a:pt x="0" y="0"/>
                </a:lnTo>
              </a:path>
            </a:pathLst>
          </a:custGeom>
          <a:noFill xmlns:a="http://schemas.openxmlformats.org/drawingml/2006/main"/>
          <a:ln xmlns:a="http://schemas.openxmlformats.org/drawingml/2006/main" w="24765">
            <a:solidFill>
              <a:srgbClr val="231F20"/>
            </a:solidFill>
          </a:ln>
        </p:spPr>
      </p:sp>
      <p:sp>
        <p:nvSpPr>
          <p:cNvPr id="43" name="wire-441">
            <a:extLst xmlns:a="http://schemas.openxmlformats.org/drawingml/2006/main">
              <a:ext uri="{FF2B5EF4-FFF2-40B4-BE49-F238E27FC236}">
                <a16:creationId xmlns:a16="http://schemas.microsoft.com/office/drawing/2014/main" id="{C7C11143-CA1F-4E70-82D1-365AEC346182}"/>
              </a:ext>
            </a:extLst>
          </p:cNvPr>
          <p:cNvSpPr>
            <a:spLocks xmlns:a="http://schemas.openxmlformats.org/drawingml/2006/main" noGrp="1"/>
          </p:cNvSpPr>
          <p:nvPr/>
        </p:nvSpPr>
        <p:spPr>
          <a:xfrm xmlns:a="http://schemas.openxmlformats.org/drawingml/2006/main">
            <a:off x="2914650" y="4676775"/>
            <a:ext cx="942975" cy="9525"/>
          </a:xfrm>
          <a:custGeom xmlns:a="http://schemas.openxmlformats.org/drawingml/2006/main">
            <a:pathLst>
              <a:path w="942975" h="9525">
                <a:moveTo>
                  <a:pt x="942975" y="0"/>
                </a:moveTo>
                <a:lnTo>
                  <a:pt x="0" y="0"/>
                </a:lnTo>
              </a:path>
            </a:pathLst>
          </a:custGeom>
          <a:noFill xmlns:a="http://schemas.openxmlformats.org/drawingml/2006/main"/>
          <a:ln xmlns:a="http://schemas.openxmlformats.org/drawingml/2006/main" w="24765">
            <a:solidFill>
              <a:srgbClr val="231F20"/>
            </a:solidFill>
          </a:ln>
        </p:spPr>
      </p:sp>
      <p:sp>
        <p:nvSpPr>
          <p:cNvPr id="44" name="wire-442">
            <a:extLst xmlns:a="http://schemas.openxmlformats.org/drawingml/2006/main">
              <a:ext uri="{FF2B5EF4-FFF2-40B4-BE49-F238E27FC236}">
                <a16:creationId xmlns:a16="http://schemas.microsoft.com/office/drawing/2014/main" id="{76E1B856-3142-4B0F-ABC0-C1B65659F29A}"/>
              </a:ext>
            </a:extLst>
          </p:cNvPr>
          <p:cNvSpPr>
            <a:spLocks xmlns:a="http://schemas.openxmlformats.org/drawingml/2006/main" noGrp="1"/>
          </p:cNvSpPr>
          <p:nvPr/>
        </p:nvSpPr>
        <p:spPr>
          <a:xfrm xmlns:a="http://schemas.openxmlformats.org/drawingml/2006/main">
            <a:off x="2914650" y="4410075"/>
            <a:ext cx="9525" cy="266700"/>
          </a:xfrm>
          <a:custGeom xmlns:a="http://schemas.openxmlformats.org/drawingml/2006/main">
            <a:pathLst>
              <a:path w="9525" h="266700">
                <a:moveTo>
                  <a:pt x="0" y="266700"/>
                </a:moveTo>
                <a:lnTo>
                  <a:pt x="0" y="0"/>
                </a:lnTo>
              </a:path>
            </a:pathLst>
          </a:custGeom>
          <a:noFill xmlns:a="http://schemas.openxmlformats.org/drawingml/2006/main"/>
          <a:ln xmlns:a="http://schemas.openxmlformats.org/drawingml/2006/main" w="24765">
            <a:solidFill>
              <a:srgbClr val="231F20"/>
            </a:solidFill>
          </a:ln>
        </p:spPr>
      </p:sp>
      <p:sp>
        <p:nvSpPr>
          <p:cNvPr id="45" name="wire-443">
            <a:extLst xmlns:a="http://schemas.openxmlformats.org/drawingml/2006/main">
              <a:ext uri="{FF2B5EF4-FFF2-40B4-BE49-F238E27FC236}">
                <a16:creationId xmlns:a16="http://schemas.microsoft.com/office/drawing/2014/main" id="{A37DF928-4CF8-4458-B4C2-DC3D2B4E5C25}"/>
              </a:ext>
            </a:extLst>
          </p:cNvPr>
          <p:cNvSpPr>
            <a:spLocks xmlns:a="http://schemas.openxmlformats.org/drawingml/2006/main" noGrp="1"/>
          </p:cNvSpPr>
          <p:nvPr/>
        </p:nvSpPr>
        <p:spPr>
          <a:xfrm xmlns:a="http://schemas.openxmlformats.org/drawingml/2006/main">
            <a:off x="2914650" y="4410075"/>
            <a:ext cx="200025" cy="9525"/>
          </a:xfrm>
          <a:custGeom xmlns:a="http://schemas.openxmlformats.org/drawingml/2006/main">
            <a:pathLst>
              <a:path w="200025" h="9525">
                <a:moveTo>
                  <a:pt x="0" y="0"/>
                </a:moveTo>
                <a:lnTo>
                  <a:pt x="200025" y="0"/>
                </a:lnTo>
              </a:path>
            </a:pathLst>
          </a:custGeom>
          <a:noFill xmlns:a="http://schemas.openxmlformats.org/drawingml/2006/main"/>
          <a:ln xmlns:a="http://schemas.openxmlformats.org/drawingml/2006/main" w="24765">
            <a:solidFill>
              <a:srgbClr val="231F20"/>
            </a:solidFill>
          </a:ln>
        </p:spPr>
      </p:sp>
      <p:sp>
        <p:nvSpPr>
          <p:cNvPr id="46" name="circuit-444">
            <a:extLst xmlns:a="http://schemas.openxmlformats.org/drawingml/2006/main">
              <a:ext uri="{FF2B5EF4-FFF2-40B4-BE49-F238E27FC236}">
                <a16:creationId xmlns:a16="http://schemas.microsoft.com/office/drawing/2014/main" id="{16CA28D2-374C-41D9-84FF-96ED7823F587}"/>
              </a:ext>
            </a:extLst>
          </p:cNvPr>
          <p:cNvSpPr>
            <a:spLocks xmlns:a="http://schemas.openxmlformats.org/drawingml/2006/main" noGrp="1"/>
          </p:cNvSpPr>
          <p:nvPr/>
        </p:nvSpPr>
        <p:spPr>
          <a:xfrm xmlns:a="http://schemas.openxmlformats.org/drawingml/2006/main">
            <a:off x="3038475" y="43786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47" name="wire-445">
            <a:extLst xmlns:a="http://schemas.openxmlformats.org/drawingml/2006/main">
              <a:ext uri="{FF2B5EF4-FFF2-40B4-BE49-F238E27FC236}">
                <a16:creationId xmlns:a16="http://schemas.microsoft.com/office/drawing/2014/main" id="{FB139349-AF2C-4ACE-9FCF-E82C37A96CCF}"/>
              </a:ext>
            </a:extLst>
          </p:cNvPr>
          <p:cNvSpPr>
            <a:spLocks xmlns:a="http://schemas.openxmlformats.org/drawingml/2006/main" noGrp="1"/>
          </p:cNvSpPr>
          <p:nvPr/>
        </p:nvSpPr>
        <p:spPr>
          <a:xfrm xmlns:a="http://schemas.openxmlformats.org/drawingml/2006/main">
            <a:off x="3781425" y="4152900"/>
            <a:ext cx="819150" cy="9525"/>
          </a:xfrm>
          <a:custGeom xmlns:a="http://schemas.openxmlformats.org/drawingml/2006/main">
            <a:pathLst>
              <a:path w="819150" h="9525">
                <a:moveTo>
                  <a:pt x="0" y="0"/>
                </a:moveTo>
                <a:lnTo>
                  <a:pt x="819150" y="0"/>
                </a:lnTo>
              </a:path>
            </a:pathLst>
          </a:custGeom>
          <a:noFill xmlns:a="http://schemas.openxmlformats.org/drawingml/2006/main"/>
          <a:ln xmlns:a="http://schemas.openxmlformats.org/drawingml/2006/main" w="28575">
            <a:solidFill>
              <a:srgbClr val="231F20"/>
            </a:solidFill>
          </a:ln>
        </p:spPr>
      </p:sp>
      <p:sp>
        <p:nvSpPr>
          <p:cNvPr id="48" name="circuit-446">
            <a:extLst xmlns:a="http://schemas.openxmlformats.org/drawingml/2006/main">
              <a:ext uri="{FF2B5EF4-FFF2-40B4-BE49-F238E27FC236}">
                <a16:creationId xmlns:a16="http://schemas.microsoft.com/office/drawing/2014/main" id="{9F952C36-6525-4687-A98E-6B705F0CA66D}"/>
              </a:ext>
            </a:extLst>
          </p:cNvPr>
          <p:cNvSpPr>
            <a:spLocks xmlns:a="http://schemas.openxmlformats.org/drawingml/2006/main" noGrp="1"/>
          </p:cNvSpPr>
          <p:nvPr/>
        </p:nvSpPr>
        <p:spPr>
          <a:xfrm xmlns:a="http://schemas.openxmlformats.org/drawingml/2006/main">
            <a:off x="4524375" y="41214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49" name="text-447">
            <a:extLst xmlns:a="http://schemas.openxmlformats.org/drawingml/2006/main">
              <a:ext uri="{FF2B5EF4-FFF2-40B4-BE49-F238E27FC236}">
                <a16:creationId xmlns:a16="http://schemas.microsoft.com/office/drawing/2014/main" id="{21D63B2A-5CDC-40E3-9A36-1004F942C227}"/>
              </a:ext>
            </a:extLst>
          </p:cNvPr>
          <p:cNvSpPr>
            <a:spLocks xmlns:a="http://schemas.openxmlformats.org/drawingml/2006/main" noGrp="1"/>
          </p:cNvSpPr>
          <p:nvPr/>
        </p:nvSpPr>
        <p:spPr>
          <a:xfrm xmlns:a="http://schemas.openxmlformats.org/drawingml/2006/main">
            <a:off x="3886200" y="3790950"/>
            <a:ext cx="619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650" b="1">
                <a:solidFill>
                  <a:srgbClr val="1572C3"/>
                </a:solidFill>
                <a:latin typeface="Yu Gothic"/>
                <a:ea typeface="Yu Gothic"/>
                <a:cs typeface="Yu Gothic"/>
              </a:defRPr>
            </a:defPPr>
            <a:lvl1pPr algn="ctr">
              <a:defRPr sz="1650" b="1">
                <a:solidFill>
                  <a:srgbClr val="1572C3"/>
                </a:solidFill>
                <a:latin typeface="Yu Gothic"/>
                <a:ea typeface="Yu Gothic"/>
                <a:cs typeface="Yu Gothic"/>
              </a:defRPr>
            </a:lvl1pPr>
            <a:lvl2pPr algn="ctr">
              <a:defRPr sz="1650" b="1">
                <a:solidFill>
                  <a:srgbClr val="1572C3"/>
                </a:solidFill>
                <a:latin typeface="Yu Gothic"/>
                <a:ea typeface="Yu Gothic"/>
                <a:cs typeface="Yu Gothic"/>
              </a:defRPr>
            </a:lvl2pPr>
            <a:lvl3pPr algn="ctr">
              <a:defRPr sz="1650" b="1">
                <a:solidFill>
                  <a:srgbClr val="1572C3"/>
                </a:solidFill>
                <a:latin typeface="Yu Gothic"/>
                <a:ea typeface="Yu Gothic"/>
                <a:cs typeface="Yu Gothic"/>
              </a:defRPr>
            </a:lvl3pPr>
            <a:lvl4pPr algn="ctr">
              <a:defRPr sz="1650" b="1">
                <a:solidFill>
                  <a:srgbClr val="1572C3"/>
                </a:solidFill>
                <a:latin typeface="Yu Gothic"/>
                <a:ea typeface="Yu Gothic"/>
                <a:cs typeface="Yu Gothic"/>
              </a:defRPr>
            </a:lvl4pPr>
            <a:lvl5pPr algn="ctr">
              <a:defRPr sz="1650" b="1">
                <a:solidFill>
                  <a:srgbClr val="1572C3"/>
                </a:solidFill>
                <a:latin typeface="Yu Gothic"/>
                <a:ea typeface="Yu Gothic"/>
                <a:cs typeface="Yu Gothic"/>
              </a:defRPr>
            </a:lvl5pPr>
            <a:lvl6pPr algn="ctr">
              <a:defRPr sz="1650" b="1">
                <a:solidFill>
                  <a:srgbClr val="1572C3"/>
                </a:solidFill>
                <a:latin typeface="Yu Gothic"/>
                <a:ea typeface="Yu Gothic"/>
                <a:cs typeface="Yu Gothic"/>
              </a:defRPr>
            </a:lvl6pPr>
            <a:lvl7pPr algn="ctr">
              <a:defRPr sz="1650" b="1">
                <a:solidFill>
                  <a:srgbClr val="1572C3"/>
                </a:solidFill>
                <a:latin typeface="Yu Gothic"/>
                <a:ea typeface="Yu Gothic"/>
                <a:cs typeface="Yu Gothic"/>
              </a:defRPr>
            </a:lvl7pPr>
            <a:lvl8pPr algn="ctr">
              <a:defRPr sz="1650" b="1">
                <a:solidFill>
                  <a:srgbClr val="1572C3"/>
                </a:solidFill>
                <a:latin typeface="Yu Gothic"/>
                <a:ea typeface="Yu Gothic"/>
                <a:cs typeface="Yu Gothic"/>
              </a:defRPr>
            </a:lvl8pPr>
            <a:lvl9pPr algn="ctr">
              <a:defRPr sz="1650" b="1">
                <a:solidFill>
                  <a:srgbClr val="1572C3"/>
                </a:solidFill>
                <a:latin typeface="Yu Gothic"/>
                <a:ea typeface="Yu Gothic"/>
                <a:cs typeface="Yu Gothic"/>
              </a:defRPr>
            </a:lvl9pPr>
          </a:lstStyle>
          <a:p xmlns:a="http://schemas.openxmlformats.org/drawingml/2006/main">
            <a:pPr algn="ctr">
              <a:defRPr sz="1650" b="1">
                <a:solidFill>
                  <a:srgbClr val="1572C3"/>
                </a:solidFill>
                <a:latin typeface="Yu Gothic"/>
                <a:ea typeface="Yu Gothic"/>
                <a:cs typeface="Yu Gothic"/>
              </a:defRPr>
            </a:pPr>
            <a:r>
              <a:rPr sz="1650" b="1">
                <a:solidFill>
                  <a:srgbClr val="1572C3"/>
                </a:solidFill>
                <a:latin typeface="Yu Gothic"/>
                <a:ea typeface="Yu Gothic"/>
                <a:cs typeface="Yu Gothic"/>
              </a:rPr>
              <a:t>番地</a:t>
            </a:r>
          </a:p>
        </p:txBody>
      </p:sp>
      <p:sp>
        <p:nvSpPr>
          <p:cNvPr id="50" name="wire-448">
            <a:extLst xmlns:a="http://schemas.openxmlformats.org/drawingml/2006/main">
              <a:ext uri="{FF2B5EF4-FFF2-40B4-BE49-F238E27FC236}">
                <a16:creationId xmlns:a16="http://schemas.microsoft.com/office/drawing/2014/main" id="{16BBEB21-067B-43C8-97B3-6918E3936E58}"/>
              </a:ext>
            </a:extLst>
          </p:cNvPr>
          <p:cNvSpPr>
            <a:spLocks xmlns:a="http://schemas.openxmlformats.org/drawingml/2006/main" noGrp="1"/>
          </p:cNvSpPr>
          <p:nvPr/>
        </p:nvSpPr>
        <p:spPr>
          <a:xfrm xmlns:a="http://schemas.openxmlformats.org/drawingml/2006/main">
            <a:off x="2305050" y="4724400"/>
            <a:ext cx="238125" cy="9525"/>
          </a:xfrm>
          <a:custGeom xmlns:a="http://schemas.openxmlformats.org/drawingml/2006/main">
            <a:pathLst>
              <a:path w="238125" h="9525">
                <a:moveTo>
                  <a:pt x="0" y="0"/>
                </a:moveTo>
                <a:lnTo>
                  <a:pt x="238125" y="0"/>
                </a:lnTo>
              </a:path>
            </a:pathLst>
          </a:custGeom>
          <a:noFill xmlns:a="http://schemas.openxmlformats.org/drawingml/2006/main"/>
          <a:ln xmlns:a="http://schemas.openxmlformats.org/drawingml/2006/main" w="28575">
            <a:solidFill>
              <a:srgbClr val="1572C3"/>
            </a:solidFill>
          </a:ln>
        </p:spPr>
      </p:sp>
      <p:sp>
        <p:nvSpPr>
          <p:cNvPr id="51" name="wire-449">
            <a:extLst xmlns:a="http://schemas.openxmlformats.org/drawingml/2006/main">
              <a:ext uri="{FF2B5EF4-FFF2-40B4-BE49-F238E27FC236}">
                <a16:creationId xmlns:a16="http://schemas.microsoft.com/office/drawing/2014/main" id="{FD53200E-EA79-4B76-B885-12CF68E40669}"/>
              </a:ext>
            </a:extLst>
          </p:cNvPr>
          <p:cNvSpPr>
            <a:spLocks xmlns:a="http://schemas.openxmlformats.org/drawingml/2006/main" noGrp="1"/>
          </p:cNvSpPr>
          <p:nvPr/>
        </p:nvSpPr>
        <p:spPr>
          <a:xfrm xmlns:a="http://schemas.openxmlformats.org/drawingml/2006/main">
            <a:off x="2543175" y="4724400"/>
            <a:ext cx="9525" cy="590550"/>
          </a:xfrm>
          <a:custGeom xmlns:a="http://schemas.openxmlformats.org/drawingml/2006/main">
            <a:pathLst>
              <a:path w="9525" h="590550">
                <a:moveTo>
                  <a:pt x="0" y="0"/>
                </a:moveTo>
                <a:lnTo>
                  <a:pt x="0" y="590550"/>
                </a:lnTo>
              </a:path>
            </a:pathLst>
          </a:custGeom>
          <a:noFill xmlns:a="http://schemas.openxmlformats.org/drawingml/2006/main"/>
          <a:ln xmlns:a="http://schemas.openxmlformats.org/drawingml/2006/main" w="28575">
            <a:solidFill>
              <a:srgbClr val="1572C3"/>
            </a:solidFill>
          </a:ln>
        </p:spPr>
      </p:sp>
      <p:sp>
        <p:nvSpPr>
          <p:cNvPr id="52" name="wire-450">
            <a:extLst xmlns:a="http://schemas.openxmlformats.org/drawingml/2006/main">
              <a:ext uri="{FF2B5EF4-FFF2-40B4-BE49-F238E27FC236}">
                <a16:creationId xmlns:a16="http://schemas.microsoft.com/office/drawing/2014/main" id="{4F9FCA90-28C7-487E-9ECD-2DF2A6EF13AD}"/>
              </a:ext>
            </a:extLst>
          </p:cNvPr>
          <p:cNvSpPr>
            <a:spLocks xmlns:a="http://schemas.openxmlformats.org/drawingml/2006/main" noGrp="1"/>
          </p:cNvSpPr>
          <p:nvPr/>
        </p:nvSpPr>
        <p:spPr>
          <a:xfrm xmlns:a="http://schemas.openxmlformats.org/drawingml/2006/main">
            <a:off x="2543175" y="5314950"/>
            <a:ext cx="1771650" cy="9525"/>
          </a:xfrm>
          <a:custGeom xmlns:a="http://schemas.openxmlformats.org/drawingml/2006/main">
            <a:pathLst>
              <a:path w="1771650" h="9525">
                <a:moveTo>
                  <a:pt x="0" y="0"/>
                </a:moveTo>
                <a:lnTo>
                  <a:pt x="1771650" y="0"/>
                </a:lnTo>
              </a:path>
            </a:pathLst>
          </a:custGeom>
          <a:noFill xmlns:a="http://schemas.openxmlformats.org/drawingml/2006/main"/>
          <a:ln xmlns:a="http://schemas.openxmlformats.org/drawingml/2006/main" w="28575">
            <a:solidFill>
              <a:srgbClr val="1572C3"/>
            </a:solidFill>
          </a:ln>
        </p:spPr>
      </p:sp>
      <p:sp>
        <p:nvSpPr>
          <p:cNvPr id="53" name="wire-451">
            <a:extLst xmlns:a="http://schemas.openxmlformats.org/drawingml/2006/main">
              <a:ext uri="{FF2B5EF4-FFF2-40B4-BE49-F238E27FC236}">
                <a16:creationId xmlns:a16="http://schemas.microsoft.com/office/drawing/2014/main" id="{F24BA519-3F53-47E7-ABA0-B0B877228B28}"/>
              </a:ext>
            </a:extLst>
          </p:cNvPr>
          <p:cNvSpPr>
            <a:spLocks xmlns:a="http://schemas.openxmlformats.org/drawingml/2006/main" noGrp="1"/>
          </p:cNvSpPr>
          <p:nvPr/>
        </p:nvSpPr>
        <p:spPr>
          <a:xfrm xmlns:a="http://schemas.openxmlformats.org/drawingml/2006/main">
            <a:off x="4314825" y="4695825"/>
            <a:ext cx="9525" cy="619125"/>
          </a:xfrm>
          <a:custGeom xmlns:a="http://schemas.openxmlformats.org/drawingml/2006/main">
            <a:pathLst>
              <a:path w="9525" h="619125">
                <a:moveTo>
                  <a:pt x="0" y="619125"/>
                </a:moveTo>
                <a:lnTo>
                  <a:pt x="0" y="0"/>
                </a:lnTo>
              </a:path>
            </a:pathLst>
          </a:custGeom>
          <a:noFill xmlns:a="http://schemas.openxmlformats.org/drawingml/2006/main"/>
          <a:ln xmlns:a="http://schemas.openxmlformats.org/drawingml/2006/main" w="28575">
            <a:solidFill>
              <a:srgbClr val="1572C3"/>
            </a:solidFill>
          </a:ln>
        </p:spPr>
      </p:sp>
      <p:sp>
        <p:nvSpPr>
          <p:cNvPr id="54" name="wire-452">
            <a:extLst xmlns:a="http://schemas.openxmlformats.org/drawingml/2006/main">
              <a:ext uri="{FF2B5EF4-FFF2-40B4-BE49-F238E27FC236}">
                <a16:creationId xmlns:a16="http://schemas.microsoft.com/office/drawing/2014/main" id="{654C57F8-FE57-4F62-996A-47658B04A9C9}"/>
              </a:ext>
            </a:extLst>
          </p:cNvPr>
          <p:cNvSpPr>
            <a:spLocks xmlns:a="http://schemas.openxmlformats.org/drawingml/2006/main" noGrp="1"/>
          </p:cNvSpPr>
          <p:nvPr/>
        </p:nvSpPr>
        <p:spPr>
          <a:xfrm xmlns:a="http://schemas.openxmlformats.org/drawingml/2006/main">
            <a:off x="4314825" y="4695825"/>
            <a:ext cx="285750" cy="9525"/>
          </a:xfrm>
          <a:custGeom xmlns:a="http://schemas.openxmlformats.org/drawingml/2006/main">
            <a:pathLst>
              <a:path w="285750" h="9525">
                <a:moveTo>
                  <a:pt x="0" y="0"/>
                </a:moveTo>
                <a:lnTo>
                  <a:pt x="285750" y="0"/>
                </a:lnTo>
              </a:path>
            </a:pathLst>
          </a:custGeom>
          <a:noFill xmlns:a="http://schemas.openxmlformats.org/drawingml/2006/main"/>
          <a:ln xmlns:a="http://schemas.openxmlformats.org/drawingml/2006/main" w="28575">
            <a:solidFill>
              <a:srgbClr val="1572C3"/>
            </a:solidFill>
          </a:ln>
        </p:spPr>
      </p:sp>
      <p:sp>
        <p:nvSpPr>
          <p:cNvPr id="55" name="circuit-453">
            <a:extLst xmlns:a="http://schemas.openxmlformats.org/drawingml/2006/main">
              <a:ext uri="{FF2B5EF4-FFF2-40B4-BE49-F238E27FC236}">
                <a16:creationId xmlns:a16="http://schemas.microsoft.com/office/drawing/2014/main" id="{93B63220-0BB7-445A-8351-7E44C93A9897}"/>
              </a:ext>
            </a:extLst>
          </p:cNvPr>
          <p:cNvSpPr>
            <a:spLocks xmlns:a="http://schemas.openxmlformats.org/drawingml/2006/main" noGrp="1"/>
          </p:cNvSpPr>
          <p:nvPr/>
        </p:nvSpPr>
        <p:spPr>
          <a:xfrm xmlns:a="http://schemas.openxmlformats.org/drawingml/2006/main">
            <a:off x="4524375" y="466439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56" name="text-454">
            <a:extLst xmlns:a="http://schemas.openxmlformats.org/drawingml/2006/main">
              <a:ext uri="{FF2B5EF4-FFF2-40B4-BE49-F238E27FC236}">
                <a16:creationId xmlns:a16="http://schemas.microsoft.com/office/drawing/2014/main" id="{30C4E6B5-40CC-49B8-A3F7-360352CBE57A}"/>
              </a:ext>
            </a:extLst>
          </p:cNvPr>
          <p:cNvSpPr>
            <a:spLocks xmlns:a="http://schemas.openxmlformats.org/drawingml/2006/main" noGrp="1"/>
          </p:cNvSpPr>
          <p:nvPr/>
        </p:nvSpPr>
        <p:spPr>
          <a:xfrm xmlns:a="http://schemas.openxmlformats.org/drawingml/2006/main">
            <a:off x="3038475" y="5286375"/>
            <a:ext cx="1123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1">
                <a:solidFill>
                  <a:srgbClr val="1572C3"/>
                </a:solidFill>
                <a:latin typeface="Yu Gothic"/>
                <a:ea typeface="Yu Gothic"/>
                <a:cs typeface="Yu Gothic"/>
              </a:defRPr>
            </a:defPPr>
            <a:lvl1pPr algn="ctr">
              <a:defRPr sz="1575" b="1">
                <a:solidFill>
                  <a:srgbClr val="1572C3"/>
                </a:solidFill>
                <a:latin typeface="Yu Gothic"/>
                <a:ea typeface="Yu Gothic"/>
                <a:cs typeface="Yu Gothic"/>
              </a:defRPr>
            </a:lvl1pPr>
            <a:lvl2pPr algn="ctr">
              <a:defRPr sz="1575" b="1">
                <a:solidFill>
                  <a:srgbClr val="1572C3"/>
                </a:solidFill>
                <a:latin typeface="Yu Gothic"/>
                <a:ea typeface="Yu Gothic"/>
                <a:cs typeface="Yu Gothic"/>
              </a:defRPr>
            </a:lvl2pPr>
            <a:lvl3pPr algn="ctr">
              <a:defRPr sz="1575" b="1">
                <a:solidFill>
                  <a:srgbClr val="1572C3"/>
                </a:solidFill>
                <a:latin typeface="Yu Gothic"/>
                <a:ea typeface="Yu Gothic"/>
                <a:cs typeface="Yu Gothic"/>
              </a:defRPr>
            </a:lvl3pPr>
            <a:lvl4pPr algn="ctr">
              <a:defRPr sz="1575" b="1">
                <a:solidFill>
                  <a:srgbClr val="1572C3"/>
                </a:solidFill>
                <a:latin typeface="Yu Gothic"/>
                <a:ea typeface="Yu Gothic"/>
                <a:cs typeface="Yu Gothic"/>
              </a:defRPr>
            </a:lvl4pPr>
            <a:lvl5pPr algn="ctr">
              <a:defRPr sz="1575" b="1">
                <a:solidFill>
                  <a:srgbClr val="1572C3"/>
                </a:solidFill>
                <a:latin typeface="Yu Gothic"/>
                <a:ea typeface="Yu Gothic"/>
                <a:cs typeface="Yu Gothic"/>
              </a:defRPr>
            </a:lvl5pPr>
            <a:lvl6pPr algn="ctr">
              <a:defRPr sz="1575" b="1">
                <a:solidFill>
                  <a:srgbClr val="1572C3"/>
                </a:solidFill>
                <a:latin typeface="Yu Gothic"/>
                <a:ea typeface="Yu Gothic"/>
                <a:cs typeface="Yu Gothic"/>
              </a:defRPr>
            </a:lvl6pPr>
            <a:lvl7pPr algn="ctr">
              <a:defRPr sz="1575" b="1">
                <a:solidFill>
                  <a:srgbClr val="1572C3"/>
                </a:solidFill>
                <a:latin typeface="Yu Gothic"/>
                <a:ea typeface="Yu Gothic"/>
                <a:cs typeface="Yu Gothic"/>
              </a:defRPr>
            </a:lvl7pPr>
            <a:lvl8pPr algn="ctr">
              <a:defRPr sz="1575" b="1">
                <a:solidFill>
                  <a:srgbClr val="1572C3"/>
                </a:solidFill>
                <a:latin typeface="Yu Gothic"/>
                <a:ea typeface="Yu Gothic"/>
                <a:cs typeface="Yu Gothic"/>
              </a:defRPr>
            </a:lvl8pPr>
            <a:lvl9pPr algn="ctr">
              <a:defRPr sz="1575" b="1">
                <a:solidFill>
                  <a:srgbClr val="1572C3"/>
                </a:solidFill>
                <a:latin typeface="Yu Gothic"/>
                <a:ea typeface="Yu Gothic"/>
                <a:cs typeface="Yu Gothic"/>
              </a:defRPr>
            </a:lvl9pPr>
          </a:lstStyle>
          <a:p xmlns:a="http://schemas.openxmlformats.org/drawingml/2006/main">
            <a:pPr algn="ctr">
              <a:defRPr sz="1575" b="1">
                <a:solidFill>
                  <a:srgbClr val="1572C3"/>
                </a:solidFill>
                <a:latin typeface="Yu Gothic"/>
                <a:ea typeface="Yu Gothic"/>
                <a:cs typeface="Yu Gothic"/>
              </a:defRPr>
            </a:pPr>
            <a:r>
              <a:rPr sz="1575" b="1">
                <a:solidFill>
                  <a:srgbClr val="1572C3"/>
                </a:solidFill>
                <a:latin typeface="Yu Gothic"/>
                <a:ea typeface="Yu Gothic"/>
                <a:cs typeface="Yu Gothic"/>
              </a:rPr>
              <a:t>値 D</a:t>
            </a:r>
          </a:p>
        </p:txBody>
      </p:sp>
      <p:sp>
        <p:nvSpPr>
          <p:cNvPr id="57" name="block-455">
            <a:extLst xmlns:a="http://schemas.openxmlformats.org/drawingml/2006/main">
              <a:ext uri="{FF2B5EF4-FFF2-40B4-BE49-F238E27FC236}">
                <a16:creationId xmlns:a16="http://schemas.microsoft.com/office/drawing/2014/main" id="{35442F65-A116-459F-819A-148965286C7B}"/>
              </a:ext>
            </a:extLst>
          </p:cNvPr>
          <p:cNvSpPr>
            <a:spLocks xmlns:a="http://schemas.openxmlformats.org/drawingml/2006/main" noGrp="1"/>
          </p:cNvSpPr>
          <p:nvPr/>
        </p:nvSpPr>
        <p:spPr>
          <a:xfrm xmlns:a="http://schemas.openxmlformats.org/drawingml/2006/main">
            <a:off x="4600575" y="3105150"/>
            <a:ext cx="1104900" cy="194310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58" name="text-456">
            <a:extLst xmlns:a="http://schemas.openxmlformats.org/drawingml/2006/main">
              <a:ext uri="{FF2B5EF4-FFF2-40B4-BE49-F238E27FC236}">
                <a16:creationId xmlns:a16="http://schemas.microsoft.com/office/drawing/2014/main" id="{ECA00834-75B7-42CC-811A-A4F76D09A07A}"/>
              </a:ext>
            </a:extLst>
          </p:cNvPr>
          <p:cNvSpPr>
            <a:spLocks xmlns:a="http://schemas.openxmlformats.org/drawingml/2006/main" noGrp="1"/>
          </p:cNvSpPr>
          <p:nvPr/>
        </p:nvSpPr>
        <p:spPr>
          <a:xfrm xmlns:a="http://schemas.openxmlformats.org/drawingml/2006/main">
            <a:off x="4676775" y="3162300"/>
            <a:ext cx="952500" cy="182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025" b="1">
                <a:solidFill>
                  <a:srgbClr val="231F20"/>
                </a:solidFill>
                <a:latin typeface="Yu Gothic"/>
                <a:ea typeface="Yu Gothic"/>
                <a:cs typeface="Yu Gothic"/>
              </a:defRPr>
            </a:defPPr>
            <a:lvl1pPr algn="ctr">
              <a:defRPr sz="2025" b="1">
                <a:solidFill>
                  <a:srgbClr val="231F20"/>
                </a:solidFill>
                <a:latin typeface="Yu Gothic"/>
                <a:ea typeface="Yu Gothic"/>
                <a:cs typeface="Yu Gothic"/>
              </a:defRPr>
            </a:lvl1pPr>
            <a:lvl2pPr algn="ctr">
              <a:defRPr sz="2025" b="1">
                <a:solidFill>
                  <a:srgbClr val="231F20"/>
                </a:solidFill>
                <a:latin typeface="Yu Gothic"/>
                <a:ea typeface="Yu Gothic"/>
                <a:cs typeface="Yu Gothic"/>
              </a:defRPr>
            </a:lvl2pPr>
            <a:lvl3pPr algn="ctr">
              <a:defRPr sz="2025" b="1">
                <a:solidFill>
                  <a:srgbClr val="231F20"/>
                </a:solidFill>
                <a:latin typeface="Yu Gothic"/>
                <a:ea typeface="Yu Gothic"/>
                <a:cs typeface="Yu Gothic"/>
              </a:defRPr>
            </a:lvl3pPr>
            <a:lvl4pPr algn="ctr">
              <a:defRPr sz="2025" b="1">
                <a:solidFill>
                  <a:srgbClr val="231F20"/>
                </a:solidFill>
                <a:latin typeface="Yu Gothic"/>
                <a:ea typeface="Yu Gothic"/>
                <a:cs typeface="Yu Gothic"/>
              </a:defRPr>
            </a:lvl4pPr>
            <a:lvl5pPr algn="ctr">
              <a:defRPr sz="2025" b="1">
                <a:solidFill>
                  <a:srgbClr val="231F20"/>
                </a:solidFill>
                <a:latin typeface="Yu Gothic"/>
                <a:ea typeface="Yu Gothic"/>
                <a:cs typeface="Yu Gothic"/>
              </a:defRPr>
            </a:lvl5pPr>
            <a:lvl6pPr algn="ctr">
              <a:defRPr sz="2025" b="1">
                <a:solidFill>
                  <a:srgbClr val="231F20"/>
                </a:solidFill>
                <a:latin typeface="Yu Gothic"/>
                <a:ea typeface="Yu Gothic"/>
                <a:cs typeface="Yu Gothic"/>
              </a:defRPr>
            </a:lvl6pPr>
            <a:lvl7pPr algn="ctr">
              <a:defRPr sz="2025" b="1">
                <a:solidFill>
                  <a:srgbClr val="231F20"/>
                </a:solidFill>
                <a:latin typeface="Yu Gothic"/>
                <a:ea typeface="Yu Gothic"/>
                <a:cs typeface="Yu Gothic"/>
              </a:defRPr>
            </a:lvl7pPr>
            <a:lvl8pPr algn="ctr">
              <a:defRPr sz="2025" b="1">
                <a:solidFill>
                  <a:srgbClr val="231F20"/>
                </a:solidFill>
                <a:latin typeface="Yu Gothic"/>
                <a:ea typeface="Yu Gothic"/>
                <a:cs typeface="Yu Gothic"/>
              </a:defRPr>
            </a:lvl8pPr>
            <a:lvl9pPr algn="ctr">
              <a:defRPr sz="2025" b="1">
                <a:solidFill>
                  <a:srgbClr val="231F20"/>
                </a:solidFill>
                <a:latin typeface="Yu Gothic"/>
                <a:ea typeface="Yu Gothic"/>
                <a:cs typeface="Yu Gothic"/>
              </a:defRPr>
            </a:lvl9pPr>
          </a:lstStyle>
          <a:p xmlns:a="http://schemas.openxmlformats.org/drawingml/2006/main">
            <a:pPr algn="ctr">
              <a:defRPr sz="2025" b="1">
                <a:solidFill>
                  <a:srgbClr val="231F20"/>
                </a:solidFill>
                <a:latin typeface="Yu Gothic"/>
                <a:ea typeface="Yu Gothic"/>
                <a:cs typeface="Yu Gothic"/>
              </a:defRPr>
            </a:pPr>
            <a:r>
              <a:rPr sz="2025" b="1">
                <a:solidFill>
                  <a:srgbClr val="231F20"/>
                </a:solidFill>
                <a:latin typeface="Yu Gothic"/>
                <a:ea typeface="Yu Gothic"/>
                <a:cs typeface="Yu Gothic"/>
              </a:rPr>
              <a:t>バス</a:t>
            </a:r>
          </a:p>
          <a:p xmlns:a="http://schemas.openxmlformats.org/drawingml/2006/main">
            <a:pPr algn="ctr">
              <a:defRPr sz="2025" b="1">
                <a:solidFill>
                  <a:srgbClr val="231F20"/>
                </a:solidFill>
                <a:latin typeface="Yu Gothic"/>
                <a:ea typeface="Yu Gothic"/>
                <a:cs typeface="Yu Gothic"/>
              </a:defRPr>
            </a:pPr>
            <a:r>
              <a:rPr sz="2025" b="1">
                <a:solidFill>
                  <a:srgbClr val="231F20"/>
                </a:solidFill>
                <a:latin typeface="Yu Gothic"/>
                <a:ea typeface="Yu Gothic"/>
                <a:cs typeface="Yu Gothic"/>
              </a:rPr>
              <a:t>接続</a:t>
            </a:r>
          </a:p>
        </p:txBody>
      </p:sp>
      <p:sp>
        <p:nvSpPr>
          <p:cNvPr id="59" name="wire-457">
            <a:extLst xmlns:a="http://schemas.openxmlformats.org/drawingml/2006/main">
              <a:ext uri="{FF2B5EF4-FFF2-40B4-BE49-F238E27FC236}">
                <a16:creationId xmlns:a16="http://schemas.microsoft.com/office/drawing/2014/main" id="{F8D412CE-3EC8-43CE-BCAC-682D0A1F8084}"/>
              </a:ext>
            </a:extLst>
          </p:cNvPr>
          <p:cNvSpPr>
            <a:spLocks xmlns:a="http://schemas.openxmlformats.org/drawingml/2006/main" noGrp="1"/>
          </p:cNvSpPr>
          <p:nvPr/>
        </p:nvSpPr>
        <p:spPr>
          <a:xfrm xmlns:a="http://schemas.openxmlformats.org/drawingml/2006/main">
            <a:off x="5705475" y="3952875"/>
            <a:ext cx="1085850" cy="9525"/>
          </a:xfrm>
          <a:custGeom xmlns:a="http://schemas.openxmlformats.org/drawingml/2006/main">
            <a:pathLst>
              <a:path w="1085850" h="9525">
                <a:moveTo>
                  <a:pt x="0" y="0"/>
                </a:moveTo>
                <a:lnTo>
                  <a:pt x="1085850" y="0"/>
                </a:lnTo>
              </a:path>
            </a:pathLst>
          </a:custGeom>
          <a:noFill xmlns:a="http://schemas.openxmlformats.org/drawingml/2006/main"/>
          <a:ln xmlns:a="http://schemas.openxmlformats.org/drawingml/2006/main" w="32385">
            <a:solidFill>
              <a:srgbClr val="231F20"/>
            </a:solidFill>
          </a:ln>
        </p:spPr>
      </p:sp>
      <p:sp>
        <p:nvSpPr>
          <p:cNvPr id="60" name="circuit-458">
            <a:extLst xmlns:a="http://schemas.openxmlformats.org/drawingml/2006/main">
              <a:ext uri="{FF2B5EF4-FFF2-40B4-BE49-F238E27FC236}">
                <a16:creationId xmlns:a16="http://schemas.microsoft.com/office/drawing/2014/main" id="{E512C59F-92B3-4D21-98AC-07023DC90D18}"/>
              </a:ext>
            </a:extLst>
          </p:cNvPr>
          <p:cNvSpPr>
            <a:spLocks xmlns:a="http://schemas.openxmlformats.org/drawingml/2006/main" noGrp="1"/>
          </p:cNvSpPr>
          <p:nvPr/>
        </p:nvSpPr>
        <p:spPr>
          <a:xfrm xmlns:a="http://schemas.openxmlformats.org/drawingml/2006/main">
            <a:off x="6715125" y="39214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61" name="wire-459">
            <a:extLst xmlns:a="http://schemas.openxmlformats.org/drawingml/2006/main">
              <a:ext uri="{FF2B5EF4-FFF2-40B4-BE49-F238E27FC236}">
                <a16:creationId xmlns:a16="http://schemas.microsoft.com/office/drawing/2014/main" id="{F5B3B916-9850-475B-8AFA-56187D1287DA}"/>
              </a:ext>
            </a:extLst>
          </p:cNvPr>
          <p:cNvSpPr>
            <a:spLocks xmlns:a="http://schemas.openxmlformats.org/drawingml/2006/main" noGrp="1"/>
          </p:cNvSpPr>
          <p:nvPr/>
        </p:nvSpPr>
        <p:spPr>
          <a:xfrm xmlns:a="http://schemas.openxmlformats.org/drawingml/2006/main">
            <a:off x="5705475" y="3952875"/>
            <a:ext cx="1085850" cy="9525"/>
          </a:xfrm>
          <a:custGeom xmlns:a="http://schemas.openxmlformats.org/drawingml/2006/main">
            <a:pathLst>
              <a:path w="1085850" h="9525">
                <a:moveTo>
                  <a:pt x="1085850" y="0"/>
                </a:moveTo>
                <a:lnTo>
                  <a:pt x="0" y="0"/>
                </a:lnTo>
              </a:path>
            </a:pathLst>
          </a:custGeom>
          <a:noFill xmlns:a="http://schemas.openxmlformats.org/drawingml/2006/main"/>
          <a:ln xmlns:a="http://schemas.openxmlformats.org/drawingml/2006/main" w="32385">
            <a:solidFill>
              <a:srgbClr val="231F20"/>
            </a:solidFill>
          </a:ln>
        </p:spPr>
      </p:sp>
      <p:sp>
        <p:nvSpPr>
          <p:cNvPr id="62" name="circuit-460">
            <a:extLst xmlns:a="http://schemas.openxmlformats.org/drawingml/2006/main">
              <a:ext uri="{FF2B5EF4-FFF2-40B4-BE49-F238E27FC236}">
                <a16:creationId xmlns:a16="http://schemas.microsoft.com/office/drawing/2014/main" id="{3C415B3A-33F1-4800-9DDB-3E61BDC66542}"/>
              </a:ext>
            </a:extLst>
          </p:cNvPr>
          <p:cNvSpPr>
            <a:spLocks xmlns:a="http://schemas.openxmlformats.org/drawingml/2006/main" noGrp="1"/>
          </p:cNvSpPr>
          <p:nvPr/>
        </p:nvSpPr>
        <p:spPr>
          <a:xfrm xmlns:a="http://schemas.openxmlformats.org/drawingml/2006/main">
            <a:off x="5705475" y="3921443"/>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231F20"/>
          </a:solidFill>
          <a:ln xmlns:a="http://schemas.openxmlformats.org/drawingml/2006/main" w="9525">
            <a:solidFill>
              <a:srgbClr val="231F20"/>
            </a:solidFill>
          </a:ln>
        </p:spPr>
      </p:sp>
      <p:sp>
        <p:nvSpPr>
          <p:cNvPr id="63" name="text-461">
            <a:extLst xmlns:a="http://schemas.openxmlformats.org/drawingml/2006/main">
              <a:ext uri="{FF2B5EF4-FFF2-40B4-BE49-F238E27FC236}">
                <a16:creationId xmlns:a16="http://schemas.microsoft.com/office/drawing/2014/main" id="{807BBE5B-9D1E-405B-AFED-2856CA1C499F}"/>
              </a:ext>
            </a:extLst>
          </p:cNvPr>
          <p:cNvSpPr>
            <a:spLocks xmlns:a="http://schemas.openxmlformats.org/drawingml/2006/main" noGrp="1"/>
          </p:cNvSpPr>
          <p:nvPr/>
        </p:nvSpPr>
        <p:spPr>
          <a:xfrm xmlns:a="http://schemas.openxmlformats.org/drawingml/2006/main">
            <a:off x="5886450" y="3467100"/>
            <a:ext cx="8286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75" b="0">
                <a:solidFill>
                  <a:srgbClr val="231F20"/>
                </a:solidFill>
                <a:latin typeface="Yu Gothic"/>
                <a:ea typeface="Yu Gothic"/>
                <a:cs typeface="Yu Gothic"/>
              </a:defRPr>
            </a:defPPr>
            <a:lvl1pPr algn="l">
              <a:defRPr sz="1575" b="0">
                <a:solidFill>
                  <a:srgbClr val="231F20"/>
                </a:solidFill>
                <a:latin typeface="Yu Gothic"/>
                <a:ea typeface="Yu Gothic"/>
                <a:cs typeface="Yu Gothic"/>
              </a:defRPr>
            </a:lvl1pPr>
            <a:lvl2pPr algn="l">
              <a:defRPr sz="1575" b="0">
                <a:solidFill>
                  <a:srgbClr val="231F20"/>
                </a:solidFill>
                <a:latin typeface="Yu Gothic"/>
                <a:ea typeface="Yu Gothic"/>
                <a:cs typeface="Yu Gothic"/>
              </a:defRPr>
            </a:lvl2pPr>
            <a:lvl3pPr algn="l">
              <a:defRPr sz="1575" b="0">
                <a:solidFill>
                  <a:srgbClr val="231F20"/>
                </a:solidFill>
                <a:latin typeface="Yu Gothic"/>
                <a:ea typeface="Yu Gothic"/>
                <a:cs typeface="Yu Gothic"/>
              </a:defRPr>
            </a:lvl3pPr>
            <a:lvl4pPr algn="l">
              <a:defRPr sz="1575" b="0">
                <a:solidFill>
                  <a:srgbClr val="231F20"/>
                </a:solidFill>
                <a:latin typeface="Yu Gothic"/>
                <a:ea typeface="Yu Gothic"/>
                <a:cs typeface="Yu Gothic"/>
              </a:defRPr>
            </a:lvl4pPr>
            <a:lvl5pPr algn="l">
              <a:defRPr sz="1575" b="0">
                <a:solidFill>
                  <a:srgbClr val="231F20"/>
                </a:solidFill>
                <a:latin typeface="Yu Gothic"/>
                <a:ea typeface="Yu Gothic"/>
                <a:cs typeface="Yu Gothic"/>
              </a:defRPr>
            </a:lvl5pPr>
            <a:lvl6pPr algn="l">
              <a:defRPr sz="1575" b="0">
                <a:solidFill>
                  <a:srgbClr val="231F20"/>
                </a:solidFill>
                <a:latin typeface="Yu Gothic"/>
                <a:ea typeface="Yu Gothic"/>
                <a:cs typeface="Yu Gothic"/>
              </a:defRPr>
            </a:lvl6pPr>
            <a:lvl7pPr algn="l">
              <a:defRPr sz="1575" b="0">
                <a:solidFill>
                  <a:srgbClr val="231F20"/>
                </a:solidFill>
                <a:latin typeface="Yu Gothic"/>
                <a:ea typeface="Yu Gothic"/>
                <a:cs typeface="Yu Gothic"/>
              </a:defRPr>
            </a:lvl7pPr>
            <a:lvl8pPr algn="l">
              <a:defRPr sz="1575" b="0">
                <a:solidFill>
                  <a:srgbClr val="231F20"/>
                </a:solidFill>
                <a:latin typeface="Yu Gothic"/>
                <a:ea typeface="Yu Gothic"/>
                <a:cs typeface="Yu Gothic"/>
              </a:defRPr>
            </a:lvl8pPr>
            <a:lvl9pPr algn="l">
              <a:defRPr sz="1575" b="0">
                <a:solidFill>
                  <a:srgbClr val="231F20"/>
                </a:solidFill>
                <a:latin typeface="Yu Gothic"/>
                <a:ea typeface="Yu Gothic"/>
                <a:cs typeface="Yu Gothic"/>
              </a:defRPr>
            </a:lvl9pPr>
          </a:lstStyle>
          <a:p xmlns:a="http://schemas.openxmlformats.org/drawingml/2006/main">
            <a:pPr algn="l">
              <a:defRPr sz="1575" b="0">
                <a:solidFill>
                  <a:srgbClr val="231F20"/>
                </a:solidFill>
                <a:latin typeface="Yu Gothic"/>
                <a:ea typeface="Yu Gothic"/>
                <a:cs typeface="Yu Gothic"/>
              </a:defRPr>
            </a:pPr>
            <a:r>
              <a:rPr sz="1575" b="0">
                <a:solidFill>
                  <a:srgbClr val="231F20"/>
                </a:solidFill>
                <a:latin typeface="Yu Gothic"/>
                <a:ea typeface="Yu Gothic"/>
                <a:cs typeface="Yu Gothic"/>
              </a:rPr>
              <a:t>番地・値</a:t>
            </a:r>
          </a:p>
        </p:txBody>
      </p:sp>
      <p:sp>
        <p:nvSpPr>
          <p:cNvPr id="64" name="text-462">
            <a:extLst xmlns:a="http://schemas.openxmlformats.org/drawingml/2006/main">
              <a:ext uri="{FF2B5EF4-FFF2-40B4-BE49-F238E27FC236}">
                <a16:creationId xmlns:a16="http://schemas.microsoft.com/office/drawing/2014/main" id="{7D434150-7378-421C-A2D5-BECD49281495}"/>
              </a:ext>
            </a:extLst>
          </p:cNvPr>
          <p:cNvSpPr>
            <a:spLocks xmlns:a="http://schemas.openxmlformats.org/drawingml/2006/main" noGrp="1"/>
          </p:cNvSpPr>
          <p:nvPr/>
        </p:nvSpPr>
        <p:spPr>
          <a:xfrm xmlns:a="http://schemas.openxmlformats.org/drawingml/2006/main">
            <a:off x="5934075" y="4086225"/>
            <a:ext cx="762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75" b="0">
                <a:solidFill>
                  <a:srgbClr val="1572C3"/>
                </a:solidFill>
                <a:latin typeface="Yu Gothic"/>
                <a:ea typeface="Yu Gothic"/>
                <a:cs typeface="Yu Gothic"/>
              </a:defRPr>
            </a:defPPr>
            <a:lvl1pPr algn="l">
              <a:defRPr sz="1575" b="0">
                <a:solidFill>
                  <a:srgbClr val="1572C3"/>
                </a:solidFill>
                <a:latin typeface="Yu Gothic"/>
                <a:ea typeface="Yu Gothic"/>
                <a:cs typeface="Yu Gothic"/>
              </a:defRPr>
            </a:lvl1pPr>
            <a:lvl2pPr algn="l">
              <a:defRPr sz="1575" b="0">
                <a:solidFill>
                  <a:srgbClr val="1572C3"/>
                </a:solidFill>
                <a:latin typeface="Yu Gothic"/>
                <a:ea typeface="Yu Gothic"/>
                <a:cs typeface="Yu Gothic"/>
              </a:defRPr>
            </a:lvl2pPr>
            <a:lvl3pPr algn="l">
              <a:defRPr sz="1575" b="0">
                <a:solidFill>
                  <a:srgbClr val="1572C3"/>
                </a:solidFill>
                <a:latin typeface="Yu Gothic"/>
                <a:ea typeface="Yu Gothic"/>
                <a:cs typeface="Yu Gothic"/>
              </a:defRPr>
            </a:lvl3pPr>
            <a:lvl4pPr algn="l">
              <a:defRPr sz="1575" b="0">
                <a:solidFill>
                  <a:srgbClr val="1572C3"/>
                </a:solidFill>
                <a:latin typeface="Yu Gothic"/>
                <a:ea typeface="Yu Gothic"/>
                <a:cs typeface="Yu Gothic"/>
              </a:defRPr>
            </a:lvl4pPr>
            <a:lvl5pPr algn="l">
              <a:defRPr sz="1575" b="0">
                <a:solidFill>
                  <a:srgbClr val="1572C3"/>
                </a:solidFill>
                <a:latin typeface="Yu Gothic"/>
                <a:ea typeface="Yu Gothic"/>
                <a:cs typeface="Yu Gothic"/>
              </a:defRPr>
            </a:lvl5pPr>
            <a:lvl6pPr algn="l">
              <a:defRPr sz="1575" b="0">
                <a:solidFill>
                  <a:srgbClr val="1572C3"/>
                </a:solidFill>
                <a:latin typeface="Yu Gothic"/>
                <a:ea typeface="Yu Gothic"/>
                <a:cs typeface="Yu Gothic"/>
              </a:defRPr>
            </a:lvl6pPr>
            <a:lvl7pPr algn="l">
              <a:defRPr sz="1575" b="0">
                <a:solidFill>
                  <a:srgbClr val="1572C3"/>
                </a:solidFill>
                <a:latin typeface="Yu Gothic"/>
                <a:ea typeface="Yu Gothic"/>
                <a:cs typeface="Yu Gothic"/>
              </a:defRPr>
            </a:lvl7pPr>
            <a:lvl8pPr algn="l">
              <a:defRPr sz="1575" b="0">
                <a:solidFill>
                  <a:srgbClr val="1572C3"/>
                </a:solidFill>
                <a:latin typeface="Yu Gothic"/>
                <a:ea typeface="Yu Gothic"/>
                <a:cs typeface="Yu Gothic"/>
              </a:defRPr>
            </a:lvl8pPr>
            <a:lvl9pPr algn="l">
              <a:defRPr sz="1575" b="0">
                <a:solidFill>
                  <a:srgbClr val="1572C3"/>
                </a:solidFill>
                <a:latin typeface="Yu Gothic"/>
                <a:ea typeface="Yu Gothic"/>
                <a:cs typeface="Yu Gothic"/>
              </a:defRPr>
            </a:lvl9pPr>
          </a:lstStyle>
          <a:p xmlns:a="http://schemas.openxmlformats.org/drawingml/2006/main">
            <a:pPr algn="l">
              <a:defRPr sz="1575" b="0">
                <a:solidFill>
                  <a:srgbClr val="1572C3"/>
                </a:solidFill>
                <a:latin typeface="Yu Gothic"/>
                <a:ea typeface="Yu Gothic"/>
                <a:cs typeface="Yu Gothic"/>
              </a:defRPr>
            </a:pPr>
            <a:r>
              <a:rPr sz="1575" b="0">
                <a:solidFill>
                  <a:srgbClr val="1572C3"/>
                </a:solidFill>
                <a:latin typeface="Yu Gothic"/>
                <a:ea typeface="Yu Gothic"/>
                <a:cs typeface="Yu Gothic"/>
              </a:rPr>
              <a:t>応答</a:t>
            </a:r>
          </a:p>
        </p:txBody>
      </p:sp>
      <p:sp>
        <p:nvSpPr>
          <p:cNvPr id="65" name="wire-463">
            <a:extLst xmlns:a="http://schemas.openxmlformats.org/drawingml/2006/main">
              <a:ext uri="{FF2B5EF4-FFF2-40B4-BE49-F238E27FC236}">
                <a16:creationId xmlns:a16="http://schemas.microsoft.com/office/drawing/2014/main" id="{FD8AA487-4F44-4530-8AAE-29AAE6436423}"/>
              </a:ext>
            </a:extLst>
          </p:cNvPr>
          <p:cNvSpPr>
            <a:spLocks xmlns:a="http://schemas.openxmlformats.org/drawingml/2006/main" noGrp="1"/>
          </p:cNvSpPr>
          <p:nvPr/>
        </p:nvSpPr>
        <p:spPr>
          <a:xfrm xmlns:a="http://schemas.openxmlformats.org/drawingml/2006/main">
            <a:off x="6791325" y="2552700"/>
            <a:ext cx="9525" cy="2819400"/>
          </a:xfrm>
          <a:custGeom xmlns:a="http://schemas.openxmlformats.org/drawingml/2006/main">
            <a:pathLst>
              <a:path w="9525" h="2819400">
                <a:moveTo>
                  <a:pt x="0" y="0"/>
                </a:moveTo>
                <a:lnTo>
                  <a:pt x="0" y="2819400"/>
                </a:lnTo>
              </a:path>
            </a:pathLst>
          </a:custGeom>
          <a:noFill xmlns:a="http://schemas.openxmlformats.org/drawingml/2006/main"/>
          <a:ln xmlns:a="http://schemas.openxmlformats.org/drawingml/2006/main" w="32385">
            <a:solidFill>
              <a:srgbClr val="231F20"/>
            </a:solidFill>
          </a:ln>
        </p:spPr>
      </p:sp>
      <p:sp>
        <p:nvSpPr>
          <p:cNvPr id="66" name="text-464">
            <a:extLst xmlns:a="http://schemas.openxmlformats.org/drawingml/2006/main">
              <a:ext uri="{FF2B5EF4-FFF2-40B4-BE49-F238E27FC236}">
                <a16:creationId xmlns:a16="http://schemas.microsoft.com/office/drawing/2014/main" id="{A50A34B8-5847-48A7-A1FF-102560B0E20E}"/>
              </a:ext>
            </a:extLst>
          </p:cNvPr>
          <p:cNvSpPr>
            <a:spLocks xmlns:a="http://schemas.openxmlformats.org/drawingml/2006/main" noGrp="1"/>
          </p:cNvSpPr>
          <p:nvPr/>
        </p:nvSpPr>
        <p:spPr>
          <a:xfrm xmlns:a="http://schemas.openxmlformats.org/drawingml/2006/main">
            <a:off x="6419850" y="5543550"/>
            <a:ext cx="819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1">
                <a:solidFill>
                  <a:srgbClr val="231F20"/>
                </a:solidFill>
                <a:latin typeface="Arial"/>
                <a:ea typeface="Arial"/>
                <a:cs typeface="Arial"/>
              </a:defRPr>
            </a:defPPr>
            <a:lvl1pPr algn="ctr">
              <a:defRPr sz="1875" b="1">
                <a:solidFill>
                  <a:srgbClr val="231F20"/>
                </a:solidFill>
                <a:latin typeface="Arial"/>
                <a:ea typeface="Arial"/>
                <a:cs typeface="Arial"/>
              </a:defRPr>
            </a:lvl1pPr>
            <a:lvl2pPr algn="ctr">
              <a:defRPr sz="1875" b="1">
                <a:solidFill>
                  <a:srgbClr val="231F20"/>
                </a:solidFill>
                <a:latin typeface="Arial"/>
                <a:ea typeface="Arial"/>
                <a:cs typeface="Arial"/>
              </a:defRPr>
            </a:lvl2pPr>
            <a:lvl3pPr algn="ctr">
              <a:defRPr sz="1875" b="1">
                <a:solidFill>
                  <a:srgbClr val="231F20"/>
                </a:solidFill>
                <a:latin typeface="Arial"/>
                <a:ea typeface="Arial"/>
                <a:cs typeface="Arial"/>
              </a:defRPr>
            </a:lvl3pPr>
            <a:lvl4pPr algn="ctr">
              <a:defRPr sz="1875" b="1">
                <a:solidFill>
                  <a:srgbClr val="231F20"/>
                </a:solidFill>
                <a:latin typeface="Arial"/>
                <a:ea typeface="Arial"/>
                <a:cs typeface="Arial"/>
              </a:defRPr>
            </a:lvl4pPr>
            <a:lvl5pPr algn="ctr">
              <a:defRPr sz="1875" b="1">
                <a:solidFill>
                  <a:srgbClr val="231F20"/>
                </a:solidFill>
                <a:latin typeface="Arial"/>
                <a:ea typeface="Arial"/>
                <a:cs typeface="Arial"/>
              </a:defRPr>
            </a:lvl5pPr>
            <a:lvl6pPr algn="ctr">
              <a:defRPr sz="1875" b="1">
                <a:solidFill>
                  <a:srgbClr val="231F20"/>
                </a:solidFill>
                <a:latin typeface="Arial"/>
                <a:ea typeface="Arial"/>
                <a:cs typeface="Arial"/>
              </a:defRPr>
            </a:lvl6pPr>
            <a:lvl7pPr algn="ctr">
              <a:defRPr sz="1875" b="1">
                <a:solidFill>
                  <a:srgbClr val="231F20"/>
                </a:solidFill>
                <a:latin typeface="Arial"/>
                <a:ea typeface="Arial"/>
                <a:cs typeface="Arial"/>
              </a:defRPr>
            </a:lvl7pPr>
            <a:lvl8pPr algn="ctr">
              <a:defRPr sz="1875" b="1">
                <a:solidFill>
                  <a:srgbClr val="231F20"/>
                </a:solidFill>
                <a:latin typeface="Arial"/>
                <a:ea typeface="Arial"/>
                <a:cs typeface="Arial"/>
              </a:defRPr>
            </a:lvl8pPr>
            <a:lvl9pPr algn="ctr">
              <a:defRPr sz="1875" b="1">
                <a:solidFill>
                  <a:srgbClr val="231F20"/>
                </a:solidFill>
                <a:latin typeface="Arial"/>
                <a:ea typeface="Arial"/>
                <a:cs typeface="Arial"/>
              </a:defRPr>
            </a:lvl9pPr>
          </a:lstStyle>
          <a:p xmlns:a="http://schemas.openxmlformats.org/drawingml/2006/main">
            <a:pPr algn="ctr">
              <a:defRPr sz="1875" b="1">
                <a:solidFill>
                  <a:srgbClr val="231F20"/>
                </a:solidFill>
                <a:latin typeface="Arial"/>
                <a:ea typeface="Arial"/>
                <a:cs typeface="Arial"/>
              </a:defRPr>
            </a:pPr>
            <a:r>
              <a:rPr sz="1875" b="1">
                <a:solidFill>
                  <a:srgbClr val="231F20"/>
                </a:solidFill>
                <a:latin typeface="Arial"/>
                <a:ea typeface="Arial"/>
                <a:cs typeface="Arial"/>
              </a:rPr>
              <a:t>AHB</a:t>
            </a:r>
          </a:p>
        </p:txBody>
      </p:sp>
      <p:sp>
        <p:nvSpPr>
          <p:cNvPr id="67" name="block-465">
            <a:extLst xmlns:a="http://schemas.openxmlformats.org/drawingml/2006/main">
              <a:ext uri="{FF2B5EF4-FFF2-40B4-BE49-F238E27FC236}">
                <a16:creationId xmlns:a16="http://schemas.microsoft.com/office/drawing/2014/main" id="{35CEFFF7-605E-4119-BD89-F539AEB9464C}"/>
              </a:ext>
            </a:extLst>
          </p:cNvPr>
          <p:cNvSpPr>
            <a:spLocks xmlns:a="http://schemas.openxmlformats.org/drawingml/2006/main" noGrp="1"/>
          </p:cNvSpPr>
          <p:nvPr/>
        </p:nvSpPr>
        <p:spPr>
          <a:xfrm xmlns:a="http://schemas.openxmlformats.org/drawingml/2006/main">
            <a:off x="7591425" y="2257425"/>
            <a:ext cx="1609725" cy="619125"/>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68" name="text-466">
            <a:extLst xmlns:a="http://schemas.openxmlformats.org/drawingml/2006/main">
              <a:ext uri="{FF2B5EF4-FFF2-40B4-BE49-F238E27FC236}">
                <a16:creationId xmlns:a16="http://schemas.microsoft.com/office/drawing/2014/main" id="{96F9A0B2-B1CA-4AFD-A8F3-EC330F554204}"/>
              </a:ext>
            </a:extLst>
          </p:cNvPr>
          <p:cNvSpPr>
            <a:spLocks xmlns:a="http://schemas.openxmlformats.org/drawingml/2006/main" noGrp="1"/>
          </p:cNvSpPr>
          <p:nvPr/>
        </p:nvSpPr>
        <p:spPr>
          <a:xfrm xmlns:a="http://schemas.openxmlformats.org/drawingml/2006/main">
            <a:off x="7667625" y="2314575"/>
            <a:ext cx="14573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1">
                <a:solidFill>
                  <a:srgbClr val="231F20"/>
                </a:solidFill>
                <a:latin typeface="Yu Gothic"/>
                <a:ea typeface="Yu Gothic"/>
                <a:cs typeface="Yu Gothic"/>
              </a:defRPr>
            </a:defPPr>
            <a:lvl1pPr algn="ctr">
              <a:defRPr sz="1875" b="1">
                <a:solidFill>
                  <a:srgbClr val="231F20"/>
                </a:solidFill>
                <a:latin typeface="Yu Gothic"/>
                <a:ea typeface="Yu Gothic"/>
                <a:cs typeface="Yu Gothic"/>
              </a:defRPr>
            </a:lvl1pPr>
            <a:lvl2pPr algn="ctr">
              <a:defRPr sz="1875" b="1">
                <a:solidFill>
                  <a:srgbClr val="231F20"/>
                </a:solidFill>
                <a:latin typeface="Yu Gothic"/>
                <a:ea typeface="Yu Gothic"/>
                <a:cs typeface="Yu Gothic"/>
              </a:defRPr>
            </a:lvl2pPr>
            <a:lvl3pPr algn="ctr">
              <a:defRPr sz="1875" b="1">
                <a:solidFill>
                  <a:srgbClr val="231F20"/>
                </a:solidFill>
                <a:latin typeface="Yu Gothic"/>
                <a:ea typeface="Yu Gothic"/>
                <a:cs typeface="Yu Gothic"/>
              </a:defRPr>
            </a:lvl3pPr>
            <a:lvl4pPr algn="ctr">
              <a:defRPr sz="1875" b="1">
                <a:solidFill>
                  <a:srgbClr val="231F20"/>
                </a:solidFill>
                <a:latin typeface="Yu Gothic"/>
                <a:ea typeface="Yu Gothic"/>
                <a:cs typeface="Yu Gothic"/>
              </a:defRPr>
            </a:lvl4pPr>
            <a:lvl5pPr algn="ctr">
              <a:defRPr sz="1875" b="1">
                <a:solidFill>
                  <a:srgbClr val="231F20"/>
                </a:solidFill>
                <a:latin typeface="Yu Gothic"/>
                <a:ea typeface="Yu Gothic"/>
                <a:cs typeface="Yu Gothic"/>
              </a:defRPr>
            </a:lvl5pPr>
            <a:lvl6pPr algn="ctr">
              <a:defRPr sz="1875" b="1">
                <a:solidFill>
                  <a:srgbClr val="231F20"/>
                </a:solidFill>
                <a:latin typeface="Yu Gothic"/>
                <a:ea typeface="Yu Gothic"/>
                <a:cs typeface="Yu Gothic"/>
              </a:defRPr>
            </a:lvl6pPr>
            <a:lvl7pPr algn="ctr">
              <a:defRPr sz="1875" b="1">
                <a:solidFill>
                  <a:srgbClr val="231F20"/>
                </a:solidFill>
                <a:latin typeface="Yu Gothic"/>
                <a:ea typeface="Yu Gothic"/>
                <a:cs typeface="Yu Gothic"/>
              </a:defRPr>
            </a:lvl7pPr>
            <a:lvl8pPr algn="ctr">
              <a:defRPr sz="1875" b="1">
                <a:solidFill>
                  <a:srgbClr val="231F20"/>
                </a:solidFill>
                <a:latin typeface="Yu Gothic"/>
                <a:ea typeface="Yu Gothic"/>
                <a:cs typeface="Yu Gothic"/>
              </a:defRPr>
            </a:lvl8pPr>
            <a:lvl9pPr algn="ctr">
              <a:defRPr sz="1875" b="1">
                <a:solidFill>
                  <a:srgbClr val="231F20"/>
                </a:solidFill>
                <a:latin typeface="Yu Gothic"/>
                <a:ea typeface="Yu Gothic"/>
                <a:cs typeface="Yu Gothic"/>
              </a:defRPr>
            </a:lvl9pPr>
          </a:lstStyle>
          <a:p xmlns:a="http://schemas.openxmlformats.org/drawingml/2006/main">
            <a:pPr algn="ctr">
              <a:defRPr sz="1875" b="1">
                <a:solidFill>
                  <a:srgbClr val="231F20"/>
                </a:solidFill>
                <a:latin typeface="Yu Gothic"/>
                <a:ea typeface="Yu Gothic"/>
                <a:cs typeface="Yu Gothic"/>
              </a:defRPr>
            </a:pPr>
            <a:r>
              <a:rPr sz="1875" b="1">
                <a:solidFill>
                  <a:srgbClr val="231F20"/>
                </a:solidFill>
                <a:latin typeface="Yu Gothic"/>
                <a:ea typeface="Yu Gothic"/>
                <a:cs typeface="Yu Gothic"/>
              </a:rPr>
              <a:t>DDR3制御</a:t>
            </a:r>
          </a:p>
        </p:txBody>
      </p:sp>
      <p:sp>
        <p:nvSpPr>
          <p:cNvPr id="69" name="block-467">
            <a:extLst xmlns:a="http://schemas.openxmlformats.org/drawingml/2006/main">
              <a:ext uri="{FF2B5EF4-FFF2-40B4-BE49-F238E27FC236}">
                <a16:creationId xmlns:a16="http://schemas.microsoft.com/office/drawing/2014/main" id="{BD880410-8F4B-46A1-89D3-4534A415E90B}"/>
              </a:ext>
            </a:extLst>
          </p:cNvPr>
          <p:cNvSpPr>
            <a:spLocks xmlns:a="http://schemas.openxmlformats.org/drawingml/2006/main" noGrp="1"/>
          </p:cNvSpPr>
          <p:nvPr/>
        </p:nvSpPr>
        <p:spPr>
          <a:xfrm xmlns:a="http://schemas.openxmlformats.org/drawingml/2006/main">
            <a:off x="9696450" y="2000250"/>
            <a:ext cx="1885950" cy="114300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70" name="text-468">
            <a:extLst xmlns:a="http://schemas.openxmlformats.org/drawingml/2006/main">
              <a:ext uri="{FF2B5EF4-FFF2-40B4-BE49-F238E27FC236}">
                <a16:creationId xmlns:a16="http://schemas.microsoft.com/office/drawing/2014/main" id="{7C4FA29A-2DE7-4AFF-AA52-D71D32169B15}"/>
              </a:ext>
            </a:extLst>
          </p:cNvPr>
          <p:cNvSpPr>
            <a:spLocks xmlns:a="http://schemas.openxmlformats.org/drawingml/2006/main" noGrp="1"/>
          </p:cNvSpPr>
          <p:nvPr/>
        </p:nvSpPr>
        <p:spPr>
          <a:xfrm xmlns:a="http://schemas.openxmlformats.org/drawingml/2006/main">
            <a:off x="9772650" y="2057400"/>
            <a:ext cx="17335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025" b="1">
                <a:solidFill>
                  <a:srgbClr val="231F20"/>
                </a:solidFill>
                <a:latin typeface="Arial"/>
                <a:ea typeface="Arial"/>
                <a:cs typeface="Arial"/>
              </a:defRPr>
            </a:defPPr>
            <a:lvl1pPr algn="ctr">
              <a:defRPr sz="2025" b="1">
                <a:solidFill>
                  <a:srgbClr val="231F20"/>
                </a:solidFill>
                <a:latin typeface="Arial"/>
                <a:ea typeface="Arial"/>
                <a:cs typeface="Arial"/>
              </a:defRPr>
            </a:lvl1pPr>
            <a:lvl2pPr algn="ctr">
              <a:defRPr sz="2025" b="1">
                <a:solidFill>
                  <a:srgbClr val="231F20"/>
                </a:solidFill>
                <a:latin typeface="Arial"/>
                <a:ea typeface="Arial"/>
                <a:cs typeface="Arial"/>
              </a:defRPr>
            </a:lvl2pPr>
            <a:lvl3pPr algn="ctr">
              <a:defRPr sz="2025" b="1">
                <a:solidFill>
                  <a:srgbClr val="231F20"/>
                </a:solidFill>
                <a:latin typeface="Arial"/>
                <a:ea typeface="Arial"/>
                <a:cs typeface="Arial"/>
              </a:defRPr>
            </a:lvl3pPr>
            <a:lvl4pPr algn="ctr">
              <a:defRPr sz="2025" b="1">
                <a:solidFill>
                  <a:srgbClr val="231F20"/>
                </a:solidFill>
                <a:latin typeface="Arial"/>
                <a:ea typeface="Arial"/>
                <a:cs typeface="Arial"/>
              </a:defRPr>
            </a:lvl4pPr>
            <a:lvl5pPr algn="ctr">
              <a:defRPr sz="2025" b="1">
                <a:solidFill>
                  <a:srgbClr val="231F20"/>
                </a:solidFill>
                <a:latin typeface="Arial"/>
                <a:ea typeface="Arial"/>
                <a:cs typeface="Arial"/>
              </a:defRPr>
            </a:lvl5pPr>
            <a:lvl6pPr algn="ctr">
              <a:defRPr sz="2025" b="1">
                <a:solidFill>
                  <a:srgbClr val="231F20"/>
                </a:solidFill>
                <a:latin typeface="Arial"/>
                <a:ea typeface="Arial"/>
                <a:cs typeface="Arial"/>
              </a:defRPr>
            </a:lvl6pPr>
            <a:lvl7pPr algn="ctr">
              <a:defRPr sz="2025" b="1">
                <a:solidFill>
                  <a:srgbClr val="231F20"/>
                </a:solidFill>
                <a:latin typeface="Arial"/>
                <a:ea typeface="Arial"/>
                <a:cs typeface="Arial"/>
              </a:defRPr>
            </a:lvl7pPr>
            <a:lvl8pPr algn="ctr">
              <a:defRPr sz="2025" b="1">
                <a:solidFill>
                  <a:srgbClr val="231F20"/>
                </a:solidFill>
                <a:latin typeface="Arial"/>
                <a:ea typeface="Arial"/>
                <a:cs typeface="Arial"/>
              </a:defRPr>
            </a:lvl8pPr>
            <a:lvl9pPr algn="ctr">
              <a:defRPr sz="2025" b="1">
                <a:solidFill>
                  <a:srgbClr val="231F20"/>
                </a:solidFill>
                <a:latin typeface="Arial"/>
                <a:ea typeface="Arial"/>
                <a:cs typeface="Arial"/>
              </a:defRPr>
            </a:lvl9pPr>
          </a:lstStyle>
          <a:p xmlns:a="http://schemas.openxmlformats.org/drawingml/2006/main">
            <a:pPr algn="ctr">
              <a:defRPr sz="2025" b="1">
                <a:solidFill>
                  <a:srgbClr val="231F20"/>
                </a:solidFill>
                <a:latin typeface="Arial"/>
                <a:ea typeface="Arial"/>
                <a:cs typeface="Arial"/>
              </a:defRPr>
            </a:pPr>
            <a:r>
              <a:rPr sz="2025" b="1">
                <a:solidFill>
                  <a:srgbClr val="231F20"/>
                </a:solidFill>
                <a:latin typeface="Arial"/>
                <a:ea typeface="Arial"/>
                <a:cs typeface="Arial"/>
              </a:rPr>
              <a:t>DDR3</a:t>
            </a:r>
          </a:p>
        </p:txBody>
      </p:sp>
      <p:sp>
        <p:nvSpPr>
          <p:cNvPr id="71" name="wire-469">
            <a:extLst xmlns:a="http://schemas.openxmlformats.org/drawingml/2006/main">
              <a:ext uri="{FF2B5EF4-FFF2-40B4-BE49-F238E27FC236}">
                <a16:creationId xmlns:a16="http://schemas.microsoft.com/office/drawing/2014/main" id="{5BA832E7-2462-4F15-82E3-CB553C1DC9CD}"/>
              </a:ext>
            </a:extLst>
          </p:cNvPr>
          <p:cNvSpPr>
            <a:spLocks xmlns:a="http://schemas.openxmlformats.org/drawingml/2006/main" noGrp="1"/>
          </p:cNvSpPr>
          <p:nvPr/>
        </p:nvSpPr>
        <p:spPr>
          <a:xfrm xmlns:a="http://schemas.openxmlformats.org/drawingml/2006/main">
            <a:off x="6791325" y="2571750"/>
            <a:ext cx="800100" cy="9525"/>
          </a:xfrm>
          <a:custGeom xmlns:a="http://schemas.openxmlformats.org/drawingml/2006/main">
            <a:pathLst>
              <a:path w="800100" h="9525">
                <a:moveTo>
                  <a:pt x="0" y="0"/>
                </a:moveTo>
                <a:lnTo>
                  <a:pt x="800100" y="0"/>
                </a:lnTo>
              </a:path>
            </a:pathLst>
          </a:custGeom>
          <a:noFill xmlns:a="http://schemas.openxmlformats.org/drawingml/2006/main"/>
          <a:ln xmlns:a="http://schemas.openxmlformats.org/drawingml/2006/main" w="28575">
            <a:solidFill>
              <a:srgbClr val="231F20"/>
            </a:solidFill>
          </a:ln>
        </p:spPr>
      </p:sp>
      <p:sp>
        <p:nvSpPr>
          <p:cNvPr id="72" name="circuit-470">
            <a:extLst xmlns:a="http://schemas.openxmlformats.org/drawingml/2006/main">
              <a:ext uri="{FF2B5EF4-FFF2-40B4-BE49-F238E27FC236}">
                <a16:creationId xmlns:a16="http://schemas.microsoft.com/office/drawing/2014/main" id="{7DFF05BE-81EA-42BC-AEF0-86B67825292E}"/>
              </a:ext>
            </a:extLst>
          </p:cNvPr>
          <p:cNvSpPr>
            <a:spLocks xmlns:a="http://schemas.openxmlformats.org/drawingml/2006/main" noGrp="1"/>
          </p:cNvSpPr>
          <p:nvPr/>
        </p:nvSpPr>
        <p:spPr>
          <a:xfrm xmlns:a="http://schemas.openxmlformats.org/drawingml/2006/main">
            <a:off x="7515225" y="254031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73" name="wire-471">
            <a:extLst xmlns:a="http://schemas.openxmlformats.org/drawingml/2006/main">
              <a:ext uri="{FF2B5EF4-FFF2-40B4-BE49-F238E27FC236}">
                <a16:creationId xmlns:a16="http://schemas.microsoft.com/office/drawing/2014/main" id="{C0CF66DD-9C30-4143-BBF5-DF13FC66B937}"/>
              </a:ext>
            </a:extLst>
          </p:cNvPr>
          <p:cNvSpPr>
            <a:spLocks xmlns:a="http://schemas.openxmlformats.org/drawingml/2006/main" noGrp="1"/>
          </p:cNvSpPr>
          <p:nvPr/>
        </p:nvSpPr>
        <p:spPr>
          <a:xfrm xmlns:a="http://schemas.openxmlformats.org/drawingml/2006/main">
            <a:off x="6791325" y="2571750"/>
            <a:ext cx="800100" cy="9525"/>
          </a:xfrm>
          <a:custGeom xmlns:a="http://schemas.openxmlformats.org/drawingml/2006/main">
            <a:pathLst>
              <a:path w="800100" h="9525">
                <a:moveTo>
                  <a:pt x="800100" y="0"/>
                </a:moveTo>
                <a:lnTo>
                  <a:pt x="0" y="0"/>
                </a:lnTo>
              </a:path>
            </a:pathLst>
          </a:custGeom>
          <a:noFill xmlns:a="http://schemas.openxmlformats.org/drawingml/2006/main"/>
          <a:ln xmlns:a="http://schemas.openxmlformats.org/drawingml/2006/main" w="28575">
            <a:solidFill>
              <a:srgbClr val="231F20"/>
            </a:solidFill>
          </a:ln>
        </p:spPr>
      </p:sp>
      <p:sp>
        <p:nvSpPr>
          <p:cNvPr id="74" name="circuit-472">
            <a:extLst xmlns:a="http://schemas.openxmlformats.org/drawingml/2006/main">
              <a:ext uri="{FF2B5EF4-FFF2-40B4-BE49-F238E27FC236}">
                <a16:creationId xmlns:a16="http://schemas.microsoft.com/office/drawing/2014/main" id="{35A2668C-BA6E-4753-BB1F-6BD5B4C6B7E6}"/>
              </a:ext>
            </a:extLst>
          </p:cNvPr>
          <p:cNvSpPr>
            <a:spLocks xmlns:a="http://schemas.openxmlformats.org/drawingml/2006/main" noGrp="1"/>
          </p:cNvSpPr>
          <p:nvPr/>
        </p:nvSpPr>
        <p:spPr>
          <a:xfrm xmlns:a="http://schemas.openxmlformats.org/drawingml/2006/main">
            <a:off x="6791325" y="2540318"/>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231F20"/>
          </a:solidFill>
          <a:ln xmlns:a="http://schemas.openxmlformats.org/drawingml/2006/main" w="9525">
            <a:solidFill>
              <a:srgbClr val="231F20"/>
            </a:solidFill>
          </a:ln>
        </p:spPr>
      </p:sp>
      <p:sp>
        <p:nvSpPr>
          <p:cNvPr id="75" name="wire-473">
            <a:extLst xmlns:a="http://schemas.openxmlformats.org/drawingml/2006/main">
              <a:ext uri="{FF2B5EF4-FFF2-40B4-BE49-F238E27FC236}">
                <a16:creationId xmlns:a16="http://schemas.microsoft.com/office/drawing/2014/main" id="{311D22C3-ECCF-485F-85CA-D9FE038E9E46}"/>
              </a:ext>
            </a:extLst>
          </p:cNvPr>
          <p:cNvSpPr>
            <a:spLocks xmlns:a="http://schemas.openxmlformats.org/drawingml/2006/main" noGrp="1"/>
          </p:cNvSpPr>
          <p:nvPr/>
        </p:nvSpPr>
        <p:spPr>
          <a:xfrm xmlns:a="http://schemas.openxmlformats.org/drawingml/2006/main">
            <a:off x="9201150" y="2571750"/>
            <a:ext cx="495300" cy="9525"/>
          </a:xfrm>
          <a:custGeom xmlns:a="http://schemas.openxmlformats.org/drawingml/2006/main">
            <a:pathLst>
              <a:path w="495300" h="9525">
                <a:moveTo>
                  <a:pt x="0" y="0"/>
                </a:moveTo>
                <a:lnTo>
                  <a:pt x="495300" y="0"/>
                </a:lnTo>
              </a:path>
            </a:pathLst>
          </a:custGeom>
          <a:noFill xmlns:a="http://schemas.openxmlformats.org/drawingml/2006/main"/>
          <a:ln xmlns:a="http://schemas.openxmlformats.org/drawingml/2006/main" w="28575">
            <a:solidFill>
              <a:srgbClr val="231F20"/>
            </a:solidFill>
          </a:ln>
        </p:spPr>
      </p:sp>
      <p:sp>
        <p:nvSpPr>
          <p:cNvPr id="76" name="circuit-474">
            <a:extLst xmlns:a="http://schemas.openxmlformats.org/drawingml/2006/main">
              <a:ext uri="{FF2B5EF4-FFF2-40B4-BE49-F238E27FC236}">
                <a16:creationId xmlns:a16="http://schemas.microsoft.com/office/drawing/2014/main" id="{5877159B-C1EF-4329-86F1-9C6AAECB8E1D}"/>
              </a:ext>
            </a:extLst>
          </p:cNvPr>
          <p:cNvSpPr>
            <a:spLocks xmlns:a="http://schemas.openxmlformats.org/drawingml/2006/main" noGrp="1"/>
          </p:cNvSpPr>
          <p:nvPr/>
        </p:nvSpPr>
        <p:spPr>
          <a:xfrm xmlns:a="http://schemas.openxmlformats.org/drawingml/2006/main">
            <a:off x="9620250" y="254031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77" name="wire-475">
            <a:extLst xmlns:a="http://schemas.openxmlformats.org/drawingml/2006/main">
              <a:ext uri="{FF2B5EF4-FFF2-40B4-BE49-F238E27FC236}">
                <a16:creationId xmlns:a16="http://schemas.microsoft.com/office/drawing/2014/main" id="{F9FD04D1-F5EC-4742-9EAB-20F04EB3B86E}"/>
              </a:ext>
            </a:extLst>
          </p:cNvPr>
          <p:cNvSpPr>
            <a:spLocks xmlns:a="http://schemas.openxmlformats.org/drawingml/2006/main" noGrp="1"/>
          </p:cNvSpPr>
          <p:nvPr/>
        </p:nvSpPr>
        <p:spPr>
          <a:xfrm xmlns:a="http://schemas.openxmlformats.org/drawingml/2006/main">
            <a:off x="9201150" y="2571750"/>
            <a:ext cx="495300" cy="9525"/>
          </a:xfrm>
          <a:custGeom xmlns:a="http://schemas.openxmlformats.org/drawingml/2006/main">
            <a:pathLst>
              <a:path w="495300" h="9525">
                <a:moveTo>
                  <a:pt x="495300" y="0"/>
                </a:moveTo>
                <a:lnTo>
                  <a:pt x="0" y="0"/>
                </a:lnTo>
              </a:path>
            </a:pathLst>
          </a:custGeom>
          <a:noFill xmlns:a="http://schemas.openxmlformats.org/drawingml/2006/main"/>
          <a:ln xmlns:a="http://schemas.openxmlformats.org/drawingml/2006/main" w="28575">
            <a:solidFill>
              <a:srgbClr val="231F20"/>
            </a:solidFill>
          </a:ln>
        </p:spPr>
      </p:sp>
      <p:sp>
        <p:nvSpPr>
          <p:cNvPr id="78" name="circuit-476">
            <a:extLst xmlns:a="http://schemas.openxmlformats.org/drawingml/2006/main">
              <a:ext uri="{FF2B5EF4-FFF2-40B4-BE49-F238E27FC236}">
                <a16:creationId xmlns:a16="http://schemas.microsoft.com/office/drawing/2014/main" id="{CEA11E38-D1E1-4C42-9731-D54CF3D9D94F}"/>
              </a:ext>
            </a:extLst>
          </p:cNvPr>
          <p:cNvSpPr>
            <a:spLocks xmlns:a="http://schemas.openxmlformats.org/drawingml/2006/main" noGrp="1"/>
          </p:cNvSpPr>
          <p:nvPr/>
        </p:nvSpPr>
        <p:spPr>
          <a:xfrm xmlns:a="http://schemas.openxmlformats.org/drawingml/2006/main">
            <a:off x="9201150" y="2540318"/>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231F20"/>
          </a:solidFill>
          <a:ln xmlns:a="http://schemas.openxmlformats.org/drawingml/2006/main" w="9525">
            <a:solidFill>
              <a:srgbClr val="231F20"/>
            </a:solidFill>
          </a:ln>
        </p:spPr>
      </p:sp>
      <p:sp>
        <p:nvSpPr>
          <p:cNvPr id="79" name="text-477">
            <a:extLst xmlns:a="http://schemas.openxmlformats.org/drawingml/2006/main">
              <a:ext uri="{FF2B5EF4-FFF2-40B4-BE49-F238E27FC236}">
                <a16:creationId xmlns:a16="http://schemas.microsoft.com/office/drawing/2014/main" id="{D42F40BE-6B25-4A50-A664-3CD3C3D7D71B}"/>
              </a:ext>
            </a:extLst>
          </p:cNvPr>
          <p:cNvSpPr>
            <a:spLocks xmlns:a="http://schemas.openxmlformats.org/drawingml/2006/main" noGrp="1"/>
          </p:cNvSpPr>
          <p:nvPr/>
        </p:nvSpPr>
        <p:spPr>
          <a:xfrm xmlns:a="http://schemas.openxmlformats.org/drawingml/2006/main">
            <a:off x="9705975" y="2733675"/>
            <a:ext cx="1866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00" b="0">
                <a:solidFill>
                  <a:srgbClr val="231F20"/>
                </a:solidFill>
                <a:latin typeface="Yu Gothic"/>
                <a:ea typeface="Yu Gothic"/>
                <a:cs typeface="Yu Gothic"/>
              </a:defRPr>
            </a:defPPr>
            <a:lvl1pPr algn="ctr">
              <a:defRPr sz="1500" b="0">
                <a:solidFill>
                  <a:srgbClr val="231F20"/>
                </a:solidFill>
                <a:latin typeface="Yu Gothic"/>
                <a:ea typeface="Yu Gothic"/>
                <a:cs typeface="Yu Gothic"/>
              </a:defRPr>
            </a:lvl1pPr>
            <a:lvl2pPr algn="ctr">
              <a:defRPr sz="1500" b="0">
                <a:solidFill>
                  <a:srgbClr val="231F20"/>
                </a:solidFill>
                <a:latin typeface="Yu Gothic"/>
                <a:ea typeface="Yu Gothic"/>
                <a:cs typeface="Yu Gothic"/>
              </a:defRPr>
            </a:lvl2pPr>
            <a:lvl3pPr algn="ctr">
              <a:defRPr sz="1500" b="0">
                <a:solidFill>
                  <a:srgbClr val="231F20"/>
                </a:solidFill>
                <a:latin typeface="Yu Gothic"/>
                <a:ea typeface="Yu Gothic"/>
                <a:cs typeface="Yu Gothic"/>
              </a:defRPr>
            </a:lvl3pPr>
            <a:lvl4pPr algn="ctr">
              <a:defRPr sz="1500" b="0">
                <a:solidFill>
                  <a:srgbClr val="231F20"/>
                </a:solidFill>
                <a:latin typeface="Yu Gothic"/>
                <a:ea typeface="Yu Gothic"/>
                <a:cs typeface="Yu Gothic"/>
              </a:defRPr>
            </a:lvl4pPr>
            <a:lvl5pPr algn="ctr">
              <a:defRPr sz="1500" b="0">
                <a:solidFill>
                  <a:srgbClr val="231F20"/>
                </a:solidFill>
                <a:latin typeface="Yu Gothic"/>
                <a:ea typeface="Yu Gothic"/>
                <a:cs typeface="Yu Gothic"/>
              </a:defRPr>
            </a:lvl5pPr>
            <a:lvl6pPr algn="ctr">
              <a:defRPr sz="1500" b="0">
                <a:solidFill>
                  <a:srgbClr val="231F20"/>
                </a:solidFill>
                <a:latin typeface="Yu Gothic"/>
                <a:ea typeface="Yu Gothic"/>
                <a:cs typeface="Yu Gothic"/>
              </a:defRPr>
            </a:lvl6pPr>
            <a:lvl7pPr algn="ctr">
              <a:defRPr sz="1500" b="0">
                <a:solidFill>
                  <a:srgbClr val="231F20"/>
                </a:solidFill>
                <a:latin typeface="Yu Gothic"/>
                <a:ea typeface="Yu Gothic"/>
                <a:cs typeface="Yu Gothic"/>
              </a:defRPr>
            </a:lvl7pPr>
            <a:lvl8pPr algn="ctr">
              <a:defRPr sz="1500" b="0">
                <a:solidFill>
                  <a:srgbClr val="231F20"/>
                </a:solidFill>
                <a:latin typeface="Yu Gothic"/>
                <a:ea typeface="Yu Gothic"/>
                <a:cs typeface="Yu Gothic"/>
              </a:defRPr>
            </a:lvl8pPr>
            <a:lvl9pPr algn="ctr">
              <a:defRPr sz="1500" b="0">
                <a:solidFill>
                  <a:srgbClr val="231F20"/>
                </a:solidFill>
                <a:latin typeface="Yu Gothic"/>
                <a:ea typeface="Yu Gothic"/>
                <a:cs typeface="Yu Gothic"/>
              </a:defRPr>
            </a:lvl9pPr>
          </a:lstStyle>
          <a:p xmlns:a="http://schemas.openxmlformats.org/drawingml/2006/main">
            <a:pPr algn="ctr">
              <a:defRPr sz="1500" b="0">
                <a:solidFill>
                  <a:srgbClr val="231F20"/>
                </a:solidFill>
                <a:latin typeface="Yu Gothic"/>
                <a:ea typeface="Yu Gothic"/>
                <a:cs typeface="Yu Gothic"/>
              </a:defRPr>
            </a:pPr>
            <a:r>
              <a:rPr sz="1500" b="0">
                <a:solidFill>
                  <a:srgbClr val="231F20"/>
                </a:solidFill>
                <a:latin typeface="Yu Gothic"/>
                <a:ea typeface="Yu Gothic"/>
                <a:cs typeface="Yu Gothic"/>
              </a:rPr>
              <a:t>命令・データ</a:t>
            </a:r>
          </a:p>
        </p:txBody>
      </p:sp>
      <p:sp>
        <p:nvSpPr>
          <p:cNvPr id="80" name="block-478">
            <a:extLst xmlns:a="http://schemas.openxmlformats.org/drawingml/2006/main">
              <a:ext uri="{FF2B5EF4-FFF2-40B4-BE49-F238E27FC236}">
                <a16:creationId xmlns:a16="http://schemas.microsoft.com/office/drawing/2014/main" id="{776546FF-63EA-4BCF-8957-53A30281A98A}"/>
              </a:ext>
            </a:extLst>
          </p:cNvPr>
          <p:cNvSpPr>
            <a:spLocks xmlns:a="http://schemas.openxmlformats.org/drawingml/2006/main" noGrp="1"/>
          </p:cNvSpPr>
          <p:nvPr/>
        </p:nvSpPr>
        <p:spPr>
          <a:xfrm xmlns:a="http://schemas.openxmlformats.org/drawingml/2006/main">
            <a:off x="7591425" y="3838575"/>
            <a:ext cx="1190625" cy="619125"/>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81" name="text-479">
            <a:extLst xmlns:a="http://schemas.openxmlformats.org/drawingml/2006/main">
              <a:ext uri="{FF2B5EF4-FFF2-40B4-BE49-F238E27FC236}">
                <a16:creationId xmlns:a16="http://schemas.microsoft.com/office/drawing/2014/main" id="{9414A031-BA8D-4D40-8BAA-4FE817AC3F7F}"/>
              </a:ext>
            </a:extLst>
          </p:cNvPr>
          <p:cNvSpPr>
            <a:spLocks xmlns:a="http://schemas.openxmlformats.org/drawingml/2006/main" noGrp="1"/>
          </p:cNvSpPr>
          <p:nvPr/>
        </p:nvSpPr>
        <p:spPr>
          <a:xfrm xmlns:a="http://schemas.openxmlformats.org/drawingml/2006/main">
            <a:off x="7667625" y="3895725"/>
            <a:ext cx="10382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1">
                <a:solidFill>
                  <a:srgbClr val="231F20"/>
                </a:solidFill>
                <a:latin typeface="Yu Gothic"/>
                <a:ea typeface="Yu Gothic"/>
                <a:cs typeface="Yu Gothic"/>
              </a:defRPr>
            </a:defPPr>
            <a:lvl1pPr algn="ctr">
              <a:defRPr sz="1725" b="1">
                <a:solidFill>
                  <a:srgbClr val="231F20"/>
                </a:solidFill>
                <a:latin typeface="Yu Gothic"/>
                <a:ea typeface="Yu Gothic"/>
                <a:cs typeface="Yu Gothic"/>
              </a:defRPr>
            </a:lvl1pPr>
            <a:lvl2pPr algn="ctr">
              <a:defRPr sz="1725" b="1">
                <a:solidFill>
                  <a:srgbClr val="231F20"/>
                </a:solidFill>
                <a:latin typeface="Yu Gothic"/>
                <a:ea typeface="Yu Gothic"/>
                <a:cs typeface="Yu Gothic"/>
              </a:defRPr>
            </a:lvl2pPr>
            <a:lvl3pPr algn="ctr">
              <a:defRPr sz="1725" b="1">
                <a:solidFill>
                  <a:srgbClr val="231F20"/>
                </a:solidFill>
                <a:latin typeface="Yu Gothic"/>
                <a:ea typeface="Yu Gothic"/>
                <a:cs typeface="Yu Gothic"/>
              </a:defRPr>
            </a:lvl3pPr>
            <a:lvl4pPr algn="ctr">
              <a:defRPr sz="1725" b="1">
                <a:solidFill>
                  <a:srgbClr val="231F20"/>
                </a:solidFill>
                <a:latin typeface="Yu Gothic"/>
                <a:ea typeface="Yu Gothic"/>
                <a:cs typeface="Yu Gothic"/>
              </a:defRPr>
            </a:lvl4pPr>
            <a:lvl5pPr algn="ctr">
              <a:defRPr sz="1725" b="1">
                <a:solidFill>
                  <a:srgbClr val="231F20"/>
                </a:solidFill>
                <a:latin typeface="Yu Gothic"/>
                <a:ea typeface="Yu Gothic"/>
                <a:cs typeface="Yu Gothic"/>
              </a:defRPr>
            </a:lvl5pPr>
            <a:lvl6pPr algn="ctr">
              <a:defRPr sz="1725" b="1">
                <a:solidFill>
                  <a:srgbClr val="231F20"/>
                </a:solidFill>
                <a:latin typeface="Yu Gothic"/>
                <a:ea typeface="Yu Gothic"/>
                <a:cs typeface="Yu Gothic"/>
              </a:defRPr>
            </a:lvl6pPr>
            <a:lvl7pPr algn="ctr">
              <a:defRPr sz="1725" b="1">
                <a:solidFill>
                  <a:srgbClr val="231F20"/>
                </a:solidFill>
                <a:latin typeface="Yu Gothic"/>
                <a:ea typeface="Yu Gothic"/>
                <a:cs typeface="Yu Gothic"/>
              </a:defRPr>
            </a:lvl7pPr>
            <a:lvl8pPr algn="ctr">
              <a:defRPr sz="1725" b="1">
                <a:solidFill>
                  <a:srgbClr val="231F20"/>
                </a:solidFill>
                <a:latin typeface="Yu Gothic"/>
                <a:ea typeface="Yu Gothic"/>
                <a:cs typeface="Yu Gothic"/>
              </a:defRPr>
            </a:lvl8pPr>
            <a:lvl9pPr algn="ctr">
              <a:defRPr sz="1725" b="1">
                <a:solidFill>
                  <a:srgbClr val="231F20"/>
                </a:solidFill>
                <a:latin typeface="Yu Gothic"/>
                <a:ea typeface="Yu Gothic"/>
                <a:cs typeface="Yu Gothic"/>
              </a:defRPr>
            </a:lvl9pPr>
          </a:lstStyle>
          <a:p xmlns:a="http://schemas.openxmlformats.org/drawingml/2006/main">
            <a:pPr algn="ctr">
              <a:defRPr sz="1725" b="1">
                <a:solidFill>
                  <a:srgbClr val="231F20"/>
                </a:solidFill>
                <a:latin typeface="Yu Gothic"/>
                <a:ea typeface="Yu Gothic"/>
                <a:cs typeface="Yu Gothic"/>
              </a:defRPr>
            </a:pPr>
            <a:r>
              <a:rPr sz="1725" b="1">
                <a:solidFill>
                  <a:srgbClr val="231F20"/>
                </a:solidFill>
                <a:latin typeface="Yu Gothic"/>
                <a:ea typeface="Yu Gothic"/>
                <a:cs typeface="Yu Gothic"/>
              </a:rPr>
              <a:t>APB変換</a:t>
            </a:r>
          </a:p>
        </p:txBody>
      </p:sp>
      <p:sp>
        <p:nvSpPr>
          <p:cNvPr id="82" name="wire-480">
            <a:extLst xmlns:a="http://schemas.openxmlformats.org/drawingml/2006/main">
              <a:ext uri="{FF2B5EF4-FFF2-40B4-BE49-F238E27FC236}">
                <a16:creationId xmlns:a16="http://schemas.microsoft.com/office/drawing/2014/main" id="{6D2D78FC-6D60-45EE-B3D3-C0A478EE25DD}"/>
              </a:ext>
            </a:extLst>
          </p:cNvPr>
          <p:cNvSpPr>
            <a:spLocks xmlns:a="http://schemas.openxmlformats.org/drawingml/2006/main" noGrp="1"/>
          </p:cNvSpPr>
          <p:nvPr/>
        </p:nvSpPr>
        <p:spPr>
          <a:xfrm xmlns:a="http://schemas.openxmlformats.org/drawingml/2006/main">
            <a:off x="6791325" y="4143375"/>
            <a:ext cx="800100" cy="9525"/>
          </a:xfrm>
          <a:custGeom xmlns:a="http://schemas.openxmlformats.org/drawingml/2006/main">
            <a:pathLst>
              <a:path w="800100" h="9525">
                <a:moveTo>
                  <a:pt x="0" y="0"/>
                </a:moveTo>
                <a:lnTo>
                  <a:pt x="800100" y="0"/>
                </a:lnTo>
              </a:path>
            </a:pathLst>
          </a:custGeom>
          <a:noFill xmlns:a="http://schemas.openxmlformats.org/drawingml/2006/main"/>
          <a:ln xmlns:a="http://schemas.openxmlformats.org/drawingml/2006/main" w="28575">
            <a:solidFill>
              <a:srgbClr val="231F20"/>
            </a:solidFill>
          </a:ln>
        </p:spPr>
      </p:sp>
      <p:sp>
        <p:nvSpPr>
          <p:cNvPr id="83" name="circuit-481">
            <a:extLst xmlns:a="http://schemas.openxmlformats.org/drawingml/2006/main">
              <a:ext uri="{FF2B5EF4-FFF2-40B4-BE49-F238E27FC236}">
                <a16:creationId xmlns:a16="http://schemas.microsoft.com/office/drawing/2014/main" id="{11F88CBE-CC70-440F-A6C0-A192D3A74CD1}"/>
              </a:ext>
            </a:extLst>
          </p:cNvPr>
          <p:cNvSpPr>
            <a:spLocks xmlns:a="http://schemas.openxmlformats.org/drawingml/2006/main" noGrp="1"/>
          </p:cNvSpPr>
          <p:nvPr/>
        </p:nvSpPr>
        <p:spPr>
          <a:xfrm xmlns:a="http://schemas.openxmlformats.org/drawingml/2006/main">
            <a:off x="7515225" y="41119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84" name="wire-482">
            <a:extLst xmlns:a="http://schemas.openxmlformats.org/drawingml/2006/main">
              <a:ext uri="{FF2B5EF4-FFF2-40B4-BE49-F238E27FC236}">
                <a16:creationId xmlns:a16="http://schemas.microsoft.com/office/drawing/2014/main" id="{2D74EA38-6B9B-4E2A-B3A0-427A0C41F690}"/>
              </a:ext>
            </a:extLst>
          </p:cNvPr>
          <p:cNvSpPr>
            <a:spLocks xmlns:a="http://schemas.openxmlformats.org/drawingml/2006/main" noGrp="1"/>
          </p:cNvSpPr>
          <p:nvPr/>
        </p:nvSpPr>
        <p:spPr>
          <a:xfrm xmlns:a="http://schemas.openxmlformats.org/drawingml/2006/main">
            <a:off x="6791325" y="4143375"/>
            <a:ext cx="800100" cy="9525"/>
          </a:xfrm>
          <a:custGeom xmlns:a="http://schemas.openxmlformats.org/drawingml/2006/main">
            <a:pathLst>
              <a:path w="800100" h="9525">
                <a:moveTo>
                  <a:pt x="800100" y="0"/>
                </a:moveTo>
                <a:lnTo>
                  <a:pt x="0" y="0"/>
                </a:lnTo>
              </a:path>
            </a:pathLst>
          </a:custGeom>
          <a:noFill xmlns:a="http://schemas.openxmlformats.org/drawingml/2006/main"/>
          <a:ln xmlns:a="http://schemas.openxmlformats.org/drawingml/2006/main" w="28575">
            <a:solidFill>
              <a:srgbClr val="231F20"/>
            </a:solidFill>
          </a:ln>
        </p:spPr>
      </p:sp>
      <p:sp>
        <p:nvSpPr>
          <p:cNvPr id="85" name="circuit-483">
            <a:extLst xmlns:a="http://schemas.openxmlformats.org/drawingml/2006/main">
              <a:ext uri="{FF2B5EF4-FFF2-40B4-BE49-F238E27FC236}">
                <a16:creationId xmlns:a16="http://schemas.microsoft.com/office/drawing/2014/main" id="{28FDA064-04B9-4A5D-A948-35F97E48154D}"/>
              </a:ext>
            </a:extLst>
          </p:cNvPr>
          <p:cNvSpPr>
            <a:spLocks xmlns:a="http://schemas.openxmlformats.org/drawingml/2006/main" noGrp="1"/>
          </p:cNvSpPr>
          <p:nvPr/>
        </p:nvSpPr>
        <p:spPr>
          <a:xfrm xmlns:a="http://schemas.openxmlformats.org/drawingml/2006/main">
            <a:off x="6791325" y="4111943"/>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231F20"/>
          </a:solidFill>
          <a:ln xmlns:a="http://schemas.openxmlformats.org/drawingml/2006/main" w="9525">
            <a:solidFill>
              <a:srgbClr val="231F20"/>
            </a:solidFill>
          </a:ln>
        </p:spPr>
      </p:sp>
      <p:sp>
        <p:nvSpPr>
          <p:cNvPr id="86" name="wire-484">
            <a:extLst xmlns:a="http://schemas.openxmlformats.org/drawingml/2006/main">
              <a:ext uri="{FF2B5EF4-FFF2-40B4-BE49-F238E27FC236}">
                <a16:creationId xmlns:a16="http://schemas.microsoft.com/office/drawing/2014/main" id="{B7F4F1D7-A7F4-4F38-95E8-26E45A71EC8F}"/>
              </a:ext>
            </a:extLst>
          </p:cNvPr>
          <p:cNvSpPr>
            <a:spLocks xmlns:a="http://schemas.openxmlformats.org/drawingml/2006/main" noGrp="1"/>
          </p:cNvSpPr>
          <p:nvPr/>
        </p:nvSpPr>
        <p:spPr>
          <a:xfrm xmlns:a="http://schemas.openxmlformats.org/drawingml/2006/main">
            <a:off x="8782050" y="4143375"/>
            <a:ext cx="333375" cy="9525"/>
          </a:xfrm>
          <a:custGeom xmlns:a="http://schemas.openxmlformats.org/drawingml/2006/main">
            <a:pathLst>
              <a:path w="333375" h="9525">
                <a:moveTo>
                  <a:pt x="0" y="0"/>
                </a:moveTo>
                <a:lnTo>
                  <a:pt x="333375" y="0"/>
                </a:lnTo>
              </a:path>
            </a:pathLst>
          </a:custGeom>
          <a:noFill xmlns:a="http://schemas.openxmlformats.org/drawingml/2006/main"/>
          <a:ln xmlns:a="http://schemas.openxmlformats.org/drawingml/2006/main" w="28575">
            <a:solidFill>
              <a:srgbClr val="231F20"/>
            </a:solidFill>
          </a:ln>
        </p:spPr>
      </p:sp>
      <p:sp>
        <p:nvSpPr>
          <p:cNvPr id="87" name="circuit-485">
            <a:extLst xmlns:a="http://schemas.openxmlformats.org/drawingml/2006/main">
              <a:ext uri="{FF2B5EF4-FFF2-40B4-BE49-F238E27FC236}">
                <a16:creationId xmlns:a16="http://schemas.microsoft.com/office/drawing/2014/main" id="{2767FAFE-6405-4E6B-B091-A899496E5324}"/>
              </a:ext>
            </a:extLst>
          </p:cNvPr>
          <p:cNvSpPr>
            <a:spLocks xmlns:a="http://schemas.openxmlformats.org/drawingml/2006/main" noGrp="1"/>
          </p:cNvSpPr>
          <p:nvPr/>
        </p:nvSpPr>
        <p:spPr>
          <a:xfrm xmlns:a="http://schemas.openxmlformats.org/drawingml/2006/main">
            <a:off x="9039225" y="41119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88" name="wire-486">
            <a:extLst xmlns:a="http://schemas.openxmlformats.org/drawingml/2006/main">
              <a:ext uri="{FF2B5EF4-FFF2-40B4-BE49-F238E27FC236}">
                <a16:creationId xmlns:a16="http://schemas.microsoft.com/office/drawing/2014/main" id="{FC41B394-7610-471E-82C0-B86BCDFD0FC2}"/>
              </a:ext>
            </a:extLst>
          </p:cNvPr>
          <p:cNvSpPr>
            <a:spLocks xmlns:a="http://schemas.openxmlformats.org/drawingml/2006/main" noGrp="1"/>
          </p:cNvSpPr>
          <p:nvPr/>
        </p:nvSpPr>
        <p:spPr>
          <a:xfrm xmlns:a="http://schemas.openxmlformats.org/drawingml/2006/main">
            <a:off x="8782050" y="4143375"/>
            <a:ext cx="333375" cy="9525"/>
          </a:xfrm>
          <a:custGeom xmlns:a="http://schemas.openxmlformats.org/drawingml/2006/main">
            <a:pathLst>
              <a:path w="333375" h="9525">
                <a:moveTo>
                  <a:pt x="333375" y="0"/>
                </a:moveTo>
                <a:lnTo>
                  <a:pt x="0" y="0"/>
                </a:lnTo>
              </a:path>
            </a:pathLst>
          </a:custGeom>
          <a:noFill xmlns:a="http://schemas.openxmlformats.org/drawingml/2006/main"/>
          <a:ln xmlns:a="http://schemas.openxmlformats.org/drawingml/2006/main" w="28575">
            <a:solidFill>
              <a:srgbClr val="231F20"/>
            </a:solidFill>
          </a:ln>
        </p:spPr>
      </p:sp>
      <p:sp>
        <p:nvSpPr>
          <p:cNvPr id="89" name="circuit-487">
            <a:extLst xmlns:a="http://schemas.openxmlformats.org/drawingml/2006/main">
              <a:ext uri="{FF2B5EF4-FFF2-40B4-BE49-F238E27FC236}">
                <a16:creationId xmlns:a16="http://schemas.microsoft.com/office/drawing/2014/main" id="{6EA32563-906C-4791-81F1-0937BCC4E3FC}"/>
              </a:ext>
            </a:extLst>
          </p:cNvPr>
          <p:cNvSpPr>
            <a:spLocks xmlns:a="http://schemas.openxmlformats.org/drawingml/2006/main" noGrp="1"/>
          </p:cNvSpPr>
          <p:nvPr/>
        </p:nvSpPr>
        <p:spPr>
          <a:xfrm xmlns:a="http://schemas.openxmlformats.org/drawingml/2006/main">
            <a:off x="8782050" y="4111943"/>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231F20"/>
          </a:solidFill>
          <a:ln xmlns:a="http://schemas.openxmlformats.org/drawingml/2006/main" w="9525">
            <a:solidFill>
              <a:srgbClr val="231F20"/>
            </a:solidFill>
          </a:ln>
        </p:spPr>
      </p:sp>
      <p:sp>
        <p:nvSpPr>
          <p:cNvPr id="90" name="wire-488">
            <a:extLst xmlns:a="http://schemas.openxmlformats.org/drawingml/2006/main">
              <a:ext uri="{FF2B5EF4-FFF2-40B4-BE49-F238E27FC236}">
                <a16:creationId xmlns:a16="http://schemas.microsoft.com/office/drawing/2014/main" id="{8EC9B0BD-6A4E-4FBB-82E0-33135FCF3939}"/>
              </a:ext>
            </a:extLst>
          </p:cNvPr>
          <p:cNvSpPr>
            <a:spLocks xmlns:a="http://schemas.openxmlformats.org/drawingml/2006/main" noGrp="1"/>
          </p:cNvSpPr>
          <p:nvPr/>
        </p:nvSpPr>
        <p:spPr>
          <a:xfrm xmlns:a="http://schemas.openxmlformats.org/drawingml/2006/main">
            <a:off x="9115425" y="3838575"/>
            <a:ext cx="9525" cy="1266825"/>
          </a:xfrm>
          <a:custGeom xmlns:a="http://schemas.openxmlformats.org/drawingml/2006/main">
            <a:pathLst>
              <a:path w="9525" h="1266825">
                <a:moveTo>
                  <a:pt x="0" y="0"/>
                </a:moveTo>
                <a:lnTo>
                  <a:pt x="0" y="1266825"/>
                </a:lnTo>
              </a:path>
            </a:pathLst>
          </a:custGeom>
          <a:noFill xmlns:a="http://schemas.openxmlformats.org/drawingml/2006/main"/>
          <a:ln xmlns:a="http://schemas.openxmlformats.org/drawingml/2006/main" w="28575">
            <a:solidFill>
              <a:srgbClr val="231F20"/>
            </a:solidFill>
          </a:ln>
        </p:spPr>
      </p:sp>
      <p:sp>
        <p:nvSpPr>
          <p:cNvPr id="91" name="text-489">
            <a:extLst xmlns:a="http://schemas.openxmlformats.org/drawingml/2006/main">
              <a:ext uri="{FF2B5EF4-FFF2-40B4-BE49-F238E27FC236}">
                <a16:creationId xmlns:a16="http://schemas.microsoft.com/office/drawing/2014/main" id="{1D7E344F-765D-4A65-852D-EE4AD7574AC2}"/>
              </a:ext>
            </a:extLst>
          </p:cNvPr>
          <p:cNvSpPr>
            <a:spLocks xmlns:a="http://schemas.openxmlformats.org/drawingml/2006/main" noGrp="1"/>
          </p:cNvSpPr>
          <p:nvPr/>
        </p:nvSpPr>
        <p:spPr>
          <a:xfrm xmlns:a="http://schemas.openxmlformats.org/drawingml/2006/main">
            <a:off x="8820150" y="3333750"/>
            <a:ext cx="6000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650" b="1">
                <a:solidFill>
                  <a:srgbClr val="231F20"/>
                </a:solidFill>
                <a:latin typeface="Arial"/>
                <a:ea typeface="Arial"/>
                <a:cs typeface="Arial"/>
              </a:defRPr>
            </a:defPPr>
            <a:lvl1pPr algn="ctr">
              <a:defRPr sz="1650" b="1">
                <a:solidFill>
                  <a:srgbClr val="231F20"/>
                </a:solidFill>
                <a:latin typeface="Arial"/>
                <a:ea typeface="Arial"/>
                <a:cs typeface="Arial"/>
              </a:defRPr>
            </a:lvl1pPr>
            <a:lvl2pPr algn="ctr">
              <a:defRPr sz="1650" b="1">
                <a:solidFill>
                  <a:srgbClr val="231F20"/>
                </a:solidFill>
                <a:latin typeface="Arial"/>
                <a:ea typeface="Arial"/>
                <a:cs typeface="Arial"/>
              </a:defRPr>
            </a:lvl2pPr>
            <a:lvl3pPr algn="ctr">
              <a:defRPr sz="1650" b="1">
                <a:solidFill>
                  <a:srgbClr val="231F20"/>
                </a:solidFill>
                <a:latin typeface="Arial"/>
                <a:ea typeface="Arial"/>
                <a:cs typeface="Arial"/>
              </a:defRPr>
            </a:lvl3pPr>
            <a:lvl4pPr algn="ctr">
              <a:defRPr sz="1650" b="1">
                <a:solidFill>
                  <a:srgbClr val="231F20"/>
                </a:solidFill>
                <a:latin typeface="Arial"/>
                <a:ea typeface="Arial"/>
                <a:cs typeface="Arial"/>
              </a:defRPr>
            </a:lvl4pPr>
            <a:lvl5pPr algn="ctr">
              <a:defRPr sz="1650" b="1">
                <a:solidFill>
                  <a:srgbClr val="231F20"/>
                </a:solidFill>
                <a:latin typeface="Arial"/>
                <a:ea typeface="Arial"/>
                <a:cs typeface="Arial"/>
              </a:defRPr>
            </a:lvl5pPr>
            <a:lvl6pPr algn="ctr">
              <a:defRPr sz="1650" b="1">
                <a:solidFill>
                  <a:srgbClr val="231F20"/>
                </a:solidFill>
                <a:latin typeface="Arial"/>
                <a:ea typeface="Arial"/>
                <a:cs typeface="Arial"/>
              </a:defRPr>
            </a:lvl6pPr>
            <a:lvl7pPr algn="ctr">
              <a:defRPr sz="1650" b="1">
                <a:solidFill>
                  <a:srgbClr val="231F20"/>
                </a:solidFill>
                <a:latin typeface="Arial"/>
                <a:ea typeface="Arial"/>
                <a:cs typeface="Arial"/>
              </a:defRPr>
            </a:lvl7pPr>
            <a:lvl8pPr algn="ctr">
              <a:defRPr sz="1650" b="1">
                <a:solidFill>
                  <a:srgbClr val="231F20"/>
                </a:solidFill>
                <a:latin typeface="Arial"/>
                <a:ea typeface="Arial"/>
                <a:cs typeface="Arial"/>
              </a:defRPr>
            </a:lvl8pPr>
            <a:lvl9pPr algn="ctr">
              <a:defRPr sz="1650" b="1">
                <a:solidFill>
                  <a:srgbClr val="231F20"/>
                </a:solidFill>
                <a:latin typeface="Arial"/>
                <a:ea typeface="Arial"/>
                <a:cs typeface="Arial"/>
              </a:defRPr>
            </a:lvl9pPr>
          </a:lstStyle>
          <a:p xmlns:a="http://schemas.openxmlformats.org/drawingml/2006/main">
            <a:pPr algn="ctr">
              <a:defRPr sz="1650" b="1">
                <a:solidFill>
                  <a:srgbClr val="231F20"/>
                </a:solidFill>
                <a:latin typeface="Arial"/>
                <a:ea typeface="Arial"/>
                <a:cs typeface="Arial"/>
              </a:defRPr>
            </a:pPr>
            <a:r>
              <a:rPr sz="1650" b="1">
                <a:solidFill>
                  <a:srgbClr val="231F20"/>
                </a:solidFill>
                <a:latin typeface="Arial"/>
                <a:ea typeface="Arial"/>
                <a:cs typeface="Arial"/>
              </a:rPr>
              <a:t>APB</a:t>
            </a:r>
          </a:p>
        </p:txBody>
      </p:sp>
      <p:sp>
        <p:nvSpPr>
          <p:cNvPr id="92" name="block-490">
            <a:extLst xmlns:a="http://schemas.openxmlformats.org/drawingml/2006/main">
              <a:ext uri="{FF2B5EF4-FFF2-40B4-BE49-F238E27FC236}">
                <a16:creationId xmlns:a16="http://schemas.microsoft.com/office/drawing/2014/main" id="{B582C5D8-3DFD-4792-B4B8-013594BC1F86}"/>
              </a:ext>
            </a:extLst>
          </p:cNvPr>
          <p:cNvSpPr>
            <a:spLocks xmlns:a="http://schemas.openxmlformats.org/drawingml/2006/main" noGrp="1"/>
          </p:cNvSpPr>
          <p:nvPr/>
        </p:nvSpPr>
        <p:spPr>
          <a:xfrm xmlns:a="http://schemas.openxmlformats.org/drawingml/2006/main">
            <a:off x="9429750" y="3524250"/>
            <a:ext cx="904875" cy="619125"/>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93" name="text-491">
            <a:extLst xmlns:a="http://schemas.openxmlformats.org/drawingml/2006/main">
              <a:ext uri="{FF2B5EF4-FFF2-40B4-BE49-F238E27FC236}">
                <a16:creationId xmlns:a16="http://schemas.microsoft.com/office/drawing/2014/main" id="{83815AEF-F8F9-4FF0-B179-E6C1343EDC29}"/>
              </a:ext>
            </a:extLst>
          </p:cNvPr>
          <p:cNvSpPr>
            <a:spLocks xmlns:a="http://schemas.openxmlformats.org/drawingml/2006/main" noGrp="1"/>
          </p:cNvSpPr>
          <p:nvPr/>
        </p:nvSpPr>
        <p:spPr>
          <a:xfrm xmlns:a="http://schemas.openxmlformats.org/drawingml/2006/main">
            <a:off x="9505950" y="3581400"/>
            <a:ext cx="7524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650" b="1">
                <a:solidFill>
                  <a:srgbClr val="231F20"/>
                </a:solidFill>
                <a:latin typeface="Yu Gothic"/>
                <a:ea typeface="Yu Gothic"/>
                <a:cs typeface="Yu Gothic"/>
              </a:defRPr>
            </a:defPPr>
            <a:lvl1pPr algn="ctr">
              <a:defRPr sz="1650" b="1">
                <a:solidFill>
                  <a:srgbClr val="231F20"/>
                </a:solidFill>
                <a:latin typeface="Yu Gothic"/>
                <a:ea typeface="Yu Gothic"/>
                <a:cs typeface="Yu Gothic"/>
              </a:defRPr>
            </a:lvl1pPr>
            <a:lvl2pPr algn="ctr">
              <a:defRPr sz="1650" b="1">
                <a:solidFill>
                  <a:srgbClr val="231F20"/>
                </a:solidFill>
                <a:latin typeface="Yu Gothic"/>
                <a:ea typeface="Yu Gothic"/>
                <a:cs typeface="Yu Gothic"/>
              </a:defRPr>
            </a:lvl2pPr>
            <a:lvl3pPr algn="ctr">
              <a:defRPr sz="1650" b="1">
                <a:solidFill>
                  <a:srgbClr val="231F20"/>
                </a:solidFill>
                <a:latin typeface="Yu Gothic"/>
                <a:ea typeface="Yu Gothic"/>
                <a:cs typeface="Yu Gothic"/>
              </a:defRPr>
            </a:lvl3pPr>
            <a:lvl4pPr algn="ctr">
              <a:defRPr sz="1650" b="1">
                <a:solidFill>
                  <a:srgbClr val="231F20"/>
                </a:solidFill>
                <a:latin typeface="Yu Gothic"/>
                <a:ea typeface="Yu Gothic"/>
                <a:cs typeface="Yu Gothic"/>
              </a:defRPr>
            </a:lvl4pPr>
            <a:lvl5pPr algn="ctr">
              <a:defRPr sz="1650" b="1">
                <a:solidFill>
                  <a:srgbClr val="231F20"/>
                </a:solidFill>
                <a:latin typeface="Yu Gothic"/>
                <a:ea typeface="Yu Gothic"/>
                <a:cs typeface="Yu Gothic"/>
              </a:defRPr>
            </a:lvl5pPr>
            <a:lvl6pPr algn="ctr">
              <a:defRPr sz="1650" b="1">
                <a:solidFill>
                  <a:srgbClr val="231F20"/>
                </a:solidFill>
                <a:latin typeface="Yu Gothic"/>
                <a:ea typeface="Yu Gothic"/>
                <a:cs typeface="Yu Gothic"/>
              </a:defRPr>
            </a:lvl6pPr>
            <a:lvl7pPr algn="ctr">
              <a:defRPr sz="1650" b="1">
                <a:solidFill>
                  <a:srgbClr val="231F20"/>
                </a:solidFill>
                <a:latin typeface="Yu Gothic"/>
                <a:ea typeface="Yu Gothic"/>
                <a:cs typeface="Yu Gothic"/>
              </a:defRPr>
            </a:lvl7pPr>
            <a:lvl8pPr algn="ctr">
              <a:defRPr sz="1650" b="1">
                <a:solidFill>
                  <a:srgbClr val="231F20"/>
                </a:solidFill>
                <a:latin typeface="Yu Gothic"/>
                <a:ea typeface="Yu Gothic"/>
                <a:cs typeface="Yu Gothic"/>
              </a:defRPr>
            </a:lvl8pPr>
            <a:lvl9pPr algn="ctr">
              <a:defRPr sz="1650" b="1">
                <a:solidFill>
                  <a:srgbClr val="231F20"/>
                </a:solidFill>
                <a:latin typeface="Yu Gothic"/>
                <a:ea typeface="Yu Gothic"/>
                <a:cs typeface="Yu Gothic"/>
              </a:defRPr>
            </a:lvl9pPr>
          </a:lstStyle>
          <a:p xmlns:a="http://schemas.openxmlformats.org/drawingml/2006/main">
            <a:pPr algn="ctr">
              <a:defRPr sz="1650" b="1">
                <a:solidFill>
                  <a:srgbClr val="231F20"/>
                </a:solidFill>
                <a:latin typeface="Yu Gothic"/>
                <a:ea typeface="Yu Gothic"/>
                <a:cs typeface="Yu Gothic"/>
              </a:defRPr>
            </a:pPr>
            <a:r>
              <a:rPr sz="1650" b="1">
                <a:solidFill>
                  <a:srgbClr val="231F20"/>
                </a:solidFill>
                <a:latin typeface="Yu Gothic"/>
                <a:ea typeface="Yu Gothic"/>
                <a:cs typeface="Yu Gothic"/>
              </a:rPr>
              <a:t>SPI</a:t>
            </a:r>
          </a:p>
          <a:p xmlns:a="http://schemas.openxmlformats.org/drawingml/2006/main">
            <a:pPr algn="ctr">
              <a:defRPr sz="1650" b="1">
                <a:solidFill>
                  <a:srgbClr val="231F20"/>
                </a:solidFill>
                <a:latin typeface="Yu Gothic"/>
                <a:ea typeface="Yu Gothic"/>
                <a:cs typeface="Yu Gothic"/>
              </a:defRPr>
            </a:pPr>
            <a:r>
              <a:rPr sz="1650" b="1">
                <a:solidFill>
                  <a:srgbClr val="231F20"/>
                </a:solidFill>
                <a:latin typeface="Yu Gothic"/>
                <a:ea typeface="Yu Gothic"/>
                <a:cs typeface="Yu Gothic"/>
              </a:rPr>
              <a:t>制御</a:t>
            </a:r>
          </a:p>
        </p:txBody>
      </p:sp>
      <p:sp>
        <p:nvSpPr>
          <p:cNvPr id="94" name="block-492">
            <a:extLst xmlns:a="http://schemas.openxmlformats.org/drawingml/2006/main">
              <a:ext uri="{FF2B5EF4-FFF2-40B4-BE49-F238E27FC236}">
                <a16:creationId xmlns:a16="http://schemas.microsoft.com/office/drawing/2014/main" id="{FF065091-5318-4C48-BB78-69606E463CCB}"/>
              </a:ext>
            </a:extLst>
          </p:cNvPr>
          <p:cNvSpPr>
            <a:spLocks xmlns:a="http://schemas.openxmlformats.org/drawingml/2006/main" noGrp="1"/>
          </p:cNvSpPr>
          <p:nvPr/>
        </p:nvSpPr>
        <p:spPr>
          <a:xfrm xmlns:a="http://schemas.openxmlformats.org/drawingml/2006/main">
            <a:off x="10715625" y="3524250"/>
            <a:ext cx="866775" cy="619125"/>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95" name="text-493">
            <a:extLst xmlns:a="http://schemas.openxmlformats.org/drawingml/2006/main">
              <a:ext uri="{FF2B5EF4-FFF2-40B4-BE49-F238E27FC236}">
                <a16:creationId xmlns:a16="http://schemas.microsoft.com/office/drawing/2014/main" id="{6F48B339-C6AA-429D-BEC5-7809F9F46E17}"/>
              </a:ext>
            </a:extLst>
          </p:cNvPr>
          <p:cNvSpPr>
            <a:spLocks xmlns:a="http://schemas.openxmlformats.org/drawingml/2006/main" noGrp="1"/>
          </p:cNvSpPr>
          <p:nvPr/>
        </p:nvSpPr>
        <p:spPr>
          <a:xfrm xmlns:a="http://schemas.openxmlformats.org/drawingml/2006/main">
            <a:off x="10791825" y="3581400"/>
            <a:ext cx="7143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1">
                <a:solidFill>
                  <a:srgbClr val="231F20"/>
                </a:solidFill>
                <a:latin typeface="Yu Gothic"/>
                <a:ea typeface="Yu Gothic"/>
                <a:cs typeface="Yu Gothic"/>
              </a:defRPr>
            </a:defPPr>
            <a:lvl1pPr algn="ctr">
              <a:defRPr sz="1725" b="1">
                <a:solidFill>
                  <a:srgbClr val="231F20"/>
                </a:solidFill>
                <a:latin typeface="Yu Gothic"/>
                <a:ea typeface="Yu Gothic"/>
                <a:cs typeface="Yu Gothic"/>
              </a:defRPr>
            </a:lvl1pPr>
            <a:lvl2pPr algn="ctr">
              <a:defRPr sz="1725" b="1">
                <a:solidFill>
                  <a:srgbClr val="231F20"/>
                </a:solidFill>
                <a:latin typeface="Yu Gothic"/>
                <a:ea typeface="Yu Gothic"/>
                <a:cs typeface="Yu Gothic"/>
              </a:defRPr>
            </a:lvl2pPr>
            <a:lvl3pPr algn="ctr">
              <a:defRPr sz="1725" b="1">
                <a:solidFill>
                  <a:srgbClr val="231F20"/>
                </a:solidFill>
                <a:latin typeface="Yu Gothic"/>
                <a:ea typeface="Yu Gothic"/>
                <a:cs typeface="Yu Gothic"/>
              </a:defRPr>
            </a:lvl3pPr>
            <a:lvl4pPr algn="ctr">
              <a:defRPr sz="1725" b="1">
                <a:solidFill>
                  <a:srgbClr val="231F20"/>
                </a:solidFill>
                <a:latin typeface="Yu Gothic"/>
                <a:ea typeface="Yu Gothic"/>
                <a:cs typeface="Yu Gothic"/>
              </a:defRPr>
            </a:lvl4pPr>
            <a:lvl5pPr algn="ctr">
              <a:defRPr sz="1725" b="1">
                <a:solidFill>
                  <a:srgbClr val="231F20"/>
                </a:solidFill>
                <a:latin typeface="Yu Gothic"/>
                <a:ea typeface="Yu Gothic"/>
                <a:cs typeface="Yu Gothic"/>
              </a:defRPr>
            </a:lvl5pPr>
            <a:lvl6pPr algn="ctr">
              <a:defRPr sz="1725" b="1">
                <a:solidFill>
                  <a:srgbClr val="231F20"/>
                </a:solidFill>
                <a:latin typeface="Yu Gothic"/>
                <a:ea typeface="Yu Gothic"/>
                <a:cs typeface="Yu Gothic"/>
              </a:defRPr>
            </a:lvl6pPr>
            <a:lvl7pPr algn="ctr">
              <a:defRPr sz="1725" b="1">
                <a:solidFill>
                  <a:srgbClr val="231F20"/>
                </a:solidFill>
                <a:latin typeface="Yu Gothic"/>
                <a:ea typeface="Yu Gothic"/>
                <a:cs typeface="Yu Gothic"/>
              </a:defRPr>
            </a:lvl7pPr>
            <a:lvl8pPr algn="ctr">
              <a:defRPr sz="1725" b="1">
                <a:solidFill>
                  <a:srgbClr val="231F20"/>
                </a:solidFill>
                <a:latin typeface="Yu Gothic"/>
                <a:ea typeface="Yu Gothic"/>
                <a:cs typeface="Yu Gothic"/>
              </a:defRPr>
            </a:lvl8pPr>
            <a:lvl9pPr algn="ctr">
              <a:defRPr sz="1725" b="1">
                <a:solidFill>
                  <a:srgbClr val="231F20"/>
                </a:solidFill>
                <a:latin typeface="Yu Gothic"/>
                <a:ea typeface="Yu Gothic"/>
                <a:cs typeface="Yu Gothic"/>
              </a:defRPr>
            </a:lvl9pPr>
          </a:lstStyle>
          <a:p xmlns:a="http://schemas.openxmlformats.org/drawingml/2006/main">
            <a:pPr algn="ctr">
              <a:defRPr sz="1725" b="1">
                <a:solidFill>
                  <a:srgbClr val="231F20"/>
                </a:solidFill>
                <a:latin typeface="Yu Gothic"/>
                <a:ea typeface="Yu Gothic"/>
                <a:cs typeface="Yu Gothic"/>
              </a:defRPr>
            </a:pPr>
            <a:r>
              <a:rPr sz="1725" b="1">
                <a:solidFill>
                  <a:srgbClr val="231F20"/>
                </a:solidFill>
                <a:latin typeface="Yu Gothic"/>
                <a:ea typeface="Yu Gothic"/>
                <a:cs typeface="Yu Gothic"/>
              </a:rPr>
              <a:t>SD</a:t>
            </a:r>
          </a:p>
          <a:p xmlns:a="http://schemas.openxmlformats.org/drawingml/2006/main">
            <a:pPr algn="ctr">
              <a:defRPr sz="1725" b="1">
                <a:solidFill>
                  <a:srgbClr val="231F20"/>
                </a:solidFill>
                <a:latin typeface="Yu Gothic"/>
                <a:ea typeface="Yu Gothic"/>
                <a:cs typeface="Yu Gothic"/>
              </a:defRPr>
            </a:pPr>
            <a:r>
              <a:rPr sz="1725" b="1">
                <a:solidFill>
                  <a:srgbClr val="231F20"/>
                </a:solidFill>
                <a:latin typeface="Yu Gothic"/>
                <a:ea typeface="Yu Gothic"/>
                <a:cs typeface="Yu Gothic"/>
              </a:rPr>
              <a:t>カード</a:t>
            </a:r>
          </a:p>
        </p:txBody>
      </p:sp>
      <p:sp>
        <p:nvSpPr>
          <p:cNvPr id="96" name="wire-494">
            <a:extLst xmlns:a="http://schemas.openxmlformats.org/drawingml/2006/main">
              <a:ext uri="{FF2B5EF4-FFF2-40B4-BE49-F238E27FC236}">
                <a16:creationId xmlns:a16="http://schemas.microsoft.com/office/drawing/2014/main" id="{9630D991-F3E2-4681-A572-52A5EDB29256}"/>
              </a:ext>
            </a:extLst>
          </p:cNvPr>
          <p:cNvSpPr>
            <a:spLocks xmlns:a="http://schemas.openxmlformats.org/drawingml/2006/main" noGrp="1"/>
          </p:cNvSpPr>
          <p:nvPr/>
        </p:nvSpPr>
        <p:spPr>
          <a:xfrm xmlns:a="http://schemas.openxmlformats.org/drawingml/2006/main">
            <a:off x="9115425" y="3838575"/>
            <a:ext cx="314325" cy="9525"/>
          </a:xfrm>
          <a:custGeom xmlns:a="http://schemas.openxmlformats.org/drawingml/2006/main">
            <a:pathLst>
              <a:path w="314325" h="9525">
                <a:moveTo>
                  <a:pt x="0" y="0"/>
                </a:moveTo>
                <a:lnTo>
                  <a:pt x="314325" y="0"/>
                </a:lnTo>
              </a:path>
            </a:pathLst>
          </a:custGeom>
          <a:noFill xmlns:a="http://schemas.openxmlformats.org/drawingml/2006/main"/>
          <a:ln xmlns:a="http://schemas.openxmlformats.org/drawingml/2006/main" w="28575">
            <a:solidFill>
              <a:srgbClr val="231F20"/>
            </a:solidFill>
          </a:ln>
        </p:spPr>
      </p:sp>
      <p:sp>
        <p:nvSpPr>
          <p:cNvPr id="97" name="circuit-495">
            <a:extLst xmlns:a="http://schemas.openxmlformats.org/drawingml/2006/main">
              <a:ext uri="{FF2B5EF4-FFF2-40B4-BE49-F238E27FC236}">
                <a16:creationId xmlns:a16="http://schemas.microsoft.com/office/drawing/2014/main" id="{8013C072-13DD-4425-84B3-3368DE114508}"/>
              </a:ext>
            </a:extLst>
          </p:cNvPr>
          <p:cNvSpPr>
            <a:spLocks xmlns:a="http://schemas.openxmlformats.org/drawingml/2006/main" noGrp="1"/>
          </p:cNvSpPr>
          <p:nvPr/>
        </p:nvSpPr>
        <p:spPr>
          <a:xfrm xmlns:a="http://schemas.openxmlformats.org/drawingml/2006/main">
            <a:off x="9353550" y="38071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98" name="wire-496">
            <a:extLst xmlns:a="http://schemas.openxmlformats.org/drawingml/2006/main">
              <a:ext uri="{FF2B5EF4-FFF2-40B4-BE49-F238E27FC236}">
                <a16:creationId xmlns:a16="http://schemas.microsoft.com/office/drawing/2014/main" id="{BCAEBAC0-803C-44E1-92DC-E3B789FE6437}"/>
              </a:ext>
            </a:extLst>
          </p:cNvPr>
          <p:cNvSpPr>
            <a:spLocks xmlns:a="http://schemas.openxmlformats.org/drawingml/2006/main" noGrp="1"/>
          </p:cNvSpPr>
          <p:nvPr/>
        </p:nvSpPr>
        <p:spPr>
          <a:xfrm xmlns:a="http://schemas.openxmlformats.org/drawingml/2006/main">
            <a:off x="9115425" y="3838575"/>
            <a:ext cx="314325" cy="9525"/>
          </a:xfrm>
          <a:custGeom xmlns:a="http://schemas.openxmlformats.org/drawingml/2006/main">
            <a:pathLst>
              <a:path w="314325" h="9525">
                <a:moveTo>
                  <a:pt x="314325" y="0"/>
                </a:moveTo>
                <a:lnTo>
                  <a:pt x="0" y="0"/>
                </a:lnTo>
              </a:path>
            </a:pathLst>
          </a:custGeom>
          <a:noFill xmlns:a="http://schemas.openxmlformats.org/drawingml/2006/main"/>
          <a:ln xmlns:a="http://schemas.openxmlformats.org/drawingml/2006/main" w="28575">
            <a:solidFill>
              <a:srgbClr val="231F20"/>
            </a:solidFill>
          </a:ln>
        </p:spPr>
      </p:sp>
      <p:sp>
        <p:nvSpPr>
          <p:cNvPr id="99" name="circuit-497">
            <a:extLst xmlns:a="http://schemas.openxmlformats.org/drawingml/2006/main">
              <a:ext uri="{FF2B5EF4-FFF2-40B4-BE49-F238E27FC236}">
                <a16:creationId xmlns:a16="http://schemas.microsoft.com/office/drawing/2014/main" id="{2B5A0B87-525A-4B84-85A7-DDBFD17CB84B}"/>
              </a:ext>
            </a:extLst>
          </p:cNvPr>
          <p:cNvSpPr>
            <a:spLocks xmlns:a="http://schemas.openxmlformats.org/drawingml/2006/main" noGrp="1"/>
          </p:cNvSpPr>
          <p:nvPr/>
        </p:nvSpPr>
        <p:spPr>
          <a:xfrm xmlns:a="http://schemas.openxmlformats.org/drawingml/2006/main">
            <a:off x="9115425" y="3807143"/>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231F20"/>
          </a:solidFill>
          <a:ln xmlns:a="http://schemas.openxmlformats.org/drawingml/2006/main" w="9525">
            <a:solidFill>
              <a:srgbClr val="231F20"/>
            </a:solidFill>
          </a:ln>
        </p:spPr>
      </p:sp>
      <p:sp>
        <p:nvSpPr>
          <p:cNvPr id="100" name="wire-498">
            <a:extLst xmlns:a="http://schemas.openxmlformats.org/drawingml/2006/main">
              <a:ext uri="{FF2B5EF4-FFF2-40B4-BE49-F238E27FC236}">
                <a16:creationId xmlns:a16="http://schemas.microsoft.com/office/drawing/2014/main" id="{4D4407BC-AC72-43A0-98D5-BE1A539550E2}"/>
              </a:ext>
            </a:extLst>
          </p:cNvPr>
          <p:cNvSpPr>
            <a:spLocks xmlns:a="http://schemas.openxmlformats.org/drawingml/2006/main" noGrp="1"/>
          </p:cNvSpPr>
          <p:nvPr/>
        </p:nvSpPr>
        <p:spPr>
          <a:xfrm xmlns:a="http://schemas.openxmlformats.org/drawingml/2006/main">
            <a:off x="10334625" y="3838575"/>
            <a:ext cx="381000" cy="9525"/>
          </a:xfrm>
          <a:custGeom xmlns:a="http://schemas.openxmlformats.org/drawingml/2006/main">
            <a:pathLst>
              <a:path w="381000" h="9525">
                <a:moveTo>
                  <a:pt x="0" y="0"/>
                </a:moveTo>
                <a:lnTo>
                  <a:pt x="381000" y="0"/>
                </a:lnTo>
              </a:path>
            </a:pathLst>
          </a:custGeom>
          <a:noFill xmlns:a="http://schemas.openxmlformats.org/drawingml/2006/main"/>
          <a:ln xmlns:a="http://schemas.openxmlformats.org/drawingml/2006/main" w="28575">
            <a:solidFill>
              <a:srgbClr val="231F20"/>
            </a:solidFill>
          </a:ln>
        </p:spPr>
      </p:sp>
      <p:sp>
        <p:nvSpPr>
          <p:cNvPr id="101" name="circuit-499">
            <a:extLst xmlns:a="http://schemas.openxmlformats.org/drawingml/2006/main">
              <a:ext uri="{FF2B5EF4-FFF2-40B4-BE49-F238E27FC236}">
                <a16:creationId xmlns:a16="http://schemas.microsoft.com/office/drawing/2014/main" id="{6DA8A1BD-C67C-4BDB-9C81-DB718630466C}"/>
              </a:ext>
            </a:extLst>
          </p:cNvPr>
          <p:cNvSpPr>
            <a:spLocks xmlns:a="http://schemas.openxmlformats.org/drawingml/2006/main" noGrp="1"/>
          </p:cNvSpPr>
          <p:nvPr/>
        </p:nvSpPr>
        <p:spPr>
          <a:xfrm xmlns:a="http://schemas.openxmlformats.org/drawingml/2006/main">
            <a:off x="10639425" y="38071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102" name="wire-500">
            <a:extLst xmlns:a="http://schemas.openxmlformats.org/drawingml/2006/main">
              <a:ext uri="{FF2B5EF4-FFF2-40B4-BE49-F238E27FC236}">
                <a16:creationId xmlns:a16="http://schemas.microsoft.com/office/drawing/2014/main" id="{45F29A65-8639-4DC0-B953-DA33F8C91AAC}"/>
              </a:ext>
            </a:extLst>
          </p:cNvPr>
          <p:cNvSpPr>
            <a:spLocks xmlns:a="http://schemas.openxmlformats.org/drawingml/2006/main" noGrp="1"/>
          </p:cNvSpPr>
          <p:nvPr/>
        </p:nvSpPr>
        <p:spPr>
          <a:xfrm xmlns:a="http://schemas.openxmlformats.org/drawingml/2006/main">
            <a:off x="10334625" y="3838575"/>
            <a:ext cx="381000" cy="9525"/>
          </a:xfrm>
          <a:custGeom xmlns:a="http://schemas.openxmlformats.org/drawingml/2006/main">
            <a:pathLst>
              <a:path w="381000" h="9525">
                <a:moveTo>
                  <a:pt x="381000" y="0"/>
                </a:moveTo>
                <a:lnTo>
                  <a:pt x="0" y="0"/>
                </a:lnTo>
              </a:path>
            </a:pathLst>
          </a:custGeom>
          <a:noFill xmlns:a="http://schemas.openxmlformats.org/drawingml/2006/main"/>
          <a:ln xmlns:a="http://schemas.openxmlformats.org/drawingml/2006/main" w="28575">
            <a:solidFill>
              <a:srgbClr val="231F20"/>
            </a:solidFill>
          </a:ln>
        </p:spPr>
      </p:sp>
      <p:sp>
        <p:nvSpPr>
          <p:cNvPr id="103" name="circuit-501">
            <a:extLst xmlns:a="http://schemas.openxmlformats.org/drawingml/2006/main">
              <a:ext uri="{FF2B5EF4-FFF2-40B4-BE49-F238E27FC236}">
                <a16:creationId xmlns:a16="http://schemas.microsoft.com/office/drawing/2014/main" id="{252C06CF-E16F-4253-BE47-4796428E5654}"/>
              </a:ext>
            </a:extLst>
          </p:cNvPr>
          <p:cNvSpPr>
            <a:spLocks xmlns:a="http://schemas.openxmlformats.org/drawingml/2006/main" noGrp="1"/>
          </p:cNvSpPr>
          <p:nvPr/>
        </p:nvSpPr>
        <p:spPr>
          <a:xfrm xmlns:a="http://schemas.openxmlformats.org/drawingml/2006/main">
            <a:off x="10334625" y="3807143"/>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231F20"/>
          </a:solidFill>
          <a:ln xmlns:a="http://schemas.openxmlformats.org/drawingml/2006/main" w="9525">
            <a:solidFill>
              <a:srgbClr val="231F20"/>
            </a:solidFill>
          </a:ln>
        </p:spPr>
      </p:sp>
      <p:sp>
        <p:nvSpPr>
          <p:cNvPr id="104" name="block-502">
            <a:extLst xmlns:a="http://schemas.openxmlformats.org/drawingml/2006/main">
              <a:ext uri="{FF2B5EF4-FFF2-40B4-BE49-F238E27FC236}">
                <a16:creationId xmlns:a16="http://schemas.microsoft.com/office/drawing/2014/main" id="{800A3EE1-EA27-4C69-A107-4950073CA088}"/>
              </a:ext>
            </a:extLst>
          </p:cNvPr>
          <p:cNvSpPr>
            <a:spLocks xmlns:a="http://schemas.openxmlformats.org/drawingml/2006/main" noGrp="1"/>
          </p:cNvSpPr>
          <p:nvPr/>
        </p:nvSpPr>
        <p:spPr>
          <a:xfrm xmlns:a="http://schemas.openxmlformats.org/drawingml/2006/main">
            <a:off x="9429750" y="4667250"/>
            <a:ext cx="2152650" cy="857250"/>
          </a:xfrm>
          <a:prstGeom xmlns:a="http://schemas.openxmlformats.org/drawingml/2006/main" prst="rect">
            <a:avLst/>
          </a:prstGeom>
          <a:solidFill xmlns:a="http://schemas.openxmlformats.org/drawingml/2006/main">
            <a:srgbClr val="E5EBF8"/>
          </a:solidFill>
          <a:ln xmlns:a="http://schemas.openxmlformats.org/drawingml/2006/main" w="20955">
            <a:solidFill>
              <a:srgbClr val="231F20"/>
            </a:solidFill>
          </a:ln>
        </p:spPr>
      </p:sp>
      <p:sp>
        <p:nvSpPr>
          <p:cNvPr id="105" name="text-503">
            <a:extLst xmlns:a="http://schemas.openxmlformats.org/drawingml/2006/main">
              <a:ext uri="{FF2B5EF4-FFF2-40B4-BE49-F238E27FC236}">
                <a16:creationId xmlns:a16="http://schemas.microsoft.com/office/drawing/2014/main" id="{A0BC9D6E-5F46-406F-8D37-E1282EA40E66}"/>
              </a:ext>
            </a:extLst>
          </p:cNvPr>
          <p:cNvSpPr>
            <a:spLocks xmlns:a="http://schemas.openxmlformats.org/drawingml/2006/main" noGrp="1"/>
          </p:cNvSpPr>
          <p:nvPr/>
        </p:nvSpPr>
        <p:spPr>
          <a:xfrm xmlns:a="http://schemas.openxmlformats.org/drawingml/2006/main">
            <a:off x="9505950" y="4724400"/>
            <a:ext cx="2000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1">
                <a:solidFill>
                  <a:srgbClr val="231F20"/>
                </a:solidFill>
                <a:latin typeface="Yu Gothic"/>
                <a:ea typeface="Yu Gothic"/>
                <a:cs typeface="Yu Gothic"/>
              </a:defRPr>
            </a:defPPr>
            <a:lvl1pPr algn="ctr">
              <a:defRPr sz="1875" b="1">
                <a:solidFill>
                  <a:srgbClr val="231F20"/>
                </a:solidFill>
                <a:latin typeface="Yu Gothic"/>
                <a:ea typeface="Yu Gothic"/>
                <a:cs typeface="Yu Gothic"/>
              </a:defRPr>
            </a:lvl1pPr>
            <a:lvl2pPr algn="ctr">
              <a:defRPr sz="1875" b="1">
                <a:solidFill>
                  <a:srgbClr val="231F20"/>
                </a:solidFill>
                <a:latin typeface="Yu Gothic"/>
                <a:ea typeface="Yu Gothic"/>
                <a:cs typeface="Yu Gothic"/>
              </a:defRPr>
            </a:lvl2pPr>
            <a:lvl3pPr algn="ctr">
              <a:defRPr sz="1875" b="1">
                <a:solidFill>
                  <a:srgbClr val="231F20"/>
                </a:solidFill>
                <a:latin typeface="Yu Gothic"/>
                <a:ea typeface="Yu Gothic"/>
                <a:cs typeface="Yu Gothic"/>
              </a:defRPr>
            </a:lvl3pPr>
            <a:lvl4pPr algn="ctr">
              <a:defRPr sz="1875" b="1">
                <a:solidFill>
                  <a:srgbClr val="231F20"/>
                </a:solidFill>
                <a:latin typeface="Yu Gothic"/>
                <a:ea typeface="Yu Gothic"/>
                <a:cs typeface="Yu Gothic"/>
              </a:defRPr>
            </a:lvl4pPr>
            <a:lvl5pPr algn="ctr">
              <a:defRPr sz="1875" b="1">
                <a:solidFill>
                  <a:srgbClr val="231F20"/>
                </a:solidFill>
                <a:latin typeface="Yu Gothic"/>
                <a:ea typeface="Yu Gothic"/>
                <a:cs typeface="Yu Gothic"/>
              </a:defRPr>
            </a:lvl5pPr>
            <a:lvl6pPr algn="ctr">
              <a:defRPr sz="1875" b="1">
                <a:solidFill>
                  <a:srgbClr val="231F20"/>
                </a:solidFill>
                <a:latin typeface="Yu Gothic"/>
                <a:ea typeface="Yu Gothic"/>
                <a:cs typeface="Yu Gothic"/>
              </a:defRPr>
            </a:lvl6pPr>
            <a:lvl7pPr algn="ctr">
              <a:defRPr sz="1875" b="1">
                <a:solidFill>
                  <a:srgbClr val="231F20"/>
                </a:solidFill>
                <a:latin typeface="Yu Gothic"/>
                <a:ea typeface="Yu Gothic"/>
                <a:cs typeface="Yu Gothic"/>
              </a:defRPr>
            </a:lvl7pPr>
            <a:lvl8pPr algn="ctr">
              <a:defRPr sz="1875" b="1">
                <a:solidFill>
                  <a:srgbClr val="231F20"/>
                </a:solidFill>
                <a:latin typeface="Yu Gothic"/>
                <a:ea typeface="Yu Gothic"/>
                <a:cs typeface="Yu Gothic"/>
              </a:defRPr>
            </a:lvl8pPr>
            <a:lvl9pPr algn="ctr">
              <a:defRPr sz="1875" b="1">
                <a:solidFill>
                  <a:srgbClr val="231F20"/>
                </a:solidFill>
                <a:latin typeface="Yu Gothic"/>
                <a:ea typeface="Yu Gothic"/>
                <a:cs typeface="Yu Gothic"/>
              </a:defRPr>
            </a:lvl9pPr>
          </a:lstStyle>
          <a:p xmlns:a="http://schemas.openxmlformats.org/drawingml/2006/main">
            <a:pPr algn="ctr">
              <a:defRPr sz="1875" b="1">
                <a:solidFill>
                  <a:srgbClr val="231F20"/>
                </a:solidFill>
                <a:latin typeface="Yu Gothic"/>
                <a:ea typeface="Yu Gothic"/>
                <a:cs typeface="Yu Gothic"/>
              </a:defRPr>
            </a:pPr>
            <a:r>
              <a:rPr sz="1875" b="1">
                <a:solidFill>
                  <a:srgbClr val="231F20"/>
                </a:solidFill>
                <a:latin typeface="Yu Gothic"/>
                <a:ea typeface="Yu Gothic"/>
                <a:cs typeface="Yu Gothic"/>
              </a:rPr>
              <a:t>接続回路</a:t>
            </a:r>
          </a:p>
          <a:p xmlns:a="http://schemas.openxmlformats.org/drawingml/2006/main">
            <a:pPr algn="ctr">
              <a:defRPr sz="1875" b="1">
                <a:solidFill>
                  <a:srgbClr val="231F20"/>
                </a:solidFill>
                <a:latin typeface="Yu Gothic"/>
                <a:ea typeface="Yu Gothic"/>
                <a:cs typeface="Yu Gothic"/>
              </a:defRPr>
            </a:pPr>
            <a:r>
              <a:rPr sz="1875" b="1">
                <a:solidFill>
                  <a:srgbClr val="231F20"/>
                </a:solidFill>
                <a:latin typeface="Yu Gothic"/>
                <a:ea typeface="Yu Gothic"/>
                <a:cs typeface="Yu Gothic"/>
              </a:rPr>
              <a:t>＋ RasterIX</a:t>
            </a:r>
          </a:p>
        </p:txBody>
      </p:sp>
      <p:sp>
        <p:nvSpPr>
          <p:cNvPr id="106" name="wire-504">
            <a:extLst xmlns:a="http://schemas.openxmlformats.org/drawingml/2006/main">
              <a:ext uri="{FF2B5EF4-FFF2-40B4-BE49-F238E27FC236}">
                <a16:creationId xmlns:a16="http://schemas.microsoft.com/office/drawing/2014/main" id="{697F2007-7E94-4EAF-8338-DB67DC211613}"/>
              </a:ext>
            </a:extLst>
          </p:cNvPr>
          <p:cNvSpPr>
            <a:spLocks xmlns:a="http://schemas.openxmlformats.org/drawingml/2006/main" noGrp="1"/>
          </p:cNvSpPr>
          <p:nvPr/>
        </p:nvSpPr>
        <p:spPr>
          <a:xfrm xmlns:a="http://schemas.openxmlformats.org/drawingml/2006/main">
            <a:off x="9115425" y="5105400"/>
            <a:ext cx="314325" cy="9525"/>
          </a:xfrm>
          <a:custGeom xmlns:a="http://schemas.openxmlformats.org/drawingml/2006/main">
            <a:pathLst>
              <a:path w="314325" h="9525">
                <a:moveTo>
                  <a:pt x="0" y="0"/>
                </a:moveTo>
                <a:lnTo>
                  <a:pt x="314325" y="0"/>
                </a:lnTo>
              </a:path>
            </a:pathLst>
          </a:custGeom>
          <a:noFill xmlns:a="http://schemas.openxmlformats.org/drawingml/2006/main"/>
          <a:ln xmlns:a="http://schemas.openxmlformats.org/drawingml/2006/main" w="28575">
            <a:solidFill>
              <a:srgbClr val="1572C3"/>
            </a:solidFill>
          </a:ln>
        </p:spPr>
      </p:sp>
      <p:sp>
        <p:nvSpPr>
          <p:cNvPr id="107" name="circuit-505">
            <a:extLst xmlns:a="http://schemas.openxmlformats.org/drawingml/2006/main">
              <a:ext uri="{FF2B5EF4-FFF2-40B4-BE49-F238E27FC236}">
                <a16:creationId xmlns:a16="http://schemas.microsoft.com/office/drawing/2014/main" id="{8A4BEFC3-99BC-4AF9-B17F-8B134F972A55}"/>
              </a:ext>
            </a:extLst>
          </p:cNvPr>
          <p:cNvSpPr>
            <a:spLocks xmlns:a="http://schemas.openxmlformats.org/drawingml/2006/main" noGrp="1"/>
          </p:cNvSpPr>
          <p:nvPr/>
        </p:nvSpPr>
        <p:spPr>
          <a:xfrm xmlns:a="http://schemas.openxmlformats.org/drawingml/2006/main">
            <a:off x="9353550" y="5073968"/>
            <a:ext cx="76200" cy="62865"/>
          </a:xfrm>
          <a:custGeom xmlns:a="http://schemas.openxmlformats.org/drawingml/2006/main">
            <a:pathLst>
              <a:path w="76200" h="62865">
                <a:moveTo>
                  <a:pt x="76200" y="31432"/>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108" name="wire-506">
            <a:extLst xmlns:a="http://schemas.openxmlformats.org/drawingml/2006/main">
              <a:ext uri="{FF2B5EF4-FFF2-40B4-BE49-F238E27FC236}">
                <a16:creationId xmlns:a16="http://schemas.microsoft.com/office/drawing/2014/main" id="{6A286E4E-83CF-4E46-8BBC-06C2E8A4430D}"/>
              </a:ext>
            </a:extLst>
          </p:cNvPr>
          <p:cNvSpPr>
            <a:spLocks xmlns:a="http://schemas.openxmlformats.org/drawingml/2006/main" noGrp="1"/>
          </p:cNvSpPr>
          <p:nvPr/>
        </p:nvSpPr>
        <p:spPr>
          <a:xfrm xmlns:a="http://schemas.openxmlformats.org/drawingml/2006/main">
            <a:off x="9115425" y="5105400"/>
            <a:ext cx="314325" cy="9525"/>
          </a:xfrm>
          <a:custGeom xmlns:a="http://schemas.openxmlformats.org/drawingml/2006/main">
            <a:pathLst>
              <a:path w="314325" h="9525">
                <a:moveTo>
                  <a:pt x="314325" y="0"/>
                </a:moveTo>
                <a:lnTo>
                  <a:pt x="0" y="0"/>
                </a:lnTo>
              </a:path>
            </a:pathLst>
          </a:custGeom>
          <a:noFill xmlns:a="http://schemas.openxmlformats.org/drawingml/2006/main"/>
          <a:ln xmlns:a="http://schemas.openxmlformats.org/drawingml/2006/main" w="28575">
            <a:solidFill>
              <a:srgbClr val="1572C3"/>
            </a:solidFill>
          </a:ln>
        </p:spPr>
      </p:sp>
      <p:sp>
        <p:nvSpPr>
          <p:cNvPr id="109" name="circuit-507">
            <a:extLst xmlns:a="http://schemas.openxmlformats.org/drawingml/2006/main">
              <a:ext uri="{FF2B5EF4-FFF2-40B4-BE49-F238E27FC236}">
                <a16:creationId xmlns:a16="http://schemas.microsoft.com/office/drawing/2014/main" id="{CBFF8989-786C-4BA6-8B3B-B1E0F227B192}"/>
              </a:ext>
            </a:extLst>
          </p:cNvPr>
          <p:cNvSpPr>
            <a:spLocks xmlns:a="http://schemas.openxmlformats.org/drawingml/2006/main" noGrp="1"/>
          </p:cNvSpPr>
          <p:nvPr/>
        </p:nvSpPr>
        <p:spPr>
          <a:xfrm xmlns:a="http://schemas.openxmlformats.org/drawingml/2006/main">
            <a:off x="9115425" y="5073968"/>
            <a:ext cx="76200" cy="62865"/>
          </a:xfrm>
          <a:custGeom xmlns:a="http://schemas.openxmlformats.org/drawingml/2006/main">
            <a:pathLst>
              <a:path w="76200" h="62865">
                <a:moveTo>
                  <a:pt x="0" y="31432"/>
                </a:moveTo>
                <a:lnTo>
                  <a:pt x="76200" y="62865"/>
                </a:lnTo>
                <a:lnTo>
                  <a:pt x="76200" y="0"/>
                </a:lnTo>
                <a:close/>
              </a:path>
            </a:pathLst>
          </a:custGeom>
          <a:solidFill xmlns:a="http://schemas.openxmlformats.org/drawingml/2006/main">
            <a:srgbClr val="1572C3"/>
          </a:solidFill>
          <a:ln xmlns:a="http://schemas.openxmlformats.org/drawingml/2006/main" w="9525">
            <a:solidFill>
              <a:srgbClr val="1572C3"/>
            </a:solidFill>
          </a:ln>
        </p:spPr>
      </p:sp>
      <p:sp>
        <p:nvSpPr>
          <p:cNvPr id="110" name="wire-508">
            <a:extLst xmlns:a="http://schemas.openxmlformats.org/drawingml/2006/main">
              <a:ext uri="{FF2B5EF4-FFF2-40B4-BE49-F238E27FC236}">
                <a16:creationId xmlns:a16="http://schemas.microsoft.com/office/drawing/2014/main" id="{9F5610E5-3B75-42B2-B68E-8A0F3598DF31}"/>
              </a:ext>
            </a:extLst>
          </p:cNvPr>
          <p:cNvSpPr>
            <a:spLocks xmlns:a="http://schemas.openxmlformats.org/drawingml/2006/main" noGrp="1"/>
          </p:cNvSpPr>
          <p:nvPr/>
        </p:nvSpPr>
        <p:spPr>
          <a:xfrm xmlns:a="http://schemas.openxmlformats.org/drawingml/2006/main">
            <a:off x="5705475" y="3952875"/>
            <a:ext cx="1085850" cy="9525"/>
          </a:xfrm>
          <a:custGeom xmlns:a="http://schemas.openxmlformats.org/drawingml/2006/main">
            <a:pathLst>
              <a:path w="1085850" h="9525">
                <a:moveTo>
                  <a:pt x="0" y="0"/>
                </a:moveTo>
                <a:lnTo>
                  <a:pt x="1085850" y="0"/>
                </a:lnTo>
              </a:path>
            </a:pathLst>
          </a:custGeom>
          <a:noFill xmlns:a="http://schemas.openxmlformats.org/drawingml/2006/main"/>
          <a:ln xmlns:a="http://schemas.openxmlformats.org/drawingml/2006/main" w="20955">
            <a:solidFill>
              <a:srgbClr val="1572C3"/>
            </a:solidFill>
          </a:ln>
        </p:spPr>
      </p:sp>
      <p:sp>
        <p:nvSpPr>
          <p:cNvPr id="111" name="wire-509">
            <a:extLst xmlns:a="http://schemas.openxmlformats.org/drawingml/2006/main">
              <a:ext uri="{FF2B5EF4-FFF2-40B4-BE49-F238E27FC236}">
                <a16:creationId xmlns:a16="http://schemas.microsoft.com/office/drawing/2014/main" id="{B60534F6-D0EB-45B5-B15E-E6AB2AA5AB7A}"/>
              </a:ext>
            </a:extLst>
          </p:cNvPr>
          <p:cNvSpPr>
            <a:spLocks xmlns:a="http://schemas.openxmlformats.org/drawingml/2006/main" noGrp="1"/>
          </p:cNvSpPr>
          <p:nvPr/>
        </p:nvSpPr>
        <p:spPr>
          <a:xfrm xmlns:a="http://schemas.openxmlformats.org/drawingml/2006/main">
            <a:off x="6791325" y="3952875"/>
            <a:ext cx="9525" cy="190500"/>
          </a:xfrm>
          <a:custGeom xmlns:a="http://schemas.openxmlformats.org/drawingml/2006/main">
            <a:pathLst>
              <a:path w="9525" h="190500">
                <a:moveTo>
                  <a:pt x="0" y="0"/>
                </a:moveTo>
                <a:lnTo>
                  <a:pt x="0" y="190500"/>
                </a:lnTo>
              </a:path>
            </a:pathLst>
          </a:custGeom>
          <a:noFill xmlns:a="http://schemas.openxmlformats.org/drawingml/2006/main"/>
          <a:ln xmlns:a="http://schemas.openxmlformats.org/drawingml/2006/main" w="20955">
            <a:solidFill>
              <a:srgbClr val="1572C3"/>
            </a:solidFill>
          </a:ln>
        </p:spPr>
      </p:sp>
      <p:sp>
        <p:nvSpPr>
          <p:cNvPr id="112" name="wire-510">
            <a:extLst xmlns:a="http://schemas.openxmlformats.org/drawingml/2006/main">
              <a:ext uri="{FF2B5EF4-FFF2-40B4-BE49-F238E27FC236}">
                <a16:creationId xmlns:a16="http://schemas.microsoft.com/office/drawing/2014/main" id="{94BE665E-960C-4D04-9CD6-1A75B54B97A5}"/>
              </a:ext>
            </a:extLst>
          </p:cNvPr>
          <p:cNvSpPr>
            <a:spLocks xmlns:a="http://schemas.openxmlformats.org/drawingml/2006/main" noGrp="1"/>
          </p:cNvSpPr>
          <p:nvPr/>
        </p:nvSpPr>
        <p:spPr>
          <a:xfrm xmlns:a="http://schemas.openxmlformats.org/drawingml/2006/main">
            <a:off x="6791325" y="4143375"/>
            <a:ext cx="800100" cy="9525"/>
          </a:xfrm>
          <a:custGeom xmlns:a="http://schemas.openxmlformats.org/drawingml/2006/main">
            <a:pathLst>
              <a:path w="800100" h="9525">
                <a:moveTo>
                  <a:pt x="0" y="0"/>
                </a:moveTo>
                <a:lnTo>
                  <a:pt x="800100" y="0"/>
                </a:lnTo>
              </a:path>
            </a:pathLst>
          </a:custGeom>
          <a:noFill xmlns:a="http://schemas.openxmlformats.org/drawingml/2006/main"/>
          <a:ln xmlns:a="http://schemas.openxmlformats.org/drawingml/2006/main" w="20955">
            <a:solidFill>
              <a:srgbClr val="1572C3"/>
            </a:solidFill>
          </a:ln>
        </p:spPr>
      </p:sp>
      <p:sp>
        <p:nvSpPr>
          <p:cNvPr id="113" name="circuit-511">
            <a:extLst xmlns:a="http://schemas.openxmlformats.org/drawingml/2006/main">
              <a:ext uri="{FF2B5EF4-FFF2-40B4-BE49-F238E27FC236}">
                <a16:creationId xmlns:a16="http://schemas.microsoft.com/office/drawing/2014/main" id="{49068402-67F1-4B87-B932-F568FB961F4A}"/>
              </a:ext>
            </a:extLst>
          </p:cNvPr>
          <p:cNvSpPr>
            <a:spLocks xmlns:a="http://schemas.openxmlformats.org/drawingml/2006/main" noGrp="1"/>
          </p:cNvSpPr>
          <p:nvPr/>
        </p:nvSpPr>
        <p:spPr>
          <a:xfrm xmlns:a="http://schemas.openxmlformats.org/drawingml/2006/main">
            <a:off x="7515225" y="41119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114" name="wire-512">
            <a:extLst xmlns:a="http://schemas.openxmlformats.org/drawingml/2006/main">
              <a:ext uri="{FF2B5EF4-FFF2-40B4-BE49-F238E27FC236}">
                <a16:creationId xmlns:a16="http://schemas.microsoft.com/office/drawing/2014/main" id="{C7B85463-CB84-4883-BAD0-A20163074A85}"/>
              </a:ext>
            </a:extLst>
          </p:cNvPr>
          <p:cNvSpPr>
            <a:spLocks xmlns:a="http://schemas.openxmlformats.org/drawingml/2006/main" noGrp="1"/>
          </p:cNvSpPr>
          <p:nvPr/>
        </p:nvSpPr>
        <p:spPr>
          <a:xfrm xmlns:a="http://schemas.openxmlformats.org/drawingml/2006/main">
            <a:off x="8782050" y="4143375"/>
            <a:ext cx="333375" cy="9525"/>
          </a:xfrm>
          <a:custGeom xmlns:a="http://schemas.openxmlformats.org/drawingml/2006/main">
            <a:pathLst>
              <a:path w="333375" h="9525">
                <a:moveTo>
                  <a:pt x="0" y="0"/>
                </a:moveTo>
                <a:lnTo>
                  <a:pt x="333375" y="0"/>
                </a:lnTo>
              </a:path>
            </a:pathLst>
          </a:custGeom>
          <a:noFill xmlns:a="http://schemas.openxmlformats.org/drawingml/2006/main"/>
          <a:ln xmlns:a="http://schemas.openxmlformats.org/drawingml/2006/main" w="20955">
            <a:solidFill>
              <a:srgbClr val="1572C3"/>
            </a:solidFill>
          </a:ln>
        </p:spPr>
      </p:sp>
      <p:sp>
        <p:nvSpPr>
          <p:cNvPr id="115" name="wire-513">
            <a:extLst xmlns:a="http://schemas.openxmlformats.org/drawingml/2006/main">
              <a:ext uri="{FF2B5EF4-FFF2-40B4-BE49-F238E27FC236}">
                <a16:creationId xmlns:a16="http://schemas.microsoft.com/office/drawing/2014/main" id="{BC759167-EB95-4696-87A0-AD99314F7FE2}"/>
              </a:ext>
            </a:extLst>
          </p:cNvPr>
          <p:cNvSpPr>
            <a:spLocks xmlns:a="http://schemas.openxmlformats.org/drawingml/2006/main" noGrp="1"/>
          </p:cNvSpPr>
          <p:nvPr/>
        </p:nvSpPr>
        <p:spPr>
          <a:xfrm xmlns:a="http://schemas.openxmlformats.org/drawingml/2006/main">
            <a:off x="9115425" y="4143375"/>
            <a:ext cx="9525" cy="962025"/>
          </a:xfrm>
          <a:custGeom xmlns:a="http://schemas.openxmlformats.org/drawingml/2006/main">
            <a:pathLst>
              <a:path w="9525" h="962025">
                <a:moveTo>
                  <a:pt x="0" y="0"/>
                </a:moveTo>
                <a:lnTo>
                  <a:pt x="0" y="962025"/>
                </a:lnTo>
              </a:path>
            </a:pathLst>
          </a:custGeom>
          <a:noFill xmlns:a="http://schemas.openxmlformats.org/drawingml/2006/main"/>
          <a:ln xmlns:a="http://schemas.openxmlformats.org/drawingml/2006/main" w="20955">
            <a:solidFill>
              <a:srgbClr val="1572C3"/>
            </a:solidFill>
          </a:ln>
        </p:spPr>
      </p:sp>
      <p:sp>
        <p:nvSpPr>
          <p:cNvPr id="116" name="wire-514">
            <a:extLst xmlns:a="http://schemas.openxmlformats.org/drawingml/2006/main">
              <a:ext uri="{FF2B5EF4-FFF2-40B4-BE49-F238E27FC236}">
                <a16:creationId xmlns:a16="http://schemas.microsoft.com/office/drawing/2014/main" id="{F7B343AF-3626-463A-B002-EAD1EFEBADB4}"/>
              </a:ext>
            </a:extLst>
          </p:cNvPr>
          <p:cNvSpPr>
            <a:spLocks xmlns:a="http://schemas.openxmlformats.org/drawingml/2006/main" noGrp="1"/>
          </p:cNvSpPr>
          <p:nvPr/>
        </p:nvSpPr>
        <p:spPr>
          <a:xfrm xmlns:a="http://schemas.openxmlformats.org/drawingml/2006/main">
            <a:off x="9115425" y="5105400"/>
            <a:ext cx="314325" cy="9525"/>
          </a:xfrm>
          <a:custGeom xmlns:a="http://schemas.openxmlformats.org/drawingml/2006/main">
            <a:pathLst>
              <a:path w="314325" h="9525">
                <a:moveTo>
                  <a:pt x="0" y="0"/>
                </a:moveTo>
                <a:lnTo>
                  <a:pt x="314325" y="0"/>
                </a:lnTo>
              </a:path>
            </a:pathLst>
          </a:custGeom>
          <a:noFill xmlns:a="http://schemas.openxmlformats.org/drawingml/2006/main"/>
          <a:ln xmlns:a="http://schemas.openxmlformats.org/drawingml/2006/main" w="20955">
            <a:solidFill>
              <a:srgbClr val="1572C3"/>
            </a:solidFill>
          </a:ln>
        </p:spPr>
      </p:sp>
      <p:sp>
        <p:nvSpPr>
          <p:cNvPr id="117" name="circuit-515">
            <a:extLst xmlns:a="http://schemas.openxmlformats.org/drawingml/2006/main">
              <a:ext uri="{FF2B5EF4-FFF2-40B4-BE49-F238E27FC236}">
                <a16:creationId xmlns:a16="http://schemas.microsoft.com/office/drawing/2014/main" id="{10000220-CDA7-4AC8-AC69-C1DFBCE631FE}"/>
              </a:ext>
            </a:extLst>
          </p:cNvPr>
          <p:cNvSpPr>
            <a:spLocks xmlns:a="http://schemas.openxmlformats.org/drawingml/2006/main" noGrp="1"/>
          </p:cNvSpPr>
          <p:nvPr/>
        </p:nvSpPr>
        <p:spPr>
          <a:xfrm xmlns:a="http://schemas.openxmlformats.org/drawingml/2006/main">
            <a:off x="9353550" y="5073968"/>
            <a:ext cx="76200" cy="62865"/>
          </a:xfrm>
          <a:custGeom xmlns:a="http://schemas.openxmlformats.org/drawingml/2006/main">
            <a:pathLst>
              <a:path w="76200" h="62865">
                <a:moveTo>
                  <a:pt x="76200" y="31432"/>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118" name="text-516">
            <a:extLst xmlns:a="http://schemas.openxmlformats.org/drawingml/2006/main">
              <a:ext uri="{FF2B5EF4-FFF2-40B4-BE49-F238E27FC236}">
                <a16:creationId xmlns:a16="http://schemas.microsoft.com/office/drawing/2014/main" id="{72216603-0000-4055-AA09-B040A9EC2AD0}"/>
              </a:ext>
            </a:extLst>
          </p:cNvPr>
          <p:cNvSpPr>
            <a:spLocks xmlns:a="http://schemas.openxmlformats.org/drawingml/2006/main" noGrp="1"/>
          </p:cNvSpPr>
          <p:nvPr/>
        </p:nvSpPr>
        <p:spPr>
          <a:xfrm xmlns:a="http://schemas.openxmlformats.org/drawingml/2006/main">
            <a:off x="9705975" y="5638800"/>
            <a:ext cx="1866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00" b="1">
                <a:solidFill>
                  <a:srgbClr val="1572C3"/>
                </a:solidFill>
                <a:latin typeface="Arial"/>
                <a:ea typeface="Arial"/>
                <a:cs typeface="Arial"/>
              </a:defRPr>
            </a:defPPr>
            <a:lvl1pPr algn="ctr">
              <a:defRPr sz="1800" b="1">
                <a:solidFill>
                  <a:srgbClr val="1572C3"/>
                </a:solidFill>
                <a:latin typeface="Arial"/>
                <a:ea typeface="Arial"/>
                <a:cs typeface="Arial"/>
              </a:defRPr>
            </a:lvl1pPr>
            <a:lvl2pPr algn="ctr">
              <a:defRPr sz="1800" b="1">
                <a:solidFill>
                  <a:srgbClr val="1572C3"/>
                </a:solidFill>
                <a:latin typeface="Arial"/>
                <a:ea typeface="Arial"/>
                <a:cs typeface="Arial"/>
              </a:defRPr>
            </a:lvl2pPr>
            <a:lvl3pPr algn="ctr">
              <a:defRPr sz="1800" b="1">
                <a:solidFill>
                  <a:srgbClr val="1572C3"/>
                </a:solidFill>
                <a:latin typeface="Arial"/>
                <a:ea typeface="Arial"/>
                <a:cs typeface="Arial"/>
              </a:defRPr>
            </a:lvl3pPr>
            <a:lvl4pPr algn="ctr">
              <a:defRPr sz="1800" b="1">
                <a:solidFill>
                  <a:srgbClr val="1572C3"/>
                </a:solidFill>
                <a:latin typeface="Arial"/>
                <a:ea typeface="Arial"/>
                <a:cs typeface="Arial"/>
              </a:defRPr>
            </a:lvl4pPr>
            <a:lvl5pPr algn="ctr">
              <a:defRPr sz="1800" b="1">
                <a:solidFill>
                  <a:srgbClr val="1572C3"/>
                </a:solidFill>
                <a:latin typeface="Arial"/>
                <a:ea typeface="Arial"/>
                <a:cs typeface="Arial"/>
              </a:defRPr>
            </a:lvl5pPr>
            <a:lvl6pPr algn="ctr">
              <a:defRPr sz="1800" b="1">
                <a:solidFill>
                  <a:srgbClr val="1572C3"/>
                </a:solidFill>
                <a:latin typeface="Arial"/>
                <a:ea typeface="Arial"/>
                <a:cs typeface="Arial"/>
              </a:defRPr>
            </a:lvl6pPr>
            <a:lvl7pPr algn="ctr">
              <a:defRPr sz="1800" b="1">
                <a:solidFill>
                  <a:srgbClr val="1572C3"/>
                </a:solidFill>
                <a:latin typeface="Arial"/>
                <a:ea typeface="Arial"/>
                <a:cs typeface="Arial"/>
              </a:defRPr>
            </a:lvl7pPr>
            <a:lvl8pPr algn="ctr">
              <a:defRPr sz="1800" b="1">
                <a:solidFill>
                  <a:srgbClr val="1572C3"/>
                </a:solidFill>
                <a:latin typeface="Arial"/>
                <a:ea typeface="Arial"/>
                <a:cs typeface="Arial"/>
              </a:defRPr>
            </a:lvl8pPr>
            <a:lvl9pPr algn="ctr">
              <a:defRPr sz="1800" b="1">
                <a:solidFill>
                  <a:srgbClr val="1572C3"/>
                </a:solidFill>
                <a:latin typeface="Arial"/>
                <a:ea typeface="Arial"/>
                <a:cs typeface="Arial"/>
              </a:defRPr>
            </a:lvl9pPr>
          </a:lstStyle>
          <a:p xmlns:a="http://schemas.openxmlformats.org/drawingml/2006/main">
            <a:pPr algn="ctr">
              <a:defRPr sz="1800" b="1">
                <a:solidFill>
                  <a:srgbClr val="1572C3"/>
                </a:solidFill>
                <a:latin typeface="Arial"/>
                <a:ea typeface="Arial"/>
                <a:cs typeface="Arial"/>
              </a:defRPr>
            </a:pPr>
            <a:r>
              <a:rPr sz="1800" b="1">
                <a:solidFill>
                  <a:srgbClr val="1572C3"/>
                </a:solidFill>
                <a:latin typeface="Arial"/>
                <a:ea typeface="Arial"/>
                <a:cs typeface="Arial"/>
              </a:rPr>
              <a:t>0x10080000</a:t>
            </a:r>
          </a:p>
        </p:txBody>
      </p:sp>
      <p:sp>
        <p:nvSpPr>
          <p:cNvPr id="119" name="text-517">
            <a:extLst xmlns:a="http://schemas.openxmlformats.org/drawingml/2006/main">
              <a:ext uri="{FF2B5EF4-FFF2-40B4-BE49-F238E27FC236}">
                <a16:creationId xmlns:a16="http://schemas.microsoft.com/office/drawing/2014/main" id="{65CFF1F0-3764-4D1F-B196-9F2C912B46AE}"/>
              </a:ext>
            </a:extLst>
          </p:cNvPr>
          <p:cNvSpPr>
            <a:spLocks xmlns:a="http://schemas.openxmlformats.org/drawingml/2006/main" noGrp="1"/>
          </p:cNvSpPr>
          <p:nvPr/>
        </p:nvSpPr>
        <p:spPr>
          <a:xfrm xmlns:a="http://schemas.openxmlformats.org/drawingml/2006/main">
            <a:off x="609600" y="6048375"/>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950" b="1">
                <a:solidFill>
                  <a:srgbClr val="1572C3"/>
                </a:solidFill>
                <a:latin typeface="Yu Gothic"/>
                <a:ea typeface="Yu Gothic"/>
                <a:cs typeface="Yu Gothic"/>
              </a:defRPr>
            </a:defPPr>
            <a:lvl1pPr algn="l">
              <a:defRPr sz="1950" b="1">
                <a:solidFill>
                  <a:srgbClr val="1572C3"/>
                </a:solidFill>
                <a:latin typeface="Yu Gothic"/>
                <a:ea typeface="Yu Gothic"/>
                <a:cs typeface="Yu Gothic"/>
              </a:defRPr>
            </a:lvl1pPr>
            <a:lvl2pPr algn="l">
              <a:defRPr sz="1950" b="1">
                <a:solidFill>
                  <a:srgbClr val="1572C3"/>
                </a:solidFill>
                <a:latin typeface="Yu Gothic"/>
                <a:ea typeface="Yu Gothic"/>
                <a:cs typeface="Yu Gothic"/>
              </a:defRPr>
            </a:lvl2pPr>
            <a:lvl3pPr algn="l">
              <a:defRPr sz="1950" b="1">
                <a:solidFill>
                  <a:srgbClr val="1572C3"/>
                </a:solidFill>
                <a:latin typeface="Yu Gothic"/>
                <a:ea typeface="Yu Gothic"/>
                <a:cs typeface="Yu Gothic"/>
              </a:defRPr>
            </a:lvl3pPr>
            <a:lvl4pPr algn="l">
              <a:defRPr sz="1950" b="1">
                <a:solidFill>
                  <a:srgbClr val="1572C3"/>
                </a:solidFill>
                <a:latin typeface="Yu Gothic"/>
                <a:ea typeface="Yu Gothic"/>
                <a:cs typeface="Yu Gothic"/>
              </a:defRPr>
            </a:lvl4pPr>
            <a:lvl5pPr algn="l">
              <a:defRPr sz="1950" b="1">
                <a:solidFill>
                  <a:srgbClr val="1572C3"/>
                </a:solidFill>
                <a:latin typeface="Yu Gothic"/>
                <a:ea typeface="Yu Gothic"/>
                <a:cs typeface="Yu Gothic"/>
              </a:defRPr>
            </a:lvl5pPr>
            <a:lvl6pPr algn="l">
              <a:defRPr sz="1950" b="1">
                <a:solidFill>
                  <a:srgbClr val="1572C3"/>
                </a:solidFill>
                <a:latin typeface="Yu Gothic"/>
                <a:ea typeface="Yu Gothic"/>
                <a:cs typeface="Yu Gothic"/>
              </a:defRPr>
            </a:lvl6pPr>
            <a:lvl7pPr algn="l">
              <a:defRPr sz="1950" b="1">
                <a:solidFill>
                  <a:srgbClr val="1572C3"/>
                </a:solidFill>
                <a:latin typeface="Yu Gothic"/>
                <a:ea typeface="Yu Gothic"/>
                <a:cs typeface="Yu Gothic"/>
              </a:defRPr>
            </a:lvl7pPr>
            <a:lvl8pPr algn="l">
              <a:defRPr sz="1950" b="1">
                <a:solidFill>
                  <a:srgbClr val="1572C3"/>
                </a:solidFill>
                <a:latin typeface="Yu Gothic"/>
                <a:ea typeface="Yu Gothic"/>
                <a:cs typeface="Yu Gothic"/>
              </a:defRPr>
            </a:lvl8pPr>
            <a:lvl9pPr algn="l">
              <a:defRPr sz="1950" b="1">
                <a:solidFill>
                  <a:srgbClr val="1572C3"/>
                </a:solidFill>
                <a:latin typeface="Yu Gothic"/>
                <a:ea typeface="Yu Gothic"/>
                <a:cs typeface="Yu Gothic"/>
              </a:defRPr>
            </a:lvl9pPr>
          </a:lstStyle>
          <a:p xmlns:a="http://schemas.openxmlformats.org/drawingml/2006/main">
            <a:pPr algn="l">
              <a:defRPr sz="1950" b="1">
                <a:solidFill>
                  <a:srgbClr val="1572C3"/>
                </a:solidFill>
                <a:latin typeface="Yu Gothic"/>
                <a:ea typeface="Yu Gothic"/>
                <a:cs typeface="Yu Gothic"/>
              </a:defRPr>
            </a:pPr>
            <a:r>
              <a:rPr sz="1950" b="1">
                <a:solidFill>
                  <a:srgbClr val="1572C3"/>
                </a:solidFill>
                <a:latin typeface="Yu Gothic"/>
                <a:ea typeface="Yu Gothic"/>
                <a:cs typeface="Yu Gothic"/>
              </a:rPr>
              <a:t>sw x1, 0(x2)　：　番地 B の窓口へ、描画命令の1語 D を書く</a:t>
            </a:r>
          </a:p>
        </p:txBody>
      </p:sp>
      <p:sp>
        <p:nvSpPr>
          <p:cNvPr id="120" name="text-518">
            <a:extLst xmlns:a="http://schemas.openxmlformats.org/drawingml/2006/main">
              <a:ext uri="{FF2B5EF4-FFF2-40B4-BE49-F238E27FC236}">
                <a16:creationId xmlns:a16="http://schemas.microsoft.com/office/drawing/2014/main" id="{36E1B32A-A5C8-4C67-8D9B-17C1A8BE90A6}"/>
              </a:ext>
            </a:extLst>
          </p:cNvPr>
          <p:cNvSpPr>
            <a:spLocks xmlns:a="http://schemas.openxmlformats.org/drawingml/2006/main" noGrp="1"/>
          </p:cNvSpPr>
          <p:nvPr/>
        </p:nvSpPr>
        <p:spPr>
          <a:xfrm xmlns:a="http://schemas.openxmlformats.org/drawingml/2006/main">
            <a:off x="609600" y="6334125"/>
            <a:ext cx="6000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1">
                <a:solidFill>
                  <a:srgbClr val="0078BA"/>
                </a:solidFill>
                <a:latin typeface="Yu Gothic"/>
                <a:ea typeface="Yu Gothic"/>
                <a:cs typeface="Yu Gothic"/>
              </a:defRPr>
            </a:defPPr>
            <a:lvl1pPr algn="l">
              <a:defRPr sz="1275" b="1">
                <a:solidFill>
                  <a:srgbClr val="0078BA"/>
                </a:solidFill>
                <a:latin typeface="Yu Gothic"/>
                <a:ea typeface="Yu Gothic"/>
                <a:cs typeface="Yu Gothic"/>
              </a:defRPr>
            </a:lvl1pPr>
            <a:lvl2pPr algn="l">
              <a:defRPr sz="1275" b="1">
                <a:solidFill>
                  <a:srgbClr val="0078BA"/>
                </a:solidFill>
                <a:latin typeface="Yu Gothic"/>
                <a:ea typeface="Yu Gothic"/>
                <a:cs typeface="Yu Gothic"/>
              </a:defRPr>
            </a:lvl2pPr>
            <a:lvl3pPr algn="l">
              <a:defRPr sz="1275" b="1">
                <a:solidFill>
                  <a:srgbClr val="0078BA"/>
                </a:solidFill>
                <a:latin typeface="Yu Gothic"/>
                <a:ea typeface="Yu Gothic"/>
                <a:cs typeface="Yu Gothic"/>
              </a:defRPr>
            </a:lvl3pPr>
            <a:lvl4pPr algn="l">
              <a:defRPr sz="1275" b="1">
                <a:solidFill>
                  <a:srgbClr val="0078BA"/>
                </a:solidFill>
                <a:latin typeface="Yu Gothic"/>
                <a:ea typeface="Yu Gothic"/>
                <a:cs typeface="Yu Gothic"/>
              </a:defRPr>
            </a:lvl4pPr>
            <a:lvl5pPr algn="l">
              <a:defRPr sz="1275" b="1">
                <a:solidFill>
                  <a:srgbClr val="0078BA"/>
                </a:solidFill>
                <a:latin typeface="Yu Gothic"/>
                <a:ea typeface="Yu Gothic"/>
                <a:cs typeface="Yu Gothic"/>
              </a:defRPr>
            </a:lvl5pPr>
            <a:lvl6pPr algn="l">
              <a:defRPr sz="1275" b="1">
                <a:solidFill>
                  <a:srgbClr val="0078BA"/>
                </a:solidFill>
                <a:latin typeface="Yu Gothic"/>
                <a:ea typeface="Yu Gothic"/>
                <a:cs typeface="Yu Gothic"/>
              </a:defRPr>
            </a:lvl6pPr>
            <a:lvl7pPr algn="l">
              <a:defRPr sz="1275" b="1">
                <a:solidFill>
                  <a:srgbClr val="0078BA"/>
                </a:solidFill>
                <a:latin typeface="Yu Gothic"/>
                <a:ea typeface="Yu Gothic"/>
                <a:cs typeface="Yu Gothic"/>
              </a:defRPr>
            </a:lvl7pPr>
            <a:lvl8pPr algn="l">
              <a:defRPr sz="1275" b="1">
                <a:solidFill>
                  <a:srgbClr val="0078BA"/>
                </a:solidFill>
                <a:latin typeface="Yu Gothic"/>
                <a:ea typeface="Yu Gothic"/>
                <a:cs typeface="Yu Gothic"/>
              </a:defRPr>
            </a:lvl8pPr>
            <a:lvl9pPr algn="l">
              <a:defRPr sz="1275" b="1">
                <a:solidFill>
                  <a:srgbClr val="0078BA"/>
                </a:solidFill>
                <a:latin typeface="Yu Gothic"/>
                <a:ea typeface="Yu Gothic"/>
                <a:cs typeface="Yu Gothic"/>
              </a:defRPr>
            </a:lvl9pPr>
          </a:lstStyle>
          <a:p xmlns:a="http://schemas.openxmlformats.org/drawingml/2006/main">
            <a:pPr algn="l">
              <a:defRPr sz="1275" b="1">
                <a:solidFill>
                  <a:srgbClr val="0078BA"/>
                </a:solidFill>
                <a:latin typeface="Yu Gothic"/>
                <a:ea typeface="Yu Gothic"/>
                <a:cs typeface="Yu Gothic"/>
              </a:defRPr>
            </a:pPr>
            <a:r>
              <a:rPr sz="1275" b="1">
                <a:solidFill>
                  <a:srgbClr val="0078BA"/>
                </a:solidFill>
                <a:latin typeface="Yu Gothic"/>
                <a:ea typeface="Yu Gothic"/>
                <a:cs typeface="Yu Gothic"/>
              </a:rPr>
              <a:t>図 7</a:t>
            </a:r>
          </a:p>
        </p:txBody>
      </p:sp>
      <p:sp>
        <p:nvSpPr>
          <p:cNvPr id="121" name="text-519">
            <a:extLst xmlns:a="http://schemas.openxmlformats.org/drawingml/2006/main">
              <a:ext uri="{FF2B5EF4-FFF2-40B4-BE49-F238E27FC236}">
                <a16:creationId xmlns:a16="http://schemas.microsoft.com/office/drawing/2014/main" id="{4EBC45B0-4686-469A-B2A0-CAC9D782F41D}"/>
              </a:ext>
            </a:extLst>
          </p:cNvPr>
          <p:cNvSpPr>
            <a:spLocks xmlns:a="http://schemas.openxmlformats.org/drawingml/2006/main" noGrp="1"/>
          </p:cNvSpPr>
          <p:nvPr/>
        </p:nvSpPr>
        <p:spPr>
          <a:xfrm xmlns:a="http://schemas.openxmlformats.org/drawingml/2006/main">
            <a:off x="1247775" y="6334125"/>
            <a:ext cx="9791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Yu Gothic"/>
                <a:ea typeface="Yu Gothic"/>
                <a:cs typeface="Yu Gothic"/>
              </a:defRPr>
            </a:defPPr>
            <a:lvl1pPr algn="l">
              <a:defRPr sz="1200" b="0">
                <a:solidFill>
                  <a:srgbClr val="231F20"/>
                </a:solidFill>
                <a:latin typeface="Yu Gothic"/>
                <a:ea typeface="Yu Gothic"/>
                <a:cs typeface="Yu Gothic"/>
              </a:defRPr>
            </a:lvl1pPr>
            <a:lvl2pPr algn="l">
              <a:defRPr sz="1200" b="0">
                <a:solidFill>
                  <a:srgbClr val="231F20"/>
                </a:solidFill>
                <a:latin typeface="Yu Gothic"/>
                <a:ea typeface="Yu Gothic"/>
                <a:cs typeface="Yu Gothic"/>
              </a:defRPr>
            </a:lvl2pPr>
            <a:lvl3pPr algn="l">
              <a:defRPr sz="1200" b="0">
                <a:solidFill>
                  <a:srgbClr val="231F20"/>
                </a:solidFill>
                <a:latin typeface="Yu Gothic"/>
                <a:ea typeface="Yu Gothic"/>
                <a:cs typeface="Yu Gothic"/>
              </a:defRPr>
            </a:lvl3pPr>
            <a:lvl4pPr algn="l">
              <a:defRPr sz="1200" b="0">
                <a:solidFill>
                  <a:srgbClr val="231F20"/>
                </a:solidFill>
                <a:latin typeface="Yu Gothic"/>
                <a:ea typeface="Yu Gothic"/>
                <a:cs typeface="Yu Gothic"/>
              </a:defRPr>
            </a:lvl4pPr>
            <a:lvl5pPr algn="l">
              <a:defRPr sz="1200" b="0">
                <a:solidFill>
                  <a:srgbClr val="231F20"/>
                </a:solidFill>
                <a:latin typeface="Yu Gothic"/>
                <a:ea typeface="Yu Gothic"/>
                <a:cs typeface="Yu Gothic"/>
              </a:defRPr>
            </a:lvl5pPr>
            <a:lvl6pPr algn="l">
              <a:defRPr sz="1200" b="0">
                <a:solidFill>
                  <a:srgbClr val="231F20"/>
                </a:solidFill>
                <a:latin typeface="Yu Gothic"/>
                <a:ea typeface="Yu Gothic"/>
                <a:cs typeface="Yu Gothic"/>
              </a:defRPr>
            </a:lvl6pPr>
            <a:lvl7pPr algn="l">
              <a:defRPr sz="1200" b="0">
                <a:solidFill>
                  <a:srgbClr val="231F20"/>
                </a:solidFill>
                <a:latin typeface="Yu Gothic"/>
                <a:ea typeface="Yu Gothic"/>
                <a:cs typeface="Yu Gothic"/>
              </a:defRPr>
            </a:lvl7pPr>
            <a:lvl8pPr algn="l">
              <a:defRPr sz="1200" b="0">
                <a:solidFill>
                  <a:srgbClr val="231F20"/>
                </a:solidFill>
                <a:latin typeface="Yu Gothic"/>
                <a:ea typeface="Yu Gothic"/>
                <a:cs typeface="Yu Gothic"/>
              </a:defRPr>
            </a:lvl8pPr>
            <a:lvl9pPr algn="l">
              <a:defRPr sz="1200" b="0">
                <a:solidFill>
                  <a:srgbClr val="231F20"/>
                </a:solidFill>
                <a:latin typeface="Yu Gothic"/>
                <a:ea typeface="Yu Gothic"/>
                <a:cs typeface="Yu Gothic"/>
              </a:defRPr>
            </a:lvl9pPr>
          </a:lstStyle>
          <a:p xmlns:a="http://schemas.openxmlformats.org/drawingml/2006/main">
            <a:pPr algn="l">
              <a:defRPr sz="1200" b="0">
                <a:solidFill>
                  <a:srgbClr val="231F20"/>
                </a:solidFill>
                <a:latin typeface="Yu Gothic"/>
                <a:ea typeface="Yu Gothic"/>
                <a:cs typeface="Yu Gothic"/>
              </a:defRPr>
            </a:pPr>
            <a:r>
              <a:rPr sz="1200" b="0">
                <a:solidFill>
                  <a:srgbClr val="231F20"/>
                </a:solidFill>
                <a:latin typeface="Yu Gothic"/>
                <a:ea typeface="Yu Gothic"/>
                <a:cs typeface="Yu Gothic"/>
              </a:rPr>
              <a:t>Dは描画命令の1語。CPUが実行するsw命令とは別。0x10080000は窓口の物理番地</a:t>
            </a:r>
          </a:p>
        </p:txBody>
      </p:sp>
    </p:spTree>
    <p:extLst>
      <p:ext uri="{BB962C8B-B14F-4D97-AF65-F5344CB8AC3E}">
        <p14:creationId xmlns:p14="http://schemas.microsoft.com/office/powerpoint/2010/main" val="116146861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text-520">
            <a:extLst xmlns:a="http://schemas.openxmlformats.org/drawingml/2006/main">
              <a:ext uri="{FF2B5EF4-FFF2-40B4-BE49-F238E27FC236}">
                <a16:creationId xmlns:a16="http://schemas.microsoft.com/office/drawing/2014/main" id="{EAE6E69E-DF63-4E26-8688-A5480479758B}"/>
              </a:ext>
            </a:extLst>
          </p:cNvPr>
          <p:cNvSpPr>
            <a:spLocks xmlns:a="http://schemas.openxmlformats.org/drawingml/2006/main" noGrp="1"/>
          </p:cNvSpPr>
          <p:nvPr/>
        </p:nvSpPr>
        <p:spPr>
          <a:xfrm xmlns:a="http://schemas.openxmlformats.org/drawingml/2006/main">
            <a:off x="609600" y="314325"/>
            <a:ext cx="5619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231F20"/>
                </a:solidFill>
                <a:latin typeface="Arial"/>
                <a:ea typeface="Arial"/>
                <a:cs typeface="Arial"/>
              </a:defRPr>
            </a:defPPr>
            <a:lvl1pPr algn="l">
              <a:defRPr sz="2850" b="1">
                <a:solidFill>
                  <a:srgbClr val="231F20"/>
                </a:solidFill>
                <a:latin typeface="Arial"/>
                <a:ea typeface="Arial"/>
                <a:cs typeface="Arial"/>
              </a:defRPr>
            </a:lvl1pPr>
            <a:lvl2pPr algn="l">
              <a:defRPr sz="2850" b="1">
                <a:solidFill>
                  <a:srgbClr val="231F20"/>
                </a:solidFill>
                <a:latin typeface="Arial"/>
                <a:ea typeface="Arial"/>
                <a:cs typeface="Arial"/>
              </a:defRPr>
            </a:lvl2pPr>
            <a:lvl3pPr algn="l">
              <a:defRPr sz="2850" b="1">
                <a:solidFill>
                  <a:srgbClr val="231F20"/>
                </a:solidFill>
                <a:latin typeface="Arial"/>
                <a:ea typeface="Arial"/>
                <a:cs typeface="Arial"/>
              </a:defRPr>
            </a:lvl3pPr>
            <a:lvl4pPr algn="l">
              <a:defRPr sz="2850" b="1">
                <a:solidFill>
                  <a:srgbClr val="231F20"/>
                </a:solidFill>
                <a:latin typeface="Arial"/>
                <a:ea typeface="Arial"/>
                <a:cs typeface="Arial"/>
              </a:defRPr>
            </a:lvl4pPr>
            <a:lvl5pPr algn="l">
              <a:defRPr sz="2850" b="1">
                <a:solidFill>
                  <a:srgbClr val="231F20"/>
                </a:solidFill>
                <a:latin typeface="Arial"/>
                <a:ea typeface="Arial"/>
                <a:cs typeface="Arial"/>
              </a:defRPr>
            </a:lvl5pPr>
            <a:lvl6pPr algn="l">
              <a:defRPr sz="2850" b="1">
                <a:solidFill>
                  <a:srgbClr val="231F20"/>
                </a:solidFill>
                <a:latin typeface="Arial"/>
                <a:ea typeface="Arial"/>
                <a:cs typeface="Arial"/>
              </a:defRPr>
            </a:lvl6pPr>
            <a:lvl7pPr algn="l">
              <a:defRPr sz="2850" b="1">
                <a:solidFill>
                  <a:srgbClr val="231F20"/>
                </a:solidFill>
                <a:latin typeface="Arial"/>
                <a:ea typeface="Arial"/>
                <a:cs typeface="Arial"/>
              </a:defRPr>
            </a:lvl7pPr>
            <a:lvl8pPr algn="l">
              <a:defRPr sz="2850" b="1">
                <a:solidFill>
                  <a:srgbClr val="231F20"/>
                </a:solidFill>
                <a:latin typeface="Arial"/>
                <a:ea typeface="Arial"/>
                <a:cs typeface="Arial"/>
              </a:defRPr>
            </a:lvl8pPr>
            <a:lvl9pPr algn="l">
              <a:defRPr sz="2850" b="1">
                <a:solidFill>
                  <a:srgbClr val="231F20"/>
                </a:solidFill>
                <a:latin typeface="Arial"/>
                <a:ea typeface="Arial"/>
                <a:cs typeface="Arial"/>
              </a:defRPr>
            </a:lvl9pPr>
          </a:lstStyle>
          <a:p xmlns:a="http://schemas.openxmlformats.org/drawingml/2006/main">
            <a:pPr algn="l">
              <a:defRPr sz="2850" b="1">
                <a:solidFill>
                  <a:srgbClr val="231F20"/>
                </a:solidFill>
                <a:latin typeface="Arial"/>
                <a:ea typeface="Arial"/>
                <a:cs typeface="Arial"/>
              </a:defRPr>
            </a:pPr>
            <a:r>
              <a:rPr sz="2850" b="1">
                <a:solidFill>
                  <a:srgbClr val="231F20"/>
                </a:solidFill>
                <a:latin typeface="Arial"/>
                <a:ea typeface="Arial"/>
                <a:cs typeface="Arial"/>
              </a:rPr>
              <a:t>8</a:t>
            </a:r>
          </a:p>
        </p:txBody>
      </p:sp>
      <p:sp>
        <p:nvSpPr>
          <p:cNvPr id="2" name="text-521">
            <a:extLst xmlns:a="http://schemas.openxmlformats.org/drawingml/2006/main">
              <a:ext uri="{FF2B5EF4-FFF2-40B4-BE49-F238E27FC236}">
                <a16:creationId xmlns:a16="http://schemas.microsoft.com/office/drawing/2014/main" id="{4D0A97FF-6E4C-4A15-89D5-6C6EEEB495D7}"/>
              </a:ext>
            </a:extLst>
          </p:cNvPr>
          <p:cNvSpPr>
            <a:spLocks xmlns:a="http://schemas.openxmlformats.org/drawingml/2006/main" noGrp="1"/>
          </p:cNvSpPr>
          <p:nvPr/>
        </p:nvSpPr>
        <p:spPr>
          <a:xfrm xmlns:a="http://schemas.openxmlformats.org/drawingml/2006/main">
            <a:off x="1257300" y="314325"/>
            <a:ext cx="103251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0078BA"/>
                </a:solidFill>
                <a:latin typeface="Yu Gothic"/>
                <a:ea typeface="Yu Gothic"/>
                <a:cs typeface="Yu Gothic"/>
              </a:defRPr>
            </a:defPPr>
            <a:lvl1pPr algn="l">
              <a:defRPr sz="2850" b="1">
                <a:solidFill>
                  <a:srgbClr val="0078BA"/>
                </a:solidFill>
                <a:latin typeface="Yu Gothic"/>
                <a:ea typeface="Yu Gothic"/>
                <a:cs typeface="Yu Gothic"/>
              </a:defRPr>
            </a:lvl1pPr>
            <a:lvl2pPr algn="l">
              <a:defRPr sz="2850" b="1">
                <a:solidFill>
                  <a:srgbClr val="0078BA"/>
                </a:solidFill>
                <a:latin typeface="Yu Gothic"/>
                <a:ea typeface="Yu Gothic"/>
                <a:cs typeface="Yu Gothic"/>
              </a:defRPr>
            </a:lvl2pPr>
            <a:lvl3pPr algn="l">
              <a:defRPr sz="2850" b="1">
                <a:solidFill>
                  <a:srgbClr val="0078BA"/>
                </a:solidFill>
                <a:latin typeface="Yu Gothic"/>
                <a:ea typeface="Yu Gothic"/>
                <a:cs typeface="Yu Gothic"/>
              </a:defRPr>
            </a:lvl3pPr>
            <a:lvl4pPr algn="l">
              <a:defRPr sz="2850" b="1">
                <a:solidFill>
                  <a:srgbClr val="0078BA"/>
                </a:solidFill>
                <a:latin typeface="Yu Gothic"/>
                <a:ea typeface="Yu Gothic"/>
                <a:cs typeface="Yu Gothic"/>
              </a:defRPr>
            </a:lvl4pPr>
            <a:lvl5pPr algn="l">
              <a:defRPr sz="2850" b="1">
                <a:solidFill>
                  <a:srgbClr val="0078BA"/>
                </a:solidFill>
                <a:latin typeface="Yu Gothic"/>
                <a:ea typeface="Yu Gothic"/>
                <a:cs typeface="Yu Gothic"/>
              </a:defRPr>
            </a:lvl5pPr>
            <a:lvl6pPr algn="l">
              <a:defRPr sz="2850" b="1">
                <a:solidFill>
                  <a:srgbClr val="0078BA"/>
                </a:solidFill>
                <a:latin typeface="Yu Gothic"/>
                <a:ea typeface="Yu Gothic"/>
                <a:cs typeface="Yu Gothic"/>
              </a:defRPr>
            </a:lvl6pPr>
            <a:lvl7pPr algn="l">
              <a:defRPr sz="2850" b="1">
                <a:solidFill>
                  <a:srgbClr val="0078BA"/>
                </a:solidFill>
                <a:latin typeface="Yu Gothic"/>
                <a:ea typeface="Yu Gothic"/>
                <a:cs typeface="Yu Gothic"/>
              </a:defRPr>
            </a:lvl7pPr>
            <a:lvl8pPr algn="l">
              <a:defRPr sz="2850" b="1">
                <a:solidFill>
                  <a:srgbClr val="0078BA"/>
                </a:solidFill>
                <a:latin typeface="Yu Gothic"/>
                <a:ea typeface="Yu Gothic"/>
                <a:cs typeface="Yu Gothic"/>
              </a:defRPr>
            </a:lvl8pPr>
            <a:lvl9pPr algn="l">
              <a:defRPr sz="2850" b="1">
                <a:solidFill>
                  <a:srgbClr val="0078BA"/>
                </a:solidFill>
                <a:latin typeface="Yu Gothic"/>
                <a:ea typeface="Yu Gothic"/>
                <a:cs typeface="Yu Gothic"/>
              </a:defRPr>
            </a:lvl9pPr>
          </a:lstStyle>
          <a:p xmlns:a="http://schemas.openxmlformats.org/drawingml/2006/main">
            <a:pPr algn="l">
              <a:defRPr sz="2850" b="1">
                <a:solidFill>
                  <a:srgbClr val="0078BA"/>
                </a:solidFill>
                <a:latin typeface="Yu Gothic"/>
                <a:ea typeface="Yu Gothic"/>
                <a:cs typeface="Yu Gothic"/>
              </a:defRPr>
            </a:pPr>
            <a:r>
              <a:rPr sz="2850" b="1">
                <a:solidFill>
                  <a:srgbClr val="0078BA"/>
                </a:solidFill>
                <a:latin typeface="Yu Gothic"/>
                <a:ea typeface="Yu Gothic"/>
                <a:cs typeface="Yu Gothic"/>
              </a:rPr>
              <a:t>APBの書込みを、FIFOの入力へ変換する</a:t>
            </a:r>
          </a:p>
        </p:txBody>
      </p:sp>
      <p:sp>
        <p:nvSpPr>
          <p:cNvPr id="3" name="text-522">
            <a:extLst xmlns:a="http://schemas.openxmlformats.org/drawingml/2006/main">
              <a:ext uri="{FF2B5EF4-FFF2-40B4-BE49-F238E27FC236}">
                <a16:creationId xmlns:a16="http://schemas.microsoft.com/office/drawing/2014/main" id="{E36E8BE3-B1EC-425C-82F9-FA113AB27E61}"/>
              </a:ext>
            </a:extLst>
          </p:cNvPr>
          <p:cNvSpPr>
            <a:spLocks xmlns:a="http://schemas.openxmlformats.org/drawingml/2006/main" noGrp="1"/>
          </p:cNvSpPr>
          <p:nvPr/>
        </p:nvSpPr>
        <p:spPr>
          <a:xfrm xmlns:a="http://schemas.openxmlformats.org/drawingml/2006/main">
            <a:off x="11277600" y="6334125"/>
            <a:ext cx="304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777777"/>
                </a:solidFill>
                <a:latin typeface="Arial"/>
                <a:ea typeface="Arial"/>
                <a:cs typeface="Arial"/>
              </a:defRPr>
            </a:defPPr>
            <a:lvl1pPr algn="r">
              <a:defRPr sz="1350" b="0">
                <a:solidFill>
                  <a:srgbClr val="777777"/>
                </a:solidFill>
                <a:latin typeface="Arial"/>
                <a:ea typeface="Arial"/>
                <a:cs typeface="Arial"/>
              </a:defRPr>
            </a:lvl1pPr>
            <a:lvl2pPr algn="r">
              <a:defRPr sz="1350" b="0">
                <a:solidFill>
                  <a:srgbClr val="777777"/>
                </a:solidFill>
                <a:latin typeface="Arial"/>
                <a:ea typeface="Arial"/>
                <a:cs typeface="Arial"/>
              </a:defRPr>
            </a:lvl2pPr>
            <a:lvl3pPr algn="r">
              <a:defRPr sz="1350" b="0">
                <a:solidFill>
                  <a:srgbClr val="777777"/>
                </a:solidFill>
                <a:latin typeface="Arial"/>
                <a:ea typeface="Arial"/>
                <a:cs typeface="Arial"/>
              </a:defRPr>
            </a:lvl3pPr>
            <a:lvl4pPr algn="r">
              <a:defRPr sz="1350" b="0">
                <a:solidFill>
                  <a:srgbClr val="777777"/>
                </a:solidFill>
                <a:latin typeface="Arial"/>
                <a:ea typeface="Arial"/>
                <a:cs typeface="Arial"/>
              </a:defRPr>
            </a:lvl4pPr>
            <a:lvl5pPr algn="r">
              <a:defRPr sz="1350" b="0">
                <a:solidFill>
                  <a:srgbClr val="777777"/>
                </a:solidFill>
                <a:latin typeface="Arial"/>
                <a:ea typeface="Arial"/>
                <a:cs typeface="Arial"/>
              </a:defRPr>
            </a:lvl5pPr>
            <a:lvl6pPr algn="r">
              <a:defRPr sz="1350" b="0">
                <a:solidFill>
                  <a:srgbClr val="777777"/>
                </a:solidFill>
                <a:latin typeface="Arial"/>
                <a:ea typeface="Arial"/>
                <a:cs typeface="Arial"/>
              </a:defRPr>
            </a:lvl6pPr>
            <a:lvl7pPr algn="r">
              <a:defRPr sz="1350" b="0">
                <a:solidFill>
                  <a:srgbClr val="777777"/>
                </a:solidFill>
                <a:latin typeface="Arial"/>
                <a:ea typeface="Arial"/>
                <a:cs typeface="Arial"/>
              </a:defRPr>
            </a:lvl7pPr>
            <a:lvl8pPr algn="r">
              <a:defRPr sz="1350" b="0">
                <a:solidFill>
                  <a:srgbClr val="777777"/>
                </a:solidFill>
                <a:latin typeface="Arial"/>
                <a:ea typeface="Arial"/>
                <a:cs typeface="Arial"/>
              </a:defRPr>
            </a:lvl8pPr>
            <a:lvl9pPr algn="r">
              <a:defRPr sz="1350" b="0">
                <a:solidFill>
                  <a:srgbClr val="777777"/>
                </a:solidFill>
                <a:latin typeface="Arial"/>
                <a:ea typeface="Arial"/>
                <a:cs typeface="Arial"/>
              </a:defRPr>
            </a:lvl9pPr>
          </a:lstStyle>
          <a:p xmlns:a="http://schemas.openxmlformats.org/drawingml/2006/main">
            <a:pPr algn="r">
              <a:defRPr sz="1350" b="0">
                <a:solidFill>
                  <a:srgbClr val="777777"/>
                </a:solidFill>
                <a:latin typeface="Arial"/>
                <a:ea typeface="Arial"/>
                <a:cs typeface="Arial"/>
              </a:defRPr>
            </a:pPr>
            <a:r>
              <a:rPr sz="1350" b="0">
                <a:solidFill>
                  <a:srgbClr val="777777"/>
                </a:solidFill>
                <a:latin typeface="Arial"/>
                <a:ea typeface="Arial"/>
                <a:cs typeface="Arial"/>
              </a:rPr>
              <a:t>8</a:t>
            </a:r>
          </a:p>
        </p:txBody>
      </p:sp>
      <p:sp>
        <p:nvSpPr>
          <p:cNvPr id="4" name="text-523">
            <a:extLst xmlns:a="http://schemas.openxmlformats.org/drawingml/2006/main">
              <a:ext uri="{FF2B5EF4-FFF2-40B4-BE49-F238E27FC236}">
                <a16:creationId xmlns:a16="http://schemas.microsoft.com/office/drawing/2014/main" id="{1D9D6240-E937-40A9-8B3D-52255FFDE235}"/>
              </a:ext>
            </a:extLst>
          </p:cNvPr>
          <p:cNvSpPr>
            <a:spLocks xmlns:a="http://schemas.openxmlformats.org/drawingml/2006/main" noGrp="1"/>
          </p:cNvSpPr>
          <p:nvPr/>
        </p:nvSpPr>
        <p:spPr>
          <a:xfrm xmlns:a="http://schemas.openxmlformats.org/drawingml/2006/main">
            <a:off x="609600" y="13239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025" b="0">
                <a:solidFill>
                  <a:srgbClr val="231F20"/>
                </a:solidFill>
                <a:latin typeface="Yu Gothic"/>
                <a:ea typeface="Yu Gothic"/>
                <a:cs typeface="Yu Gothic"/>
              </a:defRPr>
            </a:defPPr>
            <a:lvl1pPr algn="l">
              <a:defRPr sz="2025" b="0">
                <a:solidFill>
                  <a:srgbClr val="231F20"/>
                </a:solidFill>
                <a:latin typeface="Yu Gothic"/>
                <a:ea typeface="Yu Gothic"/>
                <a:cs typeface="Yu Gothic"/>
              </a:defRPr>
            </a:lvl1pPr>
            <a:lvl2pPr algn="l">
              <a:defRPr sz="2025" b="0">
                <a:solidFill>
                  <a:srgbClr val="231F20"/>
                </a:solidFill>
                <a:latin typeface="Yu Gothic"/>
                <a:ea typeface="Yu Gothic"/>
                <a:cs typeface="Yu Gothic"/>
              </a:defRPr>
            </a:lvl2pPr>
            <a:lvl3pPr algn="l">
              <a:defRPr sz="2025" b="0">
                <a:solidFill>
                  <a:srgbClr val="231F20"/>
                </a:solidFill>
                <a:latin typeface="Yu Gothic"/>
                <a:ea typeface="Yu Gothic"/>
                <a:cs typeface="Yu Gothic"/>
              </a:defRPr>
            </a:lvl3pPr>
            <a:lvl4pPr algn="l">
              <a:defRPr sz="2025" b="0">
                <a:solidFill>
                  <a:srgbClr val="231F20"/>
                </a:solidFill>
                <a:latin typeface="Yu Gothic"/>
                <a:ea typeface="Yu Gothic"/>
                <a:cs typeface="Yu Gothic"/>
              </a:defRPr>
            </a:lvl4pPr>
            <a:lvl5pPr algn="l">
              <a:defRPr sz="2025" b="0">
                <a:solidFill>
                  <a:srgbClr val="231F20"/>
                </a:solidFill>
                <a:latin typeface="Yu Gothic"/>
                <a:ea typeface="Yu Gothic"/>
                <a:cs typeface="Yu Gothic"/>
              </a:defRPr>
            </a:lvl5pPr>
            <a:lvl6pPr algn="l">
              <a:defRPr sz="2025" b="0">
                <a:solidFill>
                  <a:srgbClr val="231F20"/>
                </a:solidFill>
                <a:latin typeface="Yu Gothic"/>
                <a:ea typeface="Yu Gothic"/>
                <a:cs typeface="Yu Gothic"/>
              </a:defRPr>
            </a:lvl6pPr>
            <a:lvl7pPr algn="l">
              <a:defRPr sz="2025" b="0">
                <a:solidFill>
                  <a:srgbClr val="231F20"/>
                </a:solidFill>
                <a:latin typeface="Yu Gothic"/>
                <a:ea typeface="Yu Gothic"/>
                <a:cs typeface="Yu Gothic"/>
              </a:defRPr>
            </a:lvl7pPr>
            <a:lvl8pPr algn="l">
              <a:defRPr sz="2025" b="0">
                <a:solidFill>
                  <a:srgbClr val="231F20"/>
                </a:solidFill>
                <a:latin typeface="Yu Gothic"/>
                <a:ea typeface="Yu Gothic"/>
                <a:cs typeface="Yu Gothic"/>
              </a:defRPr>
            </a:lvl8pPr>
            <a:lvl9pPr algn="l">
              <a:defRPr sz="2025" b="0">
                <a:solidFill>
                  <a:srgbClr val="231F20"/>
                </a:solidFill>
                <a:latin typeface="Yu Gothic"/>
                <a:ea typeface="Yu Gothic"/>
                <a:cs typeface="Yu Gothic"/>
              </a:defRPr>
            </a:lvl9pPr>
          </a:lstStyle>
          <a:p xmlns:a="http://schemas.openxmlformats.org/drawingml/2006/main">
            <a:pPr algn="l">
              <a:defRPr sz="2025" b="0">
                <a:solidFill>
                  <a:srgbClr val="231F20"/>
                </a:solidFill>
                <a:latin typeface="Yu Gothic"/>
                <a:ea typeface="Yu Gothic"/>
                <a:cs typeface="Yu Gothic"/>
              </a:defRPr>
            </a:pPr>
            <a:r>
              <a:rPr sz="2025" b="0">
                <a:solidFill>
                  <a:srgbClr val="231F20"/>
                </a:solidFill>
                <a:latin typeface="Yu Gothic"/>
                <a:ea typeface="Yu Gothic"/>
                <a:cs typeface="Yu Gothic"/>
              </a:rPr>
              <a:t>右側へ加えたAPB接続回路を拡大：窓口0x00への書込み</a:t>
            </a:r>
          </a:p>
        </p:txBody>
      </p:sp>
      <p:sp>
        <p:nvSpPr>
          <p:cNvPr id="5" name="block-524">
            <a:extLst xmlns:a="http://schemas.openxmlformats.org/drawingml/2006/main">
              <a:ext uri="{FF2B5EF4-FFF2-40B4-BE49-F238E27FC236}">
                <a16:creationId xmlns:a16="http://schemas.microsoft.com/office/drawing/2014/main" id="{3A2BC779-88D6-4B27-8EF9-1EF209E18679}"/>
              </a:ext>
            </a:extLst>
          </p:cNvPr>
          <p:cNvSpPr>
            <a:spLocks xmlns:a="http://schemas.openxmlformats.org/drawingml/2006/main" noGrp="1"/>
          </p:cNvSpPr>
          <p:nvPr/>
        </p:nvSpPr>
        <p:spPr>
          <a:xfrm xmlns:a="http://schemas.openxmlformats.org/drawingml/2006/main">
            <a:off x="609600" y="2152650"/>
            <a:ext cx="1943100" cy="3076575"/>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6" name="text-525">
            <a:extLst xmlns:a="http://schemas.openxmlformats.org/drawingml/2006/main">
              <a:ext uri="{FF2B5EF4-FFF2-40B4-BE49-F238E27FC236}">
                <a16:creationId xmlns:a16="http://schemas.microsoft.com/office/drawing/2014/main" id="{B00D35DC-314A-4871-9788-1C4E9A6CEB42}"/>
              </a:ext>
            </a:extLst>
          </p:cNvPr>
          <p:cNvSpPr>
            <a:spLocks xmlns:a="http://schemas.openxmlformats.org/drawingml/2006/main" noGrp="1"/>
          </p:cNvSpPr>
          <p:nvPr/>
        </p:nvSpPr>
        <p:spPr>
          <a:xfrm xmlns:a="http://schemas.openxmlformats.org/drawingml/2006/main">
            <a:off x="685800" y="2209800"/>
            <a:ext cx="1790700" cy="2962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75" b="1">
                <a:solidFill>
                  <a:srgbClr val="231F20"/>
                </a:solidFill>
                <a:latin typeface="Yu Gothic"/>
                <a:ea typeface="Yu Gothic"/>
                <a:cs typeface="Yu Gothic"/>
              </a:defRPr>
            </a:defPPr>
            <a:lvl1pPr algn="ctr">
              <a:defRPr sz="2175" b="1">
                <a:solidFill>
                  <a:srgbClr val="231F20"/>
                </a:solidFill>
                <a:latin typeface="Yu Gothic"/>
                <a:ea typeface="Yu Gothic"/>
                <a:cs typeface="Yu Gothic"/>
              </a:defRPr>
            </a:lvl1pPr>
            <a:lvl2pPr algn="ctr">
              <a:defRPr sz="2175" b="1">
                <a:solidFill>
                  <a:srgbClr val="231F20"/>
                </a:solidFill>
                <a:latin typeface="Yu Gothic"/>
                <a:ea typeface="Yu Gothic"/>
                <a:cs typeface="Yu Gothic"/>
              </a:defRPr>
            </a:lvl2pPr>
            <a:lvl3pPr algn="ctr">
              <a:defRPr sz="2175" b="1">
                <a:solidFill>
                  <a:srgbClr val="231F20"/>
                </a:solidFill>
                <a:latin typeface="Yu Gothic"/>
                <a:ea typeface="Yu Gothic"/>
                <a:cs typeface="Yu Gothic"/>
              </a:defRPr>
            </a:lvl3pPr>
            <a:lvl4pPr algn="ctr">
              <a:defRPr sz="2175" b="1">
                <a:solidFill>
                  <a:srgbClr val="231F20"/>
                </a:solidFill>
                <a:latin typeface="Yu Gothic"/>
                <a:ea typeface="Yu Gothic"/>
                <a:cs typeface="Yu Gothic"/>
              </a:defRPr>
            </a:lvl4pPr>
            <a:lvl5pPr algn="ctr">
              <a:defRPr sz="2175" b="1">
                <a:solidFill>
                  <a:srgbClr val="231F20"/>
                </a:solidFill>
                <a:latin typeface="Yu Gothic"/>
                <a:ea typeface="Yu Gothic"/>
                <a:cs typeface="Yu Gothic"/>
              </a:defRPr>
            </a:lvl5pPr>
            <a:lvl6pPr algn="ctr">
              <a:defRPr sz="2175" b="1">
                <a:solidFill>
                  <a:srgbClr val="231F20"/>
                </a:solidFill>
                <a:latin typeface="Yu Gothic"/>
                <a:ea typeface="Yu Gothic"/>
                <a:cs typeface="Yu Gothic"/>
              </a:defRPr>
            </a:lvl6pPr>
            <a:lvl7pPr algn="ctr">
              <a:defRPr sz="2175" b="1">
                <a:solidFill>
                  <a:srgbClr val="231F20"/>
                </a:solidFill>
                <a:latin typeface="Yu Gothic"/>
                <a:ea typeface="Yu Gothic"/>
                <a:cs typeface="Yu Gothic"/>
              </a:defRPr>
            </a:lvl7pPr>
            <a:lvl8pPr algn="ctr">
              <a:defRPr sz="2175" b="1">
                <a:solidFill>
                  <a:srgbClr val="231F20"/>
                </a:solidFill>
                <a:latin typeface="Yu Gothic"/>
                <a:ea typeface="Yu Gothic"/>
                <a:cs typeface="Yu Gothic"/>
              </a:defRPr>
            </a:lvl8pPr>
            <a:lvl9pPr algn="ctr">
              <a:defRPr sz="2175" b="1">
                <a:solidFill>
                  <a:srgbClr val="231F20"/>
                </a:solidFill>
                <a:latin typeface="Yu Gothic"/>
                <a:ea typeface="Yu Gothic"/>
                <a:cs typeface="Yu Gothic"/>
              </a:defRPr>
            </a:lvl9pPr>
          </a:lstStyle>
          <a:p xmlns:a="http://schemas.openxmlformats.org/drawingml/2006/main">
            <a:pPr algn="ctr">
              <a:defRPr sz="2175" b="1">
                <a:solidFill>
                  <a:srgbClr val="231F20"/>
                </a:solidFill>
                <a:latin typeface="Yu Gothic"/>
                <a:ea typeface="Yu Gothic"/>
                <a:cs typeface="Yu Gothic"/>
              </a:defRPr>
            </a:pPr>
            <a:r>
              <a:rPr sz="2175" b="1">
                <a:solidFill>
                  <a:srgbClr val="231F20"/>
                </a:solidFill>
                <a:latin typeface="Yu Gothic"/>
                <a:ea typeface="Yu Gothic"/>
                <a:cs typeface="Yu Gothic"/>
              </a:rPr>
              <a:t>CPU側</a:t>
            </a:r>
          </a:p>
          <a:p xmlns:a="http://schemas.openxmlformats.org/drawingml/2006/main">
            <a:pPr algn="ctr">
              <a:defRPr sz="2175" b="1">
                <a:solidFill>
                  <a:srgbClr val="231F20"/>
                </a:solidFill>
                <a:latin typeface="Yu Gothic"/>
                <a:ea typeface="Yu Gothic"/>
                <a:cs typeface="Yu Gothic"/>
              </a:defRPr>
            </a:pPr>
            <a:r>
              <a:rPr sz="2175" b="1">
                <a:solidFill>
                  <a:srgbClr val="231F20"/>
                </a:solidFill>
                <a:latin typeface="Yu Gothic"/>
                <a:ea typeface="Yu Gothic"/>
                <a:cs typeface="Yu Gothic"/>
              </a:rPr>
              <a:t>APBバス</a:t>
            </a:r>
          </a:p>
        </p:txBody>
      </p:sp>
      <p:sp>
        <p:nvSpPr>
          <p:cNvPr id="7" name="block-526">
            <a:extLst xmlns:a="http://schemas.openxmlformats.org/drawingml/2006/main">
              <a:ext uri="{FF2B5EF4-FFF2-40B4-BE49-F238E27FC236}">
                <a16:creationId xmlns:a16="http://schemas.microsoft.com/office/drawing/2014/main" id="{673BE5E9-9920-409A-B73E-3679D0ECD067}"/>
              </a:ext>
            </a:extLst>
          </p:cNvPr>
          <p:cNvSpPr>
            <a:spLocks xmlns:a="http://schemas.openxmlformats.org/drawingml/2006/main" noGrp="1"/>
          </p:cNvSpPr>
          <p:nvPr/>
        </p:nvSpPr>
        <p:spPr>
          <a:xfrm xmlns:a="http://schemas.openxmlformats.org/drawingml/2006/main">
            <a:off x="4629150" y="2152650"/>
            <a:ext cx="2809875" cy="3076575"/>
          </a:xfrm>
          <a:prstGeom xmlns:a="http://schemas.openxmlformats.org/drawingml/2006/main" prst="rect">
            <a:avLst/>
          </a:prstGeom>
          <a:solidFill xmlns:a="http://schemas.openxmlformats.org/drawingml/2006/main">
            <a:srgbClr val="E5EBF8"/>
          </a:solidFill>
          <a:ln xmlns:a="http://schemas.openxmlformats.org/drawingml/2006/main" w="20955">
            <a:solidFill>
              <a:srgbClr val="231F20"/>
            </a:solidFill>
          </a:ln>
        </p:spPr>
      </p:sp>
      <p:sp>
        <p:nvSpPr>
          <p:cNvPr id="8" name="text-527">
            <a:extLst xmlns:a="http://schemas.openxmlformats.org/drawingml/2006/main">
              <a:ext uri="{FF2B5EF4-FFF2-40B4-BE49-F238E27FC236}">
                <a16:creationId xmlns:a16="http://schemas.microsoft.com/office/drawing/2014/main" id="{BF410F53-40A1-4D0F-B0B3-47D98F81547C}"/>
              </a:ext>
            </a:extLst>
          </p:cNvPr>
          <p:cNvSpPr>
            <a:spLocks xmlns:a="http://schemas.openxmlformats.org/drawingml/2006/main" noGrp="1"/>
          </p:cNvSpPr>
          <p:nvPr/>
        </p:nvSpPr>
        <p:spPr>
          <a:xfrm xmlns:a="http://schemas.openxmlformats.org/drawingml/2006/main">
            <a:off x="4705350" y="2209800"/>
            <a:ext cx="2657475" cy="2962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1">
                <a:solidFill>
                  <a:srgbClr val="231F20"/>
                </a:solidFill>
                <a:latin typeface="Yu Gothic"/>
                <a:ea typeface="Yu Gothic"/>
                <a:cs typeface="Yu Gothic"/>
              </a:defRPr>
            </a:defPPr>
            <a:lvl1pPr algn="ctr">
              <a:defRPr sz="1875" b="1">
                <a:solidFill>
                  <a:srgbClr val="231F20"/>
                </a:solidFill>
                <a:latin typeface="Yu Gothic"/>
                <a:ea typeface="Yu Gothic"/>
                <a:cs typeface="Yu Gothic"/>
              </a:defRPr>
            </a:lvl1pPr>
            <a:lvl2pPr algn="ctr">
              <a:defRPr sz="1875" b="1">
                <a:solidFill>
                  <a:srgbClr val="231F20"/>
                </a:solidFill>
                <a:latin typeface="Yu Gothic"/>
                <a:ea typeface="Yu Gothic"/>
                <a:cs typeface="Yu Gothic"/>
              </a:defRPr>
            </a:lvl2pPr>
            <a:lvl3pPr algn="ctr">
              <a:defRPr sz="1875" b="1">
                <a:solidFill>
                  <a:srgbClr val="231F20"/>
                </a:solidFill>
                <a:latin typeface="Yu Gothic"/>
                <a:ea typeface="Yu Gothic"/>
                <a:cs typeface="Yu Gothic"/>
              </a:defRPr>
            </a:lvl3pPr>
            <a:lvl4pPr algn="ctr">
              <a:defRPr sz="1875" b="1">
                <a:solidFill>
                  <a:srgbClr val="231F20"/>
                </a:solidFill>
                <a:latin typeface="Yu Gothic"/>
                <a:ea typeface="Yu Gothic"/>
                <a:cs typeface="Yu Gothic"/>
              </a:defRPr>
            </a:lvl4pPr>
            <a:lvl5pPr algn="ctr">
              <a:defRPr sz="1875" b="1">
                <a:solidFill>
                  <a:srgbClr val="231F20"/>
                </a:solidFill>
                <a:latin typeface="Yu Gothic"/>
                <a:ea typeface="Yu Gothic"/>
                <a:cs typeface="Yu Gothic"/>
              </a:defRPr>
            </a:lvl5pPr>
            <a:lvl6pPr algn="ctr">
              <a:defRPr sz="1875" b="1">
                <a:solidFill>
                  <a:srgbClr val="231F20"/>
                </a:solidFill>
                <a:latin typeface="Yu Gothic"/>
                <a:ea typeface="Yu Gothic"/>
                <a:cs typeface="Yu Gothic"/>
              </a:defRPr>
            </a:lvl6pPr>
            <a:lvl7pPr algn="ctr">
              <a:defRPr sz="1875" b="1">
                <a:solidFill>
                  <a:srgbClr val="231F20"/>
                </a:solidFill>
                <a:latin typeface="Yu Gothic"/>
                <a:ea typeface="Yu Gothic"/>
                <a:cs typeface="Yu Gothic"/>
              </a:defRPr>
            </a:lvl7pPr>
            <a:lvl8pPr algn="ctr">
              <a:defRPr sz="1875" b="1">
                <a:solidFill>
                  <a:srgbClr val="231F20"/>
                </a:solidFill>
                <a:latin typeface="Yu Gothic"/>
                <a:ea typeface="Yu Gothic"/>
                <a:cs typeface="Yu Gothic"/>
              </a:defRPr>
            </a:lvl8pPr>
            <a:lvl9pPr algn="ctr">
              <a:defRPr sz="1875" b="1">
                <a:solidFill>
                  <a:srgbClr val="231F20"/>
                </a:solidFill>
                <a:latin typeface="Yu Gothic"/>
                <a:ea typeface="Yu Gothic"/>
                <a:cs typeface="Yu Gothic"/>
              </a:defRPr>
            </a:lvl9pPr>
          </a:lstStyle>
          <a:p xmlns:a="http://schemas.openxmlformats.org/drawingml/2006/main">
            <a:pPr algn="ctr">
              <a:defRPr sz="1875" b="1">
                <a:solidFill>
                  <a:srgbClr val="231F20"/>
                </a:solidFill>
                <a:latin typeface="Yu Gothic"/>
                <a:ea typeface="Yu Gothic"/>
                <a:cs typeface="Yu Gothic"/>
              </a:defRPr>
            </a:pPr>
            <a:r>
              <a:rPr sz="1875" b="1">
                <a:solidFill>
                  <a:srgbClr val="231F20"/>
                </a:solidFill>
                <a:latin typeface="Yu Gothic"/>
                <a:ea typeface="Yu Gothic"/>
                <a:cs typeface="Yu Gothic"/>
              </a:rPr>
              <a:t>追加した接続回路</a:t>
            </a:r>
          </a:p>
          <a:p xmlns:a="http://schemas.openxmlformats.org/drawingml/2006/main">
            <a:r>
              <a:t/>
            </a:r>
          </a:p>
          <a:p xmlns:a="http://schemas.openxmlformats.org/drawingml/2006/main">
            <a:pPr algn="ctr">
              <a:defRPr sz="1875" b="1">
                <a:solidFill>
                  <a:srgbClr val="231F20"/>
                </a:solidFill>
                <a:latin typeface="Yu Gothic"/>
                <a:ea typeface="Yu Gothic"/>
                <a:cs typeface="Yu Gothic"/>
              </a:defRPr>
            </a:pPr>
            <a:r>
              <a:rPr sz="1875" b="1">
                <a:solidFill>
                  <a:srgbClr val="231F20"/>
                </a:solidFill>
                <a:latin typeface="Yu Gothic"/>
                <a:ea typeface="Yu Gothic"/>
                <a:cs typeface="Yu Gothic"/>
              </a:rPr>
              <a:t>窓口・幅・制御を確認</a:t>
            </a:r>
          </a:p>
          <a:p xmlns:a="http://schemas.openxmlformats.org/drawingml/2006/main">
            <a:pPr algn="ctr">
              <a:defRPr sz="1875" b="1">
                <a:solidFill>
                  <a:srgbClr val="231F20"/>
                </a:solidFill>
                <a:latin typeface="Yu Gothic"/>
                <a:ea typeface="Yu Gothic"/>
                <a:cs typeface="Yu Gothic"/>
              </a:defRPr>
            </a:pPr>
            <a:r>
              <a:rPr sz="1875" b="1">
                <a:solidFill>
                  <a:srgbClr val="231F20"/>
                </a:solidFill>
                <a:latin typeface="Yu Gothic"/>
                <a:ea typeface="Yu Gothic"/>
                <a:cs typeface="Yu Gothic"/>
              </a:rPr>
              <a:t>有効な書込みなら</a:t>
            </a:r>
          </a:p>
          <a:p xmlns:a="http://schemas.openxmlformats.org/drawingml/2006/main">
            <a:pPr algn="ctr">
              <a:defRPr sz="1875" b="1">
                <a:solidFill>
                  <a:srgbClr val="231F20"/>
                </a:solidFill>
                <a:latin typeface="Yu Gothic"/>
                <a:ea typeface="Yu Gothic"/>
                <a:cs typeface="Yu Gothic"/>
              </a:defRPr>
            </a:pPr>
            <a:r>
              <a:rPr sz="1875" b="1">
                <a:solidFill>
                  <a:srgbClr val="231F20"/>
                </a:solidFill>
                <a:latin typeface="Yu Gothic"/>
                <a:ea typeface="Yu Gothic"/>
                <a:cs typeface="Yu Gothic"/>
              </a:rPr>
              <a:t>CmdValid = 1</a:t>
            </a:r>
          </a:p>
        </p:txBody>
      </p:sp>
      <p:sp>
        <p:nvSpPr>
          <p:cNvPr id="9" name="block-528">
            <a:extLst xmlns:a="http://schemas.openxmlformats.org/drawingml/2006/main">
              <a:ext uri="{FF2B5EF4-FFF2-40B4-BE49-F238E27FC236}">
                <a16:creationId xmlns:a16="http://schemas.microsoft.com/office/drawing/2014/main" id="{8B314698-4D52-40F3-8D12-EED707B0E95F}"/>
              </a:ext>
            </a:extLst>
          </p:cNvPr>
          <p:cNvSpPr>
            <a:spLocks xmlns:a="http://schemas.openxmlformats.org/drawingml/2006/main" noGrp="1"/>
          </p:cNvSpPr>
          <p:nvPr/>
        </p:nvSpPr>
        <p:spPr>
          <a:xfrm xmlns:a="http://schemas.openxmlformats.org/drawingml/2006/main">
            <a:off x="9582150" y="2152650"/>
            <a:ext cx="2000250" cy="3076575"/>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10" name="text-529">
            <a:extLst xmlns:a="http://schemas.openxmlformats.org/drawingml/2006/main">
              <a:ext uri="{FF2B5EF4-FFF2-40B4-BE49-F238E27FC236}">
                <a16:creationId xmlns:a16="http://schemas.microsoft.com/office/drawing/2014/main" id="{D2A34D77-2C4E-4949-9540-639E35F175CC}"/>
              </a:ext>
            </a:extLst>
          </p:cNvPr>
          <p:cNvSpPr>
            <a:spLocks xmlns:a="http://schemas.openxmlformats.org/drawingml/2006/main" noGrp="1"/>
          </p:cNvSpPr>
          <p:nvPr/>
        </p:nvSpPr>
        <p:spPr>
          <a:xfrm xmlns:a="http://schemas.openxmlformats.org/drawingml/2006/main">
            <a:off x="9658350" y="2209800"/>
            <a:ext cx="1847850" cy="2962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75" b="1">
                <a:solidFill>
                  <a:srgbClr val="231F20"/>
                </a:solidFill>
                <a:latin typeface="Yu Gothic"/>
                <a:ea typeface="Yu Gothic"/>
                <a:cs typeface="Yu Gothic"/>
              </a:defRPr>
            </a:defPPr>
            <a:lvl1pPr algn="ctr">
              <a:defRPr sz="2175" b="1">
                <a:solidFill>
                  <a:srgbClr val="231F20"/>
                </a:solidFill>
                <a:latin typeface="Yu Gothic"/>
                <a:ea typeface="Yu Gothic"/>
                <a:cs typeface="Yu Gothic"/>
              </a:defRPr>
            </a:lvl1pPr>
            <a:lvl2pPr algn="ctr">
              <a:defRPr sz="2175" b="1">
                <a:solidFill>
                  <a:srgbClr val="231F20"/>
                </a:solidFill>
                <a:latin typeface="Yu Gothic"/>
                <a:ea typeface="Yu Gothic"/>
                <a:cs typeface="Yu Gothic"/>
              </a:defRPr>
            </a:lvl2pPr>
            <a:lvl3pPr algn="ctr">
              <a:defRPr sz="2175" b="1">
                <a:solidFill>
                  <a:srgbClr val="231F20"/>
                </a:solidFill>
                <a:latin typeface="Yu Gothic"/>
                <a:ea typeface="Yu Gothic"/>
                <a:cs typeface="Yu Gothic"/>
              </a:defRPr>
            </a:lvl3pPr>
            <a:lvl4pPr algn="ctr">
              <a:defRPr sz="2175" b="1">
                <a:solidFill>
                  <a:srgbClr val="231F20"/>
                </a:solidFill>
                <a:latin typeface="Yu Gothic"/>
                <a:ea typeface="Yu Gothic"/>
                <a:cs typeface="Yu Gothic"/>
              </a:defRPr>
            </a:lvl4pPr>
            <a:lvl5pPr algn="ctr">
              <a:defRPr sz="2175" b="1">
                <a:solidFill>
                  <a:srgbClr val="231F20"/>
                </a:solidFill>
                <a:latin typeface="Yu Gothic"/>
                <a:ea typeface="Yu Gothic"/>
                <a:cs typeface="Yu Gothic"/>
              </a:defRPr>
            </a:lvl5pPr>
            <a:lvl6pPr algn="ctr">
              <a:defRPr sz="2175" b="1">
                <a:solidFill>
                  <a:srgbClr val="231F20"/>
                </a:solidFill>
                <a:latin typeface="Yu Gothic"/>
                <a:ea typeface="Yu Gothic"/>
                <a:cs typeface="Yu Gothic"/>
              </a:defRPr>
            </a:lvl6pPr>
            <a:lvl7pPr algn="ctr">
              <a:defRPr sz="2175" b="1">
                <a:solidFill>
                  <a:srgbClr val="231F20"/>
                </a:solidFill>
                <a:latin typeface="Yu Gothic"/>
                <a:ea typeface="Yu Gothic"/>
                <a:cs typeface="Yu Gothic"/>
              </a:defRPr>
            </a:lvl7pPr>
            <a:lvl8pPr algn="ctr">
              <a:defRPr sz="2175" b="1">
                <a:solidFill>
                  <a:srgbClr val="231F20"/>
                </a:solidFill>
                <a:latin typeface="Yu Gothic"/>
                <a:ea typeface="Yu Gothic"/>
                <a:cs typeface="Yu Gothic"/>
              </a:defRPr>
            </a:lvl8pPr>
            <a:lvl9pPr algn="ctr">
              <a:defRPr sz="2175" b="1">
                <a:solidFill>
                  <a:srgbClr val="231F20"/>
                </a:solidFill>
                <a:latin typeface="Yu Gothic"/>
                <a:ea typeface="Yu Gothic"/>
                <a:cs typeface="Yu Gothic"/>
              </a:defRPr>
            </a:lvl9pPr>
          </a:lstStyle>
          <a:p xmlns:a="http://schemas.openxmlformats.org/drawingml/2006/main">
            <a:pPr algn="ctr">
              <a:defRPr sz="2175" b="1">
                <a:solidFill>
                  <a:srgbClr val="231F20"/>
                </a:solidFill>
                <a:latin typeface="Yu Gothic"/>
                <a:ea typeface="Yu Gothic"/>
                <a:cs typeface="Yu Gothic"/>
              </a:defRPr>
            </a:pPr>
            <a:r>
              <a:rPr sz="2175" b="1">
                <a:solidFill>
                  <a:srgbClr val="231F20"/>
                </a:solidFill>
                <a:latin typeface="Yu Gothic"/>
                <a:ea typeface="Yu Gothic"/>
                <a:cs typeface="Yu Gothic"/>
              </a:rPr>
              <a:t>FIFO</a:t>
            </a:r>
          </a:p>
          <a:p xmlns:a="http://schemas.openxmlformats.org/drawingml/2006/main">
            <a:pPr algn="ctr">
              <a:defRPr sz="2175" b="1">
                <a:solidFill>
                  <a:srgbClr val="231F20"/>
                </a:solidFill>
                <a:latin typeface="Yu Gothic"/>
                <a:ea typeface="Yu Gothic"/>
                <a:cs typeface="Yu Gothic"/>
              </a:defRPr>
            </a:pPr>
            <a:r>
              <a:rPr sz="2175" b="1">
                <a:solidFill>
                  <a:srgbClr val="231F20"/>
                </a:solidFill>
                <a:latin typeface="Yu Gothic"/>
                <a:ea typeface="Yu Gothic"/>
                <a:cs typeface="Yu Gothic"/>
              </a:rPr>
              <a:t>一時保存</a:t>
            </a:r>
          </a:p>
        </p:txBody>
      </p:sp>
      <p:sp>
        <p:nvSpPr>
          <p:cNvPr id="11" name="wire-530">
            <a:extLst xmlns:a="http://schemas.openxmlformats.org/drawingml/2006/main">
              <a:ext uri="{FF2B5EF4-FFF2-40B4-BE49-F238E27FC236}">
                <a16:creationId xmlns:a16="http://schemas.microsoft.com/office/drawing/2014/main" id="{E12929D1-605A-4ADE-AC7F-1DD7A4673F0B}"/>
              </a:ext>
            </a:extLst>
          </p:cNvPr>
          <p:cNvSpPr>
            <a:spLocks xmlns:a="http://schemas.openxmlformats.org/drawingml/2006/main" noGrp="1"/>
          </p:cNvSpPr>
          <p:nvPr/>
        </p:nvSpPr>
        <p:spPr>
          <a:xfrm xmlns:a="http://schemas.openxmlformats.org/drawingml/2006/main">
            <a:off x="2552700" y="2647950"/>
            <a:ext cx="2076450" cy="9525"/>
          </a:xfrm>
          <a:custGeom xmlns:a="http://schemas.openxmlformats.org/drawingml/2006/main">
            <a:pathLst>
              <a:path w="2076450" h="9525">
                <a:moveTo>
                  <a:pt x="0" y="0"/>
                </a:moveTo>
                <a:lnTo>
                  <a:pt x="2076450" y="0"/>
                </a:lnTo>
              </a:path>
            </a:pathLst>
          </a:custGeom>
          <a:noFill xmlns:a="http://schemas.openxmlformats.org/drawingml/2006/main"/>
          <a:ln xmlns:a="http://schemas.openxmlformats.org/drawingml/2006/main" w="19050">
            <a:solidFill>
              <a:srgbClr val="231F20"/>
            </a:solidFill>
          </a:ln>
        </p:spPr>
      </p:sp>
      <p:sp>
        <p:nvSpPr>
          <p:cNvPr id="12" name="circuit-531">
            <a:extLst xmlns:a="http://schemas.openxmlformats.org/drawingml/2006/main">
              <a:ext uri="{FF2B5EF4-FFF2-40B4-BE49-F238E27FC236}">
                <a16:creationId xmlns:a16="http://schemas.microsoft.com/office/drawing/2014/main" id="{9605FF59-32F6-4A30-B479-4F6199B5928A}"/>
              </a:ext>
            </a:extLst>
          </p:cNvPr>
          <p:cNvSpPr>
            <a:spLocks xmlns:a="http://schemas.openxmlformats.org/drawingml/2006/main" noGrp="1"/>
          </p:cNvSpPr>
          <p:nvPr/>
        </p:nvSpPr>
        <p:spPr>
          <a:xfrm xmlns:a="http://schemas.openxmlformats.org/drawingml/2006/main">
            <a:off x="4552950" y="261651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13" name="text-532">
            <a:extLst xmlns:a="http://schemas.openxmlformats.org/drawingml/2006/main">
              <a:ext uri="{FF2B5EF4-FFF2-40B4-BE49-F238E27FC236}">
                <a16:creationId xmlns:a16="http://schemas.microsoft.com/office/drawing/2014/main" id="{938D19BD-1506-4413-83BC-35863B043F68}"/>
              </a:ext>
            </a:extLst>
          </p:cNvPr>
          <p:cNvSpPr>
            <a:spLocks xmlns:a="http://schemas.openxmlformats.org/drawingml/2006/main" noGrp="1"/>
          </p:cNvSpPr>
          <p:nvPr/>
        </p:nvSpPr>
        <p:spPr>
          <a:xfrm xmlns:a="http://schemas.openxmlformats.org/drawingml/2006/main">
            <a:off x="2762250" y="22574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00" b="0">
                <a:solidFill>
                  <a:srgbClr val="231F20"/>
                </a:solidFill>
                <a:latin typeface="Yu Gothic"/>
                <a:ea typeface="Yu Gothic"/>
                <a:cs typeface="Yu Gothic"/>
              </a:defRPr>
            </a:defPPr>
            <a:lvl1pPr algn="ctr">
              <a:defRPr sz="1800" b="0">
                <a:solidFill>
                  <a:srgbClr val="231F20"/>
                </a:solidFill>
                <a:latin typeface="Yu Gothic"/>
                <a:ea typeface="Yu Gothic"/>
                <a:cs typeface="Yu Gothic"/>
              </a:defRPr>
            </a:lvl1pPr>
            <a:lvl2pPr algn="ctr">
              <a:defRPr sz="1800" b="0">
                <a:solidFill>
                  <a:srgbClr val="231F20"/>
                </a:solidFill>
                <a:latin typeface="Yu Gothic"/>
                <a:ea typeface="Yu Gothic"/>
                <a:cs typeface="Yu Gothic"/>
              </a:defRPr>
            </a:lvl2pPr>
            <a:lvl3pPr algn="ctr">
              <a:defRPr sz="1800" b="0">
                <a:solidFill>
                  <a:srgbClr val="231F20"/>
                </a:solidFill>
                <a:latin typeface="Yu Gothic"/>
                <a:ea typeface="Yu Gothic"/>
                <a:cs typeface="Yu Gothic"/>
              </a:defRPr>
            </a:lvl3pPr>
            <a:lvl4pPr algn="ctr">
              <a:defRPr sz="1800" b="0">
                <a:solidFill>
                  <a:srgbClr val="231F20"/>
                </a:solidFill>
                <a:latin typeface="Yu Gothic"/>
                <a:ea typeface="Yu Gothic"/>
                <a:cs typeface="Yu Gothic"/>
              </a:defRPr>
            </a:lvl4pPr>
            <a:lvl5pPr algn="ctr">
              <a:defRPr sz="1800" b="0">
                <a:solidFill>
                  <a:srgbClr val="231F20"/>
                </a:solidFill>
                <a:latin typeface="Yu Gothic"/>
                <a:ea typeface="Yu Gothic"/>
                <a:cs typeface="Yu Gothic"/>
              </a:defRPr>
            </a:lvl5pPr>
            <a:lvl6pPr algn="ctr">
              <a:defRPr sz="1800" b="0">
                <a:solidFill>
                  <a:srgbClr val="231F20"/>
                </a:solidFill>
                <a:latin typeface="Yu Gothic"/>
                <a:ea typeface="Yu Gothic"/>
                <a:cs typeface="Yu Gothic"/>
              </a:defRPr>
            </a:lvl6pPr>
            <a:lvl7pPr algn="ctr">
              <a:defRPr sz="1800" b="0">
                <a:solidFill>
                  <a:srgbClr val="231F20"/>
                </a:solidFill>
                <a:latin typeface="Yu Gothic"/>
                <a:ea typeface="Yu Gothic"/>
                <a:cs typeface="Yu Gothic"/>
              </a:defRPr>
            </a:lvl7pPr>
            <a:lvl8pPr algn="ctr">
              <a:defRPr sz="1800" b="0">
                <a:solidFill>
                  <a:srgbClr val="231F20"/>
                </a:solidFill>
                <a:latin typeface="Yu Gothic"/>
                <a:ea typeface="Yu Gothic"/>
                <a:cs typeface="Yu Gothic"/>
              </a:defRPr>
            </a:lvl8pPr>
            <a:lvl9pPr algn="ctr">
              <a:defRPr sz="1800" b="0">
                <a:solidFill>
                  <a:srgbClr val="231F20"/>
                </a:solidFill>
                <a:latin typeface="Yu Gothic"/>
                <a:ea typeface="Yu Gothic"/>
                <a:cs typeface="Yu Gothic"/>
              </a:defRPr>
            </a:lvl9pPr>
          </a:lstStyle>
          <a:p xmlns:a="http://schemas.openxmlformats.org/drawingml/2006/main">
            <a:pPr algn="ctr">
              <a:defRPr sz="1800" b="0">
                <a:solidFill>
                  <a:srgbClr val="231F20"/>
                </a:solidFill>
                <a:latin typeface="Yu Gothic"/>
                <a:ea typeface="Yu Gothic"/>
                <a:cs typeface="Yu Gothic"/>
              </a:defRPr>
            </a:pPr>
            <a:r>
              <a:rPr sz="1800" b="0">
                <a:solidFill>
                  <a:srgbClr val="231F20"/>
                </a:solidFill>
                <a:latin typeface="Yu Gothic"/>
                <a:ea typeface="Yu Gothic"/>
                <a:cs typeface="Yu Gothic"/>
              </a:rPr>
              <a:t>書く値 D</a:t>
            </a:r>
          </a:p>
        </p:txBody>
      </p:sp>
      <p:sp>
        <p:nvSpPr>
          <p:cNvPr id="14" name="wire-533">
            <a:extLst xmlns:a="http://schemas.openxmlformats.org/drawingml/2006/main">
              <a:ext uri="{FF2B5EF4-FFF2-40B4-BE49-F238E27FC236}">
                <a16:creationId xmlns:a16="http://schemas.microsoft.com/office/drawing/2014/main" id="{9FF105AF-17CD-45D8-A856-EF18698DBD11}"/>
              </a:ext>
            </a:extLst>
          </p:cNvPr>
          <p:cNvSpPr>
            <a:spLocks xmlns:a="http://schemas.openxmlformats.org/drawingml/2006/main" noGrp="1"/>
          </p:cNvSpPr>
          <p:nvPr/>
        </p:nvSpPr>
        <p:spPr>
          <a:xfrm xmlns:a="http://schemas.openxmlformats.org/drawingml/2006/main">
            <a:off x="7439025" y="2647950"/>
            <a:ext cx="2143125" cy="9525"/>
          </a:xfrm>
          <a:custGeom xmlns:a="http://schemas.openxmlformats.org/drawingml/2006/main">
            <a:pathLst>
              <a:path w="2143125" h="9525">
                <a:moveTo>
                  <a:pt x="0" y="0"/>
                </a:moveTo>
                <a:lnTo>
                  <a:pt x="2143125" y="0"/>
                </a:lnTo>
              </a:path>
            </a:pathLst>
          </a:custGeom>
          <a:noFill xmlns:a="http://schemas.openxmlformats.org/drawingml/2006/main"/>
          <a:ln xmlns:a="http://schemas.openxmlformats.org/drawingml/2006/main" w="19050">
            <a:solidFill>
              <a:srgbClr val="231F20"/>
            </a:solidFill>
          </a:ln>
        </p:spPr>
      </p:sp>
      <p:sp>
        <p:nvSpPr>
          <p:cNvPr id="15" name="circuit-534">
            <a:extLst xmlns:a="http://schemas.openxmlformats.org/drawingml/2006/main">
              <a:ext uri="{FF2B5EF4-FFF2-40B4-BE49-F238E27FC236}">
                <a16:creationId xmlns:a16="http://schemas.microsoft.com/office/drawing/2014/main" id="{61501F6C-ABDC-4889-A75D-919A7B60B5AC}"/>
              </a:ext>
            </a:extLst>
          </p:cNvPr>
          <p:cNvSpPr>
            <a:spLocks xmlns:a="http://schemas.openxmlformats.org/drawingml/2006/main" noGrp="1"/>
          </p:cNvSpPr>
          <p:nvPr/>
        </p:nvSpPr>
        <p:spPr>
          <a:xfrm xmlns:a="http://schemas.openxmlformats.org/drawingml/2006/main">
            <a:off x="9505950" y="261651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16" name="text-535">
            <a:extLst xmlns:a="http://schemas.openxmlformats.org/drawingml/2006/main">
              <a:ext uri="{FF2B5EF4-FFF2-40B4-BE49-F238E27FC236}">
                <a16:creationId xmlns:a16="http://schemas.microsoft.com/office/drawing/2014/main" id="{144B8943-4938-4970-BFAB-E9C9AECC7F8C}"/>
              </a:ext>
            </a:extLst>
          </p:cNvPr>
          <p:cNvSpPr>
            <a:spLocks xmlns:a="http://schemas.openxmlformats.org/drawingml/2006/main" noGrp="1"/>
          </p:cNvSpPr>
          <p:nvPr/>
        </p:nvSpPr>
        <p:spPr>
          <a:xfrm xmlns:a="http://schemas.openxmlformats.org/drawingml/2006/main">
            <a:off x="7572375" y="2257425"/>
            <a:ext cx="1885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00" b="0">
                <a:solidFill>
                  <a:srgbClr val="231F20"/>
                </a:solidFill>
                <a:latin typeface="Arial"/>
                <a:ea typeface="Arial"/>
                <a:cs typeface="Arial"/>
              </a:defRPr>
            </a:defPPr>
            <a:lvl1pPr algn="ctr">
              <a:defRPr sz="1800" b="0">
                <a:solidFill>
                  <a:srgbClr val="231F20"/>
                </a:solidFill>
                <a:latin typeface="Arial"/>
                <a:ea typeface="Arial"/>
                <a:cs typeface="Arial"/>
              </a:defRPr>
            </a:lvl1pPr>
            <a:lvl2pPr algn="ctr">
              <a:defRPr sz="1800" b="0">
                <a:solidFill>
                  <a:srgbClr val="231F20"/>
                </a:solidFill>
                <a:latin typeface="Arial"/>
                <a:ea typeface="Arial"/>
                <a:cs typeface="Arial"/>
              </a:defRPr>
            </a:lvl2pPr>
            <a:lvl3pPr algn="ctr">
              <a:defRPr sz="1800" b="0">
                <a:solidFill>
                  <a:srgbClr val="231F20"/>
                </a:solidFill>
                <a:latin typeface="Arial"/>
                <a:ea typeface="Arial"/>
                <a:cs typeface="Arial"/>
              </a:defRPr>
            </a:lvl3pPr>
            <a:lvl4pPr algn="ctr">
              <a:defRPr sz="1800" b="0">
                <a:solidFill>
                  <a:srgbClr val="231F20"/>
                </a:solidFill>
                <a:latin typeface="Arial"/>
                <a:ea typeface="Arial"/>
                <a:cs typeface="Arial"/>
              </a:defRPr>
            </a:lvl4pPr>
            <a:lvl5pPr algn="ctr">
              <a:defRPr sz="1800" b="0">
                <a:solidFill>
                  <a:srgbClr val="231F20"/>
                </a:solidFill>
                <a:latin typeface="Arial"/>
                <a:ea typeface="Arial"/>
                <a:cs typeface="Arial"/>
              </a:defRPr>
            </a:lvl5pPr>
            <a:lvl6pPr algn="ctr">
              <a:defRPr sz="1800" b="0">
                <a:solidFill>
                  <a:srgbClr val="231F20"/>
                </a:solidFill>
                <a:latin typeface="Arial"/>
                <a:ea typeface="Arial"/>
                <a:cs typeface="Arial"/>
              </a:defRPr>
            </a:lvl6pPr>
            <a:lvl7pPr algn="ctr">
              <a:defRPr sz="1800" b="0">
                <a:solidFill>
                  <a:srgbClr val="231F20"/>
                </a:solidFill>
                <a:latin typeface="Arial"/>
                <a:ea typeface="Arial"/>
                <a:cs typeface="Arial"/>
              </a:defRPr>
            </a:lvl7pPr>
            <a:lvl8pPr algn="ctr">
              <a:defRPr sz="1800" b="0">
                <a:solidFill>
                  <a:srgbClr val="231F20"/>
                </a:solidFill>
                <a:latin typeface="Arial"/>
                <a:ea typeface="Arial"/>
                <a:cs typeface="Arial"/>
              </a:defRPr>
            </a:lvl8pPr>
            <a:lvl9pPr algn="ctr">
              <a:defRPr sz="1800" b="0">
                <a:solidFill>
                  <a:srgbClr val="231F20"/>
                </a:solidFill>
                <a:latin typeface="Arial"/>
                <a:ea typeface="Arial"/>
                <a:cs typeface="Arial"/>
              </a:defRPr>
            </a:lvl9pPr>
          </a:lstStyle>
          <a:p xmlns:a="http://schemas.openxmlformats.org/drawingml/2006/main">
            <a:pPr algn="ctr">
              <a:defRPr sz="1800" b="0">
                <a:solidFill>
                  <a:srgbClr val="231F20"/>
                </a:solidFill>
                <a:latin typeface="Arial"/>
                <a:ea typeface="Arial"/>
                <a:cs typeface="Arial"/>
              </a:defRPr>
            </a:pPr>
            <a:r>
              <a:rPr sz="1800" b="0">
                <a:solidFill>
                  <a:srgbClr val="231F20"/>
                </a:solidFill>
                <a:latin typeface="Arial"/>
                <a:ea typeface="Arial"/>
                <a:cs typeface="Arial"/>
              </a:rPr>
              <a:t>CmdData = D</a:t>
            </a:r>
          </a:p>
        </p:txBody>
      </p:sp>
      <p:sp>
        <p:nvSpPr>
          <p:cNvPr id="17" name="wire-536">
            <a:extLst xmlns:a="http://schemas.openxmlformats.org/drawingml/2006/main">
              <a:ext uri="{FF2B5EF4-FFF2-40B4-BE49-F238E27FC236}">
                <a16:creationId xmlns:a16="http://schemas.microsoft.com/office/drawing/2014/main" id="{4D8268F8-4E79-4A9D-839D-A2D83ECC2495}"/>
              </a:ext>
            </a:extLst>
          </p:cNvPr>
          <p:cNvSpPr>
            <a:spLocks xmlns:a="http://schemas.openxmlformats.org/drawingml/2006/main" noGrp="1"/>
          </p:cNvSpPr>
          <p:nvPr/>
        </p:nvSpPr>
        <p:spPr>
          <a:xfrm xmlns:a="http://schemas.openxmlformats.org/drawingml/2006/main">
            <a:off x="2552700" y="3705225"/>
            <a:ext cx="2076450" cy="9525"/>
          </a:xfrm>
          <a:custGeom xmlns:a="http://schemas.openxmlformats.org/drawingml/2006/main">
            <a:pathLst>
              <a:path w="2076450" h="9525">
                <a:moveTo>
                  <a:pt x="0" y="0"/>
                </a:moveTo>
                <a:lnTo>
                  <a:pt x="2076450" y="0"/>
                </a:lnTo>
              </a:path>
            </a:pathLst>
          </a:custGeom>
          <a:noFill xmlns:a="http://schemas.openxmlformats.org/drawingml/2006/main"/>
          <a:ln xmlns:a="http://schemas.openxmlformats.org/drawingml/2006/main" w="28575">
            <a:solidFill>
              <a:srgbClr val="231F20"/>
            </a:solidFill>
          </a:ln>
        </p:spPr>
      </p:sp>
      <p:sp>
        <p:nvSpPr>
          <p:cNvPr id="18" name="circuit-537">
            <a:extLst xmlns:a="http://schemas.openxmlformats.org/drawingml/2006/main">
              <a:ext uri="{FF2B5EF4-FFF2-40B4-BE49-F238E27FC236}">
                <a16:creationId xmlns:a16="http://schemas.microsoft.com/office/drawing/2014/main" id="{997A5903-EFD7-4390-A00F-26CBE8304CFD}"/>
              </a:ext>
            </a:extLst>
          </p:cNvPr>
          <p:cNvSpPr>
            <a:spLocks xmlns:a="http://schemas.openxmlformats.org/drawingml/2006/main" noGrp="1"/>
          </p:cNvSpPr>
          <p:nvPr/>
        </p:nvSpPr>
        <p:spPr>
          <a:xfrm xmlns:a="http://schemas.openxmlformats.org/drawingml/2006/main">
            <a:off x="4552950" y="367379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19" name="text-538">
            <a:extLst xmlns:a="http://schemas.openxmlformats.org/drawingml/2006/main">
              <a:ext uri="{FF2B5EF4-FFF2-40B4-BE49-F238E27FC236}">
                <a16:creationId xmlns:a16="http://schemas.microsoft.com/office/drawing/2014/main" id="{B107D460-F592-4B08-B5D7-E7B43565EBDA}"/>
              </a:ext>
            </a:extLst>
          </p:cNvPr>
          <p:cNvSpPr>
            <a:spLocks xmlns:a="http://schemas.openxmlformats.org/drawingml/2006/main" noGrp="1"/>
          </p:cNvSpPr>
          <p:nvPr/>
        </p:nvSpPr>
        <p:spPr>
          <a:xfrm xmlns:a="http://schemas.openxmlformats.org/drawingml/2006/main">
            <a:off x="2619375" y="3171825"/>
            <a:ext cx="19431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00" b="0">
                <a:solidFill>
                  <a:srgbClr val="231F20"/>
                </a:solidFill>
                <a:latin typeface="Yu Gothic"/>
                <a:ea typeface="Yu Gothic"/>
                <a:cs typeface="Yu Gothic"/>
              </a:defRPr>
            </a:defPPr>
            <a:lvl1pPr algn="ctr">
              <a:defRPr sz="1800" b="0">
                <a:solidFill>
                  <a:srgbClr val="231F20"/>
                </a:solidFill>
                <a:latin typeface="Yu Gothic"/>
                <a:ea typeface="Yu Gothic"/>
                <a:cs typeface="Yu Gothic"/>
              </a:defRPr>
            </a:lvl1pPr>
            <a:lvl2pPr algn="ctr">
              <a:defRPr sz="1800" b="0">
                <a:solidFill>
                  <a:srgbClr val="231F20"/>
                </a:solidFill>
                <a:latin typeface="Yu Gothic"/>
                <a:ea typeface="Yu Gothic"/>
                <a:cs typeface="Yu Gothic"/>
              </a:defRPr>
            </a:lvl2pPr>
            <a:lvl3pPr algn="ctr">
              <a:defRPr sz="1800" b="0">
                <a:solidFill>
                  <a:srgbClr val="231F20"/>
                </a:solidFill>
                <a:latin typeface="Yu Gothic"/>
                <a:ea typeface="Yu Gothic"/>
                <a:cs typeface="Yu Gothic"/>
              </a:defRPr>
            </a:lvl3pPr>
            <a:lvl4pPr algn="ctr">
              <a:defRPr sz="1800" b="0">
                <a:solidFill>
                  <a:srgbClr val="231F20"/>
                </a:solidFill>
                <a:latin typeface="Yu Gothic"/>
                <a:ea typeface="Yu Gothic"/>
                <a:cs typeface="Yu Gothic"/>
              </a:defRPr>
            </a:lvl4pPr>
            <a:lvl5pPr algn="ctr">
              <a:defRPr sz="1800" b="0">
                <a:solidFill>
                  <a:srgbClr val="231F20"/>
                </a:solidFill>
                <a:latin typeface="Yu Gothic"/>
                <a:ea typeface="Yu Gothic"/>
                <a:cs typeface="Yu Gothic"/>
              </a:defRPr>
            </a:lvl5pPr>
            <a:lvl6pPr algn="ctr">
              <a:defRPr sz="1800" b="0">
                <a:solidFill>
                  <a:srgbClr val="231F20"/>
                </a:solidFill>
                <a:latin typeface="Yu Gothic"/>
                <a:ea typeface="Yu Gothic"/>
                <a:cs typeface="Yu Gothic"/>
              </a:defRPr>
            </a:lvl6pPr>
            <a:lvl7pPr algn="ctr">
              <a:defRPr sz="1800" b="0">
                <a:solidFill>
                  <a:srgbClr val="231F20"/>
                </a:solidFill>
                <a:latin typeface="Yu Gothic"/>
                <a:ea typeface="Yu Gothic"/>
                <a:cs typeface="Yu Gothic"/>
              </a:defRPr>
            </a:lvl7pPr>
            <a:lvl8pPr algn="ctr">
              <a:defRPr sz="1800" b="0">
                <a:solidFill>
                  <a:srgbClr val="231F20"/>
                </a:solidFill>
                <a:latin typeface="Yu Gothic"/>
                <a:ea typeface="Yu Gothic"/>
                <a:cs typeface="Yu Gothic"/>
              </a:defRPr>
            </a:lvl8pPr>
            <a:lvl9pPr algn="ctr">
              <a:defRPr sz="1800" b="0">
                <a:solidFill>
                  <a:srgbClr val="231F20"/>
                </a:solidFill>
                <a:latin typeface="Yu Gothic"/>
                <a:ea typeface="Yu Gothic"/>
                <a:cs typeface="Yu Gothic"/>
              </a:defRPr>
            </a:lvl9pPr>
          </a:lstStyle>
          <a:p xmlns:a="http://schemas.openxmlformats.org/drawingml/2006/main">
            <a:pPr algn="ctr">
              <a:defRPr sz="1800" b="0">
                <a:solidFill>
                  <a:srgbClr val="231F20"/>
                </a:solidFill>
                <a:latin typeface="Yu Gothic"/>
                <a:ea typeface="Yu Gothic"/>
                <a:cs typeface="Yu Gothic"/>
              </a:defRPr>
            </a:pPr>
            <a:r>
              <a:rPr sz="1800" b="0">
                <a:solidFill>
                  <a:srgbClr val="231F20"/>
                </a:solidFill>
                <a:latin typeface="Yu Gothic"/>
                <a:ea typeface="Yu Gothic"/>
                <a:cs typeface="Yu Gothic"/>
              </a:rPr>
              <a:t>番地と制御</a:t>
            </a:r>
          </a:p>
        </p:txBody>
      </p:sp>
      <p:sp>
        <p:nvSpPr>
          <p:cNvPr id="20" name="wire-539">
            <a:extLst xmlns:a="http://schemas.openxmlformats.org/drawingml/2006/main">
              <a:ext uri="{FF2B5EF4-FFF2-40B4-BE49-F238E27FC236}">
                <a16:creationId xmlns:a16="http://schemas.microsoft.com/office/drawing/2014/main" id="{E46D4D72-D84B-4FA5-BFC1-0E62BEDF2C73}"/>
              </a:ext>
            </a:extLst>
          </p:cNvPr>
          <p:cNvSpPr>
            <a:spLocks xmlns:a="http://schemas.openxmlformats.org/drawingml/2006/main" noGrp="1"/>
          </p:cNvSpPr>
          <p:nvPr/>
        </p:nvSpPr>
        <p:spPr>
          <a:xfrm xmlns:a="http://schemas.openxmlformats.org/drawingml/2006/main">
            <a:off x="7439025" y="3705225"/>
            <a:ext cx="2143125" cy="9525"/>
          </a:xfrm>
          <a:custGeom xmlns:a="http://schemas.openxmlformats.org/drawingml/2006/main">
            <a:pathLst>
              <a:path w="2143125" h="9525">
                <a:moveTo>
                  <a:pt x="0" y="0"/>
                </a:moveTo>
                <a:lnTo>
                  <a:pt x="2143125" y="0"/>
                </a:lnTo>
              </a:path>
            </a:pathLst>
          </a:custGeom>
          <a:noFill xmlns:a="http://schemas.openxmlformats.org/drawingml/2006/main"/>
          <a:ln xmlns:a="http://schemas.openxmlformats.org/drawingml/2006/main" w="9525">
            <a:solidFill>
              <a:srgbClr val="231F20"/>
            </a:solidFill>
          </a:ln>
        </p:spPr>
      </p:sp>
      <p:sp>
        <p:nvSpPr>
          <p:cNvPr id="21" name="circuit-540">
            <a:extLst xmlns:a="http://schemas.openxmlformats.org/drawingml/2006/main">
              <a:ext uri="{FF2B5EF4-FFF2-40B4-BE49-F238E27FC236}">
                <a16:creationId xmlns:a16="http://schemas.microsoft.com/office/drawing/2014/main" id="{92733528-A2F3-461B-A775-38392A1D8EBE}"/>
              </a:ext>
            </a:extLst>
          </p:cNvPr>
          <p:cNvSpPr>
            <a:spLocks xmlns:a="http://schemas.openxmlformats.org/drawingml/2006/main" noGrp="1"/>
          </p:cNvSpPr>
          <p:nvPr/>
        </p:nvSpPr>
        <p:spPr>
          <a:xfrm xmlns:a="http://schemas.openxmlformats.org/drawingml/2006/main">
            <a:off x="9505950" y="367379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22" name="text-541">
            <a:extLst xmlns:a="http://schemas.openxmlformats.org/drawingml/2006/main">
              <a:ext uri="{FF2B5EF4-FFF2-40B4-BE49-F238E27FC236}">
                <a16:creationId xmlns:a16="http://schemas.microsoft.com/office/drawing/2014/main" id="{02A8A9F6-0B4B-4C0E-AB41-E8E2FEFCCBAD}"/>
              </a:ext>
            </a:extLst>
          </p:cNvPr>
          <p:cNvSpPr>
            <a:spLocks xmlns:a="http://schemas.openxmlformats.org/drawingml/2006/main" noGrp="1"/>
          </p:cNvSpPr>
          <p:nvPr/>
        </p:nvSpPr>
        <p:spPr>
          <a:xfrm xmlns:a="http://schemas.openxmlformats.org/drawingml/2006/main">
            <a:off x="7515225" y="3238500"/>
            <a:ext cx="2000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0">
                <a:solidFill>
                  <a:srgbClr val="231F20"/>
                </a:solidFill>
                <a:latin typeface="Yu Gothic"/>
                <a:ea typeface="Yu Gothic"/>
                <a:cs typeface="Yu Gothic"/>
              </a:defRPr>
            </a:defPPr>
            <a:lvl1pPr algn="ctr">
              <a:defRPr sz="1725" b="0">
                <a:solidFill>
                  <a:srgbClr val="231F20"/>
                </a:solidFill>
                <a:latin typeface="Yu Gothic"/>
                <a:ea typeface="Yu Gothic"/>
                <a:cs typeface="Yu Gothic"/>
              </a:defRPr>
            </a:lvl1pPr>
            <a:lvl2pPr algn="ctr">
              <a:defRPr sz="1725" b="0">
                <a:solidFill>
                  <a:srgbClr val="231F20"/>
                </a:solidFill>
                <a:latin typeface="Yu Gothic"/>
                <a:ea typeface="Yu Gothic"/>
                <a:cs typeface="Yu Gothic"/>
              </a:defRPr>
            </a:lvl2pPr>
            <a:lvl3pPr algn="ctr">
              <a:defRPr sz="1725" b="0">
                <a:solidFill>
                  <a:srgbClr val="231F20"/>
                </a:solidFill>
                <a:latin typeface="Yu Gothic"/>
                <a:ea typeface="Yu Gothic"/>
                <a:cs typeface="Yu Gothic"/>
              </a:defRPr>
            </a:lvl3pPr>
            <a:lvl4pPr algn="ctr">
              <a:defRPr sz="1725" b="0">
                <a:solidFill>
                  <a:srgbClr val="231F20"/>
                </a:solidFill>
                <a:latin typeface="Yu Gothic"/>
                <a:ea typeface="Yu Gothic"/>
                <a:cs typeface="Yu Gothic"/>
              </a:defRPr>
            </a:lvl4pPr>
            <a:lvl5pPr algn="ctr">
              <a:defRPr sz="1725" b="0">
                <a:solidFill>
                  <a:srgbClr val="231F20"/>
                </a:solidFill>
                <a:latin typeface="Yu Gothic"/>
                <a:ea typeface="Yu Gothic"/>
                <a:cs typeface="Yu Gothic"/>
              </a:defRPr>
            </a:lvl5pPr>
            <a:lvl6pPr algn="ctr">
              <a:defRPr sz="1725" b="0">
                <a:solidFill>
                  <a:srgbClr val="231F20"/>
                </a:solidFill>
                <a:latin typeface="Yu Gothic"/>
                <a:ea typeface="Yu Gothic"/>
                <a:cs typeface="Yu Gothic"/>
              </a:defRPr>
            </a:lvl6pPr>
            <a:lvl7pPr algn="ctr">
              <a:defRPr sz="1725" b="0">
                <a:solidFill>
                  <a:srgbClr val="231F20"/>
                </a:solidFill>
                <a:latin typeface="Yu Gothic"/>
                <a:ea typeface="Yu Gothic"/>
                <a:cs typeface="Yu Gothic"/>
              </a:defRPr>
            </a:lvl7pPr>
            <a:lvl8pPr algn="ctr">
              <a:defRPr sz="1725" b="0">
                <a:solidFill>
                  <a:srgbClr val="231F20"/>
                </a:solidFill>
                <a:latin typeface="Yu Gothic"/>
                <a:ea typeface="Yu Gothic"/>
                <a:cs typeface="Yu Gothic"/>
              </a:defRPr>
            </a:lvl8pPr>
            <a:lvl9pPr algn="ctr">
              <a:defRPr sz="1725" b="0">
                <a:solidFill>
                  <a:srgbClr val="231F20"/>
                </a:solidFill>
                <a:latin typeface="Yu Gothic"/>
                <a:ea typeface="Yu Gothic"/>
                <a:cs typeface="Yu Gothic"/>
              </a:defRPr>
            </a:lvl9pPr>
          </a:lstStyle>
          <a:p xmlns:a="http://schemas.openxmlformats.org/drawingml/2006/main">
            <a:pPr algn="ctr">
              <a:defRPr sz="1725" b="0">
                <a:solidFill>
                  <a:srgbClr val="231F20"/>
                </a:solidFill>
                <a:latin typeface="Yu Gothic"/>
                <a:ea typeface="Yu Gothic"/>
                <a:cs typeface="Yu Gothic"/>
              </a:defRPr>
            </a:pPr>
            <a:r>
              <a:rPr sz="1725" b="0">
                <a:solidFill>
                  <a:srgbClr val="231F20"/>
                </a:solidFill>
                <a:latin typeface="Yu Gothic"/>
                <a:ea typeface="Yu Gothic"/>
                <a:cs typeface="Yu Gothic"/>
              </a:rPr>
              <a:t>有効 CmdValid</a:t>
            </a:r>
          </a:p>
        </p:txBody>
      </p:sp>
      <p:sp>
        <p:nvSpPr>
          <p:cNvPr id="23" name="wire-542">
            <a:extLst xmlns:a="http://schemas.openxmlformats.org/drawingml/2006/main">
              <a:ext uri="{FF2B5EF4-FFF2-40B4-BE49-F238E27FC236}">
                <a16:creationId xmlns:a16="http://schemas.microsoft.com/office/drawing/2014/main" id="{5DE4065C-397C-4598-9E16-23FFD51FD0FB}"/>
              </a:ext>
            </a:extLst>
          </p:cNvPr>
          <p:cNvSpPr>
            <a:spLocks xmlns:a="http://schemas.openxmlformats.org/drawingml/2006/main" noGrp="1"/>
          </p:cNvSpPr>
          <p:nvPr/>
        </p:nvSpPr>
        <p:spPr>
          <a:xfrm xmlns:a="http://schemas.openxmlformats.org/drawingml/2006/main">
            <a:off x="7439025" y="4667250"/>
            <a:ext cx="2143125" cy="9525"/>
          </a:xfrm>
          <a:custGeom xmlns:a="http://schemas.openxmlformats.org/drawingml/2006/main">
            <a:pathLst>
              <a:path w="2143125" h="9525">
                <a:moveTo>
                  <a:pt x="2143125" y="0"/>
                </a:moveTo>
                <a:lnTo>
                  <a:pt x="0" y="0"/>
                </a:lnTo>
              </a:path>
            </a:pathLst>
          </a:custGeom>
          <a:noFill xmlns:a="http://schemas.openxmlformats.org/drawingml/2006/main"/>
          <a:ln xmlns:a="http://schemas.openxmlformats.org/drawingml/2006/main" w="9525">
            <a:solidFill>
              <a:srgbClr val="1572C3"/>
            </a:solidFill>
          </a:ln>
        </p:spPr>
      </p:sp>
      <p:sp>
        <p:nvSpPr>
          <p:cNvPr id="24" name="circuit-543">
            <a:extLst xmlns:a="http://schemas.openxmlformats.org/drawingml/2006/main">
              <a:ext uri="{FF2B5EF4-FFF2-40B4-BE49-F238E27FC236}">
                <a16:creationId xmlns:a16="http://schemas.microsoft.com/office/drawing/2014/main" id="{B340CB22-14A0-4C57-A1A4-0C57F05BEA44}"/>
              </a:ext>
            </a:extLst>
          </p:cNvPr>
          <p:cNvSpPr>
            <a:spLocks xmlns:a="http://schemas.openxmlformats.org/drawingml/2006/main" noGrp="1"/>
          </p:cNvSpPr>
          <p:nvPr/>
        </p:nvSpPr>
        <p:spPr>
          <a:xfrm xmlns:a="http://schemas.openxmlformats.org/drawingml/2006/main">
            <a:off x="7439025" y="4635818"/>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1572C3"/>
          </a:solidFill>
          <a:ln xmlns:a="http://schemas.openxmlformats.org/drawingml/2006/main" w="9525">
            <a:solidFill>
              <a:srgbClr val="1572C3"/>
            </a:solidFill>
          </a:ln>
        </p:spPr>
      </p:sp>
      <p:sp>
        <p:nvSpPr>
          <p:cNvPr id="25" name="text-544">
            <a:extLst xmlns:a="http://schemas.openxmlformats.org/drawingml/2006/main">
              <a:ext uri="{FF2B5EF4-FFF2-40B4-BE49-F238E27FC236}">
                <a16:creationId xmlns:a16="http://schemas.microsoft.com/office/drawing/2014/main" id="{24FB81AC-80CA-4F98-A783-3D61A5645CEC}"/>
              </a:ext>
            </a:extLst>
          </p:cNvPr>
          <p:cNvSpPr>
            <a:spLocks xmlns:a="http://schemas.openxmlformats.org/drawingml/2006/main" noGrp="1"/>
          </p:cNvSpPr>
          <p:nvPr/>
        </p:nvSpPr>
        <p:spPr>
          <a:xfrm xmlns:a="http://schemas.openxmlformats.org/drawingml/2006/main">
            <a:off x="7515225" y="4762500"/>
            <a:ext cx="2000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0">
                <a:solidFill>
                  <a:srgbClr val="1572C3"/>
                </a:solidFill>
                <a:latin typeface="Yu Gothic"/>
                <a:ea typeface="Yu Gothic"/>
                <a:cs typeface="Yu Gothic"/>
              </a:defRPr>
            </a:defPPr>
            <a:lvl1pPr algn="ctr">
              <a:defRPr sz="1575" b="0">
                <a:solidFill>
                  <a:srgbClr val="1572C3"/>
                </a:solidFill>
                <a:latin typeface="Yu Gothic"/>
                <a:ea typeface="Yu Gothic"/>
                <a:cs typeface="Yu Gothic"/>
              </a:defRPr>
            </a:lvl1pPr>
            <a:lvl2pPr algn="ctr">
              <a:defRPr sz="1575" b="0">
                <a:solidFill>
                  <a:srgbClr val="1572C3"/>
                </a:solidFill>
                <a:latin typeface="Yu Gothic"/>
                <a:ea typeface="Yu Gothic"/>
                <a:cs typeface="Yu Gothic"/>
              </a:defRPr>
            </a:lvl2pPr>
            <a:lvl3pPr algn="ctr">
              <a:defRPr sz="1575" b="0">
                <a:solidFill>
                  <a:srgbClr val="1572C3"/>
                </a:solidFill>
                <a:latin typeface="Yu Gothic"/>
                <a:ea typeface="Yu Gothic"/>
                <a:cs typeface="Yu Gothic"/>
              </a:defRPr>
            </a:lvl3pPr>
            <a:lvl4pPr algn="ctr">
              <a:defRPr sz="1575" b="0">
                <a:solidFill>
                  <a:srgbClr val="1572C3"/>
                </a:solidFill>
                <a:latin typeface="Yu Gothic"/>
                <a:ea typeface="Yu Gothic"/>
                <a:cs typeface="Yu Gothic"/>
              </a:defRPr>
            </a:lvl4pPr>
            <a:lvl5pPr algn="ctr">
              <a:defRPr sz="1575" b="0">
                <a:solidFill>
                  <a:srgbClr val="1572C3"/>
                </a:solidFill>
                <a:latin typeface="Yu Gothic"/>
                <a:ea typeface="Yu Gothic"/>
                <a:cs typeface="Yu Gothic"/>
              </a:defRPr>
            </a:lvl5pPr>
            <a:lvl6pPr algn="ctr">
              <a:defRPr sz="1575" b="0">
                <a:solidFill>
                  <a:srgbClr val="1572C3"/>
                </a:solidFill>
                <a:latin typeface="Yu Gothic"/>
                <a:ea typeface="Yu Gothic"/>
                <a:cs typeface="Yu Gothic"/>
              </a:defRPr>
            </a:lvl6pPr>
            <a:lvl7pPr algn="ctr">
              <a:defRPr sz="1575" b="0">
                <a:solidFill>
                  <a:srgbClr val="1572C3"/>
                </a:solidFill>
                <a:latin typeface="Yu Gothic"/>
                <a:ea typeface="Yu Gothic"/>
                <a:cs typeface="Yu Gothic"/>
              </a:defRPr>
            </a:lvl7pPr>
            <a:lvl8pPr algn="ctr">
              <a:defRPr sz="1575" b="0">
                <a:solidFill>
                  <a:srgbClr val="1572C3"/>
                </a:solidFill>
                <a:latin typeface="Yu Gothic"/>
                <a:ea typeface="Yu Gothic"/>
                <a:cs typeface="Yu Gothic"/>
              </a:defRPr>
            </a:lvl8pPr>
            <a:lvl9pPr algn="ctr">
              <a:defRPr sz="1575" b="0">
                <a:solidFill>
                  <a:srgbClr val="1572C3"/>
                </a:solidFill>
                <a:latin typeface="Yu Gothic"/>
                <a:ea typeface="Yu Gothic"/>
                <a:cs typeface="Yu Gothic"/>
              </a:defRPr>
            </a:lvl9pPr>
          </a:lstStyle>
          <a:p xmlns:a="http://schemas.openxmlformats.org/drawingml/2006/main">
            <a:pPr algn="ctr">
              <a:defRPr sz="1575" b="0">
                <a:solidFill>
                  <a:srgbClr val="1572C3"/>
                </a:solidFill>
                <a:latin typeface="Yu Gothic"/>
                <a:ea typeface="Yu Gothic"/>
                <a:cs typeface="Yu Gothic"/>
              </a:defRPr>
            </a:pPr>
            <a:r>
              <a:rPr sz="1575" b="0">
                <a:solidFill>
                  <a:srgbClr val="1572C3"/>
                </a:solidFill>
                <a:latin typeface="Yu Gothic"/>
                <a:ea typeface="Yu Gothic"/>
                <a:cs typeface="Yu Gothic"/>
              </a:rPr>
              <a:t>受取可 CmdReady</a:t>
            </a:r>
          </a:p>
        </p:txBody>
      </p:sp>
      <p:sp>
        <p:nvSpPr>
          <p:cNvPr id="26" name="wire-545">
            <a:extLst xmlns:a="http://schemas.openxmlformats.org/drawingml/2006/main">
              <a:ext uri="{FF2B5EF4-FFF2-40B4-BE49-F238E27FC236}">
                <a16:creationId xmlns:a16="http://schemas.microsoft.com/office/drawing/2014/main" id="{BB9482E8-4799-408E-B2A8-1218A0904AF8}"/>
              </a:ext>
            </a:extLst>
          </p:cNvPr>
          <p:cNvSpPr>
            <a:spLocks xmlns:a="http://schemas.openxmlformats.org/drawingml/2006/main" noGrp="1"/>
          </p:cNvSpPr>
          <p:nvPr/>
        </p:nvSpPr>
        <p:spPr>
          <a:xfrm xmlns:a="http://schemas.openxmlformats.org/drawingml/2006/main">
            <a:off x="2552700" y="4667250"/>
            <a:ext cx="2076450" cy="9525"/>
          </a:xfrm>
          <a:custGeom xmlns:a="http://schemas.openxmlformats.org/drawingml/2006/main">
            <a:pathLst>
              <a:path w="2076450" h="9525">
                <a:moveTo>
                  <a:pt x="2076450" y="0"/>
                </a:moveTo>
                <a:lnTo>
                  <a:pt x="0" y="0"/>
                </a:lnTo>
              </a:path>
            </a:pathLst>
          </a:custGeom>
          <a:noFill xmlns:a="http://schemas.openxmlformats.org/drawingml/2006/main"/>
          <a:ln xmlns:a="http://schemas.openxmlformats.org/drawingml/2006/main" w="9525">
            <a:solidFill>
              <a:srgbClr val="1572C3"/>
            </a:solidFill>
          </a:ln>
        </p:spPr>
      </p:sp>
      <p:sp>
        <p:nvSpPr>
          <p:cNvPr id="27" name="circuit-546">
            <a:extLst xmlns:a="http://schemas.openxmlformats.org/drawingml/2006/main">
              <a:ext uri="{FF2B5EF4-FFF2-40B4-BE49-F238E27FC236}">
                <a16:creationId xmlns:a16="http://schemas.microsoft.com/office/drawing/2014/main" id="{AA16FCAB-B70B-42C5-9C12-D469A994097D}"/>
              </a:ext>
            </a:extLst>
          </p:cNvPr>
          <p:cNvSpPr>
            <a:spLocks xmlns:a="http://schemas.openxmlformats.org/drawingml/2006/main" noGrp="1"/>
          </p:cNvSpPr>
          <p:nvPr/>
        </p:nvSpPr>
        <p:spPr>
          <a:xfrm xmlns:a="http://schemas.openxmlformats.org/drawingml/2006/main">
            <a:off x="2552700" y="4635818"/>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1572C3"/>
          </a:solidFill>
          <a:ln xmlns:a="http://schemas.openxmlformats.org/drawingml/2006/main" w="9525">
            <a:solidFill>
              <a:srgbClr val="1572C3"/>
            </a:solidFill>
          </a:ln>
        </p:spPr>
      </p:sp>
      <p:sp>
        <p:nvSpPr>
          <p:cNvPr id="28" name="text-547">
            <a:extLst xmlns:a="http://schemas.openxmlformats.org/drawingml/2006/main">
              <a:ext uri="{FF2B5EF4-FFF2-40B4-BE49-F238E27FC236}">
                <a16:creationId xmlns:a16="http://schemas.microsoft.com/office/drawing/2014/main" id="{20AA21D6-2C10-4B99-B17D-051241FB449F}"/>
              </a:ext>
            </a:extLst>
          </p:cNvPr>
          <p:cNvSpPr>
            <a:spLocks xmlns:a="http://schemas.openxmlformats.org/drawingml/2006/main" noGrp="1"/>
          </p:cNvSpPr>
          <p:nvPr/>
        </p:nvSpPr>
        <p:spPr>
          <a:xfrm xmlns:a="http://schemas.openxmlformats.org/drawingml/2006/main">
            <a:off x="2714625" y="4762500"/>
            <a:ext cx="1762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00" b="0">
                <a:solidFill>
                  <a:srgbClr val="1572C3"/>
                </a:solidFill>
                <a:latin typeface="Yu Gothic"/>
                <a:ea typeface="Yu Gothic"/>
                <a:cs typeface="Yu Gothic"/>
              </a:defRPr>
            </a:defPPr>
            <a:lvl1pPr algn="ctr">
              <a:defRPr sz="1800" b="0">
                <a:solidFill>
                  <a:srgbClr val="1572C3"/>
                </a:solidFill>
                <a:latin typeface="Yu Gothic"/>
                <a:ea typeface="Yu Gothic"/>
                <a:cs typeface="Yu Gothic"/>
              </a:defRPr>
            </a:lvl1pPr>
            <a:lvl2pPr algn="ctr">
              <a:defRPr sz="1800" b="0">
                <a:solidFill>
                  <a:srgbClr val="1572C3"/>
                </a:solidFill>
                <a:latin typeface="Yu Gothic"/>
                <a:ea typeface="Yu Gothic"/>
                <a:cs typeface="Yu Gothic"/>
              </a:defRPr>
            </a:lvl2pPr>
            <a:lvl3pPr algn="ctr">
              <a:defRPr sz="1800" b="0">
                <a:solidFill>
                  <a:srgbClr val="1572C3"/>
                </a:solidFill>
                <a:latin typeface="Yu Gothic"/>
                <a:ea typeface="Yu Gothic"/>
                <a:cs typeface="Yu Gothic"/>
              </a:defRPr>
            </a:lvl3pPr>
            <a:lvl4pPr algn="ctr">
              <a:defRPr sz="1800" b="0">
                <a:solidFill>
                  <a:srgbClr val="1572C3"/>
                </a:solidFill>
                <a:latin typeface="Yu Gothic"/>
                <a:ea typeface="Yu Gothic"/>
                <a:cs typeface="Yu Gothic"/>
              </a:defRPr>
            </a:lvl4pPr>
            <a:lvl5pPr algn="ctr">
              <a:defRPr sz="1800" b="0">
                <a:solidFill>
                  <a:srgbClr val="1572C3"/>
                </a:solidFill>
                <a:latin typeface="Yu Gothic"/>
                <a:ea typeface="Yu Gothic"/>
                <a:cs typeface="Yu Gothic"/>
              </a:defRPr>
            </a:lvl5pPr>
            <a:lvl6pPr algn="ctr">
              <a:defRPr sz="1800" b="0">
                <a:solidFill>
                  <a:srgbClr val="1572C3"/>
                </a:solidFill>
                <a:latin typeface="Yu Gothic"/>
                <a:ea typeface="Yu Gothic"/>
                <a:cs typeface="Yu Gothic"/>
              </a:defRPr>
            </a:lvl6pPr>
            <a:lvl7pPr algn="ctr">
              <a:defRPr sz="1800" b="0">
                <a:solidFill>
                  <a:srgbClr val="1572C3"/>
                </a:solidFill>
                <a:latin typeface="Yu Gothic"/>
                <a:ea typeface="Yu Gothic"/>
                <a:cs typeface="Yu Gothic"/>
              </a:defRPr>
            </a:lvl7pPr>
            <a:lvl8pPr algn="ctr">
              <a:defRPr sz="1800" b="0">
                <a:solidFill>
                  <a:srgbClr val="1572C3"/>
                </a:solidFill>
                <a:latin typeface="Yu Gothic"/>
                <a:ea typeface="Yu Gothic"/>
                <a:cs typeface="Yu Gothic"/>
              </a:defRPr>
            </a:lvl8pPr>
            <a:lvl9pPr algn="ctr">
              <a:defRPr sz="1800" b="0">
                <a:solidFill>
                  <a:srgbClr val="1572C3"/>
                </a:solidFill>
                <a:latin typeface="Yu Gothic"/>
                <a:ea typeface="Yu Gothic"/>
                <a:cs typeface="Yu Gothic"/>
              </a:defRPr>
            </a:lvl9pPr>
          </a:lstStyle>
          <a:p xmlns:a="http://schemas.openxmlformats.org/drawingml/2006/main">
            <a:pPr algn="ctr">
              <a:defRPr sz="1800" b="0">
                <a:solidFill>
                  <a:srgbClr val="1572C3"/>
                </a:solidFill>
                <a:latin typeface="Yu Gothic"/>
                <a:ea typeface="Yu Gothic"/>
                <a:cs typeface="Yu Gothic"/>
              </a:defRPr>
            </a:pPr>
            <a:r>
              <a:rPr sz="1800" b="0">
                <a:solidFill>
                  <a:srgbClr val="1572C3"/>
                </a:solidFill>
                <a:latin typeface="Yu Gothic"/>
                <a:ea typeface="Yu Gothic"/>
                <a:cs typeface="Yu Gothic"/>
              </a:rPr>
              <a:t>完了 PREADY</a:t>
            </a:r>
          </a:p>
        </p:txBody>
      </p:sp>
      <p:sp>
        <p:nvSpPr>
          <p:cNvPr id="29" name="text-548">
            <a:extLst xmlns:a="http://schemas.openxmlformats.org/drawingml/2006/main">
              <a:ext uri="{FF2B5EF4-FFF2-40B4-BE49-F238E27FC236}">
                <a16:creationId xmlns:a16="http://schemas.microsoft.com/office/drawing/2014/main" id="{34F31732-0D78-4F0B-9428-7C4D91AFF881}"/>
              </a:ext>
            </a:extLst>
          </p:cNvPr>
          <p:cNvSpPr>
            <a:spLocks xmlns:a="http://schemas.openxmlformats.org/drawingml/2006/main" noGrp="1"/>
          </p:cNvSpPr>
          <p:nvPr/>
        </p:nvSpPr>
        <p:spPr>
          <a:xfrm xmlns:a="http://schemas.openxmlformats.org/drawingml/2006/main">
            <a:off x="609600" y="56673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400" b="1">
                <a:solidFill>
                  <a:srgbClr val="231F20"/>
                </a:solidFill>
                <a:latin typeface="Yu Gothic"/>
                <a:ea typeface="Yu Gothic"/>
                <a:cs typeface="Yu Gothic"/>
              </a:defRPr>
            </a:defPPr>
            <a:lvl1pPr algn="l">
              <a:defRPr sz="2400" b="1">
                <a:solidFill>
                  <a:srgbClr val="231F20"/>
                </a:solidFill>
                <a:latin typeface="Yu Gothic"/>
                <a:ea typeface="Yu Gothic"/>
                <a:cs typeface="Yu Gothic"/>
              </a:defRPr>
            </a:lvl1pPr>
            <a:lvl2pPr algn="l">
              <a:defRPr sz="2400" b="1">
                <a:solidFill>
                  <a:srgbClr val="231F20"/>
                </a:solidFill>
                <a:latin typeface="Yu Gothic"/>
                <a:ea typeface="Yu Gothic"/>
                <a:cs typeface="Yu Gothic"/>
              </a:defRPr>
            </a:lvl2pPr>
            <a:lvl3pPr algn="l">
              <a:defRPr sz="2400" b="1">
                <a:solidFill>
                  <a:srgbClr val="231F20"/>
                </a:solidFill>
                <a:latin typeface="Yu Gothic"/>
                <a:ea typeface="Yu Gothic"/>
                <a:cs typeface="Yu Gothic"/>
              </a:defRPr>
            </a:lvl3pPr>
            <a:lvl4pPr algn="l">
              <a:defRPr sz="2400" b="1">
                <a:solidFill>
                  <a:srgbClr val="231F20"/>
                </a:solidFill>
                <a:latin typeface="Yu Gothic"/>
                <a:ea typeface="Yu Gothic"/>
                <a:cs typeface="Yu Gothic"/>
              </a:defRPr>
            </a:lvl4pPr>
            <a:lvl5pPr algn="l">
              <a:defRPr sz="2400" b="1">
                <a:solidFill>
                  <a:srgbClr val="231F20"/>
                </a:solidFill>
                <a:latin typeface="Yu Gothic"/>
                <a:ea typeface="Yu Gothic"/>
                <a:cs typeface="Yu Gothic"/>
              </a:defRPr>
            </a:lvl5pPr>
            <a:lvl6pPr algn="l">
              <a:defRPr sz="2400" b="1">
                <a:solidFill>
                  <a:srgbClr val="231F20"/>
                </a:solidFill>
                <a:latin typeface="Yu Gothic"/>
                <a:ea typeface="Yu Gothic"/>
                <a:cs typeface="Yu Gothic"/>
              </a:defRPr>
            </a:lvl6pPr>
            <a:lvl7pPr algn="l">
              <a:defRPr sz="2400" b="1">
                <a:solidFill>
                  <a:srgbClr val="231F20"/>
                </a:solidFill>
                <a:latin typeface="Yu Gothic"/>
                <a:ea typeface="Yu Gothic"/>
                <a:cs typeface="Yu Gothic"/>
              </a:defRPr>
            </a:lvl7pPr>
            <a:lvl8pPr algn="l">
              <a:defRPr sz="2400" b="1">
                <a:solidFill>
                  <a:srgbClr val="231F20"/>
                </a:solidFill>
                <a:latin typeface="Yu Gothic"/>
                <a:ea typeface="Yu Gothic"/>
                <a:cs typeface="Yu Gothic"/>
              </a:defRPr>
            </a:lvl8pPr>
            <a:lvl9pPr algn="l">
              <a:defRPr sz="2400" b="1">
                <a:solidFill>
                  <a:srgbClr val="231F20"/>
                </a:solidFill>
                <a:latin typeface="Yu Gothic"/>
                <a:ea typeface="Yu Gothic"/>
                <a:cs typeface="Yu Gothic"/>
              </a:defRPr>
            </a:lvl9pPr>
          </a:lstStyle>
          <a:p xmlns:a="http://schemas.openxmlformats.org/drawingml/2006/main">
            <a:pPr algn="l">
              <a:defRPr sz="2400" b="1">
                <a:solidFill>
                  <a:srgbClr val="231F20"/>
                </a:solidFill>
                <a:latin typeface="Yu Gothic"/>
                <a:ea typeface="Yu Gothic"/>
                <a:cs typeface="Yu Gothic"/>
              </a:defRPr>
            </a:pPr>
            <a:r>
              <a:rPr sz="2400" b="1">
                <a:solidFill>
                  <a:srgbClr val="231F20"/>
                </a:solidFill>
                <a:latin typeface="Yu Gothic"/>
                <a:ea typeface="Yu Gothic"/>
                <a:cs typeface="Yu Gothic"/>
              </a:rPr>
              <a:t>この書込みでは、PREADY = CmdReady</a:t>
            </a:r>
          </a:p>
        </p:txBody>
      </p:sp>
      <p:sp>
        <p:nvSpPr>
          <p:cNvPr id="30" name="text-549">
            <a:extLst xmlns:a="http://schemas.openxmlformats.org/drawingml/2006/main">
              <a:ext uri="{FF2B5EF4-FFF2-40B4-BE49-F238E27FC236}">
                <a16:creationId xmlns:a16="http://schemas.microsoft.com/office/drawing/2014/main" id="{6D98C5F9-A8E8-4251-AC98-98A9093DC574}"/>
              </a:ext>
            </a:extLst>
          </p:cNvPr>
          <p:cNvSpPr>
            <a:spLocks xmlns:a="http://schemas.openxmlformats.org/drawingml/2006/main" noGrp="1"/>
          </p:cNvSpPr>
          <p:nvPr/>
        </p:nvSpPr>
        <p:spPr>
          <a:xfrm xmlns:a="http://schemas.openxmlformats.org/drawingml/2006/main">
            <a:off x="609600" y="6334125"/>
            <a:ext cx="6000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1">
                <a:solidFill>
                  <a:srgbClr val="0078BA"/>
                </a:solidFill>
                <a:latin typeface="Yu Gothic"/>
                <a:ea typeface="Yu Gothic"/>
                <a:cs typeface="Yu Gothic"/>
              </a:defRPr>
            </a:defPPr>
            <a:lvl1pPr algn="l">
              <a:defRPr sz="1275" b="1">
                <a:solidFill>
                  <a:srgbClr val="0078BA"/>
                </a:solidFill>
                <a:latin typeface="Yu Gothic"/>
                <a:ea typeface="Yu Gothic"/>
                <a:cs typeface="Yu Gothic"/>
              </a:defRPr>
            </a:lvl1pPr>
            <a:lvl2pPr algn="l">
              <a:defRPr sz="1275" b="1">
                <a:solidFill>
                  <a:srgbClr val="0078BA"/>
                </a:solidFill>
                <a:latin typeface="Yu Gothic"/>
                <a:ea typeface="Yu Gothic"/>
                <a:cs typeface="Yu Gothic"/>
              </a:defRPr>
            </a:lvl2pPr>
            <a:lvl3pPr algn="l">
              <a:defRPr sz="1275" b="1">
                <a:solidFill>
                  <a:srgbClr val="0078BA"/>
                </a:solidFill>
                <a:latin typeface="Yu Gothic"/>
                <a:ea typeface="Yu Gothic"/>
                <a:cs typeface="Yu Gothic"/>
              </a:defRPr>
            </a:lvl3pPr>
            <a:lvl4pPr algn="l">
              <a:defRPr sz="1275" b="1">
                <a:solidFill>
                  <a:srgbClr val="0078BA"/>
                </a:solidFill>
                <a:latin typeface="Yu Gothic"/>
                <a:ea typeface="Yu Gothic"/>
                <a:cs typeface="Yu Gothic"/>
              </a:defRPr>
            </a:lvl4pPr>
            <a:lvl5pPr algn="l">
              <a:defRPr sz="1275" b="1">
                <a:solidFill>
                  <a:srgbClr val="0078BA"/>
                </a:solidFill>
                <a:latin typeface="Yu Gothic"/>
                <a:ea typeface="Yu Gothic"/>
                <a:cs typeface="Yu Gothic"/>
              </a:defRPr>
            </a:lvl5pPr>
            <a:lvl6pPr algn="l">
              <a:defRPr sz="1275" b="1">
                <a:solidFill>
                  <a:srgbClr val="0078BA"/>
                </a:solidFill>
                <a:latin typeface="Yu Gothic"/>
                <a:ea typeface="Yu Gothic"/>
                <a:cs typeface="Yu Gothic"/>
              </a:defRPr>
            </a:lvl6pPr>
            <a:lvl7pPr algn="l">
              <a:defRPr sz="1275" b="1">
                <a:solidFill>
                  <a:srgbClr val="0078BA"/>
                </a:solidFill>
                <a:latin typeface="Yu Gothic"/>
                <a:ea typeface="Yu Gothic"/>
                <a:cs typeface="Yu Gothic"/>
              </a:defRPr>
            </a:lvl7pPr>
            <a:lvl8pPr algn="l">
              <a:defRPr sz="1275" b="1">
                <a:solidFill>
                  <a:srgbClr val="0078BA"/>
                </a:solidFill>
                <a:latin typeface="Yu Gothic"/>
                <a:ea typeface="Yu Gothic"/>
                <a:cs typeface="Yu Gothic"/>
              </a:defRPr>
            </a:lvl8pPr>
            <a:lvl9pPr algn="l">
              <a:defRPr sz="1275" b="1">
                <a:solidFill>
                  <a:srgbClr val="0078BA"/>
                </a:solidFill>
                <a:latin typeface="Yu Gothic"/>
                <a:ea typeface="Yu Gothic"/>
                <a:cs typeface="Yu Gothic"/>
              </a:defRPr>
            </a:lvl9pPr>
          </a:lstStyle>
          <a:p xmlns:a="http://schemas.openxmlformats.org/drawingml/2006/main">
            <a:pPr algn="l">
              <a:defRPr sz="1275" b="1">
                <a:solidFill>
                  <a:srgbClr val="0078BA"/>
                </a:solidFill>
                <a:latin typeface="Yu Gothic"/>
                <a:ea typeface="Yu Gothic"/>
                <a:cs typeface="Yu Gothic"/>
              </a:defRPr>
            </a:pPr>
            <a:r>
              <a:rPr sz="1275" b="1">
                <a:solidFill>
                  <a:srgbClr val="0078BA"/>
                </a:solidFill>
                <a:latin typeface="Yu Gothic"/>
                <a:ea typeface="Yu Gothic"/>
                <a:cs typeface="Yu Gothic"/>
              </a:rPr>
              <a:t>図 8</a:t>
            </a:r>
          </a:p>
        </p:txBody>
      </p:sp>
      <p:sp>
        <p:nvSpPr>
          <p:cNvPr id="31" name="text-550">
            <a:extLst xmlns:a="http://schemas.openxmlformats.org/drawingml/2006/main">
              <a:ext uri="{FF2B5EF4-FFF2-40B4-BE49-F238E27FC236}">
                <a16:creationId xmlns:a16="http://schemas.microsoft.com/office/drawing/2014/main" id="{00319CE3-8AB7-47D2-BD07-C1783E506335}"/>
              </a:ext>
            </a:extLst>
          </p:cNvPr>
          <p:cNvSpPr>
            <a:spLocks xmlns:a="http://schemas.openxmlformats.org/drawingml/2006/main" noGrp="1"/>
          </p:cNvSpPr>
          <p:nvPr/>
        </p:nvSpPr>
        <p:spPr>
          <a:xfrm xmlns:a="http://schemas.openxmlformats.org/drawingml/2006/main">
            <a:off x="1247775" y="6334125"/>
            <a:ext cx="9791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Yu Gothic"/>
                <a:ea typeface="Yu Gothic"/>
                <a:cs typeface="Yu Gothic"/>
              </a:defRPr>
            </a:defPPr>
            <a:lvl1pPr algn="l">
              <a:defRPr sz="1200" b="0">
                <a:solidFill>
                  <a:srgbClr val="231F20"/>
                </a:solidFill>
                <a:latin typeface="Yu Gothic"/>
                <a:ea typeface="Yu Gothic"/>
                <a:cs typeface="Yu Gothic"/>
              </a:defRPr>
            </a:lvl1pPr>
            <a:lvl2pPr algn="l">
              <a:defRPr sz="1200" b="0">
                <a:solidFill>
                  <a:srgbClr val="231F20"/>
                </a:solidFill>
                <a:latin typeface="Yu Gothic"/>
                <a:ea typeface="Yu Gothic"/>
                <a:cs typeface="Yu Gothic"/>
              </a:defRPr>
            </a:lvl2pPr>
            <a:lvl3pPr algn="l">
              <a:defRPr sz="1200" b="0">
                <a:solidFill>
                  <a:srgbClr val="231F20"/>
                </a:solidFill>
                <a:latin typeface="Yu Gothic"/>
                <a:ea typeface="Yu Gothic"/>
                <a:cs typeface="Yu Gothic"/>
              </a:defRPr>
            </a:lvl3pPr>
            <a:lvl4pPr algn="l">
              <a:defRPr sz="1200" b="0">
                <a:solidFill>
                  <a:srgbClr val="231F20"/>
                </a:solidFill>
                <a:latin typeface="Yu Gothic"/>
                <a:ea typeface="Yu Gothic"/>
                <a:cs typeface="Yu Gothic"/>
              </a:defRPr>
            </a:lvl4pPr>
            <a:lvl5pPr algn="l">
              <a:defRPr sz="1200" b="0">
                <a:solidFill>
                  <a:srgbClr val="231F20"/>
                </a:solidFill>
                <a:latin typeface="Yu Gothic"/>
                <a:ea typeface="Yu Gothic"/>
                <a:cs typeface="Yu Gothic"/>
              </a:defRPr>
            </a:lvl5pPr>
            <a:lvl6pPr algn="l">
              <a:defRPr sz="1200" b="0">
                <a:solidFill>
                  <a:srgbClr val="231F20"/>
                </a:solidFill>
                <a:latin typeface="Yu Gothic"/>
                <a:ea typeface="Yu Gothic"/>
                <a:cs typeface="Yu Gothic"/>
              </a:defRPr>
            </a:lvl6pPr>
            <a:lvl7pPr algn="l">
              <a:defRPr sz="1200" b="0">
                <a:solidFill>
                  <a:srgbClr val="231F20"/>
                </a:solidFill>
                <a:latin typeface="Yu Gothic"/>
                <a:ea typeface="Yu Gothic"/>
                <a:cs typeface="Yu Gothic"/>
              </a:defRPr>
            </a:lvl7pPr>
            <a:lvl8pPr algn="l">
              <a:defRPr sz="1200" b="0">
                <a:solidFill>
                  <a:srgbClr val="231F20"/>
                </a:solidFill>
                <a:latin typeface="Yu Gothic"/>
                <a:ea typeface="Yu Gothic"/>
                <a:cs typeface="Yu Gothic"/>
              </a:defRPr>
            </a:lvl8pPr>
            <a:lvl9pPr algn="l">
              <a:defRPr sz="1200" b="0">
                <a:solidFill>
                  <a:srgbClr val="231F20"/>
                </a:solidFill>
                <a:latin typeface="Yu Gothic"/>
                <a:ea typeface="Yu Gothic"/>
                <a:cs typeface="Yu Gothic"/>
              </a:defRPr>
            </a:lvl9pPr>
          </a:lstStyle>
          <a:p xmlns:a="http://schemas.openxmlformats.org/drawingml/2006/main">
            <a:pPr algn="l">
              <a:defRPr sz="1200" b="0">
                <a:solidFill>
                  <a:srgbClr val="231F20"/>
                </a:solidFill>
                <a:latin typeface="Yu Gothic"/>
                <a:ea typeface="Yu Gothic"/>
                <a:cs typeface="Yu Gothic"/>
              </a:defRPr>
            </a:pPr>
            <a:r>
              <a:rPr sz="1200" b="0">
                <a:solidFill>
                  <a:srgbClr val="231F20"/>
                </a:solidFill>
                <a:latin typeface="Yu Gothic"/>
                <a:ea typeface="Yu Gothic"/>
                <a:cs typeface="Yu Gothic"/>
              </a:rPr>
              <a:t>制御の正確な条件と32ビットの選び方はノートに記載。値の保存はFIFOで行う</a:t>
            </a:r>
          </a:p>
        </p:txBody>
      </p:sp>
    </p:spTree>
    <p:extLst>
      <p:ext uri="{BB962C8B-B14F-4D97-AF65-F5344CB8AC3E}">
        <p14:creationId xmlns:p14="http://schemas.microsoft.com/office/powerpoint/2010/main" val="28593354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text-551">
            <a:extLst xmlns:a="http://schemas.openxmlformats.org/drawingml/2006/main">
              <a:ext uri="{FF2B5EF4-FFF2-40B4-BE49-F238E27FC236}">
                <a16:creationId xmlns:a16="http://schemas.microsoft.com/office/drawing/2014/main" id="{72830EA8-8540-421F-A133-3B42943356C2}"/>
              </a:ext>
            </a:extLst>
          </p:cNvPr>
          <p:cNvSpPr>
            <a:spLocks xmlns:a="http://schemas.openxmlformats.org/drawingml/2006/main" noGrp="1"/>
          </p:cNvSpPr>
          <p:nvPr/>
        </p:nvSpPr>
        <p:spPr>
          <a:xfrm xmlns:a="http://schemas.openxmlformats.org/drawingml/2006/main">
            <a:off x="609600" y="314325"/>
            <a:ext cx="5619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231F20"/>
                </a:solidFill>
                <a:latin typeface="Arial"/>
                <a:ea typeface="Arial"/>
                <a:cs typeface="Arial"/>
              </a:defRPr>
            </a:defPPr>
            <a:lvl1pPr algn="l">
              <a:defRPr sz="2850" b="1">
                <a:solidFill>
                  <a:srgbClr val="231F20"/>
                </a:solidFill>
                <a:latin typeface="Arial"/>
                <a:ea typeface="Arial"/>
                <a:cs typeface="Arial"/>
              </a:defRPr>
            </a:lvl1pPr>
            <a:lvl2pPr algn="l">
              <a:defRPr sz="2850" b="1">
                <a:solidFill>
                  <a:srgbClr val="231F20"/>
                </a:solidFill>
                <a:latin typeface="Arial"/>
                <a:ea typeface="Arial"/>
                <a:cs typeface="Arial"/>
              </a:defRPr>
            </a:lvl2pPr>
            <a:lvl3pPr algn="l">
              <a:defRPr sz="2850" b="1">
                <a:solidFill>
                  <a:srgbClr val="231F20"/>
                </a:solidFill>
                <a:latin typeface="Arial"/>
                <a:ea typeface="Arial"/>
                <a:cs typeface="Arial"/>
              </a:defRPr>
            </a:lvl3pPr>
            <a:lvl4pPr algn="l">
              <a:defRPr sz="2850" b="1">
                <a:solidFill>
                  <a:srgbClr val="231F20"/>
                </a:solidFill>
                <a:latin typeface="Arial"/>
                <a:ea typeface="Arial"/>
                <a:cs typeface="Arial"/>
              </a:defRPr>
            </a:lvl4pPr>
            <a:lvl5pPr algn="l">
              <a:defRPr sz="2850" b="1">
                <a:solidFill>
                  <a:srgbClr val="231F20"/>
                </a:solidFill>
                <a:latin typeface="Arial"/>
                <a:ea typeface="Arial"/>
                <a:cs typeface="Arial"/>
              </a:defRPr>
            </a:lvl5pPr>
            <a:lvl6pPr algn="l">
              <a:defRPr sz="2850" b="1">
                <a:solidFill>
                  <a:srgbClr val="231F20"/>
                </a:solidFill>
                <a:latin typeface="Arial"/>
                <a:ea typeface="Arial"/>
                <a:cs typeface="Arial"/>
              </a:defRPr>
            </a:lvl6pPr>
            <a:lvl7pPr algn="l">
              <a:defRPr sz="2850" b="1">
                <a:solidFill>
                  <a:srgbClr val="231F20"/>
                </a:solidFill>
                <a:latin typeface="Arial"/>
                <a:ea typeface="Arial"/>
                <a:cs typeface="Arial"/>
              </a:defRPr>
            </a:lvl7pPr>
            <a:lvl8pPr algn="l">
              <a:defRPr sz="2850" b="1">
                <a:solidFill>
                  <a:srgbClr val="231F20"/>
                </a:solidFill>
                <a:latin typeface="Arial"/>
                <a:ea typeface="Arial"/>
                <a:cs typeface="Arial"/>
              </a:defRPr>
            </a:lvl8pPr>
            <a:lvl9pPr algn="l">
              <a:defRPr sz="2850" b="1">
                <a:solidFill>
                  <a:srgbClr val="231F20"/>
                </a:solidFill>
                <a:latin typeface="Arial"/>
                <a:ea typeface="Arial"/>
                <a:cs typeface="Arial"/>
              </a:defRPr>
            </a:lvl9pPr>
          </a:lstStyle>
          <a:p xmlns:a="http://schemas.openxmlformats.org/drawingml/2006/main">
            <a:pPr algn="l">
              <a:defRPr sz="2850" b="1">
                <a:solidFill>
                  <a:srgbClr val="231F20"/>
                </a:solidFill>
                <a:latin typeface="Arial"/>
                <a:ea typeface="Arial"/>
                <a:cs typeface="Arial"/>
              </a:defRPr>
            </a:pPr>
            <a:r>
              <a:rPr sz="2850" b="1">
                <a:solidFill>
                  <a:srgbClr val="231F20"/>
                </a:solidFill>
                <a:latin typeface="Arial"/>
                <a:ea typeface="Arial"/>
                <a:cs typeface="Arial"/>
              </a:rPr>
              <a:t>9</a:t>
            </a:r>
          </a:p>
        </p:txBody>
      </p:sp>
      <p:sp>
        <p:nvSpPr>
          <p:cNvPr id="2" name="text-552">
            <a:extLst xmlns:a="http://schemas.openxmlformats.org/drawingml/2006/main">
              <a:ext uri="{FF2B5EF4-FFF2-40B4-BE49-F238E27FC236}">
                <a16:creationId xmlns:a16="http://schemas.microsoft.com/office/drawing/2014/main" id="{66B2BFFB-BF92-4839-885D-1D25ABED8D28}"/>
              </a:ext>
            </a:extLst>
          </p:cNvPr>
          <p:cNvSpPr>
            <a:spLocks xmlns:a="http://schemas.openxmlformats.org/drawingml/2006/main" noGrp="1"/>
          </p:cNvSpPr>
          <p:nvPr/>
        </p:nvSpPr>
        <p:spPr>
          <a:xfrm xmlns:a="http://schemas.openxmlformats.org/drawingml/2006/main">
            <a:off x="1257300" y="314325"/>
            <a:ext cx="103251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0078BA"/>
                </a:solidFill>
                <a:latin typeface="Yu Gothic"/>
                <a:ea typeface="Yu Gothic"/>
                <a:cs typeface="Yu Gothic"/>
              </a:defRPr>
            </a:defPPr>
            <a:lvl1pPr algn="l">
              <a:defRPr sz="2850" b="1">
                <a:solidFill>
                  <a:srgbClr val="0078BA"/>
                </a:solidFill>
                <a:latin typeface="Yu Gothic"/>
                <a:ea typeface="Yu Gothic"/>
                <a:cs typeface="Yu Gothic"/>
              </a:defRPr>
            </a:lvl1pPr>
            <a:lvl2pPr algn="l">
              <a:defRPr sz="2850" b="1">
                <a:solidFill>
                  <a:srgbClr val="0078BA"/>
                </a:solidFill>
                <a:latin typeface="Yu Gothic"/>
                <a:ea typeface="Yu Gothic"/>
                <a:cs typeface="Yu Gothic"/>
              </a:defRPr>
            </a:lvl2pPr>
            <a:lvl3pPr algn="l">
              <a:defRPr sz="2850" b="1">
                <a:solidFill>
                  <a:srgbClr val="0078BA"/>
                </a:solidFill>
                <a:latin typeface="Yu Gothic"/>
                <a:ea typeface="Yu Gothic"/>
                <a:cs typeface="Yu Gothic"/>
              </a:defRPr>
            </a:lvl3pPr>
            <a:lvl4pPr algn="l">
              <a:defRPr sz="2850" b="1">
                <a:solidFill>
                  <a:srgbClr val="0078BA"/>
                </a:solidFill>
                <a:latin typeface="Yu Gothic"/>
                <a:ea typeface="Yu Gothic"/>
                <a:cs typeface="Yu Gothic"/>
              </a:defRPr>
            </a:lvl4pPr>
            <a:lvl5pPr algn="l">
              <a:defRPr sz="2850" b="1">
                <a:solidFill>
                  <a:srgbClr val="0078BA"/>
                </a:solidFill>
                <a:latin typeface="Yu Gothic"/>
                <a:ea typeface="Yu Gothic"/>
                <a:cs typeface="Yu Gothic"/>
              </a:defRPr>
            </a:lvl5pPr>
            <a:lvl6pPr algn="l">
              <a:defRPr sz="2850" b="1">
                <a:solidFill>
                  <a:srgbClr val="0078BA"/>
                </a:solidFill>
                <a:latin typeface="Yu Gothic"/>
                <a:ea typeface="Yu Gothic"/>
                <a:cs typeface="Yu Gothic"/>
              </a:defRPr>
            </a:lvl6pPr>
            <a:lvl7pPr algn="l">
              <a:defRPr sz="2850" b="1">
                <a:solidFill>
                  <a:srgbClr val="0078BA"/>
                </a:solidFill>
                <a:latin typeface="Yu Gothic"/>
                <a:ea typeface="Yu Gothic"/>
                <a:cs typeface="Yu Gothic"/>
              </a:defRPr>
            </a:lvl7pPr>
            <a:lvl8pPr algn="l">
              <a:defRPr sz="2850" b="1">
                <a:solidFill>
                  <a:srgbClr val="0078BA"/>
                </a:solidFill>
                <a:latin typeface="Yu Gothic"/>
                <a:ea typeface="Yu Gothic"/>
                <a:cs typeface="Yu Gothic"/>
              </a:defRPr>
            </a:lvl8pPr>
            <a:lvl9pPr algn="l">
              <a:defRPr sz="2850" b="1">
                <a:solidFill>
                  <a:srgbClr val="0078BA"/>
                </a:solidFill>
                <a:latin typeface="Yu Gothic"/>
                <a:ea typeface="Yu Gothic"/>
                <a:cs typeface="Yu Gothic"/>
              </a:defRPr>
            </a:lvl9pPr>
          </a:lstStyle>
          <a:p xmlns:a="http://schemas.openxmlformats.org/drawingml/2006/main">
            <a:pPr algn="l">
              <a:defRPr sz="2850" b="1">
                <a:solidFill>
                  <a:srgbClr val="0078BA"/>
                </a:solidFill>
                <a:latin typeface="Yu Gothic"/>
                <a:ea typeface="Yu Gothic"/>
                <a:cs typeface="Yu Gothic"/>
              </a:defRPr>
            </a:pPr>
            <a:r>
              <a:rPr sz="2850" b="1">
                <a:solidFill>
                  <a:srgbClr val="0078BA"/>
                </a:solidFill>
                <a:latin typeface="Yu Gothic"/>
                <a:ea typeface="Yu Gothic"/>
                <a:cs typeface="Yu Gothic"/>
              </a:rPr>
              <a:t>受け取れるまで、同じ値を保って待つ</a:t>
            </a:r>
          </a:p>
        </p:txBody>
      </p:sp>
      <p:sp>
        <p:nvSpPr>
          <p:cNvPr id="3" name="text-553">
            <a:extLst xmlns:a="http://schemas.openxmlformats.org/drawingml/2006/main">
              <a:ext uri="{FF2B5EF4-FFF2-40B4-BE49-F238E27FC236}">
                <a16:creationId xmlns:a16="http://schemas.microsoft.com/office/drawing/2014/main" id="{166F9A79-7B9A-4362-AA3E-C29B26DB1F48}"/>
              </a:ext>
            </a:extLst>
          </p:cNvPr>
          <p:cNvSpPr>
            <a:spLocks xmlns:a="http://schemas.openxmlformats.org/drawingml/2006/main" noGrp="1"/>
          </p:cNvSpPr>
          <p:nvPr/>
        </p:nvSpPr>
        <p:spPr>
          <a:xfrm xmlns:a="http://schemas.openxmlformats.org/drawingml/2006/main">
            <a:off x="11277600" y="6334125"/>
            <a:ext cx="304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777777"/>
                </a:solidFill>
                <a:latin typeface="Arial"/>
                <a:ea typeface="Arial"/>
                <a:cs typeface="Arial"/>
              </a:defRPr>
            </a:defPPr>
            <a:lvl1pPr algn="r">
              <a:defRPr sz="1350" b="0">
                <a:solidFill>
                  <a:srgbClr val="777777"/>
                </a:solidFill>
                <a:latin typeface="Arial"/>
                <a:ea typeface="Arial"/>
                <a:cs typeface="Arial"/>
              </a:defRPr>
            </a:lvl1pPr>
            <a:lvl2pPr algn="r">
              <a:defRPr sz="1350" b="0">
                <a:solidFill>
                  <a:srgbClr val="777777"/>
                </a:solidFill>
                <a:latin typeface="Arial"/>
                <a:ea typeface="Arial"/>
                <a:cs typeface="Arial"/>
              </a:defRPr>
            </a:lvl2pPr>
            <a:lvl3pPr algn="r">
              <a:defRPr sz="1350" b="0">
                <a:solidFill>
                  <a:srgbClr val="777777"/>
                </a:solidFill>
                <a:latin typeface="Arial"/>
                <a:ea typeface="Arial"/>
                <a:cs typeface="Arial"/>
              </a:defRPr>
            </a:lvl3pPr>
            <a:lvl4pPr algn="r">
              <a:defRPr sz="1350" b="0">
                <a:solidFill>
                  <a:srgbClr val="777777"/>
                </a:solidFill>
                <a:latin typeface="Arial"/>
                <a:ea typeface="Arial"/>
                <a:cs typeface="Arial"/>
              </a:defRPr>
            </a:lvl4pPr>
            <a:lvl5pPr algn="r">
              <a:defRPr sz="1350" b="0">
                <a:solidFill>
                  <a:srgbClr val="777777"/>
                </a:solidFill>
                <a:latin typeface="Arial"/>
                <a:ea typeface="Arial"/>
                <a:cs typeface="Arial"/>
              </a:defRPr>
            </a:lvl5pPr>
            <a:lvl6pPr algn="r">
              <a:defRPr sz="1350" b="0">
                <a:solidFill>
                  <a:srgbClr val="777777"/>
                </a:solidFill>
                <a:latin typeface="Arial"/>
                <a:ea typeface="Arial"/>
                <a:cs typeface="Arial"/>
              </a:defRPr>
            </a:lvl6pPr>
            <a:lvl7pPr algn="r">
              <a:defRPr sz="1350" b="0">
                <a:solidFill>
                  <a:srgbClr val="777777"/>
                </a:solidFill>
                <a:latin typeface="Arial"/>
                <a:ea typeface="Arial"/>
                <a:cs typeface="Arial"/>
              </a:defRPr>
            </a:lvl7pPr>
            <a:lvl8pPr algn="r">
              <a:defRPr sz="1350" b="0">
                <a:solidFill>
                  <a:srgbClr val="777777"/>
                </a:solidFill>
                <a:latin typeface="Arial"/>
                <a:ea typeface="Arial"/>
                <a:cs typeface="Arial"/>
              </a:defRPr>
            </a:lvl8pPr>
            <a:lvl9pPr algn="r">
              <a:defRPr sz="1350" b="0">
                <a:solidFill>
                  <a:srgbClr val="777777"/>
                </a:solidFill>
                <a:latin typeface="Arial"/>
                <a:ea typeface="Arial"/>
                <a:cs typeface="Arial"/>
              </a:defRPr>
            </a:lvl9pPr>
          </a:lstStyle>
          <a:p xmlns:a="http://schemas.openxmlformats.org/drawingml/2006/main">
            <a:pPr algn="r">
              <a:defRPr sz="1350" b="0">
                <a:solidFill>
                  <a:srgbClr val="777777"/>
                </a:solidFill>
                <a:latin typeface="Arial"/>
                <a:ea typeface="Arial"/>
                <a:cs typeface="Arial"/>
              </a:defRPr>
            </a:pPr>
            <a:r>
              <a:rPr sz="1350" b="0">
                <a:solidFill>
                  <a:srgbClr val="777777"/>
                </a:solidFill>
                <a:latin typeface="Arial"/>
                <a:ea typeface="Arial"/>
                <a:cs typeface="Arial"/>
              </a:rPr>
              <a:t>9</a:t>
            </a:r>
          </a:p>
        </p:txBody>
      </p:sp>
      <p:sp>
        <p:nvSpPr>
          <p:cNvPr id="4" name="text-554">
            <a:extLst xmlns:a="http://schemas.openxmlformats.org/drawingml/2006/main">
              <a:ext uri="{FF2B5EF4-FFF2-40B4-BE49-F238E27FC236}">
                <a16:creationId xmlns:a16="http://schemas.microsoft.com/office/drawing/2014/main" id="{653A5F1E-C55C-454D-8F52-C0387D63F99E}"/>
              </a:ext>
            </a:extLst>
          </p:cNvPr>
          <p:cNvSpPr>
            <a:spLocks xmlns:a="http://schemas.openxmlformats.org/drawingml/2006/main" noGrp="1"/>
          </p:cNvSpPr>
          <p:nvPr/>
        </p:nvSpPr>
        <p:spPr>
          <a:xfrm xmlns:a="http://schemas.openxmlformats.org/drawingml/2006/main">
            <a:off x="609600" y="132397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250" b="0">
                <a:solidFill>
                  <a:srgbClr val="231F20"/>
                </a:solidFill>
                <a:latin typeface="Yu Gothic"/>
                <a:ea typeface="Yu Gothic"/>
                <a:cs typeface="Yu Gothic"/>
              </a:defRPr>
            </a:defPPr>
            <a:lvl1pPr algn="l">
              <a:defRPr sz="2250" b="0">
                <a:solidFill>
                  <a:srgbClr val="231F20"/>
                </a:solidFill>
                <a:latin typeface="Yu Gothic"/>
                <a:ea typeface="Yu Gothic"/>
                <a:cs typeface="Yu Gothic"/>
              </a:defRPr>
            </a:lvl1pPr>
            <a:lvl2pPr algn="l">
              <a:defRPr sz="2250" b="0">
                <a:solidFill>
                  <a:srgbClr val="231F20"/>
                </a:solidFill>
                <a:latin typeface="Yu Gothic"/>
                <a:ea typeface="Yu Gothic"/>
                <a:cs typeface="Yu Gothic"/>
              </a:defRPr>
            </a:lvl2pPr>
            <a:lvl3pPr algn="l">
              <a:defRPr sz="2250" b="0">
                <a:solidFill>
                  <a:srgbClr val="231F20"/>
                </a:solidFill>
                <a:latin typeface="Yu Gothic"/>
                <a:ea typeface="Yu Gothic"/>
                <a:cs typeface="Yu Gothic"/>
              </a:defRPr>
            </a:lvl3pPr>
            <a:lvl4pPr algn="l">
              <a:defRPr sz="2250" b="0">
                <a:solidFill>
                  <a:srgbClr val="231F20"/>
                </a:solidFill>
                <a:latin typeface="Yu Gothic"/>
                <a:ea typeface="Yu Gothic"/>
                <a:cs typeface="Yu Gothic"/>
              </a:defRPr>
            </a:lvl4pPr>
            <a:lvl5pPr algn="l">
              <a:defRPr sz="2250" b="0">
                <a:solidFill>
                  <a:srgbClr val="231F20"/>
                </a:solidFill>
                <a:latin typeface="Yu Gothic"/>
                <a:ea typeface="Yu Gothic"/>
                <a:cs typeface="Yu Gothic"/>
              </a:defRPr>
            </a:lvl5pPr>
            <a:lvl6pPr algn="l">
              <a:defRPr sz="2250" b="0">
                <a:solidFill>
                  <a:srgbClr val="231F20"/>
                </a:solidFill>
                <a:latin typeface="Yu Gothic"/>
                <a:ea typeface="Yu Gothic"/>
                <a:cs typeface="Yu Gothic"/>
              </a:defRPr>
            </a:lvl6pPr>
            <a:lvl7pPr algn="l">
              <a:defRPr sz="2250" b="0">
                <a:solidFill>
                  <a:srgbClr val="231F20"/>
                </a:solidFill>
                <a:latin typeface="Yu Gothic"/>
                <a:ea typeface="Yu Gothic"/>
                <a:cs typeface="Yu Gothic"/>
              </a:defRPr>
            </a:lvl7pPr>
            <a:lvl8pPr algn="l">
              <a:defRPr sz="2250" b="0">
                <a:solidFill>
                  <a:srgbClr val="231F20"/>
                </a:solidFill>
                <a:latin typeface="Yu Gothic"/>
                <a:ea typeface="Yu Gothic"/>
                <a:cs typeface="Yu Gothic"/>
              </a:defRPr>
            </a:lvl8pPr>
            <a:lvl9pPr algn="l">
              <a:defRPr sz="2250" b="0">
                <a:solidFill>
                  <a:srgbClr val="231F20"/>
                </a:solidFill>
                <a:latin typeface="Yu Gothic"/>
                <a:ea typeface="Yu Gothic"/>
                <a:cs typeface="Yu Gothic"/>
              </a:defRPr>
            </a:lvl9pPr>
          </a:lstStyle>
          <a:p xmlns:a="http://schemas.openxmlformats.org/drawingml/2006/main">
            <a:pPr algn="l">
              <a:defRPr sz="2250" b="0">
                <a:solidFill>
                  <a:srgbClr val="231F20"/>
                </a:solidFill>
                <a:latin typeface="Yu Gothic"/>
                <a:ea typeface="Yu Gothic"/>
                <a:cs typeface="Yu Gothic"/>
              </a:defRPr>
            </a:pPr>
            <a:r>
              <a:rPr sz="2250" b="0">
                <a:solidFill>
                  <a:srgbClr val="231F20"/>
                </a:solidFill>
                <a:latin typeface="Yu Gothic"/>
                <a:ea typeface="Yu Gothic"/>
                <a:cs typeface="Yu Gothic"/>
              </a:rPr>
              <a:t>CPU側の各クロック立上りで、条件を確認する</a:t>
            </a:r>
          </a:p>
        </p:txBody>
      </p:sp>
      <p:graphicFrame>
        <p:nvGraphicFramePr>
          <p:cNvPr id="5" name="">
            <a:extLst xmlns:a="http://schemas.openxmlformats.org/drawingml/2006/main">
              <a:ext uri="{FF2B5EF4-FFF2-40B4-BE49-F238E27FC236}">
                <a16:creationId xmlns:a16="http://schemas.microsoft.com/office/drawing/2014/main" id="{930775CA-2E54-4BFB-A28F-084FDF50A284}"/>
              </a:ext>
            </a:extLst>
          </p:cNvPr>
          <p:cNvGraphicFramePr/>
          <p:nvPr/>
        </p:nvGraphicFramePr>
        <p:xfrm>
          <a:off xmlns:a="http://schemas.openxmlformats.org/drawingml/2006/main" x="609600" y="2114550"/>
          <a:ext xmlns:a="http://schemas.openxmlformats.org/drawingml/2006/main" cx="10972800" cy="2943225"/>
        </p:xfrm>
        <a:graphic xmlns:a="http://schemas.openxmlformats.org/drawingml/2006/main">
          <a:graphicData uri="http://schemas.openxmlformats.org/drawingml/2006/table">
            <a:tbl>
              <a:tblPr firstRow="0" bandRow="0"/>
              <a:tblGrid>
                <a:gridCol w="4000500"/>
                <a:gridCol w="2324100"/>
                <a:gridCol w="2324100"/>
                <a:gridCol w="2324100"/>
              </a:tblGrid>
              <a:tr h="514350">
                <a:tc>
                  <a:txBody>
                    <a:bodyPr wrap="square"/>
                    <a:lstStyle/>
                    <a:p>
                      <a:pPr algn="ctr"/>
                      <a:r>
                        <a:rPr sz="1875" b="1">
                          <a:solidFill>
                            <a:srgbClr val="FFFFFF"/>
                          </a:solidFill>
                          <a:latin typeface="Yu Gothic"/>
                          <a:ea typeface="Yu Gothic"/>
                          <a:cs typeface="Yu Gothic"/>
                        </a:rPr>
                        <a:t>立上り直前の状態</a:t>
                      </a:r>
                    </a:p>
                  </a:txBody>
                  <a:tcPr marL="91440" marR="91440" marT="45720" marB="45720" anchor="ctr">
                    <a:lnL w="0">
                      <a:noFill/>
                      <a:prstDash val="solid"/>
                    </a:lnL>
                    <a:lnR w="0">
                      <a:noFill/>
                      <a:prstDash val="solid"/>
                    </a:lnR>
                    <a:lnT w="0">
                      <a:noFill/>
                      <a:prstDash val="solid"/>
                    </a:lnT>
                    <a:lnB w="0">
                      <a:noFill/>
                      <a:prstDash val="solid"/>
                    </a:lnB>
                    <a:solidFill>
                      <a:srgbClr val="0078BA"/>
                    </a:solidFill>
                  </a:tcPr>
                </a:tc>
                <a:tc>
                  <a:txBody>
                    <a:bodyPr wrap="square"/>
                    <a:lstStyle/>
                    <a:p>
                      <a:pPr algn="l"/>
                      <a:r>
                        <a:rPr sz="1875" b="1">
                          <a:solidFill>
                            <a:srgbClr val="FFFFFF"/>
                          </a:solidFill>
                          <a:latin typeface="Yu Gothic"/>
                          <a:ea typeface="Yu Gothic"/>
                          <a:cs typeface="Yu Gothic"/>
                        </a:rPr>
                        <a:t>① 待ち</a:t>
                      </a:r>
                    </a:p>
                  </a:txBody>
                  <a:tcPr marL="91440" marR="91440" marT="45720" marB="45720" anchor="ctr">
                    <a:lnR w="0">
                      <a:noFill/>
                      <a:prstDash val="solid"/>
                    </a:lnR>
                    <a:lnT w="0">
                      <a:noFill/>
                      <a:prstDash val="solid"/>
                    </a:lnT>
                    <a:lnB w="0">
                      <a:noFill/>
                      <a:prstDash val="solid"/>
                    </a:lnB>
                    <a:solidFill>
                      <a:srgbClr val="0078BA"/>
                    </a:solidFill>
                  </a:tcPr>
                </a:tc>
                <a:tc>
                  <a:txBody>
                    <a:bodyPr wrap="square"/>
                    <a:lstStyle/>
                    <a:p>
                      <a:pPr algn="l"/>
                      <a:r>
                        <a:rPr sz="1875" b="1">
                          <a:solidFill>
                            <a:srgbClr val="FFFFFF"/>
                          </a:solidFill>
                          <a:latin typeface="Yu Gothic"/>
                          <a:ea typeface="Yu Gothic"/>
                          <a:cs typeface="Yu Gothic"/>
                        </a:rPr>
                        <a:t>② 待ち</a:t>
                      </a:r>
                    </a:p>
                  </a:txBody>
                  <a:tcPr marL="91440" marR="91440" marT="45720" marB="45720" anchor="ctr">
                    <a:lnR w="0">
                      <a:noFill/>
                      <a:prstDash val="solid"/>
                    </a:lnR>
                    <a:lnT w="0">
                      <a:noFill/>
                      <a:prstDash val="solid"/>
                    </a:lnT>
                    <a:lnB w="0">
                      <a:noFill/>
                      <a:prstDash val="solid"/>
                    </a:lnB>
                    <a:solidFill>
                      <a:srgbClr val="0078BA"/>
                    </a:solidFill>
                  </a:tcPr>
                </a:tc>
                <a:tc>
                  <a:txBody>
                    <a:bodyPr wrap="square"/>
                    <a:lstStyle/>
                    <a:p>
                      <a:pPr algn="l"/>
                      <a:r>
                        <a:rPr sz="1875" b="1">
                          <a:solidFill>
                            <a:srgbClr val="FFFFFF"/>
                          </a:solidFill>
                          <a:latin typeface="Yu Gothic"/>
                          <a:ea typeface="Yu Gothic"/>
                          <a:cs typeface="Yu Gothic"/>
                        </a:rPr>
                        <a:t>③ 受入れ</a:t>
                      </a:r>
                    </a:p>
                  </a:txBody>
                  <a:tcPr marL="91440" marR="91440" marT="45720" marB="45720" anchor="ctr">
                    <a:lnR w="0">
                      <a:noFill/>
                      <a:prstDash val="solid"/>
                    </a:lnR>
                    <a:lnT w="0">
                      <a:noFill/>
                      <a:prstDash val="solid"/>
                    </a:lnT>
                    <a:lnB w="0">
                      <a:noFill/>
                      <a:prstDash val="solid"/>
                    </a:lnB>
                    <a:solidFill>
                      <a:srgbClr val="0078BA"/>
                    </a:solidFill>
                  </a:tcPr>
                </a:tc>
              </a:tr>
              <a:tr h="581025">
                <a:tc>
                  <a:txBody>
                    <a:bodyPr wrap="square"/>
                    <a:lstStyle/>
                    <a:p>
                      <a:pPr algn="ctr"/>
                      <a:r>
                        <a:rPr sz="1950" b="0">
                          <a:solidFill>
                            <a:srgbClr val="231F20"/>
                          </a:solidFill>
                          <a:latin typeface="Yu Gothic"/>
                          <a:ea typeface="Yu Gothic"/>
                          <a:cs typeface="Yu Gothic"/>
                        </a:rPr>
                        <a:t>書く値 CmdData</a:t>
                      </a:r>
                    </a:p>
                  </a:txBody>
                  <a:tcPr marL="91440" marR="91440" marT="45720" marB="45720" anchor="ctr">
                    <a:lnL w="0">
                      <a:noFill/>
                      <a:prstDash val="solid"/>
                    </a:lnL>
                    <a:lnR w="0">
                      <a:noFill/>
                      <a:prstDash val="solid"/>
                    </a:lnR>
                    <a:lnB w="0">
                      <a:noFill/>
                      <a:prstDash val="solid"/>
                    </a:lnB>
                    <a:solidFill>
                      <a:srgbClr val="FFFFFF"/>
                    </a:solidFill>
                  </a:tcPr>
                </a:tc>
                <a:tc>
                  <a:txBody>
                    <a:bodyPr wrap="square"/>
                    <a:lstStyle/>
                    <a:p>
                      <a:pPr algn="l"/>
                      <a:r>
                        <a:rPr sz="1950" b="0">
                          <a:solidFill>
                            <a:srgbClr val="231F20"/>
                          </a:solidFill>
                          <a:latin typeface="Yu Gothic"/>
                          <a:ea typeface="Yu Gothic"/>
                          <a:cs typeface="Yu Gothic"/>
                        </a:rPr>
                        <a:t>D</a:t>
                      </a:r>
                    </a:p>
                  </a:txBody>
                  <a:tcPr marL="91440" marR="91440" marT="45720" marB="45720" anchor="ctr">
                    <a:lnR w="0">
                      <a:noFill/>
                      <a:prstDash val="solid"/>
                    </a:lnR>
                    <a:lnB w="0">
                      <a:noFill/>
                      <a:prstDash val="solid"/>
                    </a:lnB>
                    <a:solidFill>
                      <a:srgbClr val="FFFFFF"/>
                    </a:solidFill>
                  </a:tcPr>
                </a:tc>
                <a:tc>
                  <a:txBody>
                    <a:bodyPr wrap="square"/>
                    <a:lstStyle/>
                    <a:p>
                      <a:pPr algn="l"/>
                      <a:r>
                        <a:rPr sz="1950" b="0">
                          <a:solidFill>
                            <a:srgbClr val="231F20"/>
                          </a:solidFill>
                          <a:latin typeface="Yu Gothic"/>
                          <a:ea typeface="Yu Gothic"/>
                          <a:cs typeface="Yu Gothic"/>
                        </a:rPr>
                        <a:t>D</a:t>
                      </a:r>
                    </a:p>
                  </a:txBody>
                  <a:tcPr marL="91440" marR="91440" marT="45720" marB="45720" anchor="ctr">
                    <a:lnR w="0">
                      <a:noFill/>
                      <a:prstDash val="solid"/>
                    </a:lnR>
                    <a:lnB w="0">
                      <a:noFill/>
                      <a:prstDash val="solid"/>
                    </a:lnB>
                    <a:solidFill>
                      <a:srgbClr val="FFFFFF"/>
                    </a:solidFill>
                  </a:tcPr>
                </a:tc>
                <a:tc>
                  <a:txBody>
                    <a:bodyPr wrap="square"/>
                    <a:lstStyle/>
                    <a:p>
                      <a:pPr algn="l"/>
                      <a:r>
                        <a:rPr sz="1950" b="0">
                          <a:solidFill>
                            <a:srgbClr val="231F20"/>
                          </a:solidFill>
                          <a:latin typeface="Yu Gothic"/>
                          <a:ea typeface="Yu Gothic"/>
                          <a:cs typeface="Yu Gothic"/>
                        </a:rPr>
                        <a:t>D</a:t>
                      </a:r>
                    </a:p>
                  </a:txBody>
                  <a:tcPr marL="91440" marR="91440" marT="45720" marB="45720" anchor="ctr">
                    <a:lnR w="0">
                      <a:noFill/>
                      <a:prstDash val="solid"/>
                    </a:lnR>
                    <a:lnB w="0">
                      <a:noFill/>
                      <a:prstDash val="solid"/>
                    </a:lnB>
                    <a:solidFill>
                      <a:srgbClr val="FFFFFF"/>
                    </a:solidFill>
                  </a:tcPr>
                </a:tc>
              </a:tr>
              <a:tr h="581025">
                <a:tc>
                  <a:txBody>
                    <a:bodyPr wrap="square"/>
                    <a:lstStyle/>
                    <a:p>
                      <a:pPr algn="ctr"/>
                      <a:r>
                        <a:rPr sz="1950" b="0">
                          <a:solidFill>
                            <a:srgbClr val="231F20"/>
                          </a:solidFill>
                          <a:latin typeface="Yu Gothic"/>
                          <a:ea typeface="Yu Gothic"/>
                          <a:cs typeface="Yu Gothic"/>
                        </a:rPr>
                        <a:t>有効 CmdValid</a:t>
                      </a:r>
                    </a:p>
                  </a:txBody>
                  <a:tcPr marL="91440" marR="91440" marT="45720" marB="45720" anchor="ctr">
                    <a:lnL w="0">
                      <a:noFill/>
                      <a:prstDash val="solid"/>
                    </a:lnL>
                    <a:lnR w="0">
                      <a:noFill/>
                      <a:prstDash val="solid"/>
                    </a:lnR>
                    <a:lnB w="0">
                      <a:noFill/>
                      <a:prstDash val="solid"/>
                    </a:lnB>
                    <a:solidFill>
                      <a:srgbClr val="E5EBF8"/>
                    </a:solidFill>
                  </a:tcPr>
                </a:tc>
                <a:tc>
                  <a:txBody>
                    <a:bodyPr wrap="square"/>
                    <a:lstStyle/>
                    <a:p>
                      <a:pPr algn="l"/>
                      <a:r>
                        <a:rPr sz="1950" b="0">
                          <a:solidFill>
                            <a:srgbClr val="231F20"/>
                          </a:solidFill>
                          <a:latin typeface="Yu Gothic"/>
                          <a:ea typeface="Yu Gothic"/>
                          <a:cs typeface="Yu Gothic"/>
                        </a:rPr>
                        <a:t>1</a:t>
                      </a:r>
                    </a:p>
                  </a:txBody>
                  <a:tcPr marL="91440" marR="91440" marT="45720" marB="45720" anchor="ctr">
                    <a:lnR w="0">
                      <a:noFill/>
                      <a:prstDash val="solid"/>
                    </a:lnR>
                    <a:lnB w="0">
                      <a:noFill/>
                      <a:prstDash val="solid"/>
                    </a:lnB>
                    <a:solidFill>
                      <a:srgbClr val="E5EBF8"/>
                    </a:solidFill>
                  </a:tcPr>
                </a:tc>
                <a:tc>
                  <a:txBody>
                    <a:bodyPr wrap="square"/>
                    <a:lstStyle/>
                    <a:p>
                      <a:pPr algn="l"/>
                      <a:r>
                        <a:rPr sz="1950" b="0">
                          <a:solidFill>
                            <a:srgbClr val="231F20"/>
                          </a:solidFill>
                          <a:latin typeface="Yu Gothic"/>
                          <a:ea typeface="Yu Gothic"/>
                          <a:cs typeface="Yu Gothic"/>
                        </a:rPr>
                        <a:t>1</a:t>
                      </a:r>
                    </a:p>
                  </a:txBody>
                  <a:tcPr marL="91440" marR="91440" marT="45720" marB="45720" anchor="ctr">
                    <a:lnR w="0">
                      <a:noFill/>
                      <a:prstDash val="solid"/>
                    </a:lnR>
                    <a:lnB w="0">
                      <a:noFill/>
                      <a:prstDash val="solid"/>
                    </a:lnB>
                    <a:solidFill>
                      <a:srgbClr val="E5EBF8"/>
                    </a:solidFill>
                  </a:tcPr>
                </a:tc>
                <a:tc>
                  <a:txBody>
                    <a:bodyPr wrap="square"/>
                    <a:lstStyle/>
                    <a:p>
                      <a:pPr algn="l"/>
                      <a:r>
                        <a:rPr sz="1950" b="0">
                          <a:solidFill>
                            <a:srgbClr val="231F20"/>
                          </a:solidFill>
                          <a:latin typeface="Yu Gothic"/>
                          <a:ea typeface="Yu Gothic"/>
                          <a:cs typeface="Yu Gothic"/>
                        </a:rPr>
                        <a:t>1</a:t>
                      </a:r>
                    </a:p>
                  </a:txBody>
                  <a:tcPr marL="91440" marR="91440" marT="45720" marB="45720" anchor="ctr">
                    <a:lnR w="0">
                      <a:noFill/>
                      <a:prstDash val="solid"/>
                    </a:lnR>
                    <a:lnB w="0">
                      <a:noFill/>
                      <a:prstDash val="solid"/>
                    </a:lnB>
                    <a:solidFill>
                      <a:srgbClr val="E5EBF8"/>
                    </a:solidFill>
                  </a:tcPr>
                </a:tc>
              </a:tr>
              <a:tr h="581025">
                <a:tc>
                  <a:txBody>
                    <a:bodyPr wrap="square"/>
                    <a:lstStyle/>
                    <a:p>
                      <a:pPr algn="ctr"/>
                      <a:r>
                        <a:rPr sz="1950" b="0">
                          <a:solidFill>
                            <a:srgbClr val="231F20"/>
                          </a:solidFill>
                          <a:latin typeface="Yu Gothic"/>
                          <a:ea typeface="Yu Gothic"/>
                          <a:cs typeface="Yu Gothic"/>
                        </a:rPr>
                        <a:t>受取可 CmdReady</a:t>
                      </a:r>
                    </a:p>
                  </a:txBody>
                  <a:tcPr marL="91440" marR="91440" marT="45720" marB="45720" anchor="ctr">
                    <a:lnL w="0">
                      <a:noFill/>
                      <a:prstDash val="solid"/>
                    </a:lnL>
                    <a:lnR w="0">
                      <a:noFill/>
                      <a:prstDash val="solid"/>
                    </a:lnR>
                    <a:lnB w="0">
                      <a:noFill/>
                      <a:prstDash val="solid"/>
                    </a:lnB>
                    <a:solidFill>
                      <a:srgbClr val="FFFFFF"/>
                    </a:solidFill>
                  </a:tcPr>
                </a:tc>
                <a:tc>
                  <a:txBody>
                    <a:bodyPr wrap="square"/>
                    <a:lstStyle/>
                    <a:p>
                      <a:pPr algn="l"/>
                      <a:r>
                        <a:rPr sz="1950" b="0">
                          <a:solidFill>
                            <a:srgbClr val="231F20"/>
                          </a:solidFill>
                          <a:latin typeface="Yu Gothic"/>
                          <a:ea typeface="Yu Gothic"/>
                          <a:cs typeface="Yu Gothic"/>
                        </a:rPr>
                        <a:t>0</a:t>
                      </a:r>
                    </a:p>
                  </a:txBody>
                  <a:tcPr marL="91440" marR="91440" marT="45720" marB="45720" anchor="ctr">
                    <a:lnR w="0">
                      <a:noFill/>
                      <a:prstDash val="solid"/>
                    </a:lnR>
                    <a:lnB w="0">
                      <a:noFill/>
                      <a:prstDash val="solid"/>
                    </a:lnB>
                    <a:solidFill>
                      <a:srgbClr val="FFFFFF"/>
                    </a:solidFill>
                  </a:tcPr>
                </a:tc>
                <a:tc>
                  <a:txBody>
                    <a:bodyPr wrap="square"/>
                    <a:lstStyle/>
                    <a:p>
                      <a:pPr algn="l"/>
                      <a:r>
                        <a:rPr sz="1950" b="0">
                          <a:solidFill>
                            <a:srgbClr val="231F20"/>
                          </a:solidFill>
                          <a:latin typeface="Yu Gothic"/>
                          <a:ea typeface="Yu Gothic"/>
                          <a:cs typeface="Yu Gothic"/>
                        </a:rPr>
                        <a:t>0</a:t>
                      </a:r>
                    </a:p>
                  </a:txBody>
                  <a:tcPr marL="91440" marR="91440" marT="45720" marB="45720" anchor="ctr">
                    <a:lnR w="0">
                      <a:noFill/>
                      <a:prstDash val="solid"/>
                    </a:lnR>
                    <a:lnB w="0">
                      <a:noFill/>
                      <a:prstDash val="solid"/>
                    </a:lnB>
                    <a:solidFill>
                      <a:srgbClr val="FFFFFF"/>
                    </a:solidFill>
                  </a:tcPr>
                </a:tc>
                <a:tc>
                  <a:txBody>
                    <a:bodyPr wrap="square"/>
                    <a:lstStyle/>
                    <a:p>
                      <a:pPr algn="l"/>
                      <a:r>
                        <a:rPr sz="1950" b="0">
                          <a:solidFill>
                            <a:srgbClr val="231F20"/>
                          </a:solidFill>
                          <a:latin typeface="Yu Gothic"/>
                          <a:ea typeface="Yu Gothic"/>
                          <a:cs typeface="Yu Gothic"/>
                        </a:rPr>
                        <a:t>1</a:t>
                      </a:r>
                    </a:p>
                  </a:txBody>
                  <a:tcPr marL="91440" marR="91440" marT="45720" marB="45720" anchor="ctr">
                    <a:lnR w="0">
                      <a:noFill/>
                      <a:prstDash val="solid"/>
                    </a:lnR>
                    <a:lnB w="0">
                      <a:noFill/>
                      <a:prstDash val="solid"/>
                    </a:lnB>
                    <a:solidFill>
                      <a:srgbClr val="FFFFFF"/>
                    </a:solidFill>
                  </a:tcPr>
                </a:tc>
              </a:tr>
              <a:tr h="685800">
                <a:tc>
                  <a:txBody>
                    <a:bodyPr wrap="square"/>
                    <a:lstStyle/>
                    <a:p>
                      <a:pPr algn="ctr"/>
                      <a:r>
                        <a:rPr sz="1950" b="0">
                          <a:solidFill>
                            <a:srgbClr val="231F20"/>
                          </a:solidFill>
                          <a:latin typeface="Yu Gothic"/>
                          <a:ea typeface="Yu Gothic"/>
                          <a:cs typeface="Yu Gothic"/>
                        </a:rPr>
                        <a:t>その立上りで行うこと</a:t>
                      </a:r>
                    </a:p>
                  </a:txBody>
                  <a:tcPr marL="91440" marR="91440" marT="45720" marB="45720" anchor="ctr">
                    <a:lnL w="0">
                      <a:noFill/>
                      <a:prstDash val="solid"/>
                    </a:lnL>
                    <a:lnR w="0">
                      <a:noFill/>
                      <a:prstDash val="solid"/>
                    </a:lnR>
                    <a:lnB w="0">
                      <a:noFill/>
                      <a:prstDash val="solid"/>
                    </a:lnB>
                    <a:solidFill>
                      <a:srgbClr val="E5EBF8"/>
                    </a:solidFill>
                  </a:tcPr>
                </a:tc>
                <a:tc>
                  <a:txBody>
                    <a:bodyPr wrap="square"/>
                    <a:lstStyle/>
                    <a:p>
                      <a:pPr algn="l"/>
                      <a:r>
                        <a:rPr sz="1950" b="0">
                          <a:solidFill>
                            <a:srgbClr val="231F20"/>
                          </a:solidFill>
                          <a:latin typeface="Yu Gothic"/>
                          <a:ea typeface="Yu Gothic"/>
                          <a:cs typeface="Yu Gothic"/>
                        </a:rPr>
                        <a:t>保存しない</a:t>
                      </a:r>
                    </a:p>
                  </a:txBody>
                  <a:tcPr marL="91440" marR="91440" marT="45720" marB="45720" anchor="ctr">
                    <a:lnR w="0">
                      <a:noFill/>
                      <a:prstDash val="solid"/>
                    </a:lnR>
                    <a:lnB w="0">
                      <a:noFill/>
                      <a:prstDash val="solid"/>
                    </a:lnB>
                    <a:solidFill>
                      <a:srgbClr val="E5EBF8"/>
                    </a:solidFill>
                  </a:tcPr>
                </a:tc>
                <a:tc>
                  <a:txBody>
                    <a:bodyPr wrap="square"/>
                    <a:lstStyle/>
                    <a:p>
                      <a:pPr algn="l"/>
                      <a:r>
                        <a:rPr sz="1950" b="0">
                          <a:solidFill>
                            <a:srgbClr val="231F20"/>
                          </a:solidFill>
                          <a:latin typeface="Yu Gothic"/>
                          <a:ea typeface="Yu Gothic"/>
                          <a:cs typeface="Yu Gothic"/>
                        </a:rPr>
                        <a:t>保存しない</a:t>
                      </a:r>
                    </a:p>
                  </a:txBody>
                  <a:tcPr marL="91440" marR="91440" marT="45720" marB="45720" anchor="ctr">
                    <a:lnR w="0">
                      <a:noFill/>
                      <a:prstDash val="solid"/>
                    </a:lnR>
                    <a:lnB w="0">
                      <a:noFill/>
                      <a:prstDash val="solid"/>
                    </a:lnB>
                    <a:solidFill>
                      <a:srgbClr val="E5EBF8"/>
                    </a:solidFill>
                  </a:tcPr>
                </a:tc>
                <a:tc>
                  <a:txBody>
                    <a:bodyPr wrap="square"/>
                    <a:lstStyle/>
                    <a:p>
                      <a:pPr algn="l"/>
                      <a:r>
                        <a:rPr sz="1950" b="0">
                          <a:solidFill>
                            <a:srgbClr val="231F20"/>
                          </a:solidFill>
                          <a:latin typeface="Yu Gothic"/>
                          <a:ea typeface="Yu Gothic"/>
                          <a:cs typeface="Yu Gothic"/>
                        </a:rPr>
                        <a:t>1語を保存</a:t>
                      </a:r>
                    </a:p>
                  </a:txBody>
                  <a:tcPr marL="91440" marR="91440" marT="45720" marB="45720" anchor="ctr">
                    <a:lnR w="0">
                      <a:noFill/>
                      <a:prstDash val="solid"/>
                    </a:lnR>
                    <a:lnB w="0">
                      <a:noFill/>
                      <a:prstDash val="solid"/>
                    </a:lnB>
                    <a:solidFill>
                      <a:srgbClr val="E5EBF8"/>
                    </a:solidFill>
                  </a:tcPr>
                </a:tc>
              </a:tr>
            </a:tbl>
          </a:graphicData>
        </a:graphic>
      </p:graphicFrame>
      <p:sp>
        <p:nvSpPr>
          <p:cNvPr id="6" name="wire-555">
            <a:extLst xmlns:a="http://schemas.openxmlformats.org/drawingml/2006/main">
              <a:ext uri="{FF2B5EF4-FFF2-40B4-BE49-F238E27FC236}">
                <a16:creationId xmlns:a16="http://schemas.microsoft.com/office/drawing/2014/main" id="{8AB394B3-100D-4453-B570-9BD35BB28F5C}"/>
              </a:ext>
            </a:extLst>
          </p:cNvPr>
          <p:cNvSpPr>
            <a:spLocks xmlns:a="http://schemas.openxmlformats.org/drawingml/2006/main" noGrp="1"/>
          </p:cNvSpPr>
          <p:nvPr/>
        </p:nvSpPr>
        <p:spPr>
          <a:xfrm xmlns:a="http://schemas.openxmlformats.org/drawingml/2006/main">
            <a:off x="609600" y="2114550"/>
            <a:ext cx="10972800" cy="9525"/>
          </a:xfrm>
          <a:custGeom xmlns:a="http://schemas.openxmlformats.org/drawingml/2006/main">
            <a:pathLst>
              <a:path w="10972800" h="9525">
                <a:moveTo>
                  <a:pt x="0" y="0"/>
                </a:moveTo>
                <a:lnTo>
                  <a:pt x="10972800" y="0"/>
                </a:lnTo>
              </a:path>
            </a:pathLst>
          </a:custGeom>
          <a:noFill xmlns:a="http://schemas.openxmlformats.org/drawingml/2006/main"/>
          <a:ln xmlns:a="http://schemas.openxmlformats.org/drawingml/2006/main" w="17145">
            <a:solidFill>
              <a:srgbClr val="231F20"/>
            </a:solidFill>
          </a:ln>
        </p:spPr>
      </p:sp>
      <p:sp>
        <p:nvSpPr>
          <p:cNvPr id="7" name="wire-556">
            <a:extLst xmlns:a="http://schemas.openxmlformats.org/drawingml/2006/main">
              <a:ext uri="{FF2B5EF4-FFF2-40B4-BE49-F238E27FC236}">
                <a16:creationId xmlns:a16="http://schemas.microsoft.com/office/drawing/2014/main" id="{F6ACB63C-00A2-4DA4-BC99-AAA66C316196}"/>
              </a:ext>
            </a:extLst>
          </p:cNvPr>
          <p:cNvSpPr>
            <a:spLocks xmlns:a="http://schemas.openxmlformats.org/drawingml/2006/main" noGrp="1"/>
          </p:cNvSpPr>
          <p:nvPr/>
        </p:nvSpPr>
        <p:spPr>
          <a:xfrm xmlns:a="http://schemas.openxmlformats.org/drawingml/2006/main">
            <a:off x="609600" y="2628900"/>
            <a:ext cx="10972800" cy="9525"/>
          </a:xfrm>
          <a:custGeom xmlns:a="http://schemas.openxmlformats.org/drawingml/2006/main">
            <a:pathLst>
              <a:path w="10972800" h="9525">
                <a:moveTo>
                  <a:pt x="0" y="0"/>
                </a:moveTo>
                <a:lnTo>
                  <a:pt x="10972800" y="0"/>
                </a:lnTo>
              </a:path>
            </a:pathLst>
          </a:custGeom>
          <a:noFill xmlns:a="http://schemas.openxmlformats.org/drawingml/2006/main"/>
          <a:ln xmlns:a="http://schemas.openxmlformats.org/drawingml/2006/main" w="11430">
            <a:solidFill>
              <a:srgbClr val="231F20"/>
            </a:solidFill>
          </a:ln>
        </p:spPr>
      </p:sp>
      <p:sp>
        <p:nvSpPr>
          <p:cNvPr id="8" name="wire-557">
            <a:extLst xmlns:a="http://schemas.openxmlformats.org/drawingml/2006/main">
              <a:ext uri="{FF2B5EF4-FFF2-40B4-BE49-F238E27FC236}">
                <a16:creationId xmlns:a16="http://schemas.microsoft.com/office/drawing/2014/main" id="{3FF2BE30-02C4-42EB-93BA-C36DD057C238}"/>
              </a:ext>
            </a:extLst>
          </p:cNvPr>
          <p:cNvSpPr>
            <a:spLocks xmlns:a="http://schemas.openxmlformats.org/drawingml/2006/main" noGrp="1"/>
          </p:cNvSpPr>
          <p:nvPr/>
        </p:nvSpPr>
        <p:spPr>
          <a:xfrm xmlns:a="http://schemas.openxmlformats.org/drawingml/2006/main">
            <a:off x="609600" y="3209925"/>
            <a:ext cx="10972800" cy="9525"/>
          </a:xfrm>
          <a:custGeom xmlns:a="http://schemas.openxmlformats.org/drawingml/2006/main">
            <a:pathLst>
              <a:path w="10972800" h="9525">
                <a:moveTo>
                  <a:pt x="0" y="0"/>
                </a:moveTo>
                <a:lnTo>
                  <a:pt x="10972800" y="0"/>
                </a:lnTo>
              </a:path>
            </a:pathLst>
          </a:custGeom>
          <a:noFill xmlns:a="http://schemas.openxmlformats.org/drawingml/2006/main"/>
          <a:ln xmlns:a="http://schemas.openxmlformats.org/drawingml/2006/main" w="11430">
            <a:solidFill>
              <a:srgbClr val="231F20"/>
            </a:solidFill>
          </a:ln>
        </p:spPr>
      </p:sp>
      <p:sp>
        <p:nvSpPr>
          <p:cNvPr id="9" name="wire-558">
            <a:extLst xmlns:a="http://schemas.openxmlformats.org/drawingml/2006/main">
              <a:ext uri="{FF2B5EF4-FFF2-40B4-BE49-F238E27FC236}">
                <a16:creationId xmlns:a16="http://schemas.microsoft.com/office/drawing/2014/main" id="{281421D5-D5D4-4BF8-8804-2099DAB3AF7E}"/>
              </a:ext>
            </a:extLst>
          </p:cNvPr>
          <p:cNvSpPr>
            <a:spLocks xmlns:a="http://schemas.openxmlformats.org/drawingml/2006/main" noGrp="1"/>
          </p:cNvSpPr>
          <p:nvPr/>
        </p:nvSpPr>
        <p:spPr>
          <a:xfrm xmlns:a="http://schemas.openxmlformats.org/drawingml/2006/main">
            <a:off x="609600" y="3790950"/>
            <a:ext cx="10972800" cy="9525"/>
          </a:xfrm>
          <a:custGeom xmlns:a="http://schemas.openxmlformats.org/drawingml/2006/main">
            <a:pathLst>
              <a:path w="10972800" h="9525">
                <a:moveTo>
                  <a:pt x="0" y="0"/>
                </a:moveTo>
                <a:lnTo>
                  <a:pt x="10972800" y="0"/>
                </a:lnTo>
              </a:path>
            </a:pathLst>
          </a:custGeom>
          <a:noFill xmlns:a="http://schemas.openxmlformats.org/drawingml/2006/main"/>
          <a:ln xmlns:a="http://schemas.openxmlformats.org/drawingml/2006/main" w="11430">
            <a:solidFill>
              <a:srgbClr val="231F20"/>
            </a:solidFill>
          </a:ln>
        </p:spPr>
      </p:sp>
      <p:sp>
        <p:nvSpPr>
          <p:cNvPr id="10" name="wire-559">
            <a:extLst xmlns:a="http://schemas.openxmlformats.org/drawingml/2006/main">
              <a:ext uri="{FF2B5EF4-FFF2-40B4-BE49-F238E27FC236}">
                <a16:creationId xmlns:a16="http://schemas.microsoft.com/office/drawing/2014/main" id="{7BF43FDC-0ED6-4558-857E-0F3B8DC52DE1}"/>
              </a:ext>
            </a:extLst>
          </p:cNvPr>
          <p:cNvSpPr>
            <a:spLocks xmlns:a="http://schemas.openxmlformats.org/drawingml/2006/main" noGrp="1"/>
          </p:cNvSpPr>
          <p:nvPr/>
        </p:nvSpPr>
        <p:spPr>
          <a:xfrm xmlns:a="http://schemas.openxmlformats.org/drawingml/2006/main">
            <a:off x="609600" y="4371975"/>
            <a:ext cx="10972800" cy="9525"/>
          </a:xfrm>
          <a:custGeom xmlns:a="http://schemas.openxmlformats.org/drawingml/2006/main">
            <a:pathLst>
              <a:path w="10972800" h="9525">
                <a:moveTo>
                  <a:pt x="0" y="0"/>
                </a:moveTo>
                <a:lnTo>
                  <a:pt x="10972800" y="0"/>
                </a:lnTo>
              </a:path>
            </a:pathLst>
          </a:custGeom>
          <a:noFill xmlns:a="http://schemas.openxmlformats.org/drawingml/2006/main"/>
          <a:ln xmlns:a="http://schemas.openxmlformats.org/drawingml/2006/main" w="11430">
            <a:solidFill>
              <a:srgbClr val="231F20"/>
            </a:solidFill>
          </a:ln>
        </p:spPr>
      </p:sp>
      <p:sp>
        <p:nvSpPr>
          <p:cNvPr id="11" name="wire-560">
            <a:extLst xmlns:a="http://schemas.openxmlformats.org/drawingml/2006/main">
              <a:ext uri="{FF2B5EF4-FFF2-40B4-BE49-F238E27FC236}">
                <a16:creationId xmlns:a16="http://schemas.microsoft.com/office/drawing/2014/main" id="{6B0E6D75-50BE-424C-8FE1-B4CEB6C2EF05}"/>
              </a:ext>
            </a:extLst>
          </p:cNvPr>
          <p:cNvSpPr>
            <a:spLocks xmlns:a="http://schemas.openxmlformats.org/drawingml/2006/main" noGrp="1"/>
          </p:cNvSpPr>
          <p:nvPr/>
        </p:nvSpPr>
        <p:spPr>
          <a:xfrm xmlns:a="http://schemas.openxmlformats.org/drawingml/2006/main">
            <a:off x="609600" y="5057775"/>
            <a:ext cx="10972800" cy="9525"/>
          </a:xfrm>
          <a:custGeom xmlns:a="http://schemas.openxmlformats.org/drawingml/2006/main">
            <a:pathLst>
              <a:path w="10972800" h="9525">
                <a:moveTo>
                  <a:pt x="0" y="0"/>
                </a:moveTo>
                <a:lnTo>
                  <a:pt x="10972800" y="0"/>
                </a:lnTo>
              </a:path>
            </a:pathLst>
          </a:custGeom>
          <a:noFill xmlns:a="http://schemas.openxmlformats.org/drawingml/2006/main"/>
          <a:ln xmlns:a="http://schemas.openxmlformats.org/drawingml/2006/main" w="11430">
            <a:solidFill>
              <a:srgbClr val="231F20"/>
            </a:solidFill>
          </a:ln>
        </p:spPr>
      </p:sp>
      <p:sp>
        <p:nvSpPr>
          <p:cNvPr id="12" name="wire-561">
            <a:extLst xmlns:a="http://schemas.openxmlformats.org/drawingml/2006/main">
              <a:ext uri="{FF2B5EF4-FFF2-40B4-BE49-F238E27FC236}">
                <a16:creationId xmlns:a16="http://schemas.microsoft.com/office/drawing/2014/main" id="{07FDD145-91F1-4A0A-B489-9E2BB2D57A1A}"/>
              </a:ext>
            </a:extLst>
          </p:cNvPr>
          <p:cNvSpPr>
            <a:spLocks xmlns:a="http://schemas.openxmlformats.org/drawingml/2006/main" noGrp="1"/>
          </p:cNvSpPr>
          <p:nvPr/>
        </p:nvSpPr>
        <p:spPr>
          <a:xfrm xmlns:a="http://schemas.openxmlformats.org/drawingml/2006/main">
            <a:off x="4610100" y="2114550"/>
            <a:ext cx="9525" cy="2943225"/>
          </a:xfrm>
          <a:custGeom xmlns:a="http://schemas.openxmlformats.org/drawingml/2006/main">
            <a:pathLst>
              <a:path w="9525" h="2943225">
                <a:moveTo>
                  <a:pt x="0" y="0"/>
                </a:moveTo>
                <a:lnTo>
                  <a:pt x="0" y="2943225"/>
                </a:lnTo>
              </a:path>
            </a:pathLst>
          </a:custGeom>
          <a:noFill xmlns:a="http://schemas.openxmlformats.org/drawingml/2006/main"/>
          <a:ln xmlns:a="http://schemas.openxmlformats.org/drawingml/2006/main" w="17145">
            <a:solidFill>
              <a:srgbClr val="231F20"/>
            </a:solidFill>
          </a:ln>
        </p:spPr>
      </p:sp>
      <p:sp>
        <p:nvSpPr>
          <p:cNvPr id="13" name="text-562">
            <a:extLst xmlns:a="http://schemas.openxmlformats.org/drawingml/2006/main">
              <a:ext uri="{FF2B5EF4-FFF2-40B4-BE49-F238E27FC236}">
                <a16:creationId xmlns:a16="http://schemas.microsoft.com/office/drawing/2014/main" id="{BA1B113D-25CA-44A8-91DF-4D702B896437}"/>
              </a:ext>
            </a:extLst>
          </p:cNvPr>
          <p:cNvSpPr>
            <a:spLocks xmlns:a="http://schemas.openxmlformats.org/drawingml/2006/main" noGrp="1"/>
          </p:cNvSpPr>
          <p:nvPr/>
        </p:nvSpPr>
        <p:spPr>
          <a:xfrm xmlns:a="http://schemas.openxmlformats.org/drawingml/2006/main">
            <a:off x="609600" y="537210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325" b="1">
                <a:solidFill>
                  <a:srgbClr val="231F20"/>
                </a:solidFill>
                <a:latin typeface="Yu Gothic"/>
                <a:ea typeface="Yu Gothic"/>
                <a:cs typeface="Yu Gothic"/>
              </a:defRPr>
            </a:defPPr>
            <a:lvl1pPr algn="l">
              <a:defRPr sz="2325" b="1">
                <a:solidFill>
                  <a:srgbClr val="231F20"/>
                </a:solidFill>
                <a:latin typeface="Yu Gothic"/>
                <a:ea typeface="Yu Gothic"/>
                <a:cs typeface="Yu Gothic"/>
              </a:defRPr>
            </a:lvl1pPr>
            <a:lvl2pPr algn="l">
              <a:defRPr sz="2325" b="1">
                <a:solidFill>
                  <a:srgbClr val="231F20"/>
                </a:solidFill>
                <a:latin typeface="Yu Gothic"/>
                <a:ea typeface="Yu Gothic"/>
                <a:cs typeface="Yu Gothic"/>
              </a:defRPr>
            </a:lvl2pPr>
            <a:lvl3pPr algn="l">
              <a:defRPr sz="2325" b="1">
                <a:solidFill>
                  <a:srgbClr val="231F20"/>
                </a:solidFill>
                <a:latin typeface="Yu Gothic"/>
                <a:ea typeface="Yu Gothic"/>
                <a:cs typeface="Yu Gothic"/>
              </a:defRPr>
            </a:lvl3pPr>
            <a:lvl4pPr algn="l">
              <a:defRPr sz="2325" b="1">
                <a:solidFill>
                  <a:srgbClr val="231F20"/>
                </a:solidFill>
                <a:latin typeface="Yu Gothic"/>
                <a:ea typeface="Yu Gothic"/>
                <a:cs typeface="Yu Gothic"/>
              </a:defRPr>
            </a:lvl4pPr>
            <a:lvl5pPr algn="l">
              <a:defRPr sz="2325" b="1">
                <a:solidFill>
                  <a:srgbClr val="231F20"/>
                </a:solidFill>
                <a:latin typeface="Yu Gothic"/>
                <a:ea typeface="Yu Gothic"/>
                <a:cs typeface="Yu Gothic"/>
              </a:defRPr>
            </a:lvl5pPr>
            <a:lvl6pPr algn="l">
              <a:defRPr sz="2325" b="1">
                <a:solidFill>
                  <a:srgbClr val="231F20"/>
                </a:solidFill>
                <a:latin typeface="Yu Gothic"/>
                <a:ea typeface="Yu Gothic"/>
                <a:cs typeface="Yu Gothic"/>
              </a:defRPr>
            </a:lvl6pPr>
            <a:lvl7pPr algn="l">
              <a:defRPr sz="2325" b="1">
                <a:solidFill>
                  <a:srgbClr val="231F20"/>
                </a:solidFill>
                <a:latin typeface="Yu Gothic"/>
                <a:ea typeface="Yu Gothic"/>
                <a:cs typeface="Yu Gothic"/>
              </a:defRPr>
            </a:lvl7pPr>
            <a:lvl8pPr algn="l">
              <a:defRPr sz="2325" b="1">
                <a:solidFill>
                  <a:srgbClr val="231F20"/>
                </a:solidFill>
                <a:latin typeface="Yu Gothic"/>
                <a:ea typeface="Yu Gothic"/>
                <a:cs typeface="Yu Gothic"/>
              </a:defRPr>
            </a:lvl8pPr>
            <a:lvl9pPr algn="l">
              <a:defRPr sz="2325" b="1">
                <a:solidFill>
                  <a:srgbClr val="231F20"/>
                </a:solidFill>
                <a:latin typeface="Yu Gothic"/>
                <a:ea typeface="Yu Gothic"/>
                <a:cs typeface="Yu Gothic"/>
              </a:defRPr>
            </a:lvl9pPr>
          </a:lstStyle>
          <a:p xmlns:a="http://schemas.openxmlformats.org/drawingml/2006/main">
            <a:pPr algn="l">
              <a:defRPr sz="2325" b="1">
                <a:solidFill>
                  <a:srgbClr val="231F20"/>
                </a:solidFill>
                <a:latin typeface="Yu Gothic"/>
                <a:ea typeface="Yu Gothic"/>
                <a:cs typeface="Yu Gothic"/>
              </a:defRPr>
            </a:pPr>
            <a:r>
              <a:rPr sz="2325" b="1">
                <a:solidFill>
                  <a:srgbClr val="231F20"/>
                </a:solidFill>
                <a:latin typeface="Yu Gothic"/>
                <a:ea typeface="Yu Gothic"/>
                <a:cs typeface="Yu Gothic"/>
              </a:rPr>
              <a:t>保存する条件：有効 = 1 かつ 受取可 = 1</a:t>
            </a:r>
          </a:p>
        </p:txBody>
      </p:sp>
      <p:sp>
        <p:nvSpPr>
          <p:cNvPr id="14" name="text-563">
            <a:extLst xmlns:a="http://schemas.openxmlformats.org/drawingml/2006/main">
              <a:ext uri="{FF2B5EF4-FFF2-40B4-BE49-F238E27FC236}">
                <a16:creationId xmlns:a16="http://schemas.microsoft.com/office/drawing/2014/main" id="{051269DF-0DA9-4C26-931C-D3088882A39B}"/>
              </a:ext>
            </a:extLst>
          </p:cNvPr>
          <p:cNvSpPr>
            <a:spLocks xmlns:a="http://schemas.openxmlformats.org/drawingml/2006/main" noGrp="1"/>
          </p:cNvSpPr>
          <p:nvPr/>
        </p:nvSpPr>
        <p:spPr>
          <a:xfrm xmlns:a="http://schemas.openxmlformats.org/drawingml/2006/main">
            <a:off x="609600" y="58864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950" b="0">
                <a:solidFill>
                  <a:srgbClr val="231F20"/>
                </a:solidFill>
                <a:latin typeface="Yu Gothic"/>
                <a:ea typeface="Yu Gothic"/>
                <a:cs typeface="Yu Gothic"/>
              </a:defRPr>
            </a:defPPr>
            <a:lvl1pPr algn="l">
              <a:defRPr sz="1950" b="0">
                <a:solidFill>
                  <a:srgbClr val="231F20"/>
                </a:solidFill>
                <a:latin typeface="Yu Gothic"/>
                <a:ea typeface="Yu Gothic"/>
                <a:cs typeface="Yu Gothic"/>
              </a:defRPr>
            </a:lvl1pPr>
            <a:lvl2pPr algn="l">
              <a:defRPr sz="1950" b="0">
                <a:solidFill>
                  <a:srgbClr val="231F20"/>
                </a:solidFill>
                <a:latin typeface="Yu Gothic"/>
                <a:ea typeface="Yu Gothic"/>
                <a:cs typeface="Yu Gothic"/>
              </a:defRPr>
            </a:lvl2pPr>
            <a:lvl3pPr algn="l">
              <a:defRPr sz="1950" b="0">
                <a:solidFill>
                  <a:srgbClr val="231F20"/>
                </a:solidFill>
                <a:latin typeface="Yu Gothic"/>
                <a:ea typeface="Yu Gothic"/>
                <a:cs typeface="Yu Gothic"/>
              </a:defRPr>
            </a:lvl3pPr>
            <a:lvl4pPr algn="l">
              <a:defRPr sz="1950" b="0">
                <a:solidFill>
                  <a:srgbClr val="231F20"/>
                </a:solidFill>
                <a:latin typeface="Yu Gothic"/>
                <a:ea typeface="Yu Gothic"/>
                <a:cs typeface="Yu Gothic"/>
              </a:defRPr>
            </a:lvl4pPr>
            <a:lvl5pPr algn="l">
              <a:defRPr sz="1950" b="0">
                <a:solidFill>
                  <a:srgbClr val="231F20"/>
                </a:solidFill>
                <a:latin typeface="Yu Gothic"/>
                <a:ea typeface="Yu Gothic"/>
                <a:cs typeface="Yu Gothic"/>
              </a:defRPr>
            </a:lvl5pPr>
            <a:lvl6pPr algn="l">
              <a:defRPr sz="1950" b="0">
                <a:solidFill>
                  <a:srgbClr val="231F20"/>
                </a:solidFill>
                <a:latin typeface="Yu Gothic"/>
                <a:ea typeface="Yu Gothic"/>
                <a:cs typeface="Yu Gothic"/>
              </a:defRPr>
            </a:lvl6pPr>
            <a:lvl7pPr algn="l">
              <a:defRPr sz="1950" b="0">
                <a:solidFill>
                  <a:srgbClr val="231F20"/>
                </a:solidFill>
                <a:latin typeface="Yu Gothic"/>
                <a:ea typeface="Yu Gothic"/>
                <a:cs typeface="Yu Gothic"/>
              </a:defRPr>
            </a:lvl7pPr>
            <a:lvl8pPr algn="l">
              <a:defRPr sz="1950" b="0">
                <a:solidFill>
                  <a:srgbClr val="231F20"/>
                </a:solidFill>
                <a:latin typeface="Yu Gothic"/>
                <a:ea typeface="Yu Gothic"/>
                <a:cs typeface="Yu Gothic"/>
              </a:defRPr>
            </a:lvl8pPr>
            <a:lvl9pPr algn="l">
              <a:defRPr sz="1950" b="0">
                <a:solidFill>
                  <a:srgbClr val="231F20"/>
                </a:solidFill>
                <a:latin typeface="Yu Gothic"/>
                <a:ea typeface="Yu Gothic"/>
                <a:cs typeface="Yu Gothic"/>
              </a:defRPr>
            </a:lvl9pPr>
          </a:lstStyle>
          <a:p xmlns:a="http://schemas.openxmlformats.org/drawingml/2006/main">
            <a:pPr algn="l">
              <a:defRPr sz="1950" b="0">
                <a:solidFill>
                  <a:srgbClr val="231F20"/>
                </a:solidFill>
                <a:latin typeface="Yu Gothic"/>
                <a:ea typeface="Yu Gothic"/>
                <a:cs typeface="Yu Gothic"/>
              </a:defRPr>
            </a:pPr>
            <a:r>
              <a:rPr sz="1950" b="0">
                <a:solidFill>
                  <a:srgbClr val="231F20"/>
                </a:solidFill>
                <a:latin typeface="Yu Gothic"/>
                <a:ea typeface="Yu Gothic"/>
                <a:cs typeface="Yu Gothic"/>
              </a:rPr>
              <a:t>この受入れでAPB書込みが完了する。描画完了は後。</a:t>
            </a:r>
          </a:p>
        </p:txBody>
      </p:sp>
      <p:sp>
        <p:nvSpPr>
          <p:cNvPr id="15" name="text-564">
            <a:extLst xmlns:a="http://schemas.openxmlformats.org/drawingml/2006/main">
              <a:ext uri="{FF2B5EF4-FFF2-40B4-BE49-F238E27FC236}">
                <a16:creationId xmlns:a16="http://schemas.microsoft.com/office/drawing/2014/main" id="{C67D0AF8-B5B6-481D-A2EB-0B3E45805F1A}"/>
              </a:ext>
            </a:extLst>
          </p:cNvPr>
          <p:cNvSpPr>
            <a:spLocks xmlns:a="http://schemas.openxmlformats.org/drawingml/2006/main" noGrp="1"/>
          </p:cNvSpPr>
          <p:nvPr/>
        </p:nvSpPr>
        <p:spPr>
          <a:xfrm xmlns:a="http://schemas.openxmlformats.org/drawingml/2006/main">
            <a:off x="609600" y="1781175"/>
            <a:ext cx="6000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1">
                <a:solidFill>
                  <a:srgbClr val="0078BA"/>
                </a:solidFill>
                <a:latin typeface="Yu Gothic"/>
                <a:ea typeface="Yu Gothic"/>
                <a:cs typeface="Yu Gothic"/>
              </a:defRPr>
            </a:defPPr>
            <a:lvl1pPr algn="l">
              <a:defRPr sz="1275" b="1">
                <a:solidFill>
                  <a:srgbClr val="0078BA"/>
                </a:solidFill>
                <a:latin typeface="Yu Gothic"/>
                <a:ea typeface="Yu Gothic"/>
                <a:cs typeface="Yu Gothic"/>
              </a:defRPr>
            </a:lvl1pPr>
            <a:lvl2pPr algn="l">
              <a:defRPr sz="1275" b="1">
                <a:solidFill>
                  <a:srgbClr val="0078BA"/>
                </a:solidFill>
                <a:latin typeface="Yu Gothic"/>
                <a:ea typeface="Yu Gothic"/>
                <a:cs typeface="Yu Gothic"/>
              </a:defRPr>
            </a:lvl2pPr>
            <a:lvl3pPr algn="l">
              <a:defRPr sz="1275" b="1">
                <a:solidFill>
                  <a:srgbClr val="0078BA"/>
                </a:solidFill>
                <a:latin typeface="Yu Gothic"/>
                <a:ea typeface="Yu Gothic"/>
                <a:cs typeface="Yu Gothic"/>
              </a:defRPr>
            </a:lvl3pPr>
            <a:lvl4pPr algn="l">
              <a:defRPr sz="1275" b="1">
                <a:solidFill>
                  <a:srgbClr val="0078BA"/>
                </a:solidFill>
                <a:latin typeface="Yu Gothic"/>
                <a:ea typeface="Yu Gothic"/>
                <a:cs typeface="Yu Gothic"/>
              </a:defRPr>
            </a:lvl4pPr>
            <a:lvl5pPr algn="l">
              <a:defRPr sz="1275" b="1">
                <a:solidFill>
                  <a:srgbClr val="0078BA"/>
                </a:solidFill>
                <a:latin typeface="Yu Gothic"/>
                <a:ea typeface="Yu Gothic"/>
                <a:cs typeface="Yu Gothic"/>
              </a:defRPr>
            </a:lvl5pPr>
            <a:lvl6pPr algn="l">
              <a:defRPr sz="1275" b="1">
                <a:solidFill>
                  <a:srgbClr val="0078BA"/>
                </a:solidFill>
                <a:latin typeface="Yu Gothic"/>
                <a:ea typeface="Yu Gothic"/>
                <a:cs typeface="Yu Gothic"/>
              </a:defRPr>
            </a:lvl6pPr>
            <a:lvl7pPr algn="l">
              <a:defRPr sz="1275" b="1">
                <a:solidFill>
                  <a:srgbClr val="0078BA"/>
                </a:solidFill>
                <a:latin typeface="Yu Gothic"/>
                <a:ea typeface="Yu Gothic"/>
                <a:cs typeface="Yu Gothic"/>
              </a:defRPr>
            </a:lvl7pPr>
            <a:lvl8pPr algn="l">
              <a:defRPr sz="1275" b="1">
                <a:solidFill>
                  <a:srgbClr val="0078BA"/>
                </a:solidFill>
                <a:latin typeface="Yu Gothic"/>
                <a:ea typeface="Yu Gothic"/>
                <a:cs typeface="Yu Gothic"/>
              </a:defRPr>
            </a:lvl8pPr>
            <a:lvl9pPr algn="l">
              <a:defRPr sz="1275" b="1">
                <a:solidFill>
                  <a:srgbClr val="0078BA"/>
                </a:solidFill>
                <a:latin typeface="Yu Gothic"/>
                <a:ea typeface="Yu Gothic"/>
                <a:cs typeface="Yu Gothic"/>
              </a:defRPr>
            </a:lvl9pPr>
          </a:lstStyle>
          <a:p xmlns:a="http://schemas.openxmlformats.org/drawingml/2006/main">
            <a:pPr algn="l">
              <a:defRPr sz="1275" b="1">
                <a:solidFill>
                  <a:srgbClr val="0078BA"/>
                </a:solidFill>
                <a:latin typeface="Yu Gothic"/>
                <a:ea typeface="Yu Gothic"/>
                <a:cs typeface="Yu Gothic"/>
              </a:defRPr>
            </a:pPr>
            <a:r>
              <a:rPr sz="1275" b="1">
                <a:solidFill>
                  <a:srgbClr val="0078BA"/>
                </a:solidFill>
                <a:latin typeface="Yu Gothic"/>
                <a:ea typeface="Yu Gothic"/>
                <a:cs typeface="Yu Gothic"/>
              </a:rPr>
              <a:t>表 9</a:t>
            </a:r>
          </a:p>
        </p:txBody>
      </p:sp>
      <p:sp>
        <p:nvSpPr>
          <p:cNvPr id="16" name="text-565">
            <a:extLst xmlns:a="http://schemas.openxmlformats.org/drawingml/2006/main">
              <a:ext uri="{FF2B5EF4-FFF2-40B4-BE49-F238E27FC236}">
                <a16:creationId xmlns:a16="http://schemas.microsoft.com/office/drawing/2014/main" id="{B2480D40-0B8C-43D5-ABFA-D4BC33A043C2}"/>
              </a:ext>
            </a:extLst>
          </p:cNvPr>
          <p:cNvSpPr>
            <a:spLocks xmlns:a="http://schemas.openxmlformats.org/drawingml/2006/main" noGrp="1"/>
          </p:cNvSpPr>
          <p:nvPr/>
        </p:nvSpPr>
        <p:spPr>
          <a:xfrm xmlns:a="http://schemas.openxmlformats.org/drawingml/2006/main">
            <a:off x="1247775" y="1781175"/>
            <a:ext cx="9791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Yu Gothic"/>
                <a:ea typeface="Yu Gothic"/>
                <a:cs typeface="Yu Gothic"/>
              </a:defRPr>
            </a:defPPr>
            <a:lvl1pPr algn="l">
              <a:defRPr sz="1200" b="0">
                <a:solidFill>
                  <a:srgbClr val="231F20"/>
                </a:solidFill>
                <a:latin typeface="Yu Gothic"/>
                <a:ea typeface="Yu Gothic"/>
                <a:cs typeface="Yu Gothic"/>
              </a:defRPr>
            </a:lvl1pPr>
            <a:lvl2pPr algn="l">
              <a:defRPr sz="1200" b="0">
                <a:solidFill>
                  <a:srgbClr val="231F20"/>
                </a:solidFill>
                <a:latin typeface="Yu Gothic"/>
                <a:ea typeface="Yu Gothic"/>
                <a:cs typeface="Yu Gothic"/>
              </a:defRPr>
            </a:lvl2pPr>
            <a:lvl3pPr algn="l">
              <a:defRPr sz="1200" b="0">
                <a:solidFill>
                  <a:srgbClr val="231F20"/>
                </a:solidFill>
                <a:latin typeface="Yu Gothic"/>
                <a:ea typeface="Yu Gothic"/>
                <a:cs typeface="Yu Gothic"/>
              </a:defRPr>
            </a:lvl3pPr>
            <a:lvl4pPr algn="l">
              <a:defRPr sz="1200" b="0">
                <a:solidFill>
                  <a:srgbClr val="231F20"/>
                </a:solidFill>
                <a:latin typeface="Yu Gothic"/>
                <a:ea typeface="Yu Gothic"/>
                <a:cs typeface="Yu Gothic"/>
              </a:defRPr>
            </a:lvl4pPr>
            <a:lvl5pPr algn="l">
              <a:defRPr sz="1200" b="0">
                <a:solidFill>
                  <a:srgbClr val="231F20"/>
                </a:solidFill>
                <a:latin typeface="Yu Gothic"/>
                <a:ea typeface="Yu Gothic"/>
                <a:cs typeface="Yu Gothic"/>
              </a:defRPr>
            </a:lvl5pPr>
            <a:lvl6pPr algn="l">
              <a:defRPr sz="1200" b="0">
                <a:solidFill>
                  <a:srgbClr val="231F20"/>
                </a:solidFill>
                <a:latin typeface="Yu Gothic"/>
                <a:ea typeface="Yu Gothic"/>
                <a:cs typeface="Yu Gothic"/>
              </a:defRPr>
            </a:lvl6pPr>
            <a:lvl7pPr algn="l">
              <a:defRPr sz="1200" b="0">
                <a:solidFill>
                  <a:srgbClr val="231F20"/>
                </a:solidFill>
                <a:latin typeface="Yu Gothic"/>
                <a:ea typeface="Yu Gothic"/>
                <a:cs typeface="Yu Gothic"/>
              </a:defRPr>
            </a:lvl7pPr>
            <a:lvl8pPr algn="l">
              <a:defRPr sz="1200" b="0">
                <a:solidFill>
                  <a:srgbClr val="231F20"/>
                </a:solidFill>
                <a:latin typeface="Yu Gothic"/>
                <a:ea typeface="Yu Gothic"/>
                <a:cs typeface="Yu Gothic"/>
              </a:defRPr>
            </a:lvl8pPr>
            <a:lvl9pPr algn="l">
              <a:defRPr sz="1200" b="0">
                <a:solidFill>
                  <a:srgbClr val="231F20"/>
                </a:solidFill>
                <a:latin typeface="Yu Gothic"/>
                <a:ea typeface="Yu Gothic"/>
                <a:cs typeface="Yu Gothic"/>
              </a:defRPr>
            </a:lvl9pPr>
          </a:lstStyle>
          <a:p xmlns:a="http://schemas.openxmlformats.org/drawingml/2006/main">
            <a:pPr algn="l">
              <a:defRPr sz="1200" b="0">
                <a:solidFill>
                  <a:srgbClr val="231F20"/>
                </a:solidFill>
                <a:latin typeface="Yu Gothic"/>
                <a:ea typeface="Yu Gothic"/>
                <a:cs typeface="Yu Gothic"/>
              </a:defRPr>
            </a:pPr>
            <a:r>
              <a:rPr sz="1200" b="0">
                <a:solidFill>
                  <a:srgbClr val="231F20"/>
                </a:solidFill>
                <a:latin typeface="Yu Gothic"/>
                <a:ea typeface="Yu Gothic"/>
                <a:cs typeface="Yu Gothic"/>
              </a:rPr>
              <a:t>20 MHz側の受渡しの説明例。実測波形ではない。準備相・前後の転送は省略</a:t>
            </a:r>
          </a:p>
        </p:txBody>
      </p:sp>
    </p:spTree>
    <p:extLst>
      <p:ext uri="{BB962C8B-B14F-4D97-AF65-F5344CB8AC3E}">
        <p14:creationId xmlns:p14="http://schemas.microsoft.com/office/powerpoint/2010/main" val="180233714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text-566">
            <a:extLst xmlns:a="http://schemas.openxmlformats.org/drawingml/2006/main">
              <a:ext uri="{FF2B5EF4-FFF2-40B4-BE49-F238E27FC236}">
                <a16:creationId xmlns:a16="http://schemas.microsoft.com/office/drawing/2014/main" id="{14CA2AE4-42F2-45F6-A7FE-0BCB26A823DC}"/>
              </a:ext>
            </a:extLst>
          </p:cNvPr>
          <p:cNvSpPr>
            <a:spLocks xmlns:a="http://schemas.openxmlformats.org/drawingml/2006/main" noGrp="1"/>
          </p:cNvSpPr>
          <p:nvPr/>
        </p:nvSpPr>
        <p:spPr>
          <a:xfrm xmlns:a="http://schemas.openxmlformats.org/drawingml/2006/main">
            <a:off x="609600" y="314325"/>
            <a:ext cx="5619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231F20"/>
                </a:solidFill>
                <a:latin typeface="Arial"/>
                <a:ea typeface="Arial"/>
                <a:cs typeface="Arial"/>
              </a:defRPr>
            </a:defPPr>
            <a:lvl1pPr algn="l">
              <a:defRPr sz="2850" b="1">
                <a:solidFill>
                  <a:srgbClr val="231F20"/>
                </a:solidFill>
                <a:latin typeface="Arial"/>
                <a:ea typeface="Arial"/>
                <a:cs typeface="Arial"/>
              </a:defRPr>
            </a:lvl1pPr>
            <a:lvl2pPr algn="l">
              <a:defRPr sz="2850" b="1">
                <a:solidFill>
                  <a:srgbClr val="231F20"/>
                </a:solidFill>
                <a:latin typeface="Arial"/>
                <a:ea typeface="Arial"/>
                <a:cs typeface="Arial"/>
              </a:defRPr>
            </a:lvl2pPr>
            <a:lvl3pPr algn="l">
              <a:defRPr sz="2850" b="1">
                <a:solidFill>
                  <a:srgbClr val="231F20"/>
                </a:solidFill>
                <a:latin typeface="Arial"/>
                <a:ea typeface="Arial"/>
                <a:cs typeface="Arial"/>
              </a:defRPr>
            </a:lvl3pPr>
            <a:lvl4pPr algn="l">
              <a:defRPr sz="2850" b="1">
                <a:solidFill>
                  <a:srgbClr val="231F20"/>
                </a:solidFill>
                <a:latin typeface="Arial"/>
                <a:ea typeface="Arial"/>
                <a:cs typeface="Arial"/>
              </a:defRPr>
            </a:lvl4pPr>
            <a:lvl5pPr algn="l">
              <a:defRPr sz="2850" b="1">
                <a:solidFill>
                  <a:srgbClr val="231F20"/>
                </a:solidFill>
                <a:latin typeface="Arial"/>
                <a:ea typeface="Arial"/>
                <a:cs typeface="Arial"/>
              </a:defRPr>
            </a:lvl5pPr>
            <a:lvl6pPr algn="l">
              <a:defRPr sz="2850" b="1">
                <a:solidFill>
                  <a:srgbClr val="231F20"/>
                </a:solidFill>
                <a:latin typeface="Arial"/>
                <a:ea typeface="Arial"/>
                <a:cs typeface="Arial"/>
              </a:defRPr>
            </a:lvl6pPr>
            <a:lvl7pPr algn="l">
              <a:defRPr sz="2850" b="1">
                <a:solidFill>
                  <a:srgbClr val="231F20"/>
                </a:solidFill>
                <a:latin typeface="Arial"/>
                <a:ea typeface="Arial"/>
                <a:cs typeface="Arial"/>
              </a:defRPr>
            </a:lvl7pPr>
            <a:lvl8pPr algn="l">
              <a:defRPr sz="2850" b="1">
                <a:solidFill>
                  <a:srgbClr val="231F20"/>
                </a:solidFill>
                <a:latin typeface="Arial"/>
                <a:ea typeface="Arial"/>
                <a:cs typeface="Arial"/>
              </a:defRPr>
            </a:lvl8pPr>
            <a:lvl9pPr algn="l">
              <a:defRPr sz="2850" b="1">
                <a:solidFill>
                  <a:srgbClr val="231F20"/>
                </a:solidFill>
                <a:latin typeface="Arial"/>
                <a:ea typeface="Arial"/>
                <a:cs typeface="Arial"/>
              </a:defRPr>
            </a:lvl9pPr>
          </a:lstStyle>
          <a:p xmlns:a="http://schemas.openxmlformats.org/drawingml/2006/main">
            <a:pPr algn="l">
              <a:defRPr sz="2850" b="1">
                <a:solidFill>
                  <a:srgbClr val="231F20"/>
                </a:solidFill>
                <a:latin typeface="Arial"/>
                <a:ea typeface="Arial"/>
                <a:cs typeface="Arial"/>
              </a:defRPr>
            </a:pPr>
            <a:r>
              <a:rPr sz="2850" b="1">
                <a:solidFill>
                  <a:srgbClr val="231F20"/>
                </a:solidFill>
                <a:latin typeface="Arial"/>
                <a:ea typeface="Arial"/>
                <a:cs typeface="Arial"/>
              </a:rPr>
              <a:t>10</a:t>
            </a:r>
          </a:p>
        </p:txBody>
      </p:sp>
      <p:sp>
        <p:nvSpPr>
          <p:cNvPr id="2" name="text-567">
            <a:extLst xmlns:a="http://schemas.openxmlformats.org/drawingml/2006/main">
              <a:ext uri="{FF2B5EF4-FFF2-40B4-BE49-F238E27FC236}">
                <a16:creationId xmlns:a16="http://schemas.microsoft.com/office/drawing/2014/main" id="{C9BF55FF-2B3C-47D5-B847-A5A6A6D61760}"/>
              </a:ext>
            </a:extLst>
          </p:cNvPr>
          <p:cNvSpPr>
            <a:spLocks xmlns:a="http://schemas.openxmlformats.org/drawingml/2006/main" noGrp="1"/>
          </p:cNvSpPr>
          <p:nvPr/>
        </p:nvSpPr>
        <p:spPr>
          <a:xfrm xmlns:a="http://schemas.openxmlformats.org/drawingml/2006/main">
            <a:off x="1257300" y="314325"/>
            <a:ext cx="103251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0078BA"/>
                </a:solidFill>
                <a:latin typeface="Yu Gothic"/>
                <a:ea typeface="Yu Gothic"/>
                <a:cs typeface="Yu Gothic"/>
              </a:defRPr>
            </a:defPPr>
            <a:lvl1pPr algn="l">
              <a:defRPr sz="2850" b="1">
                <a:solidFill>
                  <a:srgbClr val="0078BA"/>
                </a:solidFill>
                <a:latin typeface="Yu Gothic"/>
                <a:ea typeface="Yu Gothic"/>
                <a:cs typeface="Yu Gothic"/>
              </a:defRPr>
            </a:lvl1pPr>
            <a:lvl2pPr algn="l">
              <a:defRPr sz="2850" b="1">
                <a:solidFill>
                  <a:srgbClr val="0078BA"/>
                </a:solidFill>
                <a:latin typeface="Yu Gothic"/>
                <a:ea typeface="Yu Gothic"/>
                <a:cs typeface="Yu Gothic"/>
              </a:defRPr>
            </a:lvl2pPr>
            <a:lvl3pPr algn="l">
              <a:defRPr sz="2850" b="1">
                <a:solidFill>
                  <a:srgbClr val="0078BA"/>
                </a:solidFill>
                <a:latin typeface="Yu Gothic"/>
                <a:ea typeface="Yu Gothic"/>
                <a:cs typeface="Yu Gothic"/>
              </a:defRPr>
            </a:lvl3pPr>
            <a:lvl4pPr algn="l">
              <a:defRPr sz="2850" b="1">
                <a:solidFill>
                  <a:srgbClr val="0078BA"/>
                </a:solidFill>
                <a:latin typeface="Yu Gothic"/>
                <a:ea typeface="Yu Gothic"/>
                <a:cs typeface="Yu Gothic"/>
              </a:defRPr>
            </a:lvl4pPr>
            <a:lvl5pPr algn="l">
              <a:defRPr sz="2850" b="1">
                <a:solidFill>
                  <a:srgbClr val="0078BA"/>
                </a:solidFill>
                <a:latin typeface="Yu Gothic"/>
                <a:ea typeface="Yu Gothic"/>
                <a:cs typeface="Yu Gothic"/>
              </a:defRPr>
            </a:lvl5pPr>
            <a:lvl6pPr algn="l">
              <a:defRPr sz="2850" b="1">
                <a:solidFill>
                  <a:srgbClr val="0078BA"/>
                </a:solidFill>
                <a:latin typeface="Yu Gothic"/>
                <a:ea typeface="Yu Gothic"/>
                <a:cs typeface="Yu Gothic"/>
              </a:defRPr>
            </a:lvl6pPr>
            <a:lvl7pPr algn="l">
              <a:defRPr sz="2850" b="1">
                <a:solidFill>
                  <a:srgbClr val="0078BA"/>
                </a:solidFill>
                <a:latin typeface="Yu Gothic"/>
                <a:ea typeface="Yu Gothic"/>
                <a:cs typeface="Yu Gothic"/>
              </a:defRPr>
            </a:lvl7pPr>
            <a:lvl8pPr algn="l">
              <a:defRPr sz="2850" b="1">
                <a:solidFill>
                  <a:srgbClr val="0078BA"/>
                </a:solidFill>
                <a:latin typeface="Yu Gothic"/>
                <a:ea typeface="Yu Gothic"/>
                <a:cs typeface="Yu Gothic"/>
              </a:defRPr>
            </a:lvl8pPr>
            <a:lvl9pPr algn="l">
              <a:defRPr sz="2850" b="1">
                <a:solidFill>
                  <a:srgbClr val="0078BA"/>
                </a:solidFill>
                <a:latin typeface="Yu Gothic"/>
                <a:ea typeface="Yu Gothic"/>
                <a:cs typeface="Yu Gothic"/>
              </a:defRPr>
            </a:lvl9pPr>
          </a:lstStyle>
          <a:p xmlns:a="http://schemas.openxmlformats.org/drawingml/2006/main">
            <a:pPr algn="l">
              <a:defRPr sz="2850" b="1">
                <a:solidFill>
                  <a:srgbClr val="0078BA"/>
                </a:solidFill>
                <a:latin typeface="Yu Gothic"/>
                <a:ea typeface="Yu Gothic"/>
                <a:cs typeface="Yu Gothic"/>
              </a:defRPr>
            </a:pPr>
            <a:r>
              <a:rPr sz="2850" b="1">
                <a:solidFill>
                  <a:srgbClr val="0078BA"/>
                </a:solidFill>
                <a:latin typeface="Yu Gothic"/>
                <a:ea typeface="Yu Gothic"/>
                <a:cs typeface="Yu Gothic"/>
              </a:rPr>
              <a:t>受け取った命令列から、画面を作る</a:t>
            </a:r>
          </a:p>
        </p:txBody>
      </p:sp>
      <p:sp>
        <p:nvSpPr>
          <p:cNvPr id="3" name="text-568">
            <a:extLst xmlns:a="http://schemas.openxmlformats.org/drawingml/2006/main">
              <a:ext uri="{FF2B5EF4-FFF2-40B4-BE49-F238E27FC236}">
                <a16:creationId xmlns:a16="http://schemas.microsoft.com/office/drawing/2014/main" id="{887ADB5D-D442-4774-BE34-5459AE7EC4BD}"/>
              </a:ext>
            </a:extLst>
          </p:cNvPr>
          <p:cNvSpPr>
            <a:spLocks xmlns:a="http://schemas.openxmlformats.org/drawingml/2006/main" noGrp="1"/>
          </p:cNvSpPr>
          <p:nvPr/>
        </p:nvSpPr>
        <p:spPr>
          <a:xfrm xmlns:a="http://schemas.openxmlformats.org/drawingml/2006/main">
            <a:off x="11277600" y="6334125"/>
            <a:ext cx="304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777777"/>
                </a:solidFill>
                <a:latin typeface="Arial"/>
                <a:ea typeface="Arial"/>
                <a:cs typeface="Arial"/>
              </a:defRPr>
            </a:defPPr>
            <a:lvl1pPr algn="r">
              <a:defRPr sz="1350" b="0">
                <a:solidFill>
                  <a:srgbClr val="777777"/>
                </a:solidFill>
                <a:latin typeface="Arial"/>
                <a:ea typeface="Arial"/>
                <a:cs typeface="Arial"/>
              </a:defRPr>
            </a:lvl1pPr>
            <a:lvl2pPr algn="r">
              <a:defRPr sz="1350" b="0">
                <a:solidFill>
                  <a:srgbClr val="777777"/>
                </a:solidFill>
                <a:latin typeface="Arial"/>
                <a:ea typeface="Arial"/>
                <a:cs typeface="Arial"/>
              </a:defRPr>
            </a:lvl2pPr>
            <a:lvl3pPr algn="r">
              <a:defRPr sz="1350" b="0">
                <a:solidFill>
                  <a:srgbClr val="777777"/>
                </a:solidFill>
                <a:latin typeface="Arial"/>
                <a:ea typeface="Arial"/>
                <a:cs typeface="Arial"/>
              </a:defRPr>
            </a:lvl3pPr>
            <a:lvl4pPr algn="r">
              <a:defRPr sz="1350" b="0">
                <a:solidFill>
                  <a:srgbClr val="777777"/>
                </a:solidFill>
                <a:latin typeface="Arial"/>
                <a:ea typeface="Arial"/>
                <a:cs typeface="Arial"/>
              </a:defRPr>
            </a:lvl4pPr>
            <a:lvl5pPr algn="r">
              <a:defRPr sz="1350" b="0">
                <a:solidFill>
                  <a:srgbClr val="777777"/>
                </a:solidFill>
                <a:latin typeface="Arial"/>
                <a:ea typeface="Arial"/>
                <a:cs typeface="Arial"/>
              </a:defRPr>
            </a:lvl5pPr>
            <a:lvl6pPr algn="r">
              <a:defRPr sz="1350" b="0">
                <a:solidFill>
                  <a:srgbClr val="777777"/>
                </a:solidFill>
                <a:latin typeface="Arial"/>
                <a:ea typeface="Arial"/>
                <a:cs typeface="Arial"/>
              </a:defRPr>
            </a:lvl6pPr>
            <a:lvl7pPr algn="r">
              <a:defRPr sz="1350" b="0">
                <a:solidFill>
                  <a:srgbClr val="777777"/>
                </a:solidFill>
                <a:latin typeface="Arial"/>
                <a:ea typeface="Arial"/>
                <a:cs typeface="Arial"/>
              </a:defRPr>
            </a:lvl7pPr>
            <a:lvl8pPr algn="r">
              <a:defRPr sz="1350" b="0">
                <a:solidFill>
                  <a:srgbClr val="777777"/>
                </a:solidFill>
                <a:latin typeface="Arial"/>
                <a:ea typeface="Arial"/>
                <a:cs typeface="Arial"/>
              </a:defRPr>
            </a:lvl8pPr>
            <a:lvl9pPr algn="r">
              <a:defRPr sz="1350" b="0">
                <a:solidFill>
                  <a:srgbClr val="777777"/>
                </a:solidFill>
                <a:latin typeface="Arial"/>
                <a:ea typeface="Arial"/>
                <a:cs typeface="Arial"/>
              </a:defRPr>
            </a:lvl9pPr>
          </a:lstStyle>
          <a:p xmlns:a="http://schemas.openxmlformats.org/drawingml/2006/main">
            <a:pPr algn="r">
              <a:defRPr sz="1350" b="0">
                <a:solidFill>
                  <a:srgbClr val="777777"/>
                </a:solidFill>
                <a:latin typeface="Arial"/>
                <a:ea typeface="Arial"/>
                <a:cs typeface="Arial"/>
              </a:defRPr>
            </a:pPr>
            <a:r>
              <a:rPr sz="1350" b="0">
                <a:solidFill>
                  <a:srgbClr val="777777"/>
                </a:solidFill>
                <a:latin typeface="Arial"/>
                <a:ea typeface="Arial"/>
                <a:cs typeface="Arial"/>
              </a:rPr>
              <a:t>10</a:t>
            </a:r>
          </a:p>
        </p:txBody>
      </p:sp>
      <p:sp>
        <p:nvSpPr>
          <p:cNvPr id="4" name="block-569">
            <a:extLst xmlns:a="http://schemas.openxmlformats.org/drawingml/2006/main">
              <a:ext uri="{FF2B5EF4-FFF2-40B4-BE49-F238E27FC236}">
                <a16:creationId xmlns:a16="http://schemas.microsoft.com/office/drawing/2014/main" id="{1E4B87CF-F906-4DDD-ACA4-7788DC15E4C7}"/>
              </a:ext>
            </a:extLst>
          </p:cNvPr>
          <p:cNvSpPr>
            <a:spLocks xmlns:a="http://schemas.openxmlformats.org/drawingml/2006/main" noGrp="1"/>
          </p:cNvSpPr>
          <p:nvPr/>
        </p:nvSpPr>
        <p:spPr>
          <a:xfrm xmlns:a="http://schemas.openxmlformats.org/drawingml/2006/main">
            <a:off x="609600" y="1581150"/>
            <a:ext cx="2486025" cy="638175"/>
          </a:xfrm>
          <a:prstGeom xmlns:a="http://schemas.openxmlformats.org/drawingml/2006/main" prst="rect">
            <a:avLst/>
          </a:prstGeom>
          <a:solidFill xmlns:a="http://schemas.openxmlformats.org/drawingml/2006/main">
            <a:srgbClr val="E5EBF8"/>
          </a:solidFill>
          <a:ln xmlns:a="http://schemas.openxmlformats.org/drawingml/2006/main" w="20955">
            <a:solidFill>
              <a:srgbClr val="231F20"/>
            </a:solidFill>
          </a:ln>
        </p:spPr>
      </p:sp>
      <p:sp>
        <p:nvSpPr>
          <p:cNvPr id="5" name="text-570">
            <a:extLst xmlns:a="http://schemas.openxmlformats.org/drawingml/2006/main">
              <a:ext uri="{FF2B5EF4-FFF2-40B4-BE49-F238E27FC236}">
                <a16:creationId xmlns:a16="http://schemas.microsoft.com/office/drawing/2014/main" id="{9204361A-C8F7-4C51-92BD-60394E635235}"/>
              </a:ext>
            </a:extLst>
          </p:cNvPr>
          <p:cNvSpPr>
            <a:spLocks xmlns:a="http://schemas.openxmlformats.org/drawingml/2006/main" noGrp="1"/>
          </p:cNvSpPr>
          <p:nvPr/>
        </p:nvSpPr>
        <p:spPr>
          <a:xfrm xmlns:a="http://schemas.openxmlformats.org/drawingml/2006/main">
            <a:off x="685800" y="1638300"/>
            <a:ext cx="23336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75" b="1">
                <a:solidFill>
                  <a:srgbClr val="231F20"/>
                </a:solidFill>
                <a:latin typeface="Yu Gothic"/>
                <a:ea typeface="Yu Gothic"/>
                <a:cs typeface="Yu Gothic"/>
              </a:defRPr>
            </a:defPPr>
            <a:lvl1pPr algn="ctr">
              <a:defRPr sz="2175" b="1">
                <a:solidFill>
                  <a:srgbClr val="231F20"/>
                </a:solidFill>
                <a:latin typeface="Yu Gothic"/>
                <a:ea typeface="Yu Gothic"/>
                <a:cs typeface="Yu Gothic"/>
              </a:defRPr>
            </a:lvl1pPr>
            <a:lvl2pPr algn="ctr">
              <a:defRPr sz="2175" b="1">
                <a:solidFill>
                  <a:srgbClr val="231F20"/>
                </a:solidFill>
                <a:latin typeface="Yu Gothic"/>
                <a:ea typeface="Yu Gothic"/>
                <a:cs typeface="Yu Gothic"/>
              </a:defRPr>
            </a:lvl2pPr>
            <a:lvl3pPr algn="ctr">
              <a:defRPr sz="2175" b="1">
                <a:solidFill>
                  <a:srgbClr val="231F20"/>
                </a:solidFill>
                <a:latin typeface="Yu Gothic"/>
                <a:ea typeface="Yu Gothic"/>
                <a:cs typeface="Yu Gothic"/>
              </a:defRPr>
            </a:lvl3pPr>
            <a:lvl4pPr algn="ctr">
              <a:defRPr sz="2175" b="1">
                <a:solidFill>
                  <a:srgbClr val="231F20"/>
                </a:solidFill>
                <a:latin typeface="Yu Gothic"/>
                <a:ea typeface="Yu Gothic"/>
                <a:cs typeface="Yu Gothic"/>
              </a:defRPr>
            </a:lvl4pPr>
            <a:lvl5pPr algn="ctr">
              <a:defRPr sz="2175" b="1">
                <a:solidFill>
                  <a:srgbClr val="231F20"/>
                </a:solidFill>
                <a:latin typeface="Yu Gothic"/>
                <a:ea typeface="Yu Gothic"/>
                <a:cs typeface="Yu Gothic"/>
              </a:defRPr>
            </a:lvl5pPr>
            <a:lvl6pPr algn="ctr">
              <a:defRPr sz="2175" b="1">
                <a:solidFill>
                  <a:srgbClr val="231F20"/>
                </a:solidFill>
                <a:latin typeface="Yu Gothic"/>
                <a:ea typeface="Yu Gothic"/>
                <a:cs typeface="Yu Gothic"/>
              </a:defRPr>
            </a:lvl6pPr>
            <a:lvl7pPr algn="ctr">
              <a:defRPr sz="2175" b="1">
                <a:solidFill>
                  <a:srgbClr val="231F20"/>
                </a:solidFill>
                <a:latin typeface="Yu Gothic"/>
                <a:ea typeface="Yu Gothic"/>
                <a:cs typeface="Yu Gothic"/>
              </a:defRPr>
            </a:lvl7pPr>
            <a:lvl8pPr algn="ctr">
              <a:defRPr sz="2175" b="1">
                <a:solidFill>
                  <a:srgbClr val="231F20"/>
                </a:solidFill>
                <a:latin typeface="Yu Gothic"/>
                <a:ea typeface="Yu Gothic"/>
                <a:cs typeface="Yu Gothic"/>
              </a:defRPr>
            </a:lvl8pPr>
            <a:lvl9pPr algn="ctr">
              <a:defRPr sz="2175" b="1">
                <a:solidFill>
                  <a:srgbClr val="231F20"/>
                </a:solidFill>
                <a:latin typeface="Yu Gothic"/>
                <a:ea typeface="Yu Gothic"/>
                <a:cs typeface="Yu Gothic"/>
              </a:defRPr>
            </a:lvl9pPr>
          </a:lstStyle>
          <a:p xmlns:a="http://schemas.openxmlformats.org/drawingml/2006/main">
            <a:pPr algn="ctr">
              <a:defRPr sz="2175" b="1">
                <a:solidFill>
                  <a:srgbClr val="231F20"/>
                </a:solidFill>
                <a:latin typeface="Yu Gothic"/>
                <a:ea typeface="Yu Gothic"/>
                <a:cs typeface="Yu Gothic"/>
              </a:defRPr>
            </a:pPr>
            <a:r>
              <a:rPr sz="2175" b="1">
                <a:solidFill>
                  <a:srgbClr val="231F20"/>
                </a:solidFill>
                <a:latin typeface="Yu Gothic"/>
                <a:ea typeface="Yu Gothic"/>
                <a:cs typeface="Yu Gothic"/>
              </a:rPr>
              <a:t>非同期FIFO</a:t>
            </a:r>
          </a:p>
        </p:txBody>
      </p:sp>
      <p:sp>
        <p:nvSpPr>
          <p:cNvPr id="6" name="wire-571">
            <a:extLst xmlns:a="http://schemas.openxmlformats.org/drawingml/2006/main">
              <a:ext uri="{FF2B5EF4-FFF2-40B4-BE49-F238E27FC236}">
                <a16:creationId xmlns:a16="http://schemas.microsoft.com/office/drawing/2014/main" id="{0937EFD0-BC0D-49C4-B004-28F1FF34965F}"/>
              </a:ext>
            </a:extLst>
          </p:cNvPr>
          <p:cNvSpPr>
            <a:spLocks xmlns:a="http://schemas.openxmlformats.org/drawingml/2006/main" noGrp="1"/>
          </p:cNvSpPr>
          <p:nvPr/>
        </p:nvSpPr>
        <p:spPr>
          <a:xfrm xmlns:a="http://schemas.openxmlformats.org/drawingml/2006/main">
            <a:off x="1847850" y="2219325"/>
            <a:ext cx="9525" cy="704850"/>
          </a:xfrm>
          <a:custGeom xmlns:a="http://schemas.openxmlformats.org/drawingml/2006/main">
            <a:pathLst>
              <a:path w="9525" h="704850">
                <a:moveTo>
                  <a:pt x="0" y="0"/>
                </a:moveTo>
                <a:lnTo>
                  <a:pt x="0" y="704850"/>
                </a:lnTo>
              </a:path>
            </a:pathLst>
          </a:custGeom>
          <a:noFill xmlns:a="http://schemas.openxmlformats.org/drawingml/2006/main"/>
          <a:ln xmlns:a="http://schemas.openxmlformats.org/drawingml/2006/main" w="28575">
            <a:solidFill>
              <a:srgbClr val="231F20"/>
            </a:solidFill>
          </a:ln>
        </p:spPr>
      </p:sp>
      <p:sp>
        <p:nvSpPr>
          <p:cNvPr id="7" name="circuit-572">
            <a:extLst xmlns:a="http://schemas.openxmlformats.org/drawingml/2006/main">
              <a:ext uri="{FF2B5EF4-FFF2-40B4-BE49-F238E27FC236}">
                <a16:creationId xmlns:a16="http://schemas.microsoft.com/office/drawing/2014/main" id="{D921FEC5-5B2B-46FE-A140-4424EDA6BB88}"/>
              </a:ext>
            </a:extLst>
          </p:cNvPr>
          <p:cNvSpPr>
            <a:spLocks xmlns:a="http://schemas.openxmlformats.org/drawingml/2006/main" noGrp="1"/>
          </p:cNvSpPr>
          <p:nvPr/>
        </p:nvSpPr>
        <p:spPr>
          <a:xfrm xmlns:a="http://schemas.openxmlformats.org/drawingml/2006/main">
            <a:off x="1816418" y="2847975"/>
            <a:ext cx="62865" cy="76200"/>
          </a:xfrm>
          <a:custGeom xmlns:a="http://schemas.openxmlformats.org/drawingml/2006/main">
            <a:pathLst>
              <a:path w="62865" h="76200">
                <a:moveTo>
                  <a:pt x="31433" y="76200"/>
                </a:moveTo>
                <a:lnTo>
                  <a:pt x="62865" y="0"/>
                </a:lnTo>
                <a:lnTo>
                  <a:pt x="0" y="0"/>
                </a:lnTo>
                <a:close/>
              </a:path>
            </a:pathLst>
          </a:custGeom>
          <a:solidFill xmlns:a="http://schemas.openxmlformats.org/drawingml/2006/main">
            <a:srgbClr val="231F20"/>
          </a:solidFill>
          <a:ln xmlns:a="http://schemas.openxmlformats.org/drawingml/2006/main" w="9525">
            <a:solidFill>
              <a:srgbClr val="231F20"/>
            </a:solidFill>
          </a:ln>
        </p:spPr>
      </p:sp>
      <p:sp>
        <p:nvSpPr>
          <p:cNvPr id="8" name="text-573">
            <a:extLst xmlns:a="http://schemas.openxmlformats.org/drawingml/2006/main">
              <a:ext uri="{FF2B5EF4-FFF2-40B4-BE49-F238E27FC236}">
                <a16:creationId xmlns:a16="http://schemas.microsoft.com/office/drawing/2014/main" id="{94EE62DF-357A-42BC-A3FA-80A6809C4013}"/>
              </a:ext>
            </a:extLst>
          </p:cNvPr>
          <p:cNvSpPr>
            <a:spLocks xmlns:a="http://schemas.openxmlformats.org/drawingml/2006/main" noGrp="1"/>
          </p:cNvSpPr>
          <p:nvPr/>
        </p:nvSpPr>
        <p:spPr>
          <a:xfrm xmlns:a="http://schemas.openxmlformats.org/drawingml/2006/main">
            <a:off x="2171700" y="2381250"/>
            <a:ext cx="2047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00" b="0">
                <a:solidFill>
                  <a:srgbClr val="1572C3"/>
                </a:solidFill>
                <a:latin typeface="Yu Gothic"/>
                <a:ea typeface="Yu Gothic"/>
                <a:cs typeface="Yu Gothic"/>
              </a:defRPr>
            </a:defPPr>
            <a:lvl1pPr algn="ctr">
              <a:defRPr sz="1500" b="0">
                <a:solidFill>
                  <a:srgbClr val="1572C3"/>
                </a:solidFill>
                <a:latin typeface="Yu Gothic"/>
                <a:ea typeface="Yu Gothic"/>
                <a:cs typeface="Yu Gothic"/>
              </a:defRPr>
            </a:lvl1pPr>
            <a:lvl2pPr algn="ctr">
              <a:defRPr sz="1500" b="0">
                <a:solidFill>
                  <a:srgbClr val="1572C3"/>
                </a:solidFill>
                <a:latin typeface="Yu Gothic"/>
                <a:ea typeface="Yu Gothic"/>
                <a:cs typeface="Yu Gothic"/>
              </a:defRPr>
            </a:lvl2pPr>
            <a:lvl3pPr algn="ctr">
              <a:defRPr sz="1500" b="0">
                <a:solidFill>
                  <a:srgbClr val="1572C3"/>
                </a:solidFill>
                <a:latin typeface="Yu Gothic"/>
                <a:ea typeface="Yu Gothic"/>
                <a:cs typeface="Yu Gothic"/>
              </a:defRPr>
            </a:lvl3pPr>
            <a:lvl4pPr algn="ctr">
              <a:defRPr sz="1500" b="0">
                <a:solidFill>
                  <a:srgbClr val="1572C3"/>
                </a:solidFill>
                <a:latin typeface="Yu Gothic"/>
                <a:ea typeface="Yu Gothic"/>
                <a:cs typeface="Yu Gothic"/>
              </a:defRPr>
            </a:lvl4pPr>
            <a:lvl5pPr algn="ctr">
              <a:defRPr sz="1500" b="0">
                <a:solidFill>
                  <a:srgbClr val="1572C3"/>
                </a:solidFill>
                <a:latin typeface="Yu Gothic"/>
                <a:ea typeface="Yu Gothic"/>
                <a:cs typeface="Yu Gothic"/>
              </a:defRPr>
            </a:lvl5pPr>
            <a:lvl6pPr algn="ctr">
              <a:defRPr sz="1500" b="0">
                <a:solidFill>
                  <a:srgbClr val="1572C3"/>
                </a:solidFill>
                <a:latin typeface="Yu Gothic"/>
                <a:ea typeface="Yu Gothic"/>
                <a:cs typeface="Yu Gothic"/>
              </a:defRPr>
            </a:lvl6pPr>
            <a:lvl7pPr algn="ctr">
              <a:defRPr sz="1500" b="0">
                <a:solidFill>
                  <a:srgbClr val="1572C3"/>
                </a:solidFill>
                <a:latin typeface="Yu Gothic"/>
                <a:ea typeface="Yu Gothic"/>
                <a:cs typeface="Yu Gothic"/>
              </a:defRPr>
            </a:lvl7pPr>
            <a:lvl8pPr algn="ctr">
              <a:defRPr sz="1500" b="0">
                <a:solidFill>
                  <a:srgbClr val="1572C3"/>
                </a:solidFill>
                <a:latin typeface="Yu Gothic"/>
                <a:ea typeface="Yu Gothic"/>
                <a:cs typeface="Yu Gothic"/>
              </a:defRPr>
            </a:lvl8pPr>
            <a:lvl9pPr algn="ctr">
              <a:defRPr sz="1500" b="0">
                <a:solidFill>
                  <a:srgbClr val="1572C3"/>
                </a:solidFill>
                <a:latin typeface="Yu Gothic"/>
                <a:ea typeface="Yu Gothic"/>
                <a:cs typeface="Yu Gothic"/>
              </a:defRPr>
            </a:lvl9pPr>
          </a:lstStyle>
          <a:p xmlns:a="http://schemas.openxmlformats.org/drawingml/2006/main">
            <a:pPr algn="ctr">
              <a:defRPr sz="1500" b="0">
                <a:solidFill>
                  <a:srgbClr val="1572C3"/>
                </a:solidFill>
                <a:latin typeface="Yu Gothic"/>
                <a:ea typeface="Yu Gothic"/>
                <a:cs typeface="Yu Gothic"/>
              </a:defRPr>
            </a:pPr>
            <a:r>
              <a:rPr sz="1500" b="0">
                <a:solidFill>
                  <a:srgbClr val="1572C3"/>
                </a:solidFill>
                <a:latin typeface="Yu Gothic"/>
                <a:ea typeface="Yu Gothic"/>
                <a:cs typeface="Yu Gothic"/>
              </a:rPr>
              <a:t>100 MHz側へ</a:t>
            </a:r>
          </a:p>
          <a:p xmlns:a="http://schemas.openxmlformats.org/drawingml/2006/main">
            <a:pPr algn="ctr">
              <a:defRPr sz="1500" b="0">
                <a:solidFill>
                  <a:srgbClr val="1572C3"/>
                </a:solidFill>
                <a:latin typeface="Yu Gothic"/>
                <a:ea typeface="Yu Gothic"/>
                <a:cs typeface="Yu Gothic"/>
              </a:defRPr>
            </a:pPr>
            <a:r>
              <a:rPr sz="1500" b="0">
                <a:solidFill>
                  <a:srgbClr val="1572C3"/>
                </a:solidFill>
                <a:latin typeface="Yu Gothic"/>
                <a:ea typeface="Yu Gothic"/>
                <a:cs typeface="Yu Gothic"/>
              </a:rPr>
              <a:t>1語ずつ渡す</a:t>
            </a:r>
          </a:p>
        </p:txBody>
      </p:sp>
      <p:sp>
        <p:nvSpPr>
          <p:cNvPr id="9" name="block-574">
            <a:extLst xmlns:a="http://schemas.openxmlformats.org/drawingml/2006/main">
              <a:ext uri="{FF2B5EF4-FFF2-40B4-BE49-F238E27FC236}">
                <a16:creationId xmlns:a16="http://schemas.microsoft.com/office/drawing/2014/main" id="{E96FFFE3-DDA7-4713-835C-45A01A27A70D}"/>
              </a:ext>
            </a:extLst>
          </p:cNvPr>
          <p:cNvSpPr>
            <a:spLocks xmlns:a="http://schemas.openxmlformats.org/drawingml/2006/main" noGrp="1"/>
          </p:cNvSpPr>
          <p:nvPr/>
        </p:nvSpPr>
        <p:spPr>
          <a:xfrm xmlns:a="http://schemas.openxmlformats.org/drawingml/2006/main">
            <a:off x="609600" y="2924175"/>
            <a:ext cx="2486025" cy="104775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10" name="text-575">
            <a:extLst xmlns:a="http://schemas.openxmlformats.org/drawingml/2006/main">
              <a:ext uri="{FF2B5EF4-FFF2-40B4-BE49-F238E27FC236}">
                <a16:creationId xmlns:a16="http://schemas.microsoft.com/office/drawing/2014/main" id="{B7FEFC47-A75F-4B5D-BD50-380AC9DC5824}"/>
              </a:ext>
            </a:extLst>
          </p:cNvPr>
          <p:cNvSpPr>
            <a:spLocks xmlns:a="http://schemas.openxmlformats.org/drawingml/2006/main" noGrp="1"/>
          </p:cNvSpPr>
          <p:nvPr/>
        </p:nvSpPr>
        <p:spPr>
          <a:xfrm xmlns:a="http://schemas.openxmlformats.org/drawingml/2006/main">
            <a:off x="685800" y="2981325"/>
            <a:ext cx="233362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75" b="1">
                <a:solidFill>
                  <a:srgbClr val="231F20"/>
                </a:solidFill>
                <a:latin typeface="Yu Gothic"/>
                <a:ea typeface="Yu Gothic"/>
                <a:cs typeface="Yu Gothic"/>
              </a:defRPr>
            </a:defPPr>
            <a:lvl1pPr algn="ctr">
              <a:defRPr sz="2175" b="1">
                <a:solidFill>
                  <a:srgbClr val="231F20"/>
                </a:solidFill>
                <a:latin typeface="Yu Gothic"/>
                <a:ea typeface="Yu Gothic"/>
                <a:cs typeface="Yu Gothic"/>
              </a:defRPr>
            </a:lvl1pPr>
            <a:lvl2pPr algn="ctr">
              <a:defRPr sz="2175" b="1">
                <a:solidFill>
                  <a:srgbClr val="231F20"/>
                </a:solidFill>
                <a:latin typeface="Yu Gothic"/>
                <a:ea typeface="Yu Gothic"/>
                <a:cs typeface="Yu Gothic"/>
              </a:defRPr>
            </a:lvl2pPr>
            <a:lvl3pPr algn="ctr">
              <a:defRPr sz="2175" b="1">
                <a:solidFill>
                  <a:srgbClr val="231F20"/>
                </a:solidFill>
                <a:latin typeface="Yu Gothic"/>
                <a:ea typeface="Yu Gothic"/>
                <a:cs typeface="Yu Gothic"/>
              </a:defRPr>
            </a:lvl3pPr>
            <a:lvl4pPr algn="ctr">
              <a:defRPr sz="2175" b="1">
                <a:solidFill>
                  <a:srgbClr val="231F20"/>
                </a:solidFill>
                <a:latin typeface="Yu Gothic"/>
                <a:ea typeface="Yu Gothic"/>
                <a:cs typeface="Yu Gothic"/>
              </a:defRPr>
            </a:lvl4pPr>
            <a:lvl5pPr algn="ctr">
              <a:defRPr sz="2175" b="1">
                <a:solidFill>
                  <a:srgbClr val="231F20"/>
                </a:solidFill>
                <a:latin typeface="Yu Gothic"/>
                <a:ea typeface="Yu Gothic"/>
                <a:cs typeface="Yu Gothic"/>
              </a:defRPr>
            </a:lvl5pPr>
            <a:lvl6pPr algn="ctr">
              <a:defRPr sz="2175" b="1">
                <a:solidFill>
                  <a:srgbClr val="231F20"/>
                </a:solidFill>
                <a:latin typeface="Yu Gothic"/>
                <a:ea typeface="Yu Gothic"/>
                <a:cs typeface="Yu Gothic"/>
              </a:defRPr>
            </a:lvl6pPr>
            <a:lvl7pPr algn="ctr">
              <a:defRPr sz="2175" b="1">
                <a:solidFill>
                  <a:srgbClr val="231F20"/>
                </a:solidFill>
                <a:latin typeface="Yu Gothic"/>
                <a:ea typeface="Yu Gothic"/>
                <a:cs typeface="Yu Gothic"/>
              </a:defRPr>
            </a:lvl7pPr>
            <a:lvl8pPr algn="ctr">
              <a:defRPr sz="2175" b="1">
                <a:solidFill>
                  <a:srgbClr val="231F20"/>
                </a:solidFill>
                <a:latin typeface="Yu Gothic"/>
                <a:ea typeface="Yu Gothic"/>
                <a:cs typeface="Yu Gothic"/>
              </a:defRPr>
            </a:lvl8pPr>
            <a:lvl9pPr algn="ctr">
              <a:defRPr sz="2175" b="1">
                <a:solidFill>
                  <a:srgbClr val="231F20"/>
                </a:solidFill>
                <a:latin typeface="Yu Gothic"/>
                <a:ea typeface="Yu Gothic"/>
                <a:cs typeface="Yu Gothic"/>
              </a:defRPr>
            </a:lvl9pPr>
          </a:lstStyle>
          <a:p xmlns:a="http://schemas.openxmlformats.org/drawingml/2006/main">
            <a:pPr algn="ctr">
              <a:defRPr sz="2175" b="1">
                <a:solidFill>
                  <a:srgbClr val="231F20"/>
                </a:solidFill>
                <a:latin typeface="Yu Gothic"/>
                <a:ea typeface="Yu Gothic"/>
                <a:cs typeface="Yu Gothic"/>
              </a:defRPr>
            </a:pPr>
            <a:r>
              <a:rPr sz="2175" b="1">
                <a:solidFill>
                  <a:srgbClr val="231F20"/>
                </a:solidFill>
                <a:latin typeface="Yu Gothic"/>
                <a:ea typeface="Yu Gothic"/>
                <a:cs typeface="Yu Gothic"/>
              </a:rPr>
              <a:t>RasterIX</a:t>
            </a:r>
          </a:p>
          <a:p xmlns:a="http://schemas.openxmlformats.org/drawingml/2006/main">
            <a:pPr algn="ctr">
              <a:defRPr sz="2175" b="1">
                <a:solidFill>
                  <a:srgbClr val="231F20"/>
                </a:solidFill>
                <a:latin typeface="Yu Gothic"/>
                <a:ea typeface="Yu Gothic"/>
                <a:cs typeface="Yu Gothic"/>
              </a:defRPr>
            </a:pPr>
            <a:r>
              <a:rPr sz="2175" b="1">
                <a:solidFill>
                  <a:srgbClr val="231F20"/>
                </a:solidFill>
                <a:latin typeface="Yu Gothic"/>
                <a:ea typeface="Yu Gothic"/>
                <a:cs typeface="Yu Gothic"/>
              </a:rPr>
              <a:t>画素を作る</a:t>
            </a:r>
          </a:p>
        </p:txBody>
      </p:sp>
      <p:sp>
        <p:nvSpPr>
          <p:cNvPr id="11" name="block-576">
            <a:extLst xmlns:a="http://schemas.openxmlformats.org/drawingml/2006/main">
              <a:ext uri="{FF2B5EF4-FFF2-40B4-BE49-F238E27FC236}">
                <a16:creationId xmlns:a16="http://schemas.microsoft.com/office/drawing/2014/main" id="{B855918B-6B3A-44AF-ABE4-B2938839404C}"/>
              </a:ext>
            </a:extLst>
          </p:cNvPr>
          <p:cNvSpPr>
            <a:spLocks xmlns:a="http://schemas.openxmlformats.org/drawingml/2006/main" noGrp="1"/>
          </p:cNvSpPr>
          <p:nvPr/>
        </p:nvSpPr>
        <p:spPr>
          <a:xfrm xmlns:a="http://schemas.openxmlformats.org/drawingml/2006/main">
            <a:off x="4333875" y="2209800"/>
            <a:ext cx="3390900" cy="2800350"/>
          </a:xfrm>
          <a:prstGeom xmlns:a="http://schemas.openxmlformats.org/drawingml/2006/main" prst="rect">
            <a:avLst/>
          </a:prstGeom>
          <a:solidFill xmlns:a="http://schemas.openxmlformats.org/drawingml/2006/main">
            <a:srgbClr val="E5EBF8"/>
          </a:solidFill>
          <a:ln xmlns:a="http://schemas.openxmlformats.org/drawingml/2006/main" w="20955">
            <a:solidFill>
              <a:srgbClr val="231F20"/>
            </a:solidFill>
          </a:ln>
        </p:spPr>
      </p:sp>
      <p:sp>
        <p:nvSpPr>
          <p:cNvPr id="12" name="text-577">
            <a:extLst xmlns:a="http://schemas.openxmlformats.org/drawingml/2006/main">
              <a:ext uri="{FF2B5EF4-FFF2-40B4-BE49-F238E27FC236}">
                <a16:creationId xmlns:a16="http://schemas.microsoft.com/office/drawing/2014/main" id="{BEA0674A-BCCC-43D5-9416-B3EB0139D0BA}"/>
              </a:ext>
            </a:extLst>
          </p:cNvPr>
          <p:cNvSpPr>
            <a:spLocks xmlns:a="http://schemas.openxmlformats.org/drawingml/2006/main" noGrp="1"/>
          </p:cNvSpPr>
          <p:nvPr/>
        </p:nvSpPr>
        <p:spPr>
          <a:xfrm xmlns:a="http://schemas.openxmlformats.org/drawingml/2006/main">
            <a:off x="4543425" y="2352675"/>
            <a:ext cx="2971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475" b="1">
                <a:solidFill>
                  <a:srgbClr val="231F20"/>
                </a:solidFill>
                <a:latin typeface="Yu Gothic"/>
                <a:ea typeface="Yu Gothic"/>
                <a:cs typeface="Yu Gothic"/>
              </a:defRPr>
            </a:defPPr>
            <a:lvl1pPr algn="ctr">
              <a:defRPr sz="2475" b="1">
                <a:solidFill>
                  <a:srgbClr val="231F20"/>
                </a:solidFill>
                <a:latin typeface="Yu Gothic"/>
                <a:ea typeface="Yu Gothic"/>
                <a:cs typeface="Yu Gothic"/>
              </a:defRPr>
            </a:lvl1pPr>
            <a:lvl2pPr algn="ctr">
              <a:defRPr sz="2475" b="1">
                <a:solidFill>
                  <a:srgbClr val="231F20"/>
                </a:solidFill>
                <a:latin typeface="Yu Gothic"/>
                <a:ea typeface="Yu Gothic"/>
                <a:cs typeface="Yu Gothic"/>
              </a:defRPr>
            </a:lvl2pPr>
            <a:lvl3pPr algn="ctr">
              <a:defRPr sz="2475" b="1">
                <a:solidFill>
                  <a:srgbClr val="231F20"/>
                </a:solidFill>
                <a:latin typeface="Yu Gothic"/>
                <a:ea typeface="Yu Gothic"/>
                <a:cs typeface="Yu Gothic"/>
              </a:defRPr>
            </a:lvl3pPr>
            <a:lvl4pPr algn="ctr">
              <a:defRPr sz="2475" b="1">
                <a:solidFill>
                  <a:srgbClr val="231F20"/>
                </a:solidFill>
                <a:latin typeface="Yu Gothic"/>
                <a:ea typeface="Yu Gothic"/>
                <a:cs typeface="Yu Gothic"/>
              </a:defRPr>
            </a:lvl4pPr>
            <a:lvl5pPr algn="ctr">
              <a:defRPr sz="2475" b="1">
                <a:solidFill>
                  <a:srgbClr val="231F20"/>
                </a:solidFill>
                <a:latin typeface="Yu Gothic"/>
                <a:ea typeface="Yu Gothic"/>
                <a:cs typeface="Yu Gothic"/>
              </a:defRPr>
            </a:lvl5pPr>
            <a:lvl6pPr algn="ctr">
              <a:defRPr sz="2475" b="1">
                <a:solidFill>
                  <a:srgbClr val="231F20"/>
                </a:solidFill>
                <a:latin typeface="Yu Gothic"/>
                <a:ea typeface="Yu Gothic"/>
                <a:cs typeface="Yu Gothic"/>
              </a:defRPr>
            </a:lvl6pPr>
            <a:lvl7pPr algn="ctr">
              <a:defRPr sz="2475" b="1">
                <a:solidFill>
                  <a:srgbClr val="231F20"/>
                </a:solidFill>
                <a:latin typeface="Yu Gothic"/>
                <a:ea typeface="Yu Gothic"/>
                <a:cs typeface="Yu Gothic"/>
              </a:defRPr>
            </a:lvl7pPr>
            <a:lvl8pPr algn="ctr">
              <a:defRPr sz="2475" b="1">
                <a:solidFill>
                  <a:srgbClr val="231F20"/>
                </a:solidFill>
                <a:latin typeface="Yu Gothic"/>
                <a:ea typeface="Yu Gothic"/>
                <a:cs typeface="Yu Gothic"/>
              </a:defRPr>
            </a:lvl8pPr>
            <a:lvl9pPr algn="ctr">
              <a:defRPr sz="2475" b="1">
                <a:solidFill>
                  <a:srgbClr val="231F20"/>
                </a:solidFill>
                <a:latin typeface="Yu Gothic"/>
                <a:ea typeface="Yu Gothic"/>
                <a:cs typeface="Yu Gothic"/>
              </a:defRPr>
            </a:lvl9pPr>
          </a:lstStyle>
          <a:p xmlns:a="http://schemas.openxmlformats.org/drawingml/2006/main">
            <a:pPr algn="ctr">
              <a:defRPr sz="2475" b="1">
                <a:solidFill>
                  <a:srgbClr val="231F20"/>
                </a:solidFill>
                <a:latin typeface="Yu Gothic"/>
                <a:ea typeface="Yu Gothic"/>
                <a:cs typeface="Yu Gothic"/>
              </a:defRPr>
            </a:pPr>
            <a:r>
              <a:rPr sz="2475" b="1">
                <a:solidFill>
                  <a:srgbClr val="231F20"/>
                </a:solidFill>
                <a:latin typeface="Yu Gothic"/>
                <a:ea typeface="Yu Gothic"/>
                <a:cs typeface="Yu Gothic"/>
              </a:rPr>
              <a:t>DDR3メモリ</a:t>
            </a:r>
          </a:p>
        </p:txBody>
      </p:sp>
      <p:sp>
        <p:nvSpPr>
          <p:cNvPr id="13" name="block-578">
            <a:extLst xmlns:a="http://schemas.openxmlformats.org/drawingml/2006/main">
              <a:ext uri="{FF2B5EF4-FFF2-40B4-BE49-F238E27FC236}">
                <a16:creationId xmlns:a16="http://schemas.microsoft.com/office/drawing/2014/main" id="{56451DD1-146D-4485-983D-0EA11863D84D}"/>
              </a:ext>
            </a:extLst>
          </p:cNvPr>
          <p:cNvSpPr>
            <a:spLocks xmlns:a="http://schemas.openxmlformats.org/drawingml/2006/main" noGrp="1"/>
          </p:cNvSpPr>
          <p:nvPr/>
        </p:nvSpPr>
        <p:spPr>
          <a:xfrm xmlns:a="http://schemas.openxmlformats.org/drawingml/2006/main">
            <a:off x="4648200" y="2971800"/>
            <a:ext cx="2752725" cy="45720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14" name="text-579">
            <a:extLst xmlns:a="http://schemas.openxmlformats.org/drawingml/2006/main">
              <a:ext uri="{FF2B5EF4-FFF2-40B4-BE49-F238E27FC236}">
                <a16:creationId xmlns:a16="http://schemas.microsoft.com/office/drawing/2014/main" id="{11F7D7F8-265E-4713-9D6E-3A6CE43DB71B}"/>
              </a:ext>
            </a:extLst>
          </p:cNvPr>
          <p:cNvSpPr>
            <a:spLocks xmlns:a="http://schemas.openxmlformats.org/drawingml/2006/main" noGrp="1"/>
          </p:cNvSpPr>
          <p:nvPr/>
        </p:nvSpPr>
        <p:spPr>
          <a:xfrm xmlns:a="http://schemas.openxmlformats.org/drawingml/2006/main">
            <a:off x="4724400" y="3028950"/>
            <a:ext cx="26003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1">
                <a:solidFill>
                  <a:srgbClr val="231F20"/>
                </a:solidFill>
                <a:latin typeface="Yu Gothic"/>
                <a:ea typeface="Yu Gothic"/>
                <a:cs typeface="Yu Gothic"/>
              </a:defRPr>
            </a:defPPr>
            <a:lvl1pPr algn="ctr">
              <a:defRPr sz="1875" b="1">
                <a:solidFill>
                  <a:srgbClr val="231F20"/>
                </a:solidFill>
                <a:latin typeface="Yu Gothic"/>
                <a:ea typeface="Yu Gothic"/>
                <a:cs typeface="Yu Gothic"/>
              </a:defRPr>
            </a:lvl1pPr>
            <a:lvl2pPr algn="ctr">
              <a:defRPr sz="1875" b="1">
                <a:solidFill>
                  <a:srgbClr val="231F20"/>
                </a:solidFill>
                <a:latin typeface="Yu Gothic"/>
                <a:ea typeface="Yu Gothic"/>
                <a:cs typeface="Yu Gothic"/>
              </a:defRPr>
            </a:lvl2pPr>
            <a:lvl3pPr algn="ctr">
              <a:defRPr sz="1875" b="1">
                <a:solidFill>
                  <a:srgbClr val="231F20"/>
                </a:solidFill>
                <a:latin typeface="Yu Gothic"/>
                <a:ea typeface="Yu Gothic"/>
                <a:cs typeface="Yu Gothic"/>
              </a:defRPr>
            </a:lvl3pPr>
            <a:lvl4pPr algn="ctr">
              <a:defRPr sz="1875" b="1">
                <a:solidFill>
                  <a:srgbClr val="231F20"/>
                </a:solidFill>
                <a:latin typeface="Yu Gothic"/>
                <a:ea typeface="Yu Gothic"/>
                <a:cs typeface="Yu Gothic"/>
              </a:defRPr>
            </a:lvl4pPr>
            <a:lvl5pPr algn="ctr">
              <a:defRPr sz="1875" b="1">
                <a:solidFill>
                  <a:srgbClr val="231F20"/>
                </a:solidFill>
                <a:latin typeface="Yu Gothic"/>
                <a:ea typeface="Yu Gothic"/>
                <a:cs typeface="Yu Gothic"/>
              </a:defRPr>
            </a:lvl5pPr>
            <a:lvl6pPr algn="ctr">
              <a:defRPr sz="1875" b="1">
                <a:solidFill>
                  <a:srgbClr val="231F20"/>
                </a:solidFill>
                <a:latin typeface="Yu Gothic"/>
                <a:ea typeface="Yu Gothic"/>
                <a:cs typeface="Yu Gothic"/>
              </a:defRPr>
            </a:lvl6pPr>
            <a:lvl7pPr algn="ctr">
              <a:defRPr sz="1875" b="1">
                <a:solidFill>
                  <a:srgbClr val="231F20"/>
                </a:solidFill>
                <a:latin typeface="Yu Gothic"/>
                <a:ea typeface="Yu Gothic"/>
                <a:cs typeface="Yu Gothic"/>
              </a:defRPr>
            </a:lvl7pPr>
            <a:lvl8pPr algn="ctr">
              <a:defRPr sz="1875" b="1">
                <a:solidFill>
                  <a:srgbClr val="231F20"/>
                </a:solidFill>
                <a:latin typeface="Yu Gothic"/>
                <a:ea typeface="Yu Gothic"/>
                <a:cs typeface="Yu Gothic"/>
              </a:defRPr>
            </a:lvl8pPr>
            <a:lvl9pPr algn="ctr">
              <a:defRPr sz="1875" b="1">
                <a:solidFill>
                  <a:srgbClr val="231F20"/>
                </a:solidFill>
                <a:latin typeface="Yu Gothic"/>
                <a:ea typeface="Yu Gothic"/>
                <a:cs typeface="Yu Gothic"/>
              </a:defRPr>
            </a:lvl9pPr>
          </a:lstStyle>
          <a:p xmlns:a="http://schemas.openxmlformats.org/drawingml/2006/main">
            <a:pPr algn="ctr">
              <a:defRPr sz="1875" b="1">
                <a:solidFill>
                  <a:srgbClr val="231F20"/>
                </a:solidFill>
                <a:latin typeface="Yu Gothic"/>
                <a:ea typeface="Yu Gothic"/>
                <a:cs typeface="Yu Gothic"/>
              </a:defRPr>
            </a:pPr>
            <a:r>
              <a:rPr sz="1875" b="1">
                <a:solidFill>
                  <a:srgbClr val="231F20"/>
                </a:solidFill>
                <a:latin typeface="Yu Gothic"/>
                <a:ea typeface="Yu Gothic"/>
                <a:cs typeface="Yu Gothic"/>
              </a:rPr>
              <a:t>最初の画素の色</a:t>
            </a:r>
          </a:p>
        </p:txBody>
      </p:sp>
      <p:sp>
        <p:nvSpPr>
          <p:cNvPr id="15" name="block-580">
            <a:extLst xmlns:a="http://schemas.openxmlformats.org/drawingml/2006/main">
              <a:ext uri="{FF2B5EF4-FFF2-40B4-BE49-F238E27FC236}">
                <a16:creationId xmlns:a16="http://schemas.microsoft.com/office/drawing/2014/main" id="{6483B901-D09C-493C-9606-7AA07C3E3AF4}"/>
              </a:ext>
            </a:extLst>
          </p:cNvPr>
          <p:cNvSpPr>
            <a:spLocks xmlns:a="http://schemas.openxmlformats.org/drawingml/2006/main" noGrp="1"/>
          </p:cNvSpPr>
          <p:nvPr/>
        </p:nvSpPr>
        <p:spPr>
          <a:xfrm xmlns:a="http://schemas.openxmlformats.org/drawingml/2006/main">
            <a:off x="4648200" y="3524250"/>
            <a:ext cx="2752725" cy="45720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16" name="text-581">
            <a:extLst xmlns:a="http://schemas.openxmlformats.org/drawingml/2006/main">
              <a:ext uri="{FF2B5EF4-FFF2-40B4-BE49-F238E27FC236}">
                <a16:creationId xmlns:a16="http://schemas.microsoft.com/office/drawing/2014/main" id="{3AB268ED-92EE-4CCD-A617-EB4646E39D54}"/>
              </a:ext>
            </a:extLst>
          </p:cNvPr>
          <p:cNvSpPr>
            <a:spLocks xmlns:a="http://schemas.openxmlformats.org/drawingml/2006/main" noGrp="1"/>
          </p:cNvSpPr>
          <p:nvPr/>
        </p:nvSpPr>
        <p:spPr>
          <a:xfrm xmlns:a="http://schemas.openxmlformats.org/drawingml/2006/main">
            <a:off x="4724400" y="3581400"/>
            <a:ext cx="26003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1">
                <a:solidFill>
                  <a:srgbClr val="231F20"/>
                </a:solidFill>
                <a:latin typeface="Yu Gothic"/>
                <a:ea typeface="Yu Gothic"/>
                <a:cs typeface="Yu Gothic"/>
              </a:defRPr>
            </a:defPPr>
            <a:lvl1pPr algn="ctr">
              <a:defRPr sz="1875" b="1">
                <a:solidFill>
                  <a:srgbClr val="231F20"/>
                </a:solidFill>
                <a:latin typeface="Yu Gothic"/>
                <a:ea typeface="Yu Gothic"/>
                <a:cs typeface="Yu Gothic"/>
              </a:defRPr>
            </a:lvl1pPr>
            <a:lvl2pPr algn="ctr">
              <a:defRPr sz="1875" b="1">
                <a:solidFill>
                  <a:srgbClr val="231F20"/>
                </a:solidFill>
                <a:latin typeface="Yu Gothic"/>
                <a:ea typeface="Yu Gothic"/>
                <a:cs typeface="Yu Gothic"/>
              </a:defRPr>
            </a:lvl2pPr>
            <a:lvl3pPr algn="ctr">
              <a:defRPr sz="1875" b="1">
                <a:solidFill>
                  <a:srgbClr val="231F20"/>
                </a:solidFill>
                <a:latin typeface="Yu Gothic"/>
                <a:ea typeface="Yu Gothic"/>
                <a:cs typeface="Yu Gothic"/>
              </a:defRPr>
            </a:lvl3pPr>
            <a:lvl4pPr algn="ctr">
              <a:defRPr sz="1875" b="1">
                <a:solidFill>
                  <a:srgbClr val="231F20"/>
                </a:solidFill>
                <a:latin typeface="Yu Gothic"/>
                <a:ea typeface="Yu Gothic"/>
                <a:cs typeface="Yu Gothic"/>
              </a:defRPr>
            </a:lvl4pPr>
            <a:lvl5pPr algn="ctr">
              <a:defRPr sz="1875" b="1">
                <a:solidFill>
                  <a:srgbClr val="231F20"/>
                </a:solidFill>
                <a:latin typeface="Yu Gothic"/>
                <a:ea typeface="Yu Gothic"/>
                <a:cs typeface="Yu Gothic"/>
              </a:defRPr>
            </a:lvl5pPr>
            <a:lvl6pPr algn="ctr">
              <a:defRPr sz="1875" b="1">
                <a:solidFill>
                  <a:srgbClr val="231F20"/>
                </a:solidFill>
                <a:latin typeface="Yu Gothic"/>
                <a:ea typeface="Yu Gothic"/>
                <a:cs typeface="Yu Gothic"/>
              </a:defRPr>
            </a:lvl6pPr>
            <a:lvl7pPr algn="ctr">
              <a:defRPr sz="1875" b="1">
                <a:solidFill>
                  <a:srgbClr val="231F20"/>
                </a:solidFill>
                <a:latin typeface="Yu Gothic"/>
                <a:ea typeface="Yu Gothic"/>
                <a:cs typeface="Yu Gothic"/>
              </a:defRPr>
            </a:lvl7pPr>
            <a:lvl8pPr algn="ctr">
              <a:defRPr sz="1875" b="1">
                <a:solidFill>
                  <a:srgbClr val="231F20"/>
                </a:solidFill>
                <a:latin typeface="Yu Gothic"/>
                <a:ea typeface="Yu Gothic"/>
                <a:cs typeface="Yu Gothic"/>
              </a:defRPr>
            </a:lvl8pPr>
            <a:lvl9pPr algn="ctr">
              <a:defRPr sz="1875" b="1">
                <a:solidFill>
                  <a:srgbClr val="231F20"/>
                </a:solidFill>
                <a:latin typeface="Yu Gothic"/>
                <a:ea typeface="Yu Gothic"/>
                <a:cs typeface="Yu Gothic"/>
              </a:defRPr>
            </a:lvl9pPr>
          </a:lstStyle>
          <a:p xmlns:a="http://schemas.openxmlformats.org/drawingml/2006/main">
            <a:pPr algn="ctr">
              <a:defRPr sz="1875" b="1">
                <a:solidFill>
                  <a:srgbClr val="231F20"/>
                </a:solidFill>
                <a:latin typeface="Yu Gothic"/>
                <a:ea typeface="Yu Gothic"/>
                <a:cs typeface="Yu Gothic"/>
              </a:defRPr>
            </a:pPr>
            <a:r>
              <a:rPr sz="1875" b="1">
                <a:solidFill>
                  <a:srgbClr val="231F20"/>
                </a:solidFill>
                <a:latin typeface="Yu Gothic"/>
                <a:ea typeface="Yu Gothic"/>
                <a:cs typeface="Yu Gothic"/>
              </a:rPr>
              <a:t>次の画素の色</a:t>
            </a:r>
          </a:p>
        </p:txBody>
      </p:sp>
      <p:sp>
        <p:nvSpPr>
          <p:cNvPr id="17" name="text-582">
            <a:extLst xmlns:a="http://schemas.openxmlformats.org/drawingml/2006/main">
              <a:ext uri="{FF2B5EF4-FFF2-40B4-BE49-F238E27FC236}">
                <a16:creationId xmlns:a16="http://schemas.microsoft.com/office/drawing/2014/main" id="{952B3CC1-D665-430D-8326-318957B84A1F}"/>
              </a:ext>
            </a:extLst>
          </p:cNvPr>
          <p:cNvSpPr>
            <a:spLocks xmlns:a="http://schemas.openxmlformats.org/drawingml/2006/main" noGrp="1"/>
          </p:cNvSpPr>
          <p:nvPr/>
        </p:nvSpPr>
        <p:spPr>
          <a:xfrm xmlns:a="http://schemas.openxmlformats.org/drawingml/2006/main">
            <a:off x="4648200" y="4048125"/>
            <a:ext cx="27527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025" b="0">
                <a:solidFill>
                  <a:srgbClr val="231F20"/>
                </a:solidFill>
                <a:latin typeface="Yu Gothic"/>
                <a:ea typeface="Yu Gothic"/>
                <a:cs typeface="Yu Gothic"/>
              </a:defRPr>
            </a:defPPr>
            <a:lvl1pPr algn="ctr">
              <a:defRPr sz="2025" b="0">
                <a:solidFill>
                  <a:srgbClr val="231F20"/>
                </a:solidFill>
                <a:latin typeface="Yu Gothic"/>
                <a:ea typeface="Yu Gothic"/>
                <a:cs typeface="Yu Gothic"/>
              </a:defRPr>
            </a:lvl1pPr>
            <a:lvl2pPr algn="ctr">
              <a:defRPr sz="2025" b="0">
                <a:solidFill>
                  <a:srgbClr val="231F20"/>
                </a:solidFill>
                <a:latin typeface="Yu Gothic"/>
                <a:ea typeface="Yu Gothic"/>
                <a:cs typeface="Yu Gothic"/>
              </a:defRPr>
            </a:lvl2pPr>
            <a:lvl3pPr algn="ctr">
              <a:defRPr sz="2025" b="0">
                <a:solidFill>
                  <a:srgbClr val="231F20"/>
                </a:solidFill>
                <a:latin typeface="Yu Gothic"/>
                <a:ea typeface="Yu Gothic"/>
                <a:cs typeface="Yu Gothic"/>
              </a:defRPr>
            </a:lvl3pPr>
            <a:lvl4pPr algn="ctr">
              <a:defRPr sz="2025" b="0">
                <a:solidFill>
                  <a:srgbClr val="231F20"/>
                </a:solidFill>
                <a:latin typeface="Yu Gothic"/>
                <a:ea typeface="Yu Gothic"/>
                <a:cs typeface="Yu Gothic"/>
              </a:defRPr>
            </a:lvl4pPr>
            <a:lvl5pPr algn="ctr">
              <a:defRPr sz="2025" b="0">
                <a:solidFill>
                  <a:srgbClr val="231F20"/>
                </a:solidFill>
                <a:latin typeface="Yu Gothic"/>
                <a:ea typeface="Yu Gothic"/>
                <a:cs typeface="Yu Gothic"/>
              </a:defRPr>
            </a:lvl5pPr>
            <a:lvl6pPr algn="ctr">
              <a:defRPr sz="2025" b="0">
                <a:solidFill>
                  <a:srgbClr val="231F20"/>
                </a:solidFill>
                <a:latin typeface="Yu Gothic"/>
                <a:ea typeface="Yu Gothic"/>
                <a:cs typeface="Yu Gothic"/>
              </a:defRPr>
            </a:lvl6pPr>
            <a:lvl7pPr algn="ctr">
              <a:defRPr sz="2025" b="0">
                <a:solidFill>
                  <a:srgbClr val="231F20"/>
                </a:solidFill>
                <a:latin typeface="Yu Gothic"/>
                <a:ea typeface="Yu Gothic"/>
                <a:cs typeface="Yu Gothic"/>
              </a:defRPr>
            </a:lvl7pPr>
            <a:lvl8pPr algn="ctr">
              <a:defRPr sz="2025" b="0">
                <a:solidFill>
                  <a:srgbClr val="231F20"/>
                </a:solidFill>
                <a:latin typeface="Yu Gothic"/>
                <a:ea typeface="Yu Gothic"/>
                <a:cs typeface="Yu Gothic"/>
              </a:defRPr>
            </a:lvl8pPr>
            <a:lvl9pPr algn="ctr">
              <a:defRPr sz="2025" b="0">
                <a:solidFill>
                  <a:srgbClr val="231F20"/>
                </a:solidFill>
                <a:latin typeface="Yu Gothic"/>
                <a:ea typeface="Yu Gothic"/>
                <a:cs typeface="Yu Gothic"/>
              </a:defRPr>
            </a:lvl9pPr>
          </a:lstStyle>
          <a:p xmlns:a="http://schemas.openxmlformats.org/drawingml/2006/main">
            <a:pPr algn="ctr">
              <a:defRPr sz="2025" b="0">
                <a:solidFill>
                  <a:srgbClr val="231F20"/>
                </a:solidFill>
                <a:latin typeface="Yu Gothic"/>
                <a:ea typeface="Yu Gothic"/>
                <a:cs typeface="Yu Gothic"/>
              </a:defRPr>
            </a:pPr>
            <a:r>
              <a:rPr sz="2025" b="0">
                <a:solidFill>
                  <a:srgbClr val="231F20"/>
                </a:solidFill>
                <a:latin typeface="Yu Gothic"/>
                <a:ea typeface="Yu Gothic"/>
                <a:cs typeface="Yu Gothic"/>
              </a:rPr>
              <a:t>…</a:t>
            </a:r>
          </a:p>
        </p:txBody>
      </p:sp>
      <p:sp>
        <p:nvSpPr>
          <p:cNvPr id="18" name="text-583">
            <a:extLst xmlns:a="http://schemas.openxmlformats.org/drawingml/2006/main">
              <a:ext uri="{FF2B5EF4-FFF2-40B4-BE49-F238E27FC236}">
                <a16:creationId xmlns:a16="http://schemas.microsoft.com/office/drawing/2014/main" id="{82493303-4B67-43AC-B84E-04F5291003DC}"/>
              </a:ext>
            </a:extLst>
          </p:cNvPr>
          <p:cNvSpPr>
            <a:spLocks xmlns:a="http://schemas.openxmlformats.org/drawingml/2006/main" noGrp="1"/>
          </p:cNvSpPr>
          <p:nvPr/>
        </p:nvSpPr>
        <p:spPr>
          <a:xfrm xmlns:a="http://schemas.openxmlformats.org/drawingml/2006/main">
            <a:off x="4552950" y="4457700"/>
            <a:ext cx="2952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75" b="1">
                <a:solidFill>
                  <a:srgbClr val="231F20"/>
                </a:solidFill>
                <a:latin typeface="Yu Gothic"/>
                <a:ea typeface="Yu Gothic"/>
                <a:cs typeface="Yu Gothic"/>
              </a:defRPr>
            </a:defPPr>
            <a:lvl1pPr algn="ctr">
              <a:defRPr sz="2175" b="1">
                <a:solidFill>
                  <a:srgbClr val="231F20"/>
                </a:solidFill>
                <a:latin typeface="Yu Gothic"/>
                <a:ea typeface="Yu Gothic"/>
                <a:cs typeface="Yu Gothic"/>
              </a:defRPr>
            </a:lvl1pPr>
            <a:lvl2pPr algn="ctr">
              <a:defRPr sz="2175" b="1">
                <a:solidFill>
                  <a:srgbClr val="231F20"/>
                </a:solidFill>
                <a:latin typeface="Yu Gothic"/>
                <a:ea typeface="Yu Gothic"/>
                <a:cs typeface="Yu Gothic"/>
              </a:defRPr>
            </a:lvl2pPr>
            <a:lvl3pPr algn="ctr">
              <a:defRPr sz="2175" b="1">
                <a:solidFill>
                  <a:srgbClr val="231F20"/>
                </a:solidFill>
                <a:latin typeface="Yu Gothic"/>
                <a:ea typeface="Yu Gothic"/>
                <a:cs typeface="Yu Gothic"/>
              </a:defRPr>
            </a:lvl3pPr>
            <a:lvl4pPr algn="ctr">
              <a:defRPr sz="2175" b="1">
                <a:solidFill>
                  <a:srgbClr val="231F20"/>
                </a:solidFill>
                <a:latin typeface="Yu Gothic"/>
                <a:ea typeface="Yu Gothic"/>
                <a:cs typeface="Yu Gothic"/>
              </a:defRPr>
            </a:lvl4pPr>
            <a:lvl5pPr algn="ctr">
              <a:defRPr sz="2175" b="1">
                <a:solidFill>
                  <a:srgbClr val="231F20"/>
                </a:solidFill>
                <a:latin typeface="Yu Gothic"/>
                <a:ea typeface="Yu Gothic"/>
                <a:cs typeface="Yu Gothic"/>
              </a:defRPr>
            </a:lvl5pPr>
            <a:lvl6pPr algn="ctr">
              <a:defRPr sz="2175" b="1">
                <a:solidFill>
                  <a:srgbClr val="231F20"/>
                </a:solidFill>
                <a:latin typeface="Yu Gothic"/>
                <a:ea typeface="Yu Gothic"/>
                <a:cs typeface="Yu Gothic"/>
              </a:defRPr>
            </a:lvl6pPr>
            <a:lvl7pPr algn="ctr">
              <a:defRPr sz="2175" b="1">
                <a:solidFill>
                  <a:srgbClr val="231F20"/>
                </a:solidFill>
                <a:latin typeface="Yu Gothic"/>
                <a:ea typeface="Yu Gothic"/>
                <a:cs typeface="Yu Gothic"/>
              </a:defRPr>
            </a:lvl7pPr>
            <a:lvl8pPr algn="ctr">
              <a:defRPr sz="2175" b="1">
                <a:solidFill>
                  <a:srgbClr val="231F20"/>
                </a:solidFill>
                <a:latin typeface="Yu Gothic"/>
                <a:ea typeface="Yu Gothic"/>
                <a:cs typeface="Yu Gothic"/>
              </a:defRPr>
            </a:lvl8pPr>
            <a:lvl9pPr algn="ctr">
              <a:defRPr sz="2175" b="1">
                <a:solidFill>
                  <a:srgbClr val="231F20"/>
                </a:solidFill>
                <a:latin typeface="Yu Gothic"/>
                <a:ea typeface="Yu Gothic"/>
                <a:cs typeface="Yu Gothic"/>
              </a:defRPr>
            </a:lvl9pPr>
          </a:lstStyle>
          <a:p xmlns:a="http://schemas.openxmlformats.org/drawingml/2006/main">
            <a:pPr algn="ctr">
              <a:defRPr sz="2175" b="1">
                <a:solidFill>
                  <a:srgbClr val="231F20"/>
                </a:solidFill>
                <a:latin typeface="Yu Gothic"/>
                <a:ea typeface="Yu Gothic"/>
                <a:cs typeface="Yu Gothic"/>
              </a:defRPr>
            </a:pPr>
            <a:r>
              <a:rPr sz="2175" b="1">
                <a:solidFill>
                  <a:srgbClr val="231F20"/>
                </a:solidFill>
                <a:latin typeface="Yu Gothic"/>
                <a:ea typeface="Yu Gothic"/>
                <a:cs typeface="Yu Gothic"/>
              </a:rPr>
              <a:t>画像として保存</a:t>
            </a:r>
          </a:p>
        </p:txBody>
      </p:sp>
      <p:sp>
        <p:nvSpPr>
          <p:cNvPr id="19" name="wire-584">
            <a:extLst xmlns:a="http://schemas.openxmlformats.org/drawingml/2006/main">
              <a:ext uri="{FF2B5EF4-FFF2-40B4-BE49-F238E27FC236}">
                <a16:creationId xmlns:a16="http://schemas.microsoft.com/office/drawing/2014/main" id="{098037D5-1FCF-4374-94DB-A1D6F11E13EA}"/>
              </a:ext>
            </a:extLst>
          </p:cNvPr>
          <p:cNvSpPr>
            <a:spLocks xmlns:a="http://schemas.openxmlformats.org/drawingml/2006/main" noGrp="1"/>
          </p:cNvSpPr>
          <p:nvPr/>
        </p:nvSpPr>
        <p:spPr>
          <a:xfrm xmlns:a="http://schemas.openxmlformats.org/drawingml/2006/main">
            <a:off x="3095625" y="3448050"/>
            <a:ext cx="1238250" cy="9525"/>
          </a:xfrm>
          <a:custGeom xmlns:a="http://schemas.openxmlformats.org/drawingml/2006/main">
            <a:pathLst>
              <a:path w="1238250" h="9525">
                <a:moveTo>
                  <a:pt x="0" y="0"/>
                </a:moveTo>
                <a:lnTo>
                  <a:pt x="1238250" y="0"/>
                </a:lnTo>
              </a:path>
            </a:pathLst>
          </a:custGeom>
          <a:noFill xmlns:a="http://schemas.openxmlformats.org/drawingml/2006/main"/>
          <a:ln xmlns:a="http://schemas.openxmlformats.org/drawingml/2006/main" w="28575">
            <a:solidFill>
              <a:srgbClr val="231F20"/>
            </a:solidFill>
          </a:ln>
        </p:spPr>
      </p:sp>
      <p:sp>
        <p:nvSpPr>
          <p:cNvPr id="20" name="circuit-585">
            <a:extLst xmlns:a="http://schemas.openxmlformats.org/drawingml/2006/main">
              <a:ext uri="{FF2B5EF4-FFF2-40B4-BE49-F238E27FC236}">
                <a16:creationId xmlns:a16="http://schemas.microsoft.com/office/drawing/2014/main" id="{4FFD4134-FF53-4C83-8528-42393EBE96E1}"/>
              </a:ext>
            </a:extLst>
          </p:cNvPr>
          <p:cNvSpPr>
            <a:spLocks xmlns:a="http://schemas.openxmlformats.org/drawingml/2006/main" noGrp="1"/>
          </p:cNvSpPr>
          <p:nvPr/>
        </p:nvSpPr>
        <p:spPr>
          <a:xfrm xmlns:a="http://schemas.openxmlformats.org/drawingml/2006/main">
            <a:off x="4257675" y="341661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21" name="text-586">
            <a:extLst xmlns:a="http://schemas.openxmlformats.org/drawingml/2006/main">
              <a:ext uri="{FF2B5EF4-FFF2-40B4-BE49-F238E27FC236}">
                <a16:creationId xmlns:a16="http://schemas.microsoft.com/office/drawing/2014/main" id="{55F9A378-D6DF-4EEB-B4E9-37250F88ED58}"/>
              </a:ext>
            </a:extLst>
          </p:cNvPr>
          <p:cNvSpPr>
            <a:spLocks xmlns:a="http://schemas.openxmlformats.org/drawingml/2006/main" noGrp="1"/>
          </p:cNvSpPr>
          <p:nvPr/>
        </p:nvSpPr>
        <p:spPr>
          <a:xfrm xmlns:a="http://schemas.openxmlformats.org/drawingml/2006/main">
            <a:off x="3276600" y="2952750"/>
            <a:ext cx="914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0">
                <a:solidFill>
                  <a:srgbClr val="231F20"/>
                </a:solidFill>
                <a:latin typeface="Yu Gothic"/>
                <a:ea typeface="Yu Gothic"/>
                <a:cs typeface="Yu Gothic"/>
              </a:defRPr>
            </a:defPPr>
            <a:lvl1pPr algn="ctr">
              <a:defRPr sz="1875" b="0">
                <a:solidFill>
                  <a:srgbClr val="231F20"/>
                </a:solidFill>
                <a:latin typeface="Yu Gothic"/>
                <a:ea typeface="Yu Gothic"/>
                <a:cs typeface="Yu Gothic"/>
              </a:defRPr>
            </a:lvl1pPr>
            <a:lvl2pPr algn="ctr">
              <a:defRPr sz="1875" b="0">
                <a:solidFill>
                  <a:srgbClr val="231F20"/>
                </a:solidFill>
                <a:latin typeface="Yu Gothic"/>
                <a:ea typeface="Yu Gothic"/>
                <a:cs typeface="Yu Gothic"/>
              </a:defRPr>
            </a:lvl2pPr>
            <a:lvl3pPr algn="ctr">
              <a:defRPr sz="1875" b="0">
                <a:solidFill>
                  <a:srgbClr val="231F20"/>
                </a:solidFill>
                <a:latin typeface="Yu Gothic"/>
                <a:ea typeface="Yu Gothic"/>
                <a:cs typeface="Yu Gothic"/>
              </a:defRPr>
            </a:lvl3pPr>
            <a:lvl4pPr algn="ctr">
              <a:defRPr sz="1875" b="0">
                <a:solidFill>
                  <a:srgbClr val="231F20"/>
                </a:solidFill>
                <a:latin typeface="Yu Gothic"/>
                <a:ea typeface="Yu Gothic"/>
                <a:cs typeface="Yu Gothic"/>
              </a:defRPr>
            </a:lvl4pPr>
            <a:lvl5pPr algn="ctr">
              <a:defRPr sz="1875" b="0">
                <a:solidFill>
                  <a:srgbClr val="231F20"/>
                </a:solidFill>
                <a:latin typeface="Yu Gothic"/>
                <a:ea typeface="Yu Gothic"/>
                <a:cs typeface="Yu Gothic"/>
              </a:defRPr>
            </a:lvl5pPr>
            <a:lvl6pPr algn="ctr">
              <a:defRPr sz="1875" b="0">
                <a:solidFill>
                  <a:srgbClr val="231F20"/>
                </a:solidFill>
                <a:latin typeface="Yu Gothic"/>
                <a:ea typeface="Yu Gothic"/>
                <a:cs typeface="Yu Gothic"/>
              </a:defRPr>
            </a:lvl6pPr>
            <a:lvl7pPr algn="ctr">
              <a:defRPr sz="1875" b="0">
                <a:solidFill>
                  <a:srgbClr val="231F20"/>
                </a:solidFill>
                <a:latin typeface="Yu Gothic"/>
                <a:ea typeface="Yu Gothic"/>
                <a:cs typeface="Yu Gothic"/>
              </a:defRPr>
            </a:lvl7pPr>
            <a:lvl8pPr algn="ctr">
              <a:defRPr sz="1875" b="0">
                <a:solidFill>
                  <a:srgbClr val="231F20"/>
                </a:solidFill>
                <a:latin typeface="Yu Gothic"/>
                <a:ea typeface="Yu Gothic"/>
                <a:cs typeface="Yu Gothic"/>
              </a:defRPr>
            </a:lvl8pPr>
            <a:lvl9pPr algn="ctr">
              <a:defRPr sz="1875" b="0">
                <a:solidFill>
                  <a:srgbClr val="231F20"/>
                </a:solidFill>
                <a:latin typeface="Yu Gothic"/>
                <a:ea typeface="Yu Gothic"/>
                <a:cs typeface="Yu Gothic"/>
              </a:defRPr>
            </a:lvl9pPr>
          </a:lstStyle>
          <a:p xmlns:a="http://schemas.openxmlformats.org/drawingml/2006/main">
            <a:pPr algn="ctr">
              <a:defRPr sz="1875" b="0">
                <a:solidFill>
                  <a:srgbClr val="231F20"/>
                </a:solidFill>
                <a:latin typeface="Yu Gothic"/>
                <a:ea typeface="Yu Gothic"/>
                <a:cs typeface="Yu Gothic"/>
              </a:defRPr>
            </a:pPr>
            <a:r>
              <a:rPr sz="1875" b="0">
                <a:solidFill>
                  <a:srgbClr val="231F20"/>
                </a:solidFill>
                <a:latin typeface="Yu Gothic"/>
                <a:ea typeface="Yu Gothic"/>
                <a:cs typeface="Yu Gothic"/>
              </a:rPr>
              <a:t>書く</a:t>
            </a:r>
          </a:p>
        </p:txBody>
      </p:sp>
      <p:sp>
        <p:nvSpPr>
          <p:cNvPr id="22" name="block-587">
            <a:extLst xmlns:a="http://schemas.openxmlformats.org/drawingml/2006/main">
              <a:ext uri="{FF2B5EF4-FFF2-40B4-BE49-F238E27FC236}">
                <a16:creationId xmlns:a16="http://schemas.microsoft.com/office/drawing/2014/main" id="{40FCA6C1-B7FA-4F98-A8A5-B6DE26296562}"/>
              </a:ext>
            </a:extLst>
          </p:cNvPr>
          <p:cNvSpPr>
            <a:spLocks xmlns:a="http://schemas.openxmlformats.org/drawingml/2006/main" noGrp="1"/>
          </p:cNvSpPr>
          <p:nvPr/>
        </p:nvSpPr>
        <p:spPr>
          <a:xfrm xmlns:a="http://schemas.openxmlformats.org/drawingml/2006/main">
            <a:off x="9134475" y="2924175"/>
            <a:ext cx="2447925" cy="104775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23" name="text-588">
            <a:extLst xmlns:a="http://schemas.openxmlformats.org/drawingml/2006/main">
              <a:ext uri="{FF2B5EF4-FFF2-40B4-BE49-F238E27FC236}">
                <a16:creationId xmlns:a16="http://schemas.microsoft.com/office/drawing/2014/main" id="{B14E023B-5B55-4FAB-BAD2-BF319058D0DC}"/>
              </a:ext>
            </a:extLst>
          </p:cNvPr>
          <p:cNvSpPr>
            <a:spLocks xmlns:a="http://schemas.openxmlformats.org/drawingml/2006/main" noGrp="1"/>
          </p:cNvSpPr>
          <p:nvPr/>
        </p:nvSpPr>
        <p:spPr>
          <a:xfrm xmlns:a="http://schemas.openxmlformats.org/drawingml/2006/main">
            <a:off x="9210675" y="2981325"/>
            <a:ext cx="229552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75" b="1">
                <a:solidFill>
                  <a:srgbClr val="231F20"/>
                </a:solidFill>
                <a:latin typeface="Yu Gothic"/>
                <a:ea typeface="Yu Gothic"/>
                <a:cs typeface="Yu Gothic"/>
              </a:defRPr>
            </a:defPPr>
            <a:lvl1pPr algn="ctr">
              <a:defRPr sz="2175" b="1">
                <a:solidFill>
                  <a:srgbClr val="231F20"/>
                </a:solidFill>
                <a:latin typeface="Yu Gothic"/>
                <a:ea typeface="Yu Gothic"/>
                <a:cs typeface="Yu Gothic"/>
              </a:defRPr>
            </a:lvl1pPr>
            <a:lvl2pPr algn="ctr">
              <a:defRPr sz="2175" b="1">
                <a:solidFill>
                  <a:srgbClr val="231F20"/>
                </a:solidFill>
                <a:latin typeface="Yu Gothic"/>
                <a:ea typeface="Yu Gothic"/>
                <a:cs typeface="Yu Gothic"/>
              </a:defRPr>
            </a:lvl2pPr>
            <a:lvl3pPr algn="ctr">
              <a:defRPr sz="2175" b="1">
                <a:solidFill>
                  <a:srgbClr val="231F20"/>
                </a:solidFill>
                <a:latin typeface="Yu Gothic"/>
                <a:ea typeface="Yu Gothic"/>
                <a:cs typeface="Yu Gothic"/>
              </a:defRPr>
            </a:lvl3pPr>
            <a:lvl4pPr algn="ctr">
              <a:defRPr sz="2175" b="1">
                <a:solidFill>
                  <a:srgbClr val="231F20"/>
                </a:solidFill>
                <a:latin typeface="Yu Gothic"/>
                <a:ea typeface="Yu Gothic"/>
                <a:cs typeface="Yu Gothic"/>
              </a:defRPr>
            </a:lvl4pPr>
            <a:lvl5pPr algn="ctr">
              <a:defRPr sz="2175" b="1">
                <a:solidFill>
                  <a:srgbClr val="231F20"/>
                </a:solidFill>
                <a:latin typeface="Yu Gothic"/>
                <a:ea typeface="Yu Gothic"/>
                <a:cs typeface="Yu Gothic"/>
              </a:defRPr>
            </a:lvl5pPr>
            <a:lvl6pPr algn="ctr">
              <a:defRPr sz="2175" b="1">
                <a:solidFill>
                  <a:srgbClr val="231F20"/>
                </a:solidFill>
                <a:latin typeface="Yu Gothic"/>
                <a:ea typeface="Yu Gothic"/>
                <a:cs typeface="Yu Gothic"/>
              </a:defRPr>
            </a:lvl6pPr>
            <a:lvl7pPr algn="ctr">
              <a:defRPr sz="2175" b="1">
                <a:solidFill>
                  <a:srgbClr val="231F20"/>
                </a:solidFill>
                <a:latin typeface="Yu Gothic"/>
                <a:ea typeface="Yu Gothic"/>
                <a:cs typeface="Yu Gothic"/>
              </a:defRPr>
            </a:lvl7pPr>
            <a:lvl8pPr algn="ctr">
              <a:defRPr sz="2175" b="1">
                <a:solidFill>
                  <a:srgbClr val="231F20"/>
                </a:solidFill>
                <a:latin typeface="Yu Gothic"/>
                <a:ea typeface="Yu Gothic"/>
                <a:cs typeface="Yu Gothic"/>
              </a:defRPr>
            </a:lvl8pPr>
            <a:lvl9pPr algn="ctr">
              <a:defRPr sz="2175" b="1">
                <a:solidFill>
                  <a:srgbClr val="231F20"/>
                </a:solidFill>
                <a:latin typeface="Yu Gothic"/>
                <a:ea typeface="Yu Gothic"/>
                <a:cs typeface="Yu Gothic"/>
              </a:defRPr>
            </a:lvl9pPr>
          </a:lstStyle>
          <a:p xmlns:a="http://schemas.openxmlformats.org/drawingml/2006/main">
            <a:pPr algn="ctr">
              <a:defRPr sz="2175" b="1">
                <a:solidFill>
                  <a:srgbClr val="231F20"/>
                </a:solidFill>
                <a:latin typeface="Yu Gothic"/>
                <a:ea typeface="Yu Gothic"/>
                <a:cs typeface="Yu Gothic"/>
              </a:defRPr>
            </a:pPr>
            <a:r>
              <a:rPr sz="2175" b="1">
                <a:solidFill>
                  <a:srgbClr val="231F20"/>
                </a:solidFill>
                <a:latin typeface="Yu Gothic"/>
                <a:ea typeface="Yu Gothic"/>
                <a:cs typeface="Yu Gothic"/>
              </a:rPr>
              <a:t>表示回路</a:t>
            </a:r>
          </a:p>
          <a:p xmlns:a="http://schemas.openxmlformats.org/drawingml/2006/main">
            <a:pPr algn="ctr">
              <a:defRPr sz="2175" b="1">
                <a:solidFill>
                  <a:srgbClr val="231F20"/>
                </a:solidFill>
                <a:latin typeface="Yu Gothic"/>
                <a:ea typeface="Yu Gothic"/>
                <a:cs typeface="Yu Gothic"/>
              </a:defRPr>
            </a:pPr>
            <a:r>
              <a:rPr sz="2175" b="1">
                <a:solidFill>
                  <a:srgbClr val="231F20"/>
                </a:solidFill>
                <a:latin typeface="Yu Gothic"/>
                <a:ea typeface="Yu Gothic"/>
                <a:cs typeface="Yu Gothic"/>
              </a:rPr>
              <a:t>画素を順に送る</a:t>
            </a:r>
          </a:p>
        </p:txBody>
      </p:sp>
      <p:sp>
        <p:nvSpPr>
          <p:cNvPr id="24" name="wire-589">
            <a:extLst xmlns:a="http://schemas.openxmlformats.org/drawingml/2006/main">
              <a:ext uri="{FF2B5EF4-FFF2-40B4-BE49-F238E27FC236}">
                <a16:creationId xmlns:a16="http://schemas.microsoft.com/office/drawing/2014/main" id="{6095C1B6-961F-4990-B783-5ABAAEC20D74}"/>
              </a:ext>
            </a:extLst>
          </p:cNvPr>
          <p:cNvSpPr>
            <a:spLocks xmlns:a="http://schemas.openxmlformats.org/drawingml/2006/main" noGrp="1"/>
          </p:cNvSpPr>
          <p:nvPr/>
        </p:nvSpPr>
        <p:spPr>
          <a:xfrm xmlns:a="http://schemas.openxmlformats.org/drawingml/2006/main">
            <a:off x="7724775" y="3448050"/>
            <a:ext cx="1409700" cy="9525"/>
          </a:xfrm>
          <a:custGeom xmlns:a="http://schemas.openxmlformats.org/drawingml/2006/main">
            <a:pathLst>
              <a:path w="1409700" h="9525">
                <a:moveTo>
                  <a:pt x="0" y="0"/>
                </a:moveTo>
                <a:lnTo>
                  <a:pt x="1409700" y="0"/>
                </a:lnTo>
              </a:path>
            </a:pathLst>
          </a:custGeom>
          <a:noFill xmlns:a="http://schemas.openxmlformats.org/drawingml/2006/main"/>
          <a:ln xmlns:a="http://schemas.openxmlformats.org/drawingml/2006/main" w="28575">
            <a:solidFill>
              <a:srgbClr val="231F20"/>
            </a:solidFill>
          </a:ln>
        </p:spPr>
      </p:sp>
      <p:sp>
        <p:nvSpPr>
          <p:cNvPr id="25" name="circuit-590">
            <a:extLst xmlns:a="http://schemas.openxmlformats.org/drawingml/2006/main">
              <a:ext uri="{FF2B5EF4-FFF2-40B4-BE49-F238E27FC236}">
                <a16:creationId xmlns:a16="http://schemas.microsoft.com/office/drawing/2014/main" id="{13CA240F-F14A-452F-9BD0-0ED1D83D48A1}"/>
              </a:ext>
            </a:extLst>
          </p:cNvPr>
          <p:cNvSpPr>
            <a:spLocks xmlns:a="http://schemas.openxmlformats.org/drawingml/2006/main" noGrp="1"/>
          </p:cNvSpPr>
          <p:nvPr/>
        </p:nvSpPr>
        <p:spPr>
          <a:xfrm xmlns:a="http://schemas.openxmlformats.org/drawingml/2006/main">
            <a:off x="9058275" y="341661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26" name="text-591">
            <a:extLst xmlns:a="http://schemas.openxmlformats.org/drawingml/2006/main">
              <a:ext uri="{FF2B5EF4-FFF2-40B4-BE49-F238E27FC236}">
                <a16:creationId xmlns:a16="http://schemas.microsoft.com/office/drawing/2014/main" id="{C48BACAD-7154-4D14-AC27-BA4610D1AE6D}"/>
              </a:ext>
            </a:extLst>
          </p:cNvPr>
          <p:cNvSpPr>
            <a:spLocks xmlns:a="http://schemas.openxmlformats.org/drawingml/2006/main" noGrp="1"/>
          </p:cNvSpPr>
          <p:nvPr/>
        </p:nvSpPr>
        <p:spPr>
          <a:xfrm xmlns:a="http://schemas.openxmlformats.org/drawingml/2006/main">
            <a:off x="7981950" y="2952750"/>
            <a:ext cx="895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0">
                <a:solidFill>
                  <a:srgbClr val="231F20"/>
                </a:solidFill>
                <a:latin typeface="Yu Gothic"/>
                <a:ea typeface="Yu Gothic"/>
                <a:cs typeface="Yu Gothic"/>
              </a:defRPr>
            </a:defPPr>
            <a:lvl1pPr algn="ctr">
              <a:defRPr sz="1875" b="0">
                <a:solidFill>
                  <a:srgbClr val="231F20"/>
                </a:solidFill>
                <a:latin typeface="Yu Gothic"/>
                <a:ea typeface="Yu Gothic"/>
                <a:cs typeface="Yu Gothic"/>
              </a:defRPr>
            </a:lvl1pPr>
            <a:lvl2pPr algn="ctr">
              <a:defRPr sz="1875" b="0">
                <a:solidFill>
                  <a:srgbClr val="231F20"/>
                </a:solidFill>
                <a:latin typeface="Yu Gothic"/>
                <a:ea typeface="Yu Gothic"/>
                <a:cs typeface="Yu Gothic"/>
              </a:defRPr>
            </a:lvl2pPr>
            <a:lvl3pPr algn="ctr">
              <a:defRPr sz="1875" b="0">
                <a:solidFill>
                  <a:srgbClr val="231F20"/>
                </a:solidFill>
                <a:latin typeface="Yu Gothic"/>
                <a:ea typeface="Yu Gothic"/>
                <a:cs typeface="Yu Gothic"/>
              </a:defRPr>
            </a:lvl3pPr>
            <a:lvl4pPr algn="ctr">
              <a:defRPr sz="1875" b="0">
                <a:solidFill>
                  <a:srgbClr val="231F20"/>
                </a:solidFill>
                <a:latin typeface="Yu Gothic"/>
                <a:ea typeface="Yu Gothic"/>
                <a:cs typeface="Yu Gothic"/>
              </a:defRPr>
            </a:lvl4pPr>
            <a:lvl5pPr algn="ctr">
              <a:defRPr sz="1875" b="0">
                <a:solidFill>
                  <a:srgbClr val="231F20"/>
                </a:solidFill>
                <a:latin typeface="Yu Gothic"/>
                <a:ea typeface="Yu Gothic"/>
                <a:cs typeface="Yu Gothic"/>
              </a:defRPr>
            </a:lvl5pPr>
            <a:lvl6pPr algn="ctr">
              <a:defRPr sz="1875" b="0">
                <a:solidFill>
                  <a:srgbClr val="231F20"/>
                </a:solidFill>
                <a:latin typeface="Yu Gothic"/>
                <a:ea typeface="Yu Gothic"/>
                <a:cs typeface="Yu Gothic"/>
              </a:defRPr>
            </a:lvl6pPr>
            <a:lvl7pPr algn="ctr">
              <a:defRPr sz="1875" b="0">
                <a:solidFill>
                  <a:srgbClr val="231F20"/>
                </a:solidFill>
                <a:latin typeface="Yu Gothic"/>
                <a:ea typeface="Yu Gothic"/>
                <a:cs typeface="Yu Gothic"/>
              </a:defRPr>
            </a:lvl7pPr>
            <a:lvl8pPr algn="ctr">
              <a:defRPr sz="1875" b="0">
                <a:solidFill>
                  <a:srgbClr val="231F20"/>
                </a:solidFill>
                <a:latin typeface="Yu Gothic"/>
                <a:ea typeface="Yu Gothic"/>
                <a:cs typeface="Yu Gothic"/>
              </a:defRPr>
            </a:lvl8pPr>
            <a:lvl9pPr algn="ctr">
              <a:defRPr sz="1875" b="0">
                <a:solidFill>
                  <a:srgbClr val="231F20"/>
                </a:solidFill>
                <a:latin typeface="Yu Gothic"/>
                <a:ea typeface="Yu Gothic"/>
                <a:cs typeface="Yu Gothic"/>
              </a:defRPr>
            </a:lvl9pPr>
          </a:lstStyle>
          <a:p xmlns:a="http://schemas.openxmlformats.org/drawingml/2006/main">
            <a:pPr algn="ctr">
              <a:defRPr sz="1875" b="0">
                <a:solidFill>
                  <a:srgbClr val="231F20"/>
                </a:solidFill>
                <a:latin typeface="Yu Gothic"/>
                <a:ea typeface="Yu Gothic"/>
                <a:cs typeface="Yu Gothic"/>
              </a:defRPr>
            </a:pPr>
            <a:r>
              <a:rPr sz="1875" b="0">
                <a:solidFill>
                  <a:srgbClr val="231F20"/>
                </a:solidFill>
                <a:latin typeface="Yu Gothic"/>
                <a:ea typeface="Yu Gothic"/>
                <a:cs typeface="Yu Gothic"/>
              </a:rPr>
              <a:t>読む</a:t>
            </a:r>
          </a:p>
        </p:txBody>
      </p:sp>
      <p:sp>
        <p:nvSpPr>
          <p:cNvPr id="27" name="wire-592">
            <a:extLst xmlns:a="http://schemas.openxmlformats.org/drawingml/2006/main">
              <a:ext uri="{FF2B5EF4-FFF2-40B4-BE49-F238E27FC236}">
                <a16:creationId xmlns:a16="http://schemas.microsoft.com/office/drawing/2014/main" id="{EFAAC815-52D7-42AC-86DB-81454489F9DD}"/>
              </a:ext>
            </a:extLst>
          </p:cNvPr>
          <p:cNvSpPr>
            <a:spLocks xmlns:a="http://schemas.openxmlformats.org/drawingml/2006/main" noGrp="1"/>
          </p:cNvSpPr>
          <p:nvPr/>
        </p:nvSpPr>
        <p:spPr>
          <a:xfrm xmlns:a="http://schemas.openxmlformats.org/drawingml/2006/main">
            <a:off x="10353675" y="3971925"/>
            <a:ext cx="9525" cy="942975"/>
          </a:xfrm>
          <a:custGeom xmlns:a="http://schemas.openxmlformats.org/drawingml/2006/main">
            <a:pathLst>
              <a:path w="9525" h="942975">
                <a:moveTo>
                  <a:pt x="0" y="0"/>
                </a:moveTo>
                <a:lnTo>
                  <a:pt x="0" y="942975"/>
                </a:lnTo>
              </a:path>
            </a:pathLst>
          </a:custGeom>
          <a:noFill xmlns:a="http://schemas.openxmlformats.org/drawingml/2006/main"/>
          <a:ln xmlns:a="http://schemas.openxmlformats.org/drawingml/2006/main" w="28575">
            <a:solidFill>
              <a:srgbClr val="231F20"/>
            </a:solidFill>
          </a:ln>
        </p:spPr>
      </p:sp>
      <p:sp>
        <p:nvSpPr>
          <p:cNvPr id="28" name="circuit-593">
            <a:extLst xmlns:a="http://schemas.openxmlformats.org/drawingml/2006/main">
              <a:ext uri="{FF2B5EF4-FFF2-40B4-BE49-F238E27FC236}">
                <a16:creationId xmlns:a16="http://schemas.microsoft.com/office/drawing/2014/main" id="{477FB3CE-FDA8-46DB-8DA6-C0A39CEF2C93}"/>
              </a:ext>
            </a:extLst>
          </p:cNvPr>
          <p:cNvSpPr>
            <a:spLocks xmlns:a="http://schemas.openxmlformats.org/drawingml/2006/main" noGrp="1"/>
          </p:cNvSpPr>
          <p:nvPr/>
        </p:nvSpPr>
        <p:spPr>
          <a:xfrm xmlns:a="http://schemas.openxmlformats.org/drawingml/2006/main">
            <a:off x="10322243" y="4838700"/>
            <a:ext cx="62865" cy="76200"/>
          </a:xfrm>
          <a:custGeom xmlns:a="http://schemas.openxmlformats.org/drawingml/2006/main">
            <a:pathLst>
              <a:path w="62865" h="76200">
                <a:moveTo>
                  <a:pt x="31432" y="76200"/>
                </a:moveTo>
                <a:lnTo>
                  <a:pt x="62865" y="0"/>
                </a:lnTo>
                <a:lnTo>
                  <a:pt x="0" y="0"/>
                </a:lnTo>
                <a:close/>
              </a:path>
            </a:pathLst>
          </a:custGeom>
          <a:solidFill xmlns:a="http://schemas.openxmlformats.org/drawingml/2006/main">
            <a:srgbClr val="231F20"/>
          </a:solidFill>
          <a:ln xmlns:a="http://schemas.openxmlformats.org/drawingml/2006/main" w="9525">
            <a:solidFill>
              <a:srgbClr val="231F20"/>
            </a:solidFill>
          </a:ln>
        </p:spPr>
      </p:sp>
      <p:sp>
        <p:nvSpPr>
          <p:cNvPr id="29" name="block-594">
            <a:extLst xmlns:a="http://schemas.openxmlformats.org/drawingml/2006/main">
              <a:ext uri="{FF2B5EF4-FFF2-40B4-BE49-F238E27FC236}">
                <a16:creationId xmlns:a16="http://schemas.microsoft.com/office/drawing/2014/main" id="{F8AC78EE-4DE0-4812-80A4-21B6657053DD}"/>
              </a:ext>
            </a:extLst>
          </p:cNvPr>
          <p:cNvSpPr>
            <a:spLocks xmlns:a="http://schemas.openxmlformats.org/drawingml/2006/main" noGrp="1"/>
          </p:cNvSpPr>
          <p:nvPr/>
        </p:nvSpPr>
        <p:spPr>
          <a:xfrm xmlns:a="http://schemas.openxmlformats.org/drawingml/2006/main">
            <a:off x="9134475" y="4914900"/>
            <a:ext cx="2447925" cy="59055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30" name="text-595">
            <a:extLst xmlns:a="http://schemas.openxmlformats.org/drawingml/2006/main">
              <a:ext uri="{FF2B5EF4-FFF2-40B4-BE49-F238E27FC236}">
                <a16:creationId xmlns:a16="http://schemas.microsoft.com/office/drawing/2014/main" id="{50D505CA-28C5-4167-8313-1E4A595D5996}"/>
              </a:ext>
            </a:extLst>
          </p:cNvPr>
          <p:cNvSpPr>
            <a:spLocks xmlns:a="http://schemas.openxmlformats.org/drawingml/2006/main" noGrp="1"/>
          </p:cNvSpPr>
          <p:nvPr/>
        </p:nvSpPr>
        <p:spPr>
          <a:xfrm xmlns:a="http://schemas.openxmlformats.org/drawingml/2006/main">
            <a:off x="9210675" y="4972050"/>
            <a:ext cx="22955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00" b="1">
                <a:solidFill>
                  <a:srgbClr val="231F20"/>
                </a:solidFill>
                <a:latin typeface="Yu Gothic"/>
                <a:ea typeface="Yu Gothic"/>
                <a:cs typeface="Yu Gothic"/>
              </a:defRPr>
            </a:defPPr>
            <a:lvl1pPr algn="ctr">
              <a:defRPr sz="2100" b="1">
                <a:solidFill>
                  <a:srgbClr val="231F20"/>
                </a:solidFill>
                <a:latin typeface="Yu Gothic"/>
                <a:ea typeface="Yu Gothic"/>
                <a:cs typeface="Yu Gothic"/>
              </a:defRPr>
            </a:lvl1pPr>
            <a:lvl2pPr algn="ctr">
              <a:defRPr sz="2100" b="1">
                <a:solidFill>
                  <a:srgbClr val="231F20"/>
                </a:solidFill>
                <a:latin typeface="Yu Gothic"/>
                <a:ea typeface="Yu Gothic"/>
                <a:cs typeface="Yu Gothic"/>
              </a:defRPr>
            </a:lvl2pPr>
            <a:lvl3pPr algn="ctr">
              <a:defRPr sz="2100" b="1">
                <a:solidFill>
                  <a:srgbClr val="231F20"/>
                </a:solidFill>
                <a:latin typeface="Yu Gothic"/>
                <a:ea typeface="Yu Gothic"/>
                <a:cs typeface="Yu Gothic"/>
              </a:defRPr>
            </a:lvl3pPr>
            <a:lvl4pPr algn="ctr">
              <a:defRPr sz="2100" b="1">
                <a:solidFill>
                  <a:srgbClr val="231F20"/>
                </a:solidFill>
                <a:latin typeface="Yu Gothic"/>
                <a:ea typeface="Yu Gothic"/>
                <a:cs typeface="Yu Gothic"/>
              </a:defRPr>
            </a:lvl4pPr>
            <a:lvl5pPr algn="ctr">
              <a:defRPr sz="2100" b="1">
                <a:solidFill>
                  <a:srgbClr val="231F20"/>
                </a:solidFill>
                <a:latin typeface="Yu Gothic"/>
                <a:ea typeface="Yu Gothic"/>
                <a:cs typeface="Yu Gothic"/>
              </a:defRPr>
            </a:lvl5pPr>
            <a:lvl6pPr algn="ctr">
              <a:defRPr sz="2100" b="1">
                <a:solidFill>
                  <a:srgbClr val="231F20"/>
                </a:solidFill>
                <a:latin typeface="Yu Gothic"/>
                <a:ea typeface="Yu Gothic"/>
                <a:cs typeface="Yu Gothic"/>
              </a:defRPr>
            </a:lvl6pPr>
            <a:lvl7pPr algn="ctr">
              <a:defRPr sz="2100" b="1">
                <a:solidFill>
                  <a:srgbClr val="231F20"/>
                </a:solidFill>
                <a:latin typeface="Yu Gothic"/>
                <a:ea typeface="Yu Gothic"/>
                <a:cs typeface="Yu Gothic"/>
              </a:defRPr>
            </a:lvl7pPr>
            <a:lvl8pPr algn="ctr">
              <a:defRPr sz="2100" b="1">
                <a:solidFill>
                  <a:srgbClr val="231F20"/>
                </a:solidFill>
                <a:latin typeface="Yu Gothic"/>
                <a:ea typeface="Yu Gothic"/>
                <a:cs typeface="Yu Gothic"/>
              </a:defRPr>
            </a:lvl8pPr>
            <a:lvl9pPr algn="ctr">
              <a:defRPr sz="2100" b="1">
                <a:solidFill>
                  <a:srgbClr val="231F20"/>
                </a:solidFill>
                <a:latin typeface="Yu Gothic"/>
                <a:ea typeface="Yu Gothic"/>
                <a:cs typeface="Yu Gothic"/>
              </a:defRPr>
            </a:lvl9pPr>
          </a:lstStyle>
          <a:p xmlns:a="http://schemas.openxmlformats.org/drawingml/2006/main">
            <a:pPr algn="ctr">
              <a:defRPr sz="2100" b="1">
                <a:solidFill>
                  <a:srgbClr val="231F20"/>
                </a:solidFill>
                <a:latin typeface="Yu Gothic"/>
                <a:ea typeface="Yu Gothic"/>
                <a:cs typeface="Yu Gothic"/>
              </a:defRPr>
            </a:pPr>
            <a:r>
              <a:rPr sz="2100" b="1">
                <a:solidFill>
                  <a:srgbClr val="231F20"/>
                </a:solidFill>
                <a:latin typeface="Yu Gothic"/>
                <a:ea typeface="Yu Gothic"/>
                <a:cs typeface="Yu Gothic"/>
              </a:rPr>
              <a:t>HDMI端子</a:t>
            </a:r>
          </a:p>
        </p:txBody>
      </p:sp>
      <p:sp>
        <p:nvSpPr>
          <p:cNvPr id="31" name="text-596">
            <a:extLst xmlns:a="http://schemas.openxmlformats.org/drawingml/2006/main">
              <a:ext uri="{FF2B5EF4-FFF2-40B4-BE49-F238E27FC236}">
                <a16:creationId xmlns:a16="http://schemas.microsoft.com/office/drawing/2014/main" id="{F0A0DE4B-E619-4665-A971-9CA5F2AA2A93}"/>
              </a:ext>
            </a:extLst>
          </p:cNvPr>
          <p:cNvSpPr>
            <a:spLocks xmlns:a="http://schemas.openxmlformats.org/drawingml/2006/main" noGrp="1"/>
          </p:cNvSpPr>
          <p:nvPr/>
        </p:nvSpPr>
        <p:spPr>
          <a:xfrm xmlns:a="http://schemas.openxmlformats.org/drawingml/2006/main">
            <a:off x="609600" y="57054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75" b="1">
                <a:solidFill>
                  <a:srgbClr val="231F20"/>
                </a:solidFill>
                <a:latin typeface="Yu Gothic"/>
                <a:ea typeface="Yu Gothic"/>
                <a:cs typeface="Yu Gothic"/>
              </a:defRPr>
            </a:defPPr>
            <a:lvl1pPr algn="l">
              <a:defRPr sz="2175" b="1">
                <a:solidFill>
                  <a:srgbClr val="231F20"/>
                </a:solidFill>
                <a:latin typeface="Yu Gothic"/>
                <a:ea typeface="Yu Gothic"/>
                <a:cs typeface="Yu Gothic"/>
              </a:defRPr>
            </a:lvl1pPr>
            <a:lvl2pPr algn="l">
              <a:defRPr sz="2175" b="1">
                <a:solidFill>
                  <a:srgbClr val="231F20"/>
                </a:solidFill>
                <a:latin typeface="Yu Gothic"/>
                <a:ea typeface="Yu Gothic"/>
                <a:cs typeface="Yu Gothic"/>
              </a:defRPr>
            </a:lvl2pPr>
            <a:lvl3pPr algn="l">
              <a:defRPr sz="2175" b="1">
                <a:solidFill>
                  <a:srgbClr val="231F20"/>
                </a:solidFill>
                <a:latin typeface="Yu Gothic"/>
                <a:ea typeface="Yu Gothic"/>
                <a:cs typeface="Yu Gothic"/>
              </a:defRPr>
            </a:lvl3pPr>
            <a:lvl4pPr algn="l">
              <a:defRPr sz="2175" b="1">
                <a:solidFill>
                  <a:srgbClr val="231F20"/>
                </a:solidFill>
                <a:latin typeface="Yu Gothic"/>
                <a:ea typeface="Yu Gothic"/>
                <a:cs typeface="Yu Gothic"/>
              </a:defRPr>
            </a:lvl4pPr>
            <a:lvl5pPr algn="l">
              <a:defRPr sz="2175" b="1">
                <a:solidFill>
                  <a:srgbClr val="231F20"/>
                </a:solidFill>
                <a:latin typeface="Yu Gothic"/>
                <a:ea typeface="Yu Gothic"/>
                <a:cs typeface="Yu Gothic"/>
              </a:defRPr>
            </a:lvl5pPr>
            <a:lvl6pPr algn="l">
              <a:defRPr sz="2175" b="1">
                <a:solidFill>
                  <a:srgbClr val="231F20"/>
                </a:solidFill>
                <a:latin typeface="Yu Gothic"/>
                <a:ea typeface="Yu Gothic"/>
                <a:cs typeface="Yu Gothic"/>
              </a:defRPr>
            </a:lvl6pPr>
            <a:lvl7pPr algn="l">
              <a:defRPr sz="2175" b="1">
                <a:solidFill>
                  <a:srgbClr val="231F20"/>
                </a:solidFill>
                <a:latin typeface="Yu Gothic"/>
                <a:ea typeface="Yu Gothic"/>
                <a:cs typeface="Yu Gothic"/>
              </a:defRPr>
            </a:lvl7pPr>
            <a:lvl8pPr algn="l">
              <a:defRPr sz="2175" b="1">
                <a:solidFill>
                  <a:srgbClr val="231F20"/>
                </a:solidFill>
                <a:latin typeface="Yu Gothic"/>
                <a:ea typeface="Yu Gothic"/>
                <a:cs typeface="Yu Gothic"/>
              </a:defRPr>
            </a:lvl8pPr>
            <a:lvl9pPr algn="l">
              <a:defRPr sz="2175" b="1">
                <a:solidFill>
                  <a:srgbClr val="231F20"/>
                </a:solidFill>
                <a:latin typeface="Yu Gothic"/>
                <a:ea typeface="Yu Gothic"/>
                <a:cs typeface="Yu Gothic"/>
              </a:defRPr>
            </a:lvl9pPr>
          </a:lstStyle>
          <a:p xmlns:a="http://schemas.openxmlformats.org/drawingml/2006/main">
            <a:pPr algn="l">
              <a:defRPr sz="2175" b="1">
                <a:solidFill>
                  <a:srgbClr val="231F20"/>
                </a:solidFill>
                <a:latin typeface="Yu Gothic"/>
                <a:ea typeface="Yu Gothic"/>
                <a:cs typeface="Yu Gothic"/>
              </a:defRPr>
            </a:pPr>
            <a:r>
              <a:rPr sz="2175" b="1">
                <a:solidFill>
                  <a:srgbClr val="231F20"/>
                </a:solidFill>
                <a:latin typeface="Yu Gothic"/>
                <a:ea typeface="Yu Gothic"/>
                <a:cs typeface="Yu Gothic"/>
              </a:rPr>
              <a:t>FIFOへ語を渡せたことと、描画が終わったことは別</a:t>
            </a:r>
          </a:p>
        </p:txBody>
      </p:sp>
      <p:sp>
        <p:nvSpPr>
          <p:cNvPr id="32" name="text-597">
            <a:extLst xmlns:a="http://schemas.openxmlformats.org/drawingml/2006/main">
              <a:ext uri="{FF2B5EF4-FFF2-40B4-BE49-F238E27FC236}">
                <a16:creationId xmlns:a16="http://schemas.microsoft.com/office/drawing/2014/main" id="{58EE5522-9B15-41B9-8766-25AAE1719A88}"/>
              </a:ext>
            </a:extLst>
          </p:cNvPr>
          <p:cNvSpPr>
            <a:spLocks xmlns:a="http://schemas.openxmlformats.org/drawingml/2006/main" noGrp="1"/>
          </p:cNvSpPr>
          <p:nvPr/>
        </p:nvSpPr>
        <p:spPr>
          <a:xfrm xmlns:a="http://schemas.openxmlformats.org/drawingml/2006/main">
            <a:off x="609600" y="6334125"/>
            <a:ext cx="6000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1">
                <a:solidFill>
                  <a:srgbClr val="0078BA"/>
                </a:solidFill>
                <a:latin typeface="Yu Gothic"/>
                <a:ea typeface="Yu Gothic"/>
                <a:cs typeface="Yu Gothic"/>
              </a:defRPr>
            </a:defPPr>
            <a:lvl1pPr algn="l">
              <a:defRPr sz="1275" b="1">
                <a:solidFill>
                  <a:srgbClr val="0078BA"/>
                </a:solidFill>
                <a:latin typeface="Yu Gothic"/>
                <a:ea typeface="Yu Gothic"/>
                <a:cs typeface="Yu Gothic"/>
              </a:defRPr>
            </a:lvl1pPr>
            <a:lvl2pPr algn="l">
              <a:defRPr sz="1275" b="1">
                <a:solidFill>
                  <a:srgbClr val="0078BA"/>
                </a:solidFill>
                <a:latin typeface="Yu Gothic"/>
                <a:ea typeface="Yu Gothic"/>
                <a:cs typeface="Yu Gothic"/>
              </a:defRPr>
            </a:lvl2pPr>
            <a:lvl3pPr algn="l">
              <a:defRPr sz="1275" b="1">
                <a:solidFill>
                  <a:srgbClr val="0078BA"/>
                </a:solidFill>
                <a:latin typeface="Yu Gothic"/>
                <a:ea typeface="Yu Gothic"/>
                <a:cs typeface="Yu Gothic"/>
              </a:defRPr>
            </a:lvl3pPr>
            <a:lvl4pPr algn="l">
              <a:defRPr sz="1275" b="1">
                <a:solidFill>
                  <a:srgbClr val="0078BA"/>
                </a:solidFill>
                <a:latin typeface="Yu Gothic"/>
                <a:ea typeface="Yu Gothic"/>
                <a:cs typeface="Yu Gothic"/>
              </a:defRPr>
            </a:lvl4pPr>
            <a:lvl5pPr algn="l">
              <a:defRPr sz="1275" b="1">
                <a:solidFill>
                  <a:srgbClr val="0078BA"/>
                </a:solidFill>
                <a:latin typeface="Yu Gothic"/>
                <a:ea typeface="Yu Gothic"/>
                <a:cs typeface="Yu Gothic"/>
              </a:defRPr>
            </a:lvl5pPr>
            <a:lvl6pPr algn="l">
              <a:defRPr sz="1275" b="1">
                <a:solidFill>
                  <a:srgbClr val="0078BA"/>
                </a:solidFill>
                <a:latin typeface="Yu Gothic"/>
                <a:ea typeface="Yu Gothic"/>
                <a:cs typeface="Yu Gothic"/>
              </a:defRPr>
            </a:lvl6pPr>
            <a:lvl7pPr algn="l">
              <a:defRPr sz="1275" b="1">
                <a:solidFill>
                  <a:srgbClr val="0078BA"/>
                </a:solidFill>
                <a:latin typeface="Yu Gothic"/>
                <a:ea typeface="Yu Gothic"/>
                <a:cs typeface="Yu Gothic"/>
              </a:defRPr>
            </a:lvl7pPr>
            <a:lvl8pPr algn="l">
              <a:defRPr sz="1275" b="1">
                <a:solidFill>
                  <a:srgbClr val="0078BA"/>
                </a:solidFill>
                <a:latin typeface="Yu Gothic"/>
                <a:ea typeface="Yu Gothic"/>
                <a:cs typeface="Yu Gothic"/>
              </a:defRPr>
            </a:lvl8pPr>
            <a:lvl9pPr algn="l">
              <a:defRPr sz="1275" b="1">
                <a:solidFill>
                  <a:srgbClr val="0078BA"/>
                </a:solidFill>
                <a:latin typeface="Yu Gothic"/>
                <a:ea typeface="Yu Gothic"/>
                <a:cs typeface="Yu Gothic"/>
              </a:defRPr>
            </a:lvl9pPr>
          </a:lstStyle>
          <a:p xmlns:a="http://schemas.openxmlformats.org/drawingml/2006/main">
            <a:pPr algn="l">
              <a:defRPr sz="1275" b="1">
                <a:solidFill>
                  <a:srgbClr val="0078BA"/>
                </a:solidFill>
                <a:latin typeface="Yu Gothic"/>
                <a:ea typeface="Yu Gothic"/>
                <a:cs typeface="Yu Gothic"/>
              </a:defRPr>
            </a:pPr>
            <a:r>
              <a:rPr sz="1275" b="1">
                <a:solidFill>
                  <a:srgbClr val="0078BA"/>
                </a:solidFill>
                <a:latin typeface="Yu Gothic"/>
                <a:ea typeface="Yu Gothic"/>
                <a:cs typeface="Yu Gothic"/>
              </a:rPr>
              <a:t>図 10</a:t>
            </a:r>
          </a:p>
        </p:txBody>
      </p:sp>
      <p:sp>
        <p:nvSpPr>
          <p:cNvPr id="33" name="text-598">
            <a:extLst xmlns:a="http://schemas.openxmlformats.org/drawingml/2006/main">
              <a:ext uri="{FF2B5EF4-FFF2-40B4-BE49-F238E27FC236}">
                <a16:creationId xmlns:a16="http://schemas.microsoft.com/office/drawing/2014/main" id="{3310355D-F0EB-4181-9F53-04D5F26D6A39}"/>
              </a:ext>
            </a:extLst>
          </p:cNvPr>
          <p:cNvSpPr>
            <a:spLocks xmlns:a="http://schemas.openxmlformats.org/drawingml/2006/main" noGrp="1"/>
          </p:cNvSpPr>
          <p:nvPr/>
        </p:nvSpPr>
        <p:spPr>
          <a:xfrm xmlns:a="http://schemas.openxmlformats.org/drawingml/2006/main">
            <a:off x="1247775" y="6334125"/>
            <a:ext cx="9791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Yu Gothic"/>
                <a:ea typeface="Yu Gothic"/>
                <a:cs typeface="Yu Gothic"/>
              </a:defRPr>
            </a:defPPr>
            <a:lvl1pPr algn="l">
              <a:defRPr sz="1200" b="0">
                <a:solidFill>
                  <a:srgbClr val="231F20"/>
                </a:solidFill>
                <a:latin typeface="Yu Gothic"/>
                <a:ea typeface="Yu Gothic"/>
                <a:cs typeface="Yu Gothic"/>
              </a:defRPr>
            </a:lvl1pPr>
            <a:lvl2pPr algn="l">
              <a:defRPr sz="1200" b="0">
                <a:solidFill>
                  <a:srgbClr val="231F20"/>
                </a:solidFill>
                <a:latin typeface="Yu Gothic"/>
                <a:ea typeface="Yu Gothic"/>
                <a:cs typeface="Yu Gothic"/>
              </a:defRPr>
            </a:lvl2pPr>
            <a:lvl3pPr algn="l">
              <a:defRPr sz="1200" b="0">
                <a:solidFill>
                  <a:srgbClr val="231F20"/>
                </a:solidFill>
                <a:latin typeface="Yu Gothic"/>
                <a:ea typeface="Yu Gothic"/>
                <a:cs typeface="Yu Gothic"/>
              </a:defRPr>
            </a:lvl3pPr>
            <a:lvl4pPr algn="l">
              <a:defRPr sz="1200" b="0">
                <a:solidFill>
                  <a:srgbClr val="231F20"/>
                </a:solidFill>
                <a:latin typeface="Yu Gothic"/>
                <a:ea typeface="Yu Gothic"/>
                <a:cs typeface="Yu Gothic"/>
              </a:defRPr>
            </a:lvl4pPr>
            <a:lvl5pPr algn="l">
              <a:defRPr sz="1200" b="0">
                <a:solidFill>
                  <a:srgbClr val="231F20"/>
                </a:solidFill>
                <a:latin typeface="Yu Gothic"/>
                <a:ea typeface="Yu Gothic"/>
                <a:cs typeface="Yu Gothic"/>
              </a:defRPr>
            </a:lvl5pPr>
            <a:lvl6pPr algn="l">
              <a:defRPr sz="1200" b="0">
                <a:solidFill>
                  <a:srgbClr val="231F20"/>
                </a:solidFill>
                <a:latin typeface="Yu Gothic"/>
                <a:ea typeface="Yu Gothic"/>
                <a:cs typeface="Yu Gothic"/>
              </a:defRPr>
            </a:lvl6pPr>
            <a:lvl7pPr algn="l">
              <a:defRPr sz="1200" b="0">
                <a:solidFill>
                  <a:srgbClr val="231F20"/>
                </a:solidFill>
                <a:latin typeface="Yu Gothic"/>
                <a:ea typeface="Yu Gothic"/>
                <a:cs typeface="Yu Gothic"/>
              </a:defRPr>
            </a:lvl7pPr>
            <a:lvl8pPr algn="l">
              <a:defRPr sz="1200" b="0">
                <a:solidFill>
                  <a:srgbClr val="231F20"/>
                </a:solidFill>
                <a:latin typeface="Yu Gothic"/>
                <a:ea typeface="Yu Gothic"/>
                <a:cs typeface="Yu Gothic"/>
              </a:defRPr>
            </a:lvl8pPr>
            <a:lvl9pPr algn="l">
              <a:defRPr sz="1200" b="0">
                <a:solidFill>
                  <a:srgbClr val="231F20"/>
                </a:solidFill>
                <a:latin typeface="Yu Gothic"/>
                <a:ea typeface="Yu Gothic"/>
                <a:cs typeface="Yu Gothic"/>
              </a:defRPr>
            </a:lvl9pPr>
          </a:lstStyle>
          <a:p xmlns:a="http://schemas.openxmlformats.org/drawingml/2006/main">
            <a:pPr algn="l">
              <a:defRPr sz="1200" b="0">
                <a:solidFill>
                  <a:srgbClr val="231F20"/>
                </a:solidFill>
                <a:latin typeface="Yu Gothic"/>
                <a:ea typeface="Yu Gothic"/>
                <a:cs typeface="Yu Gothic"/>
              </a:defRPr>
            </a:pPr>
            <a:r>
              <a:rPr sz="1200" b="0">
                <a:solidFill>
                  <a:srgbClr val="231F20"/>
                </a:solidFill>
                <a:latin typeface="Yu Gothic"/>
                <a:ea typeface="Yu Gothic"/>
                <a:cs typeface="Yu Gothic"/>
              </a:rPr>
              <a:t>画素は画面を作る一つひとつの点。命令列の処理・メモリ共有・表示切替の内部は省略</a:t>
            </a:r>
          </a:p>
        </p:txBody>
      </p:sp>
    </p:spTree>
    <p:extLst>
      <p:ext uri="{BB962C8B-B14F-4D97-AF65-F5344CB8AC3E}">
        <p14:creationId xmlns:p14="http://schemas.microsoft.com/office/powerpoint/2010/main" val="865325459"/>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25" name="text-599">
            <a:extLst xmlns:a="http://schemas.openxmlformats.org/drawingml/2006/main">
              <a:ext uri="{FF2B5EF4-FFF2-40B4-BE49-F238E27FC236}">
                <a16:creationId xmlns:a16="http://schemas.microsoft.com/office/drawing/2014/main" id="{7B0439B2-228D-428F-B711-3B6016B41030}"/>
              </a:ext>
            </a:extLst>
          </p:cNvPr>
          <p:cNvSpPr>
            <a:spLocks xmlns:a="http://schemas.openxmlformats.org/drawingml/2006/main" noGrp="1"/>
          </p:cNvSpPr>
          <p:nvPr/>
        </p:nvSpPr>
        <p:spPr>
          <a:xfrm xmlns:a="http://schemas.openxmlformats.org/drawingml/2006/main">
            <a:off x="609600" y="314325"/>
            <a:ext cx="5619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231F20"/>
                </a:solidFill>
                <a:latin typeface="Arial"/>
                <a:ea typeface="Arial"/>
                <a:cs typeface="Arial"/>
              </a:defRPr>
            </a:defPPr>
            <a:lvl1pPr algn="l">
              <a:defRPr sz="2850" b="1">
                <a:solidFill>
                  <a:srgbClr val="231F20"/>
                </a:solidFill>
                <a:latin typeface="Arial"/>
                <a:ea typeface="Arial"/>
                <a:cs typeface="Arial"/>
              </a:defRPr>
            </a:lvl1pPr>
            <a:lvl2pPr algn="l">
              <a:defRPr sz="2850" b="1">
                <a:solidFill>
                  <a:srgbClr val="231F20"/>
                </a:solidFill>
                <a:latin typeface="Arial"/>
                <a:ea typeface="Arial"/>
                <a:cs typeface="Arial"/>
              </a:defRPr>
            </a:lvl2pPr>
            <a:lvl3pPr algn="l">
              <a:defRPr sz="2850" b="1">
                <a:solidFill>
                  <a:srgbClr val="231F20"/>
                </a:solidFill>
                <a:latin typeface="Arial"/>
                <a:ea typeface="Arial"/>
                <a:cs typeface="Arial"/>
              </a:defRPr>
            </a:lvl3pPr>
            <a:lvl4pPr algn="l">
              <a:defRPr sz="2850" b="1">
                <a:solidFill>
                  <a:srgbClr val="231F20"/>
                </a:solidFill>
                <a:latin typeface="Arial"/>
                <a:ea typeface="Arial"/>
                <a:cs typeface="Arial"/>
              </a:defRPr>
            </a:lvl4pPr>
            <a:lvl5pPr algn="l">
              <a:defRPr sz="2850" b="1">
                <a:solidFill>
                  <a:srgbClr val="231F20"/>
                </a:solidFill>
                <a:latin typeface="Arial"/>
                <a:ea typeface="Arial"/>
                <a:cs typeface="Arial"/>
              </a:defRPr>
            </a:lvl5pPr>
            <a:lvl6pPr algn="l">
              <a:defRPr sz="2850" b="1">
                <a:solidFill>
                  <a:srgbClr val="231F20"/>
                </a:solidFill>
                <a:latin typeface="Arial"/>
                <a:ea typeface="Arial"/>
                <a:cs typeface="Arial"/>
              </a:defRPr>
            </a:lvl6pPr>
            <a:lvl7pPr algn="l">
              <a:defRPr sz="2850" b="1">
                <a:solidFill>
                  <a:srgbClr val="231F20"/>
                </a:solidFill>
                <a:latin typeface="Arial"/>
                <a:ea typeface="Arial"/>
                <a:cs typeface="Arial"/>
              </a:defRPr>
            </a:lvl7pPr>
            <a:lvl8pPr algn="l">
              <a:defRPr sz="2850" b="1">
                <a:solidFill>
                  <a:srgbClr val="231F20"/>
                </a:solidFill>
                <a:latin typeface="Arial"/>
                <a:ea typeface="Arial"/>
                <a:cs typeface="Arial"/>
              </a:defRPr>
            </a:lvl8pPr>
            <a:lvl9pPr algn="l">
              <a:defRPr sz="2850" b="1">
                <a:solidFill>
                  <a:srgbClr val="231F20"/>
                </a:solidFill>
                <a:latin typeface="Arial"/>
                <a:ea typeface="Arial"/>
                <a:cs typeface="Arial"/>
              </a:defRPr>
            </a:lvl9pPr>
          </a:lstStyle>
          <a:p xmlns:a="http://schemas.openxmlformats.org/drawingml/2006/main">
            <a:pPr algn="l">
              <a:defRPr sz="2850" b="1">
                <a:solidFill>
                  <a:srgbClr val="231F20"/>
                </a:solidFill>
                <a:latin typeface="Arial"/>
                <a:ea typeface="Arial"/>
                <a:cs typeface="Arial"/>
              </a:defRPr>
            </a:pPr>
            <a:r>
              <a:rPr sz="2850" b="1">
                <a:solidFill>
                  <a:srgbClr val="231F20"/>
                </a:solidFill>
                <a:latin typeface="Arial"/>
                <a:ea typeface="Arial"/>
                <a:cs typeface="Arial"/>
              </a:rPr>
              <a:t>11</a:t>
            </a:r>
          </a:p>
        </p:txBody>
      </p:sp>
      <p:sp>
        <p:nvSpPr>
          <p:cNvPr id="2" name="text-600">
            <a:extLst xmlns:a="http://schemas.openxmlformats.org/drawingml/2006/main">
              <a:ext uri="{FF2B5EF4-FFF2-40B4-BE49-F238E27FC236}">
                <a16:creationId xmlns:a16="http://schemas.microsoft.com/office/drawing/2014/main" id="{1016E085-3F44-4B68-8E70-FE2ABFD94B30}"/>
              </a:ext>
            </a:extLst>
          </p:cNvPr>
          <p:cNvSpPr>
            <a:spLocks xmlns:a="http://schemas.openxmlformats.org/drawingml/2006/main" noGrp="1"/>
          </p:cNvSpPr>
          <p:nvPr/>
        </p:nvSpPr>
        <p:spPr>
          <a:xfrm xmlns:a="http://schemas.openxmlformats.org/drawingml/2006/main">
            <a:off x="1257300" y="314325"/>
            <a:ext cx="103251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0078BA"/>
                </a:solidFill>
                <a:latin typeface="Yu Gothic"/>
                <a:ea typeface="Yu Gothic"/>
                <a:cs typeface="Yu Gothic"/>
              </a:defRPr>
            </a:defPPr>
            <a:lvl1pPr algn="l">
              <a:defRPr sz="2850" b="1">
                <a:solidFill>
                  <a:srgbClr val="0078BA"/>
                </a:solidFill>
                <a:latin typeface="Yu Gothic"/>
                <a:ea typeface="Yu Gothic"/>
                <a:cs typeface="Yu Gothic"/>
              </a:defRPr>
            </a:lvl1pPr>
            <a:lvl2pPr algn="l">
              <a:defRPr sz="2850" b="1">
                <a:solidFill>
                  <a:srgbClr val="0078BA"/>
                </a:solidFill>
                <a:latin typeface="Yu Gothic"/>
                <a:ea typeface="Yu Gothic"/>
                <a:cs typeface="Yu Gothic"/>
              </a:defRPr>
            </a:lvl2pPr>
            <a:lvl3pPr algn="l">
              <a:defRPr sz="2850" b="1">
                <a:solidFill>
                  <a:srgbClr val="0078BA"/>
                </a:solidFill>
                <a:latin typeface="Yu Gothic"/>
                <a:ea typeface="Yu Gothic"/>
                <a:cs typeface="Yu Gothic"/>
              </a:defRPr>
            </a:lvl3pPr>
            <a:lvl4pPr algn="l">
              <a:defRPr sz="2850" b="1">
                <a:solidFill>
                  <a:srgbClr val="0078BA"/>
                </a:solidFill>
                <a:latin typeface="Yu Gothic"/>
                <a:ea typeface="Yu Gothic"/>
                <a:cs typeface="Yu Gothic"/>
              </a:defRPr>
            </a:lvl4pPr>
            <a:lvl5pPr algn="l">
              <a:defRPr sz="2850" b="1">
                <a:solidFill>
                  <a:srgbClr val="0078BA"/>
                </a:solidFill>
                <a:latin typeface="Yu Gothic"/>
                <a:ea typeface="Yu Gothic"/>
                <a:cs typeface="Yu Gothic"/>
              </a:defRPr>
            </a:lvl5pPr>
            <a:lvl6pPr algn="l">
              <a:defRPr sz="2850" b="1">
                <a:solidFill>
                  <a:srgbClr val="0078BA"/>
                </a:solidFill>
                <a:latin typeface="Yu Gothic"/>
                <a:ea typeface="Yu Gothic"/>
                <a:cs typeface="Yu Gothic"/>
              </a:defRPr>
            </a:lvl6pPr>
            <a:lvl7pPr algn="l">
              <a:defRPr sz="2850" b="1">
                <a:solidFill>
                  <a:srgbClr val="0078BA"/>
                </a:solidFill>
                <a:latin typeface="Yu Gothic"/>
                <a:ea typeface="Yu Gothic"/>
                <a:cs typeface="Yu Gothic"/>
              </a:defRPr>
            </a:lvl7pPr>
            <a:lvl8pPr algn="l">
              <a:defRPr sz="2850" b="1">
                <a:solidFill>
                  <a:srgbClr val="0078BA"/>
                </a:solidFill>
                <a:latin typeface="Yu Gothic"/>
                <a:ea typeface="Yu Gothic"/>
                <a:cs typeface="Yu Gothic"/>
              </a:defRPr>
            </a:lvl8pPr>
            <a:lvl9pPr algn="l">
              <a:defRPr sz="2850" b="1">
                <a:solidFill>
                  <a:srgbClr val="0078BA"/>
                </a:solidFill>
                <a:latin typeface="Yu Gothic"/>
                <a:ea typeface="Yu Gothic"/>
                <a:cs typeface="Yu Gothic"/>
              </a:defRPr>
            </a:lvl9pPr>
          </a:lstStyle>
          <a:p xmlns:a="http://schemas.openxmlformats.org/drawingml/2006/main">
            <a:pPr algn="l">
              <a:defRPr sz="2850" b="1">
                <a:solidFill>
                  <a:srgbClr val="0078BA"/>
                </a:solidFill>
                <a:latin typeface="Yu Gothic"/>
                <a:ea typeface="Yu Gothic"/>
                <a:cs typeface="Yu Gothic"/>
              </a:defRPr>
            </a:pPr>
            <a:r>
              <a:rPr sz="2850" b="1">
                <a:solidFill>
                  <a:srgbClr val="0078BA"/>
                </a:solidFill>
                <a:latin typeface="Yu Gothic"/>
                <a:ea typeface="Yu Gothic"/>
                <a:cs typeface="Yu Gothic"/>
              </a:rPr>
              <a:t>回路をHDLで記述し、FPGAへ実装する</a:t>
            </a:r>
          </a:p>
        </p:txBody>
      </p:sp>
      <p:sp>
        <p:nvSpPr>
          <p:cNvPr id="3" name="text-601">
            <a:extLst xmlns:a="http://schemas.openxmlformats.org/drawingml/2006/main">
              <a:ext uri="{FF2B5EF4-FFF2-40B4-BE49-F238E27FC236}">
                <a16:creationId xmlns:a16="http://schemas.microsoft.com/office/drawing/2014/main" id="{6325F8D5-96F6-4F01-8A26-77B58CA9666A}"/>
              </a:ext>
            </a:extLst>
          </p:cNvPr>
          <p:cNvSpPr>
            <a:spLocks xmlns:a="http://schemas.openxmlformats.org/drawingml/2006/main" noGrp="1"/>
          </p:cNvSpPr>
          <p:nvPr/>
        </p:nvSpPr>
        <p:spPr>
          <a:xfrm xmlns:a="http://schemas.openxmlformats.org/drawingml/2006/main">
            <a:off x="11277600" y="6334125"/>
            <a:ext cx="304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777777"/>
                </a:solidFill>
                <a:latin typeface="Arial"/>
                <a:ea typeface="Arial"/>
                <a:cs typeface="Arial"/>
              </a:defRPr>
            </a:defPPr>
            <a:lvl1pPr algn="r">
              <a:defRPr sz="1350" b="0">
                <a:solidFill>
                  <a:srgbClr val="777777"/>
                </a:solidFill>
                <a:latin typeface="Arial"/>
                <a:ea typeface="Arial"/>
                <a:cs typeface="Arial"/>
              </a:defRPr>
            </a:lvl1pPr>
            <a:lvl2pPr algn="r">
              <a:defRPr sz="1350" b="0">
                <a:solidFill>
                  <a:srgbClr val="777777"/>
                </a:solidFill>
                <a:latin typeface="Arial"/>
                <a:ea typeface="Arial"/>
                <a:cs typeface="Arial"/>
              </a:defRPr>
            </a:lvl2pPr>
            <a:lvl3pPr algn="r">
              <a:defRPr sz="1350" b="0">
                <a:solidFill>
                  <a:srgbClr val="777777"/>
                </a:solidFill>
                <a:latin typeface="Arial"/>
                <a:ea typeface="Arial"/>
                <a:cs typeface="Arial"/>
              </a:defRPr>
            </a:lvl3pPr>
            <a:lvl4pPr algn="r">
              <a:defRPr sz="1350" b="0">
                <a:solidFill>
                  <a:srgbClr val="777777"/>
                </a:solidFill>
                <a:latin typeface="Arial"/>
                <a:ea typeface="Arial"/>
                <a:cs typeface="Arial"/>
              </a:defRPr>
            </a:lvl4pPr>
            <a:lvl5pPr algn="r">
              <a:defRPr sz="1350" b="0">
                <a:solidFill>
                  <a:srgbClr val="777777"/>
                </a:solidFill>
                <a:latin typeface="Arial"/>
                <a:ea typeface="Arial"/>
                <a:cs typeface="Arial"/>
              </a:defRPr>
            </a:lvl5pPr>
            <a:lvl6pPr algn="r">
              <a:defRPr sz="1350" b="0">
                <a:solidFill>
                  <a:srgbClr val="777777"/>
                </a:solidFill>
                <a:latin typeface="Arial"/>
                <a:ea typeface="Arial"/>
                <a:cs typeface="Arial"/>
              </a:defRPr>
            </a:lvl6pPr>
            <a:lvl7pPr algn="r">
              <a:defRPr sz="1350" b="0">
                <a:solidFill>
                  <a:srgbClr val="777777"/>
                </a:solidFill>
                <a:latin typeface="Arial"/>
                <a:ea typeface="Arial"/>
                <a:cs typeface="Arial"/>
              </a:defRPr>
            </a:lvl7pPr>
            <a:lvl8pPr algn="r">
              <a:defRPr sz="1350" b="0">
                <a:solidFill>
                  <a:srgbClr val="777777"/>
                </a:solidFill>
                <a:latin typeface="Arial"/>
                <a:ea typeface="Arial"/>
                <a:cs typeface="Arial"/>
              </a:defRPr>
            </a:lvl8pPr>
            <a:lvl9pPr algn="r">
              <a:defRPr sz="1350" b="0">
                <a:solidFill>
                  <a:srgbClr val="777777"/>
                </a:solidFill>
                <a:latin typeface="Arial"/>
                <a:ea typeface="Arial"/>
                <a:cs typeface="Arial"/>
              </a:defRPr>
            </a:lvl9pPr>
          </a:lstStyle>
          <a:p xmlns:a="http://schemas.openxmlformats.org/drawingml/2006/main">
            <a:pPr algn="r">
              <a:defRPr sz="1350" b="0">
                <a:solidFill>
                  <a:srgbClr val="777777"/>
                </a:solidFill>
                <a:latin typeface="Arial"/>
                <a:ea typeface="Arial"/>
                <a:cs typeface="Arial"/>
              </a:defRPr>
            </a:pPr>
            <a:r>
              <a:rPr sz="1350" b="0">
                <a:solidFill>
                  <a:srgbClr val="777777"/>
                </a:solidFill>
                <a:latin typeface="Arial"/>
                <a:ea typeface="Arial"/>
                <a:cs typeface="Arial"/>
              </a:rPr>
              <a:t>11</a:t>
            </a:r>
          </a:p>
        </p:txBody>
      </p:sp>
      <p:sp>
        <p:nvSpPr>
          <p:cNvPr id="4" name="text-602">
            <a:extLst xmlns:a="http://schemas.openxmlformats.org/drawingml/2006/main">
              <a:ext uri="{FF2B5EF4-FFF2-40B4-BE49-F238E27FC236}">
                <a16:creationId xmlns:a16="http://schemas.microsoft.com/office/drawing/2014/main" id="{F3911E8D-53D4-4630-B32D-AFDDA3149D31}"/>
              </a:ext>
            </a:extLst>
          </p:cNvPr>
          <p:cNvSpPr>
            <a:spLocks xmlns:a="http://schemas.openxmlformats.org/drawingml/2006/main" noGrp="1"/>
          </p:cNvSpPr>
          <p:nvPr/>
        </p:nvSpPr>
        <p:spPr>
          <a:xfrm xmlns:a="http://schemas.openxmlformats.org/drawingml/2006/main">
            <a:off x="523875" y="1304925"/>
            <a:ext cx="7048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025" b="1">
                <a:solidFill>
                  <a:srgbClr val="231F20"/>
                </a:solidFill>
                <a:latin typeface="Yu Gothic"/>
                <a:ea typeface="Yu Gothic"/>
                <a:cs typeface="Yu Gothic"/>
              </a:defRPr>
            </a:defPPr>
            <a:lvl1pPr algn="l">
              <a:defRPr sz="2025" b="1">
                <a:solidFill>
                  <a:srgbClr val="231F20"/>
                </a:solidFill>
                <a:latin typeface="Yu Gothic"/>
                <a:ea typeface="Yu Gothic"/>
                <a:cs typeface="Yu Gothic"/>
              </a:defRPr>
            </a:lvl1pPr>
            <a:lvl2pPr algn="l">
              <a:defRPr sz="2025" b="1">
                <a:solidFill>
                  <a:srgbClr val="231F20"/>
                </a:solidFill>
                <a:latin typeface="Yu Gothic"/>
                <a:ea typeface="Yu Gothic"/>
                <a:cs typeface="Yu Gothic"/>
              </a:defRPr>
            </a:lvl2pPr>
            <a:lvl3pPr algn="l">
              <a:defRPr sz="2025" b="1">
                <a:solidFill>
                  <a:srgbClr val="231F20"/>
                </a:solidFill>
                <a:latin typeface="Yu Gothic"/>
                <a:ea typeface="Yu Gothic"/>
                <a:cs typeface="Yu Gothic"/>
              </a:defRPr>
            </a:lvl3pPr>
            <a:lvl4pPr algn="l">
              <a:defRPr sz="2025" b="1">
                <a:solidFill>
                  <a:srgbClr val="231F20"/>
                </a:solidFill>
                <a:latin typeface="Yu Gothic"/>
                <a:ea typeface="Yu Gothic"/>
                <a:cs typeface="Yu Gothic"/>
              </a:defRPr>
            </a:lvl4pPr>
            <a:lvl5pPr algn="l">
              <a:defRPr sz="2025" b="1">
                <a:solidFill>
                  <a:srgbClr val="231F20"/>
                </a:solidFill>
                <a:latin typeface="Yu Gothic"/>
                <a:ea typeface="Yu Gothic"/>
                <a:cs typeface="Yu Gothic"/>
              </a:defRPr>
            </a:lvl5pPr>
            <a:lvl6pPr algn="l">
              <a:defRPr sz="2025" b="1">
                <a:solidFill>
                  <a:srgbClr val="231F20"/>
                </a:solidFill>
                <a:latin typeface="Yu Gothic"/>
                <a:ea typeface="Yu Gothic"/>
                <a:cs typeface="Yu Gothic"/>
              </a:defRPr>
            </a:lvl6pPr>
            <a:lvl7pPr algn="l">
              <a:defRPr sz="2025" b="1">
                <a:solidFill>
                  <a:srgbClr val="231F20"/>
                </a:solidFill>
                <a:latin typeface="Yu Gothic"/>
                <a:ea typeface="Yu Gothic"/>
                <a:cs typeface="Yu Gothic"/>
              </a:defRPr>
            </a:lvl7pPr>
            <a:lvl8pPr algn="l">
              <a:defRPr sz="2025" b="1">
                <a:solidFill>
                  <a:srgbClr val="231F20"/>
                </a:solidFill>
                <a:latin typeface="Yu Gothic"/>
                <a:ea typeface="Yu Gothic"/>
                <a:cs typeface="Yu Gothic"/>
              </a:defRPr>
            </a:lvl8pPr>
            <a:lvl9pPr algn="l">
              <a:defRPr sz="2025" b="1">
                <a:solidFill>
                  <a:srgbClr val="231F20"/>
                </a:solidFill>
                <a:latin typeface="Yu Gothic"/>
                <a:ea typeface="Yu Gothic"/>
                <a:cs typeface="Yu Gothic"/>
              </a:defRPr>
            </a:lvl9pPr>
          </a:lstStyle>
          <a:p xmlns:a="http://schemas.openxmlformats.org/drawingml/2006/main">
            <a:pPr algn="l">
              <a:defRPr sz="2025" b="1">
                <a:solidFill>
                  <a:srgbClr val="231F20"/>
                </a:solidFill>
                <a:latin typeface="Yu Gothic"/>
                <a:ea typeface="Yu Gothic"/>
                <a:cs typeface="Yu Gothic"/>
              </a:defRPr>
            </a:pPr>
            <a:r>
              <a:rPr sz="2025" b="1">
                <a:solidFill>
                  <a:srgbClr val="231F20"/>
                </a:solidFill>
                <a:latin typeface="Yu Gothic"/>
                <a:ea typeface="Yu Gothic"/>
                <a:cs typeface="Yu Gothic"/>
              </a:rPr>
              <a:t>回路図（HDLの構造を示す）</a:t>
            </a:r>
          </a:p>
        </p:txBody>
      </p:sp>
      <p:sp>
        <p:nvSpPr>
          <p:cNvPr id="5" name="block-603">
            <a:extLst xmlns:a="http://schemas.openxmlformats.org/drawingml/2006/main">
              <a:ext uri="{FF2B5EF4-FFF2-40B4-BE49-F238E27FC236}">
                <a16:creationId xmlns:a16="http://schemas.microsoft.com/office/drawing/2014/main" id="{74738616-6379-48C9-B71C-39C5BC90528C}"/>
              </a:ext>
            </a:extLst>
          </p:cNvPr>
          <p:cNvSpPr>
            <a:spLocks xmlns:a="http://schemas.openxmlformats.org/drawingml/2006/main" noGrp="1"/>
          </p:cNvSpPr>
          <p:nvPr/>
        </p:nvSpPr>
        <p:spPr>
          <a:xfrm xmlns:a="http://schemas.openxmlformats.org/drawingml/2006/main">
            <a:off x="5629275" y="1809750"/>
            <a:ext cx="918972" cy="229743"/>
          </a:xfrm>
          <a:prstGeom xmlns:a="http://schemas.openxmlformats.org/drawingml/2006/main" prst="rect">
            <a:avLst/>
          </a:prstGeom>
          <a:solidFill xmlns:a="http://schemas.openxmlformats.org/drawingml/2006/main">
            <a:srgbClr val="FFFFFF"/>
          </a:solidFill>
          <a:ln xmlns:a="http://schemas.openxmlformats.org/drawingml/2006/main" w="9573">
            <a:solidFill>
              <a:srgbClr val="231F20"/>
            </a:solidFill>
          </a:ln>
        </p:spPr>
      </p:sp>
      <p:sp>
        <p:nvSpPr>
          <p:cNvPr id="6" name="text-604">
            <a:extLst xmlns:a="http://schemas.openxmlformats.org/drawingml/2006/main">
              <a:ext uri="{FF2B5EF4-FFF2-40B4-BE49-F238E27FC236}">
                <a16:creationId xmlns:a16="http://schemas.microsoft.com/office/drawing/2014/main" id="{8F6B1C76-8ED3-4445-B135-62C5148A26CB}"/>
              </a:ext>
            </a:extLst>
          </p:cNvPr>
          <p:cNvSpPr>
            <a:spLocks xmlns:a="http://schemas.openxmlformats.org/drawingml/2006/main" noGrp="1"/>
          </p:cNvSpPr>
          <p:nvPr/>
        </p:nvSpPr>
        <p:spPr>
          <a:xfrm xmlns:a="http://schemas.openxmlformats.org/drawingml/2006/main">
            <a:off x="5648420" y="1816132"/>
            <a:ext cx="880682" cy="216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955" b="1">
                <a:solidFill>
                  <a:srgbClr val="231F20"/>
                </a:solidFill>
                <a:latin typeface="Arial"/>
                <a:ea typeface="Arial"/>
                <a:cs typeface="Arial"/>
              </a:defRPr>
            </a:defPPr>
            <a:lvl1pPr algn="ctr">
              <a:defRPr sz="955" b="1">
                <a:solidFill>
                  <a:srgbClr val="231F20"/>
                </a:solidFill>
                <a:latin typeface="Arial"/>
                <a:ea typeface="Arial"/>
                <a:cs typeface="Arial"/>
              </a:defRPr>
            </a:lvl1pPr>
            <a:lvl2pPr algn="ctr">
              <a:defRPr sz="955" b="1">
                <a:solidFill>
                  <a:srgbClr val="231F20"/>
                </a:solidFill>
                <a:latin typeface="Arial"/>
                <a:ea typeface="Arial"/>
                <a:cs typeface="Arial"/>
              </a:defRPr>
            </a:lvl2pPr>
            <a:lvl3pPr algn="ctr">
              <a:defRPr sz="955" b="1">
                <a:solidFill>
                  <a:srgbClr val="231F20"/>
                </a:solidFill>
                <a:latin typeface="Arial"/>
                <a:ea typeface="Arial"/>
                <a:cs typeface="Arial"/>
              </a:defRPr>
            </a:lvl3pPr>
            <a:lvl4pPr algn="ctr">
              <a:defRPr sz="955" b="1">
                <a:solidFill>
                  <a:srgbClr val="231F20"/>
                </a:solidFill>
                <a:latin typeface="Arial"/>
                <a:ea typeface="Arial"/>
                <a:cs typeface="Arial"/>
              </a:defRPr>
            </a:lvl4pPr>
            <a:lvl5pPr algn="ctr">
              <a:defRPr sz="955" b="1">
                <a:solidFill>
                  <a:srgbClr val="231F20"/>
                </a:solidFill>
                <a:latin typeface="Arial"/>
                <a:ea typeface="Arial"/>
                <a:cs typeface="Arial"/>
              </a:defRPr>
            </a:lvl5pPr>
            <a:lvl6pPr algn="ctr">
              <a:defRPr sz="955" b="1">
                <a:solidFill>
                  <a:srgbClr val="231F20"/>
                </a:solidFill>
                <a:latin typeface="Arial"/>
                <a:ea typeface="Arial"/>
                <a:cs typeface="Arial"/>
              </a:defRPr>
            </a:lvl6pPr>
            <a:lvl7pPr algn="ctr">
              <a:defRPr sz="955" b="1">
                <a:solidFill>
                  <a:srgbClr val="231F20"/>
                </a:solidFill>
                <a:latin typeface="Arial"/>
                <a:ea typeface="Arial"/>
                <a:cs typeface="Arial"/>
              </a:defRPr>
            </a:lvl7pPr>
            <a:lvl8pPr algn="ctr">
              <a:defRPr sz="955" b="1">
                <a:solidFill>
                  <a:srgbClr val="231F20"/>
                </a:solidFill>
                <a:latin typeface="Arial"/>
                <a:ea typeface="Arial"/>
                <a:cs typeface="Arial"/>
              </a:defRPr>
            </a:lvl8pPr>
            <a:lvl9pPr algn="ctr">
              <a:defRPr sz="955" b="1">
                <a:solidFill>
                  <a:srgbClr val="231F20"/>
                </a:solidFill>
                <a:latin typeface="Arial"/>
                <a:ea typeface="Arial"/>
                <a:cs typeface="Arial"/>
              </a:defRPr>
            </a:lvl9pPr>
          </a:lstStyle>
          <a:p xmlns:a="http://schemas.openxmlformats.org/drawingml/2006/main">
            <a:pPr algn="ctr">
              <a:defRPr sz="955" b="1">
                <a:solidFill>
                  <a:srgbClr val="231F20"/>
                </a:solidFill>
                <a:latin typeface="Arial"/>
                <a:ea typeface="Arial"/>
                <a:cs typeface="Arial"/>
              </a:defRPr>
            </a:pPr>
            <a:r>
              <a:rPr sz="955" b="1">
                <a:solidFill>
                  <a:srgbClr val="231F20"/>
                </a:solidFill>
                <a:latin typeface="Arial"/>
                <a:ea typeface="Arial"/>
                <a:cs typeface="Arial"/>
              </a:rPr>
              <a:t>DDR3</a:t>
            </a:r>
          </a:p>
        </p:txBody>
      </p:sp>
      <p:sp>
        <p:nvSpPr>
          <p:cNvPr id="7" name="block-605">
            <a:extLst xmlns:a="http://schemas.openxmlformats.org/drawingml/2006/main">
              <a:ext uri="{FF2B5EF4-FFF2-40B4-BE49-F238E27FC236}">
                <a16:creationId xmlns:a16="http://schemas.microsoft.com/office/drawing/2014/main" id="{4904EF5C-7371-45B1-B310-FBF76600115D}"/>
              </a:ext>
            </a:extLst>
          </p:cNvPr>
          <p:cNvSpPr>
            <a:spLocks xmlns:a="http://schemas.openxmlformats.org/drawingml/2006/main" noGrp="1"/>
          </p:cNvSpPr>
          <p:nvPr/>
        </p:nvSpPr>
        <p:spPr>
          <a:xfrm xmlns:a="http://schemas.openxmlformats.org/drawingml/2006/main">
            <a:off x="6714173" y="1809750"/>
            <a:ext cx="861536" cy="229743"/>
          </a:xfrm>
          <a:prstGeom xmlns:a="http://schemas.openxmlformats.org/drawingml/2006/main" prst="rect">
            <a:avLst/>
          </a:prstGeom>
          <a:solidFill xmlns:a="http://schemas.openxmlformats.org/drawingml/2006/main">
            <a:srgbClr val="FFFFFF"/>
          </a:solidFill>
          <a:ln xmlns:a="http://schemas.openxmlformats.org/drawingml/2006/main" w="9573">
            <a:solidFill>
              <a:srgbClr val="231F20"/>
            </a:solidFill>
          </a:ln>
        </p:spPr>
      </p:sp>
      <p:sp>
        <p:nvSpPr>
          <p:cNvPr id="8" name="text-606">
            <a:extLst xmlns:a="http://schemas.openxmlformats.org/drawingml/2006/main">
              <a:ext uri="{FF2B5EF4-FFF2-40B4-BE49-F238E27FC236}">
                <a16:creationId xmlns:a16="http://schemas.microsoft.com/office/drawing/2014/main" id="{4C291CFD-0973-4768-BDB4-0D45BA9F5AA9}"/>
              </a:ext>
            </a:extLst>
          </p:cNvPr>
          <p:cNvSpPr>
            <a:spLocks xmlns:a="http://schemas.openxmlformats.org/drawingml/2006/main" noGrp="1"/>
          </p:cNvSpPr>
          <p:nvPr/>
        </p:nvSpPr>
        <p:spPr>
          <a:xfrm xmlns:a="http://schemas.openxmlformats.org/drawingml/2006/main">
            <a:off x="6733318" y="1816132"/>
            <a:ext cx="823246" cy="216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955" b="1">
                <a:solidFill>
                  <a:srgbClr val="231F20"/>
                </a:solidFill>
                <a:latin typeface="Arial"/>
                <a:ea typeface="Arial"/>
                <a:cs typeface="Arial"/>
              </a:defRPr>
            </a:defPPr>
            <a:lvl1pPr algn="ctr">
              <a:defRPr sz="955" b="1">
                <a:solidFill>
                  <a:srgbClr val="231F20"/>
                </a:solidFill>
                <a:latin typeface="Arial"/>
                <a:ea typeface="Arial"/>
                <a:cs typeface="Arial"/>
              </a:defRPr>
            </a:lvl1pPr>
            <a:lvl2pPr algn="ctr">
              <a:defRPr sz="955" b="1">
                <a:solidFill>
                  <a:srgbClr val="231F20"/>
                </a:solidFill>
                <a:latin typeface="Arial"/>
                <a:ea typeface="Arial"/>
                <a:cs typeface="Arial"/>
              </a:defRPr>
            </a:lvl2pPr>
            <a:lvl3pPr algn="ctr">
              <a:defRPr sz="955" b="1">
                <a:solidFill>
                  <a:srgbClr val="231F20"/>
                </a:solidFill>
                <a:latin typeface="Arial"/>
                <a:ea typeface="Arial"/>
                <a:cs typeface="Arial"/>
              </a:defRPr>
            </a:lvl3pPr>
            <a:lvl4pPr algn="ctr">
              <a:defRPr sz="955" b="1">
                <a:solidFill>
                  <a:srgbClr val="231F20"/>
                </a:solidFill>
                <a:latin typeface="Arial"/>
                <a:ea typeface="Arial"/>
                <a:cs typeface="Arial"/>
              </a:defRPr>
            </a:lvl4pPr>
            <a:lvl5pPr algn="ctr">
              <a:defRPr sz="955" b="1">
                <a:solidFill>
                  <a:srgbClr val="231F20"/>
                </a:solidFill>
                <a:latin typeface="Arial"/>
                <a:ea typeface="Arial"/>
                <a:cs typeface="Arial"/>
              </a:defRPr>
            </a:lvl5pPr>
            <a:lvl6pPr algn="ctr">
              <a:defRPr sz="955" b="1">
                <a:solidFill>
                  <a:srgbClr val="231F20"/>
                </a:solidFill>
                <a:latin typeface="Arial"/>
                <a:ea typeface="Arial"/>
                <a:cs typeface="Arial"/>
              </a:defRPr>
            </a:lvl6pPr>
            <a:lvl7pPr algn="ctr">
              <a:defRPr sz="955" b="1">
                <a:solidFill>
                  <a:srgbClr val="231F20"/>
                </a:solidFill>
                <a:latin typeface="Arial"/>
                <a:ea typeface="Arial"/>
                <a:cs typeface="Arial"/>
              </a:defRPr>
            </a:lvl7pPr>
            <a:lvl8pPr algn="ctr">
              <a:defRPr sz="955" b="1">
                <a:solidFill>
                  <a:srgbClr val="231F20"/>
                </a:solidFill>
                <a:latin typeface="Arial"/>
                <a:ea typeface="Arial"/>
                <a:cs typeface="Arial"/>
              </a:defRPr>
            </a:lvl8pPr>
            <a:lvl9pPr algn="ctr">
              <a:defRPr sz="955" b="1">
                <a:solidFill>
                  <a:srgbClr val="231F20"/>
                </a:solidFill>
                <a:latin typeface="Arial"/>
                <a:ea typeface="Arial"/>
                <a:cs typeface="Arial"/>
              </a:defRPr>
            </a:lvl9pPr>
          </a:lstStyle>
          <a:p xmlns:a="http://schemas.openxmlformats.org/drawingml/2006/main">
            <a:pPr algn="ctr">
              <a:defRPr sz="955" b="1">
                <a:solidFill>
                  <a:srgbClr val="231F20"/>
                </a:solidFill>
                <a:latin typeface="Arial"/>
                <a:ea typeface="Arial"/>
                <a:cs typeface="Arial"/>
              </a:defRPr>
            </a:pPr>
            <a:r>
              <a:rPr sz="955" b="1">
                <a:solidFill>
                  <a:srgbClr val="231F20"/>
                </a:solidFill>
                <a:latin typeface="Arial"/>
                <a:ea typeface="Arial"/>
                <a:cs typeface="Arial"/>
              </a:rPr>
              <a:t>SD card</a:t>
            </a:r>
          </a:p>
        </p:txBody>
      </p:sp>
      <p:sp>
        <p:nvSpPr>
          <p:cNvPr id="9" name="block-607">
            <a:extLst xmlns:a="http://schemas.openxmlformats.org/drawingml/2006/main">
              <a:ext uri="{FF2B5EF4-FFF2-40B4-BE49-F238E27FC236}">
                <a16:creationId xmlns:a16="http://schemas.microsoft.com/office/drawing/2014/main" id="{0D07D85E-5B28-477C-A1F4-B6CF5E9238DE}"/>
              </a:ext>
            </a:extLst>
          </p:cNvPr>
          <p:cNvSpPr>
            <a:spLocks xmlns:a="http://schemas.openxmlformats.org/drawingml/2006/main" noGrp="1"/>
          </p:cNvSpPr>
          <p:nvPr/>
        </p:nvSpPr>
        <p:spPr>
          <a:xfrm xmlns:a="http://schemas.openxmlformats.org/drawingml/2006/main">
            <a:off x="523875" y="2135219"/>
            <a:ext cx="7147560" cy="3439763"/>
          </a:xfrm>
          <a:prstGeom xmlns:a="http://schemas.openxmlformats.org/drawingml/2006/main" prst="rect">
            <a:avLst/>
          </a:prstGeom>
          <a:solidFill xmlns:a="http://schemas.openxmlformats.org/drawingml/2006/main">
            <a:srgbClr val="CCD9F1"/>
          </a:solidFill>
          <a:ln xmlns:a="http://schemas.openxmlformats.org/drawingml/2006/main" w="14040">
            <a:solidFill>
              <a:srgbClr val="231F20"/>
            </a:solidFill>
          </a:ln>
        </p:spPr>
      </p:sp>
      <p:sp>
        <p:nvSpPr>
          <p:cNvPr id="10" name="text-608">
            <a:extLst xmlns:a="http://schemas.openxmlformats.org/drawingml/2006/main">
              <a:ext uri="{FF2B5EF4-FFF2-40B4-BE49-F238E27FC236}">
                <a16:creationId xmlns:a16="http://schemas.microsoft.com/office/drawing/2014/main" id="{A515EA23-B5BB-4BED-92F1-9FD18CC965E0}"/>
              </a:ext>
            </a:extLst>
          </p:cNvPr>
          <p:cNvSpPr>
            <a:spLocks xmlns:a="http://schemas.openxmlformats.org/drawingml/2006/main" noGrp="1"/>
          </p:cNvSpPr>
          <p:nvPr/>
        </p:nvSpPr>
        <p:spPr>
          <a:xfrm xmlns:a="http://schemas.openxmlformats.org/drawingml/2006/main">
            <a:off x="619601" y="2160746"/>
            <a:ext cx="2265521" cy="18507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6" b="1">
                <a:solidFill>
                  <a:srgbClr val="231F20"/>
                </a:solidFill>
                <a:latin typeface="Arial"/>
                <a:ea typeface="Arial"/>
                <a:cs typeface="Arial"/>
              </a:defRPr>
            </a:defPPr>
            <a:lvl1pPr algn="l">
              <a:defRPr sz="1206" b="1">
                <a:solidFill>
                  <a:srgbClr val="231F20"/>
                </a:solidFill>
                <a:latin typeface="Arial"/>
                <a:ea typeface="Arial"/>
                <a:cs typeface="Arial"/>
              </a:defRPr>
            </a:lvl1pPr>
            <a:lvl2pPr algn="l">
              <a:defRPr sz="1206" b="1">
                <a:solidFill>
                  <a:srgbClr val="231F20"/>
                </a:solidFill>
                <a:latin typeface="Arial"/>
                <a:ea typeface="Arial"/>
                <a:cs typeface="Arial"/>
              </a:defRPr>
            </a:lvl2pPr>
            <a:lvl3pPr algn="l">
              <a:defRPr sz="1206" b="1">
                <a:solidFill>
                  <a:srgbClr val="231F20"/>
                </a:solidFill>
                <a:latin typeface="Arial"/>
                <a:ea typeface="Arial"/>
                <a:cs typeface="Arial"/>
              </a:defRPr>
            </a:lvl3pPr>
            <a:lvl4pPr algn="l">
              <a:defRPr sz="1206" b="1">
                <a:solidFill>
                  <a:srgbClr val="231F20"/>
                </a:solidFill>
                <a:latin typeface="Arial"/>
                <a:ea typeface="Arial"/>
                <a:cs typeface="Arial"/>
              </a:defRPr>
            </a:lvl4pPr>
            <a:lvl5pPr algn="l">
              <a:defRPr sz="1206" b="1">
                <a:solidFill>
                  <a:srgbClr val="231F20"/>
                </a:solidFill>
                <a:latin typeface="Arial"/>
                <a:ea typeface="Arial"/>
                <a:cs typeface="Arial"/>
              </a:defRPr>
            </a:lvl5pPr>
            <a:lvl6pPr algn="l">
              <a:defRPr sz="1206" b="1">
                <a:solidFill>
                  <a:srgbClr val="231F20"/>
                </a:solidFill>
                <a:latin typeface="Arial"/>
                <a:ea typeface="Arial"/>
                <a:cs typeface="Arial"/>
              </a:defRPr>
            </a:lvl6pPr>
            <a:lvl7pPr algn="l">
              <a:defRPr sz="1206" b="1">
                <a:solidFill>
                  <a:srgbClr val="231F20"/>
                </a:solidFill>
                <a:latin typeface="Arial"/>
                <a:ea typeface="Arial"/>
                <a:cs typeface="Arial"/>
              </a:defRPr>
            </a:lvl7pPr>
            <a:lvl8pPr algn="l">
              <a:defRPr sz="1206" b="1">
                <a:solidFill>
                  <a:srgbClr val="231F20"/>
                </a:solidFill>
                <a:latin typeface="Arial"/>
                <a:ea typeface="Arial"/>
                <a:cs typeface="Arial"/>
              </a:defRPr>
            </a:lvl8pPr>
            <a:lvl9pPr algn="l">
              <a:defRPr sz="1206" b="1">
                <a:solidFill>
                  <a:srgbClr val="231F20"/>
                </a:solidFill>
                <a:latin typeface="Arial"/>
                <a:ea typeface="Arial"/>
                <a:cs typeface="Arial"/>
              </a:defRPr>
            </a:lvl9pPr>
          </a:lstStyle>
          <a:p xmlns:a="http://schemas.openxmlformats.org/drawingml/2006/main">
            <a:pPr algn="l">
              <a:defRPr sz="1206" b="1">
                <a:solidFill>
                  <a:srgbClr val="231F20"/>
                </a:solidFill>
                <a:latin typeface="Arial"/>
                <a:ea typeface="Arial"/>
                <a:cs typeface="Arial"/>
              </a:defRPr>
            </a:pPr>
            <a:r>
              <a:rPr sz="1206" b="1">
                <a:solidFill>
                  <a:srgbClr val="231F20"/>
                </a:solidFill>
                <a:latin typeface="Arial"/>
                <a:ea typeface="Arial"/>
                <a:cs typeface="Arial"/>
              </a:rPr>
              <a:t>FPGA / fpgaTop</a:t>
            </a:r>
          </a:p>
        </p:txBody>
      </p:sp>
      <p:sp>
        <p:nvSpPr>
          <p:cNvPr id="11" name="text-609">
            <a:extLst xmlns:a="http://schemas.openxmlformats.org/drawingml/2006/main">
              <a:ext uri="{FF2B5EF4-FFF2-40B4-BE49-F238E27FC236}">
                <a16:creationId xmlns:a16="http://schemas.microsoft.com/office/drawing/2014/main" id="{4582CCF8-E0D4-4664-9C27-7F50296CCB89}"/>
              </a:ext>
            </a:extLst>
          </p:cNvPr>
          <p:cNvSpPr>
            <a:spLocks xmlns:a="http://schemas.openxmlformats.org/drawingml/2006/main" noGrp="1"/>
          </p:cNvSpPr>
          <p:nvPr/>
        </p:nvSpPr>
        <p:spPr>
          <a:xfrm xmlns:a="http://schemas.openxmlformats.org/drawingml/2006/main">
            <a:off x="5239988" y="2160746"/>
            <a:ext cx="861536" cy="1723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05" b="1">
                <a:solidFill>
                  <a:srgbClr val="231F20"/>
                </a:solidFill>
                <a:latin typeface="Arial"/>
                <a:ea typeface="Arial"/>
                <a:cs typeface="Arial"/>
              </a:defRPr>
            </a:defPPr>
            <a:lvl1pPr algn="l">
              <a:defRPr sz="1005" b="1">
                <a:solidFill>
                  <a:srgbClr val="231F20"/>
                </a:solidFill>
                <a:latin typeface="Arial"/>
                <a:ea typeface="Arial"/>
                <a:cs typeface="Arial"/>
              </a:defRPr>
            </a:lvl1pPr>
            <a:lvl2pPr algn="l">
              <a:defRPr sz="1005" b="1">
                <a:solidFill>
                  <a:srgbClr val="231F20"/>
                </a:solidFill>
                <a:latin typeface="Arial"/>
                <a:ea typeface="Arial"/>
                <a:cs typeface="Arial"/>
              </a:defRPr>
            </a:lvl2pPr>
            <a:lvl3pPr algn="l">
              <a:defRPr sz="1005" b="1">
                <a:solidFill>
                  <a:srgbClr val="231F20"/>
                </a:solidFill>
                <a:latin typeface="Arial"/>
                <a:ea typeface="Arial"/>
                <a:cs typeface="Arial"/>
              </a:defRPr>
            </a:lvl3pPr>
            <a:lvl4pPr algn="l">
              <a:defRPr sz="1005" b="1">
                <a:solidFill>
                  <a:srgbClr val="231F20"/>
                </a:solidFill>
                <a:latin typeface="Arial"/>
                <a:ea typeface="Arial"/>
                <a:cs typeface="Arial"/>
              </a:defRPr>
            </a:lvl4pPr>
            <a:lvl5pPr algn="l">
              <a:defRPr sz="1005" b="1">
                <a:solidFill>
                  <a:srgbClr val="231F20"/>
                </a:solidFill>
                <a:latin typeface="Arial"/>
                <a:ea typeface="Arial"/>
                <a:cs typeface="Arial"/>
              </a:defRPr>
            </a:lvl5pPr>
            <a:lvl6pPr algn="l">
              <a:defRPr sz="1005" b="1">
                <a:solidFill>
                  <a:srgbClr val="231F20"/>
                </a:solidFill>
                <a:latin typeface="Arial"/>
                <a:ea typeface="Arial"/>
                <a:cs typeface="Arial"/>
              </a:defRPr>
            </a:lvl6pPr>
            <a:lvl7pPr algn="l">
              <a:defRPr sz="1005" b="1">
                <a:solidFill>
                  <a:srgbClr val="231F20"/>
                </a:solidFill>
                <a:latin typeface="Arial"/>
                <a:ea typeface="Arial"/>
                <a:cs typeface="Arial"/>
              </a:defRPr>
            </a:lvl7pPr>
            <a:lvl8pPr algn="l">
              <a:defRPr sz="1005" b="1">
                <a:solidFill>
                  <a:srgbClr val="231F20"/>
                </a:solidFill>
                <a:latin typeface="Arial"/>
                <a:ea typeface="Arial"/>
                <a:cs typeface="Arial"/>
              </a:defRPr>
            </a:lvl8pPr>
            <a:lvl9pPr algn="l">
              <a:defRPr sz="1005" b="1">
                <a:solidFill>
                  <a:srgbClr val="231F20"/>
                </a:solidFill>
                <a:latin typeface="Arial"/>
                <a:ea typeface="Arial"/>
                <a:cs typeface="Arial"/>
              </a:defRPr>
            </a:lvl9pPr>
          </a:lstStyle>
          <a:p xmlns:a="http://schemas.openxmlformats.org/drawingml/2006/main">
            <a:pPr algn="l">
              <a:defRPr sz="1005" b="1">
                <a:solidFill>
                  <a:srgbClr val="231F20"/>
                </a:solidFill>
                <a:latin typeface="Arial"/>
                <a:ea typeface="Arial"/>
                <a:cs typeface="Arial"/>
              </a:defRPr>
            </a:pPr>
            <a:r>
              <a:rPr sz="1005" b="1">
                <a:solidFill>
                  <a:srgbClr val="231F20"/>
                </a:solidFill>
                <a:latin typeface="Arial"/>
                <a:ea typeface="Arial"/>
                <a:cs typeface="Arial"/>
              </a:rPr>
              <a:t>Artix-7</a:t>
            </a:r>
          </a:p>
        </p:txBody>
      </p:sp>
      <p:sp>
        <p:nvSpPr>
          <p:cNvPr id="12" name="block-610">
            <a:extLst xmlns:a="http://schemas.openxmlformats.org/drawingml/2006/main">
              <a:ext uri="{FF2B5EF4-FFF2-40B4-BE49-F238E27FC236}">
                <a16:creationId xmlns:a16="http://schemas.microsoft.com/office/drawing/2014/main" id="{1A1AE619-00AD-4621-98FC-011806CBC2AB}"/>
              </a:ext>
            </a:extLst>
          </p:cNvPr>
          <p:cNvSpPr>
            <a:spLocks xmlns:a="http://schemas.openxmlformats.org/drawingml/2006/main" noGrp="1"/>
          </p:cNvSpPr>
          <p:nvPr/>
        </p:nvSpPr>
        <p:spPr>
          <a:xfrm xmlns:a="http://schemas.openxmlformats.org/drawingml/2006/main">
            <a:off x="619601" y="2390489"/>
            <a:ext cx="5584031" cy="3076004"/>
          </a:xfrm>
          <a:prstGeom xmlns:a="http://schemas.openxmlformats.org/drawingml/2006/main" prst="rect">
            <a:avLst/>
          </a:prstGeom>
          <a:solidFill xmlns:a="http://schemas.openxmlformats.org/drawingml/2006/main">
            <a:srgbClr val="FFFFFF"/>
          </a:solidFill>
          <a:ln xmlns:a="http://schemas.openxmlformats.org/drawingml/2006/main" w="11487">
            <a:solidFill>
              <a:srgbClr val="231F20"/>
            </a:solidFill>
          </a:ln>
        </p:spPr>
      </p:sp>
      <p:sp>
        <p:nvSpPr>
          <p:cNvPr id="13" name="text-611">
            <a:extLst xmlns:a="http://schemas.openxmlformats.org/drawingml/2006/main">
              <a:ext uri="{FF2B5EF4-FFF2-40B4-BE49-F238E27FC236}">
                <a16:creationId xmlns:a16="http://schemas.microsoft.com/office/drawing/2014/main" id="{9325B564-3F41-4FF2-940E-6CC5A362E9D8}"/>
              </a:ext>
            </a:extLst>
          </p:cNvPr>
          <p:cNvSpPr>
            <a:spLocks xmlns:a="http://schemas.openxmlformats.org/drawingml/2006/main" noGrp="1"/>
          </p:cNvSpPr>
          <p:nvPr/>
        </p:nvSpPr>
        <p:spPr>
          <a:xfrm xmlns:a="http://schemas.openxmlformats.org/drawingml/2006/main">
            <a:off x="715328" y="2409635"/>
            <a:ext cx="2105978" cy="1595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5" b="1">
                <a:solidFill>
                  <a:srgbClr val="231F20"/>
                </a:solidFill>
                <a:latin typeface="Arial"/>
                <a:ea typeface="Arial"/>
                <a:cs typeface="Arial"/>
              </a:defRPr>
            </a:defPPr>
            <a:lvl1pPr algn="l">
              <a:defRPr sz="1055" b="1">
                <a:solidFill>
                  <a:srgbClr val="231F20"/>
                </a:solidFill>
                <a:latin typeface="Arial"/>
                <a:ea typeface="Arial"/>
                <a:cs typeface="Arial"/>
              </a:defRPr>
            </a:lvl1pPr>
            <a:lvl2pPr algn="l">
              <a:defRPr sz="1055" b="1">
                <a:solidFill>
                  <a:srgbClr val="231F20"/>
                </a:solidFill>
                <a:latin typeface="Arial"/>
                <a:ea typeface="Arial"/>
                <a:cs typeface="Arial"/>
              </a:defRPr>
            </a:lvl2pPr>
            <a:lvl3pPr algn="l">
              <a:defRPr sz="1055" b="1">
                <a:solidFill>
                  <a:srgbClr val="231F20"/>
                </a:solidFill>
                <a:latin typeface="Arial"/>
                <a:ea typeface="Arial"/>
                <a:cs typeface="Arial"/>
              </a:defRPr>
            </a:lvl3pPr>
            <a:lvl4pPr algn="l">
              <a:defRPr sz="1055" b="1">
                <a:solidFill>
                  <a:srgbClr val="231F20"/>
                </a:solidFill>
                <a:latin typeface="Arial"/>
                <a:ea typeface="Arial"/>
                <a:cs typeface="Arial"/>
              </a:defRPr>
            </a:lvl4pPr>
            <a:lvl5pPr algn="l">
              <a:defRPr sz="1055" b="1">
                <a:solidFill>
                  <a:srgbClr val="231F20"/>
                </a:solidFill>
                <a:latin typeface="Arial"/>
                <a:ea typeface="Arial"/>
                <a:cs typeface="Arial"/>
              </a:defRPr>
            </a:lvl5pPr>
            <a:lvl6pPr algn="l">
              <a:defRPr sz="1055" b="1">
                <a:solidFill>
                  <a:srgbClr val="231F20"/>
                </a:solidFill>
                <a:latin typeface="Arial"/>
                <a:ea typeface="Arial"/>
                <a:cs typeface="Arial"/>
              </a:defRPr>
            </a:lvl6pPr>
            <a:lvl7pPr algn="l">
              <a:defRPr sz="1055" b="1">
                <a:solidFill>
                  <a:srgbClr val="231F20"/>
                </a:solidFill>
                <a:latin typeface="Arial"/>
                <a:ea typeface="Arial"/>
                <a:cs typeface="Arial"/>
              </a:defRPr>
            </a:lvl7pPr>
            <a:lvl8pPr algn="l">
              <a:defRPr sz="1055" b="1">
                <a:solidFill>
                  <a:srgbClr val="231F20"/>
                </a:solidFill>
                <a:latin typeface="Arial"/>
                <a:ea typeface="Arial"/>
                <a:cs typeface="Arial"/>
              </a:defRPr>
            </a:lvl8pPr>
            <a:lvl9pPr algn="l">
              <a:defRPr sz="1055" b="1">
                <a:solidFill>
                  <a:srgbClr val="231F20"/>
                </a:solidFill>
                <a:latin typeface="Arial"/>
                <a:ea typeface="Arial"/>
                <a:cs typeface="Arial"/>
              </a:defRPr>
            </a:lvl9pPr>
          </a:lstStyle>
          <a:p xmlns:a="http://schemas.openxmlformats.org/drawingml/2006/main">
            <a:pPr algn="l">
              <a:defRPr sz="1055" b="1">
                <a:solidFill>
                  <a:srgbClr val="231F20"/>
                </a:solidFill>
                <a:latin typeface="Arial"/>
                <a:ea typeface="Arial"/>
                <a:cs typeface="Arial"/>
              </a:defRPr>
            </a:pPr>
            <a:r>
              <a:rPr sz="1055" b="1">
                <a:solidFill>
                  <a:srgbClr val="231F20"/>
                </a:solidFill>
                <a:latin typeface="Arial"/>
                <a:ea typeface="Arial"/>
                <a:cs typeface="Arial"/>
              </a:rPr>
              <a:t>wallypipelinedsoc</a:t>
            </a:r>
          </a:p>
        </p:txBody>
      </p:sp>
      <p:sp>
        <p:nvSpPr>
          <p:cNvPr id="14" name="block-612">
            <a:extLst xmlns:a="http://schemas.openxmlformats.org/drawingml/2006/main">
              <a:ext uri="{FF2B5EF4-FFF2-40B4-BE49-F238E27FC236}">
                <a16:creationId xmlns:a16="http://schemas.microsoft.com/office/drawing/2014/main" id="{F10F9E6A-82C7-4672-B6ED-7E6B8D3FB306}"/>
              </a:ext>
            </a:extLst>
          </p:cNvPr>
          <p:cNvSpPr>
            <a:spLocks xmlns:a="http://schemas.openxmlformats.org/drawingml/2006/main" noGrp="1"/>
          </p:cNvSpPr>
          <p:nvPr/>
        </p:nvSpPr>
        <p:spPr>
          <a:xfrm xmlns:a="http://schemas.openxmlformats.org/drawingml/2006/main">
            <a:off x="702564" y="2601087"/>
            <a:ext cx="5405342" cy="663702"/>
          </a:xfrm>
          <a:prstGeom xmlns:a="http://schemas.openxmlformats.org/drawingml/2006/main" prst="rect">
            <a:avLst/>
          </a:prstGeom>
          <a:solidFill xmlns:a="http://schemas.openxmlformats.org/drawingml/2006/main">
            <a:srgbClr val="E5EBF8"/>
          </a:solidFill>
          <a:ln xmlns:a="http://schemas.openxmlformats.org/drawingml/2006/main" w="10211">
            <a:solidFill>
              <a:srgbClr val="231F20"/>
            </a:solidFill>
          </a:ln>
        </p:spPr>
      </p:sp>
      <p:sp>
        <p:nvSpPr>
          <p:cNvPr id="15" name="text-613">
            <a:extLst xmlns:a="http://schemas.openxmlformats.org/drawingml/2006/main">
              <a:ext uri="{FF2B5EF4-FFF2-40B4-BE49-F238E27FC236}">
                <a16:creationId xmlns:a16="http://schemas.microsoft.com/office/drawing/2014/main" id="{0D495468-5507-42B5-9473-8A520E03F35B}"/>
              </a:ext>
            </a:extLst>
          </p:cNvPr>
          <p:cNvSpPr>
            <a:spLocks xmlns:a="http://schemas.openxmlformats.org/drawingml/2006/main" noGrp="1"/>
          </p:cNvSpPr>
          <p:nvPr/>
        </p:nvSpPr>
        <p:spPr>
          <a:xfrm xmlns:a="http://schemas.openxmlformats.org/drawingml/2006/main">
            <a:off x="766382" y="2626614"/>
            <a:ext cx="606266" cy="1467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905" b="1">
                <a:solidFill>
                  <a:srgbClr val="231F20"/>
                </a:solidFill>
                <a:latin typeface="Arial"/>
                <a:ea typeface="Arial"/>
                <a:cs typeface="Arial"/>
              </a:defRPr>
            </a:defPPr>
            <a:lvl1pPr algn="l">
              <a:defRPr sz="905" b="1">
                <a:solidFill>
                  <a:srgbClr val="231F20"/>
                </a:solidFill>
                <a:latin typeface="Arial"/>
                <a:ea typeface="Arial"/>
                <a:cs typeface="Arial"/>
              </a:defRPr>
            </a:lvl1pPr>
            <a:lvl2pPr algn="l">
              <a:defRPr sz="905" b="1">
                <a:solidFill>
                  <a:srgbClr val="231F20"/>
                </a:solidFill>
                <a:latin typeface="Arial"/>
                <a:ea typeface="Arial"/>
                <a:cs typeface="Arial"/>
              </a:defRPr>
            </a:lvl2pPr>
            <a:lvl3pPr algn="l">
              <a:defRPr sz="905" b="1">
                <a:solidFill>
                  <a:srgbClr val="231F20"/>
                </a:solidFill>
                <a:latin typeface="Arial"/>
                <a:ea typeface="Arial"/>
                <a:cs typeface="Arial"/>
              </a:defRPr>
            </a:lvl3pPr>
            <a:lvl4pPr algn="l">
              <a:defRPr sz="905" b="1">
                <a:solidFill>
                  <a:srgbClr val="231F20"/>
                </a:solidFill>
                <a:latin typeface="Arial"/>
                <a:ea typeface="Arial"/>
                <a:cs typeface="Arial"/>
              </a:defRPr>
            </a:lvl4pPr>
            <a:lvl5pPr algn="l">
              <a:defRPr sz="905" b="1">
                <a:solidFill>
                  <a:srgbClr val="231F20"/>
                </a:solidFill>
                <a:latin typeface="Arial"/>
                <a:ea typeface="Arial"/>
                <a:cs typeface="Arial"/>
              </a:defRPr>
            </a:lvl5pPr>
            <a:lvl6pPr algn="l">
              <a:defRPr sz="905" b="1">
                <a:solidFill>
                  <a:srgbClr val="231F20"/>
                </a:solidFill>
                <a:latin typeface="Arial"/>
                <a:ea typeface="Arial"/>
                <a:cs typeface="Arial"/>
              </a:defRPr>
            </a:lvl6pPr>
            <a:lvl7pPr algn="l">
              <a:defRPr sz="905" b="1">
                <a:solidFill>
                  <a:srgbClr val="231F20"/>
                </a:solidFill>
                <a:latin typeface="Arial"/>
                <a:ea typeface="Arial"/>
                <a:cs typeface="Arial"/>
              </a:defRPr>
            </a:lvl7pPr>
            <a:lvl8pPr algn="l">
              <a:defRPr sz="905" b="1">
                <a:solidFill>
                  <a:srgbClr val="231F20"/>
                </a:solidFill>
                <a:latin typeface="Arial"/>
                <a:ea typeface="Arial"/>
                <a:cs typeface="Arial"/>
              </a:defRPr>
            </a:lvl8pPr>
            <a:lvl9pPr algn="l">
              <a:defRPr sz="905" b="1">
                <a:solidFill>
                  <a:srgbClr val="231F20"/>
                </a:solidFill>
                <a:latin typeface="Arial"/>
                <a:ea typeface="Arial"/>
                <a:cs typeface="Arial"/>
              </a:defRPr>
            </a:lvl9pPr>
          </a:lstStyle>
          <a:p xmlns:a="http://schemas.openxmlformats.org/drawingml/2006/main">
            <a:pPr algn="l">
              <a:defRPr sz="905" b="1">
                <a:solidFill>
                  <a:srgbClr val="231F20"/>
                </a:solidFill>
                <a:latin typeface="Arial"/>
                <a:ea typeface="Arial"/>
                <a:cs typeface="Arial"/>
              </a:defRPr>
            </a:pPr>
            <a:r>
              <a:rPr sz="905" b="1">
                <a:solidFill>
                  <a:srgbClr val="231F20"/>
                </a:solidFill>
                <a:latin typeface="Arial"/>
                <a:ea typeface="Arial"/>
                <a:cs typeface="Arial"/>
              </a:rPr>
              <a:t>uncore</a:t>
            </a:r>
          </a:p>
        </p:txBody>
      </p:sp>
      <p:sp>
        <p:nvSpPr>
          <p:cNvPr id="16" name="block-614">
            <a:extLst xmlns:a="http://schemas.openxmlformats.org/drawingml/2006/main">
              <a:ext uri="{FF2B5EF4-FFF2-40B4-BE49-F238E27FC236}">
                <a16:creationId xmlns:a16="http://schemas.microsoft.com/office/drawing/2014/main" id="{781724D9-D7EC-40F5-AD24-108500EBDF76}"/>
              </a:ext>
            </a:extLst>
          </p:cNvPr>
          <p:cNvSpPr>
            <a:spLocks xmlns:a="http://schemas.openxmlformats.org/drawingml/2006/main" noGrp="1"/>
          </p:cNvSpPr>
          <p:nvPr/>
        </p:nvSpPr>
        <p:spPr>
          <a:xfrm xmlns:a="http://schemas.openxmlformats.org/drawingml/2006/main">
            <a:off x="1417320" y="2671286"/>
            <a:ext cx="574358" cy="197834"/>
          </a:xfrm>
          <a:prstGeom xmlns:a="http://schemas.openxmlformats.org/drawingml/2006/main" prst="rect">
            <a:avLst/>
          </a:prstGeom>
          <a:solidFill xmlns:a="http://schemas.openxmlformats.org/drawingml/2006/main">
            <a:srgbClr val="77A3DC"/>
          </a:solidFill>
          <a:ln xmlns:a="http://schemas.openxmlformats.org/drawingml/2006/main" w="9573">
            <a:solidFill>
              <a:srgbClr val="231F20"/>
            </a:solidFill>
          </a:ln>
        </p:spPr>
      </p:sp>
      <p:sp>
        <p:nvSpPr>
          <p:cNvPr id="17" name="text-615">
            <a:extLst xmlns:a="http://schemas.openxmlformats.org/drawingml/2006/main">
              <a:ext uri="{FF2B5EF4-FFF2-40B4-BE49-F238E27FC236}">
                <a16:creationId xmlns:a16="http://schemas.microsoft.com/office/drawing/2014/main" id="{68394E3B-E2AD-4BBA-94AC-2E7639036F5E}"/>
              </a:ext>
            </a:extLst>
          </p:cNvPr>
          <p:cNvSpPr>
            <a:spLocks xmlns:a="http://schemas.openxmlformats.org/drawingml/2006/main" noGrp="1"/>
          </p:cNvSpPr>
          <p:nvPr/>
        </p:nvSpPr>
        <p:spPr>
          <a:xfrm xmlns:a="http://schemas.openxmlformats.org/drawingml/2006/main">
            <a:off x="1436465" y="2677668"/>
            <a:ext cx="536067" cy="18507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754" b="1">
                <a:solidFill>
                  <a:srgbClr val="231F20"/>
                </a:solidFill>
                <a:latin typeface="Arial"/>
                <a:ea typeface="Arial"/>
                <a:cs typeface="Arial"/>
              </a:defRPr>
            </a:defPPr>
            <a:lvl1pPr algn="ctr">
              <a:defRPr sz="754" b="1">
                <a:solidFill>
                  <a:srgbClr val="231F20"/>
                </a:solidFill>
                <a:latin typeface="Arial"/>
                <a:ea typeface="Arial"/>
                <a:cs typeface="Arial"/>
              </a:defRPr>
            </a:lvl1pPr>
            <a:lvl2pPr algn="ctr">
              <a:defRPr sz="754" b="1">
                <a:solidFill>
                  <a:srgbClr val="231F20"/>
                </a:solidFill>
                <a:latin typeface="Arial"/>
                <a:ea typeface="Arial"/>
                <a:cs typeface="Arial"/>
              </a:defRPr>
            </a:lvl2pPr>
            <a:lvl3pPr algn="ctr">
              <a:defRPr sz="754" b="1">
                <a:solidFill>
                  <a:srgbClr val="231F20"/>
                </a:solidFill>
                <a:latin typeface="Arial"/>
                <a:ea typeface="Arial"/>
                <a:cs typeface="Arial"/>
              </a:defRPr>
            </a:lvl3pPr>
            <a:lvl4pPr algn="ctr">
              <a:defRPr sz="754" b="1">
                <a:solidFill>
                  <a:srgbClr val="231F20"/>
                </a:solidFill>
                <a:latin typeface="Arial"/>
                <a:ea typeface="Arial"/>
                <a:cs typeface="Arial"/>
              </a:defRPr>
            </a:lvl4pPr>
            <a:lvl5pPr algn="ctr">
              <a:defRPr sz="754" b="1">
                <a:solidFill>
                  <a:srgbClr val="231F20"/>
                </a:solidFill>
                <a:latin typeface="Arial"/>
                <a:ea typeface="Arial"/>
                <a:cs typeface="Arial"/>
              </a:defRPr>
            </a:lvl5pPr>
            <a:lvl6pPr algn="ctr">
              <a:defRPr sz="754" b="1">
                <a:solidFill>
                  <a:srgbClr val="231F20"/>
                </a:solidFill>
                <a:latin typeface="Arial"/>
                <a:ea typeface="Arial"/>
                <a:cs typeface="Arial"/>
              </a:defRPr>
            </a:lvl6pPr>
            <a:lvl7pPr algn="ctr">
              <a:defRPr sz="754" b="1">
                <a:solidFill>
                  <a:srgbClr val="231F20"/>
                </a:solidFill>
                <a:latin typeface="Arial"/>
                <a:ea typeface="Arial"/>
                <a:cs typeface="Arial"/>
              </a:defRPr>
            </a:lvl7pPr>
            <a:lvl8pPr algn="ctr">
              <a:defRPr sz="754" b="1">
                <a:solidFill>
                  <a:srgbClr val="231F20"/>
                </a:solidFill>
                <a:latin typeface="Arial"/>
                <a:ea typeface="Arial"/>
                <a:cs typeface="Arial"/>
              </a:defRPr>
            </a:lvl8pPr>
            <a:lvl9pPr algn="ctr">
              <a:defRPr sz="754" b="1">
                <a:solidFill>
                  <a:srgbClr val="231F20"/>
                </a:solidFill>
                <a:latin typeface="Arial"/>
                <a:ea typeface="Arial"/>
                <a:cs typeface="Arial"/>
              </a:defRPr>
            </a:lvl9pPr>
          </a:lstStyle>
          <a:p xmlns:a="http://schemas.openxmlformats.org/drawingml/2006/main">
            <a:pPr algn="ctr">
              <a:defRPr sz="754" b="1">
                <a:solidFill>
                  <a:srgbClr val="231F20"/>
                </a:solidFill>
                <a:latin typeface="Arial"/>
                <a:ea typeface="Arial"/>
                <a:cs typeface="Arial"/>
              </a:defRPr>
            </a:pPr>
            <a:r>
              <a:rPr sz="754" b="1">
                <a:solidFill>
                  <a:srgbClr val="231F20"/>
                </a:solidFill>
                <a:latin typeface="Arial"/>
                <a:ea typeface="Arial"/>
                <a:cs typeface="Arial"/>
              </a:rPr>
              <a:t>adrdecs</a:t>
            </a:r>
          </a:p>
        </p:txBody>
      </p:sp>
      <p:sp>
        <p:nvSpPr>
          <p:cNvPr id="18" name="block-616">
            <a:extLst xmlns:a="http://schemas.openxmlformats.org/drawingml/2006/main">
              <a:ext uri="{FF2B5EF4-FFF2-40B4-BE49-F238E27FC236}">
                <a16:creationId xmlns:a16="http://schemas.microsoft.com/office/drawing/2014/main" id="{E7A788F2-E49A-4E27-8D53-9544835E0BBA}"/>
              </a:ext>
            </a:extLst>
          </p:cNvPr>
          <p:cNvSpPr>
            <a:spLocks xmlns:a="http://schemas.openxmlformats.org/drawingml/2006/main" noGrp="1"/>
          </p:cNvSpPr>
          <p:nvPr/>
        </p:nvSpPr>
        <p:spPr>
          <a:xfrm xmlns:a="http://schemas.openxmlformats.org/drawingml/2006/main">
            <a:off x="2170367" y="2671286"/>
            <a:ext cx="625412" cy="197834"/>
          </a:xfrm>
          <a:prstGeom xmlns:a="http://schemas.openxmlformats.org/drawingml/2006/main" prst="rect">
            <a:avLst/>
          </a:prstGeom>
          <a:solidFill xmlns:a="http://schemas.openxmlformats.org/drawingml/2006/main">
            <a:srgbClr val="FFFFFF"/>
          </a:solidFill>
          <a:ln xmlns:a="http://schemas.openxmlformats.org/drawingml/2006/main" w="9573">
            <a:solidFill>
              <a:srgbClr val="231F20"/>
            </a:solidFill>
          </a:ln>
        </p:spPr>
      </p:sp>
      <p:sp>
        <p:nvSpPr>
          <p:cNvPr id="19" name="text-617">
            <a:extLst xmlns:a="http://schemas.openxmlformats.org/drawingml/2006/main">
              <a:ext uri="{FF2B5EF4-FFF2-40B4-BE49-F238E27FC236}">
                <a16:creationId xmlns:a16="http://schemas.microsoft.com/office/drawing/2014/main" id="{69C643C6-C859-426B-9CEE-44A6BBF1466D}"/>
              </a:ext>
            </a:extLst>
          </p:cNvPr>
          <p:cNvSpPr>
            <a:spLocks xmlns:a="http://schemas.openxmlformats.org/drawingml/2006/main" noGrp="1"/>
          </p:cNvSpPr>
          <p:nvPr/>
        </p:nvSpPr>
        <p:spPr>
          <a:xfrm xmlns:a="http://schemas.openxmlformats.org/drawingml/2006/main">
            <a:off x="2189512" y="2677668"/>
            <a:ext cx="587121" cy="18507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754" b="1">
                <a:solidFill>
                  <a:srgbClr val="231F20"/>
                </a:solidFill>
                <a:latin typeface="Arial"/>
                <a:ea typeface="Arial"/>
                <a:cs typeface="Arial"/>
              </a:defRPr>
            </a:defPPr>
            <a:lvl1pPr algn="ctr">
              <a:defRPr sz="754" b="1">
                <a:solidFill>
                  <a:srgbClr val="231F20"/>
                </a:solidFill>
                <a:latin typeface="Arial"/>
                <a:ea typeface="Arial"/>
                <a:cs typeface="Arial"/>
              </a:defRPr>
            </a:lvl1pPr>
            <a:lvl2pPr algn="ctr">
              <a:defRPr sz="754" b="1">
                <a:solidFill>
                  <a:srgbClr val="231F20"/>
                </a:solidFill>
                <a:latin typeface="Arial"/>
                <a:ea typeface="Arial"/>
                <a:cs typeface="Arial"/>
              </a:defRPr>
            </a:lvl2pPr>
            <a:lvl3pPr algn="ctr">
              <a:defRPr sz="754" b="1">
                <a:solidFill>
                  <a:srgbClr val="231F20"/>
                </a:solidFill>
                <a:latin typeface="Arial"/>
                <a:ea typeface="Arial"/>
                <a:cs typeface="Arial"/>
              </a:defRPr>
            </a:lvl3pPr>
            <a:lvl4pPr algn="ctr">
              <a:defRPr sz="754" b="1">
                <a:solidFill>
                  <a:srgbClr val="231F20"/>
                </a:solidFill>
                <a:latin typeface="Arial"/>
                <a:ea typeface="Arial"/>
                <a:cs typeface="Arial"/>
              </a:defRPr>
            </a:lvl4pPr>
            <a:lvl5pPr algn="ctr">
              <a:defRPr sz="754" b="1">
                <a:solidFill>
                  <a:srgbClr val="231F20"/>
                </a:solidFill>
                <a:latin typeface="Arial"/>
                <a:ea typeface="Arial"/>
                <a:cs typeface="Arial"/>
              </a:defRPr>
            </a:lvl5pPr>
            <a:lvl6pPr algn="ctr">
              <a:defRPr sz="754" b="1">
                <a:solidFill>
                  <a:srgbClr val="231F20"/>
                </a:solidFill>
                <a:latin typeface="Arial"/>
                <a:ea typeface="Arial"/>
                <a:cs typeface="Arial"/>
              </a:defRPr>
            </a:lvl6pPr>
            <a:lvl7pPr algn="ctr">
              <a:defRPr sz="754" b="1">
                <a:solidFill>
                  <a:srgbClr val="231F20"/>
                </a:solidFill>
                <a:latin typeface="Arial"/>
                <a:ea typeface="Arial"/>
                <a:cs typeface="Arial"/>
              </a:defRPr>
            </a:lvl7pPr>
            <a:lvl8pPr algn="ctr">
              <a:defRPr sz="754" b="1">
                <a:solidFill>
                  <a:srgbClr val="231F20"/>
                </a:solidFill>
                <a:latin typeface="Arial"/>
                <a:ea typeface="Arial"/>
                <a:cs typeface="Arial"/>
              </a:defRPr>
            </a:lvl8pPr>
            <a:lvl9pPr algn="ctr">
              <a:defRPr sz="754" b="1">
                <a:solidFill>
                  <a:srgbClr val="231F20"/>
                </a:solidFill>
                <a:latin typeface="Arial"/>
                <a:ea typeface="Arial"/>
                <a:cs typeface="Arial"/>
              </a:defRPr>
            </a:lvl9pPr>
          </a:lstStyle>
          <a:p xmlns:a="http://schemas.openxmlformats.org/drawingml/2006/main">
            <a:pPr algn="ctr">
              <a:defRPr sz="754" b="1">
                <a:solidFill>
                  <a:srgbClr val="231F20"/>
                </a:solidFill>
                <a:latin typeface="Arial"/>
                <a:ea typeface="Arial"/>
                <a:cs typeface="Arial"/>
              </a:defRPr>
            </a:pPr>
            <a:r>
              <a:rPr sz="754" b="1">
                <a:solidFill>
                  <a:srgbClr val="231F20"/>
                </a:solidFill>
                <a:latin typeface="Arial"/>
                <a:ea typeface="Arial"/>
                <a:cs typeface="Arial"/>
              </a:rPr>
              <a:t>Boot ROM</a:t>
            </a:r>
          </a:p>
        </p:txBody>
      </p:sp>
      <p:sp>
        <p:nvSpPr>
          <p:cNvPr id="20" name="block-618">
            <a:extLst xmlns:a="http://schemas.openxmlformats.org/drawingml/2006/main">
              <a:ext uri="{FF2B5EF4-FFF2-40B4-BE49-F238E27FC236}">
                <a16:creationId xmlns:a16="http://schemas.microsoft.com/office/drawing/2014/main" id="{3103045F-F62F-4FBC-AABE-3715D5F15E27}"/>
              </a:ext>
            </a:extLst>
          </p:cNvPr>
          <p:cNvSpPr>
            <a:spLocks xmlns:a="http://schemas.openxmlformats.org/drawingml/2006/main" noGrp="1"/>
          </p:cNvSpPr>
          <p:nvPr/>
        </p:nvSpPr>
        <p:spPr>
          <a:xfrm xmlns:a="http://schemas.openxmlformats.org/drawingml/2006/main">
            <a:off x="3242501" y="2773394"/>
            <a:ext cx="950881" cy="287179"/>
          </a:xfrm>
          <a:prstGeom xmlns:a="http://schemas.openxmlformats.org/drawingml/2006/main" prst="rect">
            <a:avLst/>
          </a:prstGeom>
          <a:solidFill xmlns:a="http://schemas.openxmlformats.org/drawingml/2006/main">
            <a:srgbClr val="77A3DC"/>
          </a:solidFill>
          <a:ln xmlns:a="http://schemas.openxmlformats.org/drawingml/2006/main" w="9573">
            <a:solidFill>
              <a:srgbClr val="231F20"/>
            </a:solidFill>
          </a:ln>
        </p:spPr>
      </p:sp>
      <p:sp>
        <p:nvSpPr>
          <p:cNvPr id="21" name="text-619">
            <a:extLst xmlns:a="http://schemas.openxmlformats.org/drawingml/2006/main">
              <a:ext uri="{FF2B5EF4-FFF2-40B4-BE49-F238E27FC236}">
                <a16:creationId xmlns:a16="http://schemas.microsoft.com/office/drawing/2014/main" id="{65050D38-DD05-4FB7-B0C4-CDC27382B4BB}"/>
              </a:ext>
            </a:extLst>
          </p:cNvPr>
          <p:cNvSpPr>
            <a:spLocks xmlns:a="http://schemas.openxmlformats.org/drawingml/2006/main" noGrp="1"/>
          </p:cNvSpPr>
          <p:nvPr/>
        </p:nvSpPr>
        <p:spPr>
          <a:xfrm xmlns:a="http://schemas.openxmlformats.org/drawingml/2006/main">
            <a:off x="3261646" y="2779776"/>
            <a:ext cx="912590" cy="2744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754" b="1">
                <a:solidFill>
                  <a:srgbClr val="231F20"/>
                </a:solidFill>
                <a:latin typeface="Arial"/>
                <a:ea typeface="Arial"/>
                <a:cs typeface="Arial"/>
              </a:defRPr>
            </a:defPPr>
            <a:lvl1pPr algn="ctr">
              <a:defRPr sz="754" b="1">
                <a:solidFill>
                  <a:srgbClr val="231F20"/>
                </a:solidFill>
                <a:latin typeface="Arial"/>
                <a:ea typeface="Arial"/>
                <a:cs typeface="Arial"/>
              </a:defRPr>
            </a:lvl1pPr>
            <a:lvl2pPr algn="ctr">
              <a:defRPr sz="754" b="1">
                <a:solidFill>
                  <a:srgbClr val="231F20"/>
                </a:solidFill>
                <a:latin typeface="Arial"/>
                <a:ea typeface="Arial"/>
                <a:cs typeface="Arial"/>
              </a:defRPr>
            </a:lvl2pPr>
            <a:lvl3pPr algn="ctr">
              <a:defRPr sz="754" b="1">
                <a:solidFill>
                  <a:srgbClr val="231F20"/>
                </a:solidFill>
                <a:latin typeface="Arial"/>
                <a:ea typeface="Arial"/>
                <a:cs typeface="Arial"/>
              </a:defRPr>
            </a:lvl3pPr>
            <a:lvl4pPr algn="ctr">
              <a:defRPr sz="754" b="1">
                <a:solidFill>
                  <a:srgbClr val="231F20"/>
                </a:solidFill>
                <a:latin typeface="Arial"/>
                <a:ea typeface="Arial"/>
                <a:cs typeface="Arial"/>
              </a:defRPr>
            </a:lvl4pPr>
            <a:lvl5pPr algn="ctr">
              <a:defRPr sz="754" b="1">
                <a:solidFill>
                  <a:srgbClr val="231F20"/>
                </a:solidFill>
                <a:latin typeface="Arial"/>
                <a:ea typeface="Arial"/>
                <a:cs typeface="Arial"/>
              </a:defRPr>
            </a:lvl5pPr>
            <a:lvl6pPr algn="ctr">
              <a:defRPr sz="754" b="1">
                <a:solidFill>
                  <a:srgbClr val="231F20"/>
                </a:solidFill>
                <a:latin typeface="Arial"/>
                <a:ea typeface="Arial"/>
                <a:cs typeface="Arial"/>
              </a:defRPr>
            </a:lvl6pPr>
            <a:lvl7pPr algn="ctr">
              <a:defRPr sz="754" b="1">
                <a:solidFill>
                  <a:srgbClr val="231F20"/>
                </a:solidFill>
                <a:latin typeface="Arial"/>
                <a:ea typeface="Arial"/>
                <a:cs typeface="Arial"/>
              </a:defRPr>
            </a:lvl7pPr>
            <a:lvl8pPr algn="ctr">
              <a:defRPr sz="754" b="1">
                <a:solidFill>
                  <a:srgbClr val="231F20"/>
                </a:solidFill>
                <a:latin typeface="Arial"/>
                <a:ea typeface="Arial"/>
                <a:cs typeface="Arial"/>
              </a:defRPr>
            </a:lvl8pPr>
            <a:lvl9pPr algn="ctr">
              <a:defRPr sz="754" b="1">
                <a:solidFill>
                  <a:srgbClr val="231F20"/>
                </a:solidFill>
                <a:latin typeface="Arial"/>
                <a:ea typeface="Arial"/>
                <a:cs typeface="Arial"/>
              </a:defRPr>
            </a:lvl9pPr>
          </a:lstStyle>
          <a:p xmlns:a="http://schemas.openxmlformats.org/drawingml/2006/main">
            <a:pPr algn="ctr">
              <a:defRPr sz="754" b="1">
                <a:solidFill>
                  <a:srgbClr val="231F20"/>
                </a:solidFill>
                <a:latin typeface="Arial"/>
                <a:ea typeface="Arial"/>
                <a:cs typeface="Arial"/>
              </a:defRPr>
            </a:pPr>
            <a:r>
              <a:rPr sz="754" b="1">
                <a:solidFill>
                  <a:srgbClr val="231F20"/>
                </a:solidFill>
                <a:latin typeface="Arial"/>
                <a:ea typeface="Arial"/>
                <a:cs typeface="Arial"/>
              </a:rPr>
              <a:t>ahbapbbridge</a:t>
            </a:r>
          </a:p>
        </p:txBody>
      </p:sp>
      <p:sp>
        <p:nvSpPr>
          <p:cNvPr id="22" name="text-620">
            <a:extLst xmlns:a="http://schemas.openxmlformats.org/drawingml/2006/main">
              <a:ext uri="{FF2B5EF4-FFF2-40B4-BE49-F238E27FC236}">
                <a16:creationId xmlns:a16="http://schemas.microsoft.com/office/drawing/2014/main" id="{15B09CA9-1715-473E-B5F7-819433853AE0}"/>
              </a:ext>
            </a:extLst>
          </p:cNvPr>
          <p:cNvSpPr>
            <a:spLocks xmlns:a="http://schemas.openxmlformats.org/drawingml/2006/main" noGrp="1"/>
          </p:cNvSpPr>
          <p:nvPr/>
        </p:nvSpPr>
        <p:spPr>
          <a:xfrm xmlns:a="http://schemas.openxmlformats.org/drawingml/2006/main">
            <a:off x="1117378" y="3054191"/>
            <a:ext cx="433959" cy="12763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804" b="1">
                <a:solidFill>
                  <a:srgbClr val="1572C3"/>
                </a:solidFill>
                <a:latin typeface="Arial"/>
                <a:ea typeface="Arial"/>
                <a:cs typeface="Arial"/>
              </a:defRPr>
            </a:defPPr>
            <a:lvl1pPr algn="l">
              <a:defRPr sz="804" b="1">
                <a:solidFill>
                  <a:srgbClr val="1572C3"/>
                </a:solidFill>
                <a:latin typeface="Arial"/>
                <a:ea typeface="Arial"/>
                <a:cs typeface="Arial"/>
              </a:defRPr>
            </a:lvl1pPr>
            <a:lvl2pPr algn="l">
              <a:defRPr sz="804" b="1">
                <a:solidFill>
                  <a:srgbClr val="1572C3"/>
                </a:solidFill>
                <a:latin typeface="Arial"/>
                <a:ea typeface="Arial"/>
                <a:cs typeface="Arial"/>
              </a:defRPr>
            </a:lvl2pPr>
            <a:lvl3pPr algn="l">
              <a:defRPr sz="804" b="1">
                <a:solidFill>
                  <a:srgbClr val="1572C3"/>
                </a:solidFill>
                <a:latin typeface="Arial"/>
                <a:ea typeface="Arial"/>
                <a:cs typeface="Arial"/>
              </a:defRPr>
            </a:lvl3pPr>
            <a:lvl4pPr algn="l">
              <a:defRPr sz="804" b="1">
                <a:solidFill>
                  <a:srgbClr val="1572C3"/>
                </a:solidFill>
                <a:latin typeface="Arial"/>
                <a:ea typeface="Arial"/>
                <a:cs typeface="Arial"/>
              </a:defRPr>
            </a:lvl4pPr>
            <a:lvl5pPr algn="l">
              <a:defRPr sz="804" b="1">
                <a:solidFill>
                  <a:srgbClr val="1572C3"/>
                </a:solidFill>
                <a:latin typeface="Arial"/>
                <a:ea typeface="Arial"/>
                <a:cs typeface="Arial"/>
              </a:defRPr>
            </a:lvl5pPr>
            <a:lvl6pPr algn="l">
              <a:defRPr sz="804" b="1">
                <a:solidFill>
                  <a:srgbClr val="1572C3"/>
                </a:solidFill>
                <a:latin typeface="Arial"/>
                <a:ea typeface="Arial"/>
                <a:cs typeface="Arial"/>
              </a:defRPr>
            </a:lvl6pPr>
            <a:lvl7pPr algn="l">
              <a:defRPr sz="804" b="1">
                <a:solidFill>
                  <a:srgbClr val="1572C3"/>
                </a:solidFill>
                <a:latin typeface="Arial"/>
                <a:ea typeface="Arial"/>
                <a:cs typeface="Arial"/>
              </a:defRPr>
            </a:lvl7pPr>
            <a:lvl8pPr algn="l">
              <a:defRPr sz="804" b="1">
                <a:solidFill>
                  <a:srgbClr val="1572C3"/>
                </a:solidFill>
                <a:latin typeface="Arial"/>
                <a:ea typeface="Arial"/>
                <a:cs typeface="Arial"/>
              </a:defRPr>
            </a:lvl8pPr>
            <a:lvl9pPr algn="l">
              <a:defRPr sz="804" b="1">
                <a:solidFill>
                  <a:srgbClr val="1572C3"/>
                </a:solidFill>
                <a:latin typeface="Arial"/>
                <a:ea typeface="Arial"/>
                <a:cs typeface="Arial"/>
              </a:defRPr>
            </a:lvl9pPr>
          </a:lstStyle>
          <a:p xmlns:a="http://schemas.openxmlformats.org/drawingml/2006/main">
            <a:pPr algn="l">
              <a:defRPr sz="804" b="1">
                <a:solidFill>
                  <a:srgbClr val="1572C3"/>
                </a:solidFill>
                <a:latin typeface="Arial"/>
                <a:ea typeface="Arial"/>
                <a:cs typeface="Arial"/>
              </a:defRPr>
            </a:pPr>
            <a:r>
              <a:rPr sz="804" b="1">
                <a:solidFill>
                  <a:srgbClr val="1572C3"/>
                </a:solidFill>
                <a:latin typeface="Arial"/>
                <a:ea typeface="Arial"/>
                <a:cs typeface="Arial"/>
              </a:rPr>
              <a:t>AHB</a:t>
            </a:r>
          </a:p>
        </p:txBody>
      </p:sp>
      <p:sp>
        <p:nvSpPr>
          <p:cNvPr id="23" name="text-621">
            <a:extLst xmlns:a="http://schemas.openxmlformats.org/drawingml/2006/main">
              <a:ext uri="{FF2B5EF4-FFF2-40B4-BE49-F238E27FC236}">
                <a16:creationId xmlns:a16="http://schemas.microsoft.com/office/drawing/2014/main" id="{29BE78B8-C341-4CA0-9FF7-746BD2061802}"/>
              </a:ext>
            </a:extLst>
          </p:cNvPr>
          <p:cNvSpPr>
            <a:spLocks xmlns:a="http://schemas.openxmlformats.org/drawingml/2006/main" noGrp="1"/>
          </p:cNvSpPr>
          <p:nvPr/>
        </p:nvSpPr>
        <p:spPr>
          <a:xfrm xmlns:a="http://schemas.openxmlformats.org/drawingml/2006/main">
            <a:off x="4314635" y="3054191"/>
            <a:ext cx="446723" cy="12763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804" b="1">
                <a:solidFill>
                  <a:srgbClr val="1572C3"/>
                </a:solidFill>
                <a:latin typeface="Arial"/>
                <a:ea typeface="Arial"/>
                <a:cs typeface="Arial"/>
              </a:defRPr>
            </a:defPPr>
            <a:lvl1pPr algn="l">
              <a:defRPr sz="804" b="1">
                <a:solidFill>
                  <a:srgbClr val="1572C3"/>
                </a:solidFill>
                <a:latin typeface="Arial"/>
                <a:ea typeface="Arial"/>
                <a:cs typeface="Arial"/>
              </a:defRPr>
            </a:lvl1pPr>
            <a:lvl2pPr algn="l">
              <a:defRPr sz="804" b="1">
                <a:solidFill>
                  <a:srgbClr val="1572C3"/>
                </a:solidFill>
                <a:latin typeface="Arial"/>
                <a:ea typeface="Arial"/>
                <a:cs typeface="Arial"/>
              </a:defRPr>
            </a:lvl2pPr>
            <a:lvl3pPr algn="l">
              <a:defRPr sz="804" b="1">
                <a:solidFill>
                  <a:srgbClr val="1572C3"/>
                </a:solidFill>
                <a:latin typeface="Arial"/>
                <a:ea typeface="Arial"/>
                <a:cs typeface="Arial"/>
              </a:defRPr>
            </a:lvl3pPr>
            <a:lvl4pPr algn="l">
              <a:defRPr sz="804" b="1">
                <a:solidFill>
                  <a:srgbClr val="1572C3"/>
                </a:solidFill>
                <a:latin typeface="Arial"/>
                <a:ea typeface="Arial"/>
                <a:cs typeface="Arial"/>
              </a:defRPr>
            </a:lvl4pPr>
            <a:lvl5pPr algn="l">
              <a:defRPr sz="804" b="1">
                <a:solidFill>
                  <a:srgbClr val="1572C3"/>
                </a:solidFill>
                <a:latin typeface="Arial"/>
                <a:ea typeface="Arial"/>
                <a:cs typeface="Arial"/>
              </a:defRPr>
            </a:lvl5pPr>
            <a:lvl6pPr algn="l">
              <a:defRPr sz="804" b="1">
                <a:solidFill>
                  <a:srgbClr val="1572C3"/>
                </a:solidFill>
                <a:latin typeface="Arial"/>
                <a:ea typeface="Arial"/>
                <a:cs typeface="Arial"/>
              </a:defRPr>
            </a:lvl6pPr>
            <a:lvl7pPr algn="l">
              <a:defRPr sz="804" b="1">
                <a:solidFill>
                  <a:srgbClr val="1572C3"/>
                </a:solidFill>
                <a:latin typeface="Arial"/>
                <a:ea typeface="Arial"/>
                <a:cs typeface="Arial"/>
              </a:defRPr>
            </a:lvl7pPr>
            <a:lvl8pPr algn="l">
              <a:defRPr sz="804" b="1">
                <a:solidFill>
                  <a:srgbClr val="1572C3"/>
                </a:solidFill>
                <a:latin typeface="Arial"/>
                <a:ea typeface="Arial"/>
                <a:cs typeface="Arial"/>
              </a:defRPr>
            </a:lvl8pPr>
            <a:lvl9pPr algn="l">
              <a:defRPr sz="804" b="1">
                <a:solidFill>
                  <a:srgbClr val="1572C3"/>
                </a:solidFill>
                <a:latin typeface="Arial"/>
                <a:ea typeface="Arial"/>
                <a:cs typeface="Arial"/>
              </a:defRPr>
            </a:lvl9pPr>
          </a:lstStyle>
          <a:p xmlns:a="http://schemas.openxmlformats.org/drawingml/2006/main">
            <a:pPr algn="l">
              <a:defRPr sz="804" b="1">
                <a:solidFill>
                  <a:srgbClr val="1572C3"/>
                </a:solidFill>
                <a:latin typeface="Arial"/>
                <a:ea typeface="Arial"/>
                <a:cs typeface="Arial"/>
              </a:defRPr>
            </a:pPr>
            <a:r>
              <a:rPr sz="804" b="1">
                <a:solidFill>
                  <a:srgbClr val="1572C3"/>
                </a:solidFill>
                <a:latin typeface="Arial"/>
                <a:ea typeface="Arial"/>
                <a:cs typeface="Arial"/>
              </a:rPr>
              <a:t>APB</a:t>
            </a:r>
          </a:p>
        </p:txBody>
      </p:sp>
      <p:sp>
        <p:nvSpPr>
          <p:cNvPr id="24" name="wire-622">
            <a:extLst xmlns:a="http://schemas.openxmlformats.org/drawingml/2006/main">
              <a:ext uri="{FF2B5EF4-FFF2-40B4-BE49-F238E27FC236}">
                <a16:creationId xmlns:a16="http://schemas.microsoft.com/office/drawing/2014/main" id="{982C022C-36DD-49D9-8162-2B43A0D4B283}"/>
              </a:ext>
            </a:extLst>
          </p:cNvPr>
          <p:cNvSpPr>
            <a:spLocks xmlns:a="http://schemas.openxmlformats.org/drawingml/2006/main" noGrp="1"/>
          </p:cNvSpPr>
          <p:nvPr/>
        </p:nvSpPr>
        <p:spPr>
          <a:xfrm xmlns:a="http://schemas.openxmlformats.org/drawingml/2006/main">
            <a:off x="1187577" y="2983992"/>
            <a:ext cx="2054924" cy="9525"/>
          </a:xfrm>
          <a:custGeom xmlns:a="http://schemas.openxmlformats.org/drawingml/2006/main">
            <a:pathLst>
              <a:path w="2054924" h="9525">
                <a:moveTo>
                  <a:pt x="0" y="0"/>
                </a:moveTo>
                <a:lnTo>
                  <a:pt x="2054924" y="0"/>
                </a:lnTo>
              </a:path>
            </a:pathLst>
          </a:custGeom>
          <a:noFill xmlns:a="http://schemas.openxmlformats.org/drawingml/2006/main"/>
          <a:ln xmlns:a="http://schemas.openxmlformats.org/drawingml/2006/main" w="15316">
            <a:solidFill>
              <a:srgbClr val="1572C3"/>
            </a:solidFill>
          </a:ln>
        </p:spPr>
      </p:sp>
      <p:sp>
        <p:nvSpPr>
          <p:cNvPr id="25" name="wire-623">
            <a:extLst xmlns:a="http://schemas.openxmlformats.org/drawingml/2006/main">
              <a:ext uri="{FF2B5EF4-FFF2-40B4-BE49-F238E27FC236}">
                <a16:creationId xmlns:a16="http://schemas.microsoft.com/office/drawing/2014/main" id="{31E41485-7CC4-44DD-9BB5-25F6687A4EC9}"/>
              </a:ext>
            </a:extLst>
          </p:cNvPr>
          <p:cNvSpPr>
            <a:spLocks xmlns:a="http://schemas.openxmlformats.org/drawingml/2006/main" noGrp="1"/>
          </p:cNvSpPr>
          <p:nvPr/>
        </p:nvSpPr>
        <p:spPr>
          <a:xfrm xmlns:a="http://schemas.openxmlformats.org/drawingml/2006/main">
            <a:off x="1704499" y="2869121"/>
            <a:ext cx="9525" cy="114871"/>
          </a:xfrm>
          <a:custGeom xmlns:a="http://schemas.openxmlformats.org/drawingml/2006/main">
            <a:pathLst>
              <a:path w="9525" h="114871">
                <a:moveTo>
                  <a:pt x="0" y="0"/>
                </a:moveTo>
                <a:lnTo>
                  <a:pt x="0" y="114871"/>
                </a:lnTo>
              </a:path>
            </a:pathLst>
          </a:custGeom>
          <a:noFill xmlns:a="http://schemas.openxmlformats.org/drawingml/2006/main"/>
          <a:ln xmlns:a="http://schemas.openxmlformats.org/drawingml/2006/main" w="6382">
            <a:solidFill>
              <a:srgbClr val="1572C3"/>
            </a:solidFill>
          </a:ln>
        </p:spPr>
      </p:sp>
      <p:sp>
        <p:nvSpPr>
          <p:cNvPr id="26" name="wire-624">
            <a:extLst xmlns:a="http://schemas.openxmlformats.org/drawingml/2006/main">
              <a:ext uri="{FF2B5EF4-FFF2-40B4-BE49-F238E27FC236}">
                <a16:creationId xmlns:a16="http://schemas.microsoft.com/office/drawing/2014/main" id="{400448A1-6F04-438C-83C1-3C47C24E2230}"/>
              </a:ext>
            </a:extLst>
          </p:cNvPr>
          <p:cNvSpPr>
            <a:spLocks xmlns:a="http://schemas.openxmlformats.org/drawingml/2006/main" noGrp="1"/>
          </p:cNvSpPr>
          <p:nvPr/>
        </p:nvSpPr>
        <p:spPr>
          <a:xfrm xmlns:a="http://schemas.openxmlformats.org/drawingml/2006/main">
            <a:off x="2476691" y="2869121"/>
            <a:ext cx="9525" cy="114871"/>
          </a:xfrm>
          <a:custGeom xmlns:a="http://schemas.openxmlformats.org/drawingml/2006/main">
            <a:pathLst>
              <a:path w="9525" h="114871">
                <a:moveTo>
                  <a:pt x="0" y="0"/>
                </a:moveTo>
                <a:lnTo>
                  <a:pt x="0" y="114871"/>
                </a:lnTo>
              </a:path>
            </a:pathLst>
          </a:custGeom>
          <a:noFill xmlns:a="http://schemas.openxmlformats.org/drawingml/2006/main"/>
          <a:ln xmlns:a="http://schemas.openxmlformats.org/drawingml/2006/main" w="10849">
            <a:solidFill>
              <a:srgbClr val="231F20"/>
            </a:solidFill>
          </a:ln>
        </p:spPr>
      </p:sp>
      <p:sp>
        <p:nvSpPr>
          <p:cNvPr id="27" name="wire-625">
            <a:extLst xmlns:a="http://schemas.openxmlformats.org/drawingml/2006/main">
              <a:ext uri="{FF2B5EF4-FFF2-40B4-BE49-F238E27FC236}">
                <a16:creationId xmlns:a16="http://schemas.microsoft.com/office/drawing/2014/main" id="{96A9713B-EE17-4D64-9589-050EED4C2349}"/>
              </a:ext>
            </a:extLst>
          </p:cNvPr>
          <p:cNvSpPr>
            <a:spLocks xmlns:a="http://schemas.openxmlformats.org/drawingml/2006/main" noGrp="1"/>
          </p:cNvSpPr>
          <p:nvPr/>
        </p:nvSpPr>
        <p:spPr>
          <a:xfrm xmlns:a="http://schemas.openxmlformats.org/drawingml/2006/main">
            <a:off x="4193381" y="2926556"/>
            <a:ext cx="1888998" cy="9525"/>
          </a:xfrm>
          <a:custGeom xmlns:a="http://schemas.openxmlformats.org/drawingml/2006/main">
            <a:pathLst>
              <a:path w="1888998" h="9525">
                <a:moveTo>
                  <a:pt x="0" y="0"/>
                </a:moveTo>
                <a:lnTo>
                  <a:pt x="1888998" y="0"/>
                </a:lnTo>
              </a:path>
            </a:pathLst>
          </a:custGeom>
          <a:noFill xmlns:a="http://schemas.openxmlformats.org/drawingml/2006/main"/>
          <a:ln xmlns:a="http://schemas.openxmlformats.org/drawingml/2006/main" w="15316">
            <a:solidFill>
              <a:srgbClr val="1572C3"/>
            </a:solidFill>
          </a:ln>
        </p:spPr>
      </p:sp>
      <p:sp>
        <p:nvSpPr>
          <p:cNvPr id="28" name="wire-626">
            <a:extLst xmlns:a="http://schemas.openxmlformats.org/drawingml/2006/main">
              <a:ext uri="{FF2B5EF4-FFF2-40B4-BE49-F238E27FC236}">
                <a16:creationId xmlns:a16="http://schemas.microsoft.com/office/drawing/2014/main" id="{A029B793-42CB-4B6B-A142-9C6F8598081E}"/>
              </a:ext>
            </a:extLst>
          </p:cNvPr>
          <p:cNvSpPr>
            <a:spLocks xmlns:a="http://schemas.openxmlformats.org/drawingml/2006/main" noGrp="1"/>
          </p:cNvSpPr>
          <p:nvPr/>
        </p:nvSpPr>
        <p:spPr>
          <a:xfrm xmlns:a="http://schemas.openxmlformats.org/drawingml/2006/main">
            <a:off x="6082379" y="2926556"/>
            <a:ext cx="261652" cy="9525"/>
          </a:xfrm>
          <a:custGeom xmlns:a="http://schemas.openxmlformats.org/drawingml/2006/main">
            <a:pathLst>
              <a:path w="261652" h="9525">
                <a:moveTo>
                  <a:pt x="0" y="0"/>
                </a:moveTo>
                <a:lnTo>
                  <a:pt x="261652" y="0"/>
                </a:lnTo>
              </a:path>
            </a:pathLst>
          </a:custGeom>
          <a:noFill xmlns:a="http://schemas.openxmlformats.org/drawingml/2006/main"/>
          <a:ln xmlns:a="http://schemas.openxmlformats.org/drawingml/2006/main" w="15316">
            <a:solidFill>
              <a:srgbClr val="1572C3"/>
            </a:solidFill>
          </a:ln>
        </p:spPr>
      </p:sp>
      <p:sp>
        <p:nvSpPr>
          <p:cNvPr id="29" name="wire-627">
            <a:extLst xmlns:a="http://schemas.openxmlformats.org/drawingml/2006/main">
              <a:ext uri="{FF2B5EF4-FFF2-40B4-BE49-F238E27FC236}">
                <a16:creationId xmlns:a16="http://schemas.microsoft.com/office/drawing/2014/main" id="{A5614E20-1A11-4604-A01C-D22760668BC6}"/>
              </a:ext>
            </a:extLst>
          </p:cNvPr>
          <p:cNvSpPr>
            <a:spLocks xmlns:a="http://schemas.openxmlformats.org/drawingml/2006/main" noGrp="1"/>
          </p:cNvSpPr>
          <p:nvPr/>
        </p:nvSpPr>
        <p:spPr>
          <a:xfrm xmlns:a="http://schemas.openxmlformats.org/drawingml/2006/main">
            <a:off x="6344031" y="2926556"/>
            <a:ext cx="9525" cy="893445"/>
          </a:xfrm>
          <a:custGeom xmlns:a="http://schemas.openxmlformats.org/drawingml/2006/main">
            <a:pathLst>
              <a:path w="9525" h="893445">
                <a:moveTo>
                  <a:pt x="0" y="0"/>
                </a:moveTo>
                <a:lnTo>
                  <a:pt x="0" y="893445"/>
                </a:lnTo>
              </a:path>
            </a:pathLst>
          </a:custGeom>
          <a:noFill xmlns:a="http://schemas.openxmlformats.org/drawingml/2006/main"/>
          <a:ln xmlns:a="http://schemas.openxmlformats.org/drawingml/2006/main" w="15316">
            <a:solidFill>
              <a:srgbClr val="1572C3"/>
            </a:solidFill>
          </a:ln>
        </p:spPr>
      </p:sp>
      <p:sp>
        <p:nvSpPr>
          <p:cNvPr id="30" name="wire-628">
            <a:extLst xmlns:a="http://schemas.openxmlformats.org/drawingml/2006/main">
              <a:ext uri="{FF2B5EF4-FFF2-40B4-BE49-F238E27FC236}">
                <a16:creationId xmlns:a16="http://schemas.microsoft.com/office/drawing/2014/main" id="{4D6448C0-89C0-43CA-ADDC-D7C4E61E57DD}"/>
              </a:ext>
            </a:extLst>
          </p:cNvPr>
          <p:cNvSpPr>
            <a:spLocks xmlns:a="http://schemas.openxmlformats.org/drawingml/2006/main" noGrp="1"/>
          </p:cNvSpPr>
          <p:nvPr/>
        </p:nvSpPr>
        <p:spPr>
          <a:xfrm xmlns:a="http://schemas.openxmlformats.org/drawingml/2006/main">
            <a:off x="6344031" y="3820001"/>
            <a:ext cx="248888" cy="9525"/>
          </a:xfrm>
          <a:custGeom xmlns:a="http://schemas.openxmlformats.org/drawingml/2006/main">
            <a:pathLst>
              <a:path w="248888" h="9525">
                <a:moveTo>
                  <a:pt x="0" y="0"/>
                </a:moveTo>
                <a:lnTo>
                  <a:pt x="248888" y="0"/>
                </a:lnTo>
              </a:path>
            </a:pathLst>
          </a:custGeom>
          <a:noFill xmlns:a="http://schemas.openxmlformats.org/drawingml/2006/main"/>
          <a:ln xmlns:a="http://schemas.openxmlformats.org/drawingml/2006/main" w="15316">
            <a:solidFill>
              <a:srgbClr val="1572C3"/>
            </a:solidFill>
          </a:ln>
        </p:spPr>
      </p:sp>
      <p:sp>
        <p:nvSpPr>
          <p:cNvPr id="31" name="circuit-629">
            <a:extLst xmlns:a="http://schemas.openxmlformats.org/drawingml/2006/main">
              <a:ext uri="{FF2B5EF4-FFF2-40B4-BE49-F238E27FC236}">
                <a16:creationId xmlns:a16="http://schemas.microsoft.com/office/drawing/2014/main" id="{F3D7448E-92EA-46D7-B874-7CE5F4EAB357}"/>
              </a:ext>
            </a:extLst>
          </p:cNvPr>
          <p:cNvSpPr>
            <a:spLocks xmlns:a="http://schemas.openxmlformats.org/drawingml/2006/main" noGrp="1"/>
          </p:cNvSpPr>
          <p:nvPr/>
        </p:nvSpPr>
        <p:spPr>
          <a:xfrm xmlns:a="http://schemas.openxmlformats.org/drawingml/2006/main">
            <a:off x="6561011" y="3806600"/>
            <a:ext cx="31909" cy="26803"/>
          </a:xfrm>
          <a:custGeom xmlns:a="http://schemas.openxmlformats.org/drawingml/2006/main">
            <a:pathLst>
              <a:path w="31909" h="26803">
                <a:moveTo>
                  <a:pt x="31909" y="13402"/>
                </a:moveTo>
                <a:lnTo>
                  <a:pt x="0" y="0"/>
                </a:lnTo>
                <a:lnTo>
                  <a:pt x="0" y="26803"/>
                </a:lnTo>
                <a:close/>
              </a:path>
            </a:pathLst>
          </a:custGeom>
          <a:solidFill xmlns:a="http://schemas.openxmlformats.org/drawingml/2006/main">
            <a:srgbClr val="1572C3"/>
          </a:solidFill>
          <a:ln xmlns:a="http://schemas.openxmlformats.org/drawingml/2006/main" w="3191">
            <a:solidFill>
              <a:srgbClr val="1572C3"/>
            </a:solidFill>
          </a:ln>
        </p:spPr>
      </p:sp>
      <p:sp>
        <p:nvSpPr>
          <p:cNvPr id="32" name="block-630">
            <a:extLst xmlns:a="http://schemas.openxmlformats.org/drawingml/2006/main">
              <a:ext uri="{FF2B5EF4-FFF2-40B4-BE49-F238E27FC236}">
                <a16:creationId xmlns:a16="http://schemas.microsoft.com/office/drawing/2014/main" id="{025036BF-B7ED-4600-965B-DF16882748AE}"/>
              </a:ext>
            </a:extLst>
          </p:cNvPr>
          <p:cNvSpPr>
            <a:spLocks xmlns:a="http://schemas.openxmlformats.org/drawingml/2006/main" noGrp="1"/>
          </p:cNvSpPr>
          <p:nvPr/>
        </p:nvSpPr>
        <p:spPr>
          <a:xfrm xmlns:a="http://schemas.openxmlformats.org/drawingml/2006/main">
            <a:off x="4308253" y="2677668"/>
            <a:ext cx="593503" cy="185071"/>
          </a:xfrm>
          <a:prstGeom xmlns:a="http://schemas.openxmlformats.org/drawingml/2006/main" prst="rect">
            <a:avLst/>
          </a:prstGeom>
          <a:solidFill xmlns:a="http://schemas.openxmlformats.org/drawingml/2006/main">
            <a:srgbClr val="FFFFFF"/>
          </a:solidFill>
          <a:ln xmlns:a="http://schemas.openxmlformats.org/drawingml/2006/main" w="9573">
            <a:solidFill>
              <a:srgbClr val="231F20"/>
            </a:solidFill>
          </a:ln>
        </p:spPr>
      </p:sp>
      <p:sp>
        <p:nvSpPr>
          <p:cNvPr id="33" name="text-631">
            <a:extLst xmlns:a="http://schemas.openxmlformats.org/drawingml/2006/main">
              <a:ext uri="{FF2B5EF4-FFF2-40B4-BE49-F238E27FC236}">
                <a16:creationId xmlns:a16="http://schemas.microsoft.com/office/drawing/2014/main" id="{F99D85AD-5F07-484B-9879-04FF3D8BCBD0}"/>
              </a:ext>
            </a:extLst>
          </p:cNvPr>
          <p:cNvSpPr>
            <a:spLocks xmlns:a="http://schemas.openxmlformats.org/drawingml/2006/main" noGrp="1"/>
          </p:cNvSpPr>
          <p:nvPr/>
        </p:nvSpPr>
        <p:spPr>
          <a:xfrm xmlns:a="http://schemas.openxmlformats.org/drawingml/2006/main">
            <a:off x="4327398" y="2684050"/>
            <a:ext cx="555212" cy="1723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704" b="1">
                <a:solidFill>
                  <a:srgbClr val="231F20"/>
                </a:solidFill>
                <a:latin typeface="Arial"/>
                <a:ea typeface="Arial"/>
                <a:cs typeface="Arial"/>
              </a:defRPr>
            </a:defPPr>
            <a:lvl1pPr algn="ctr">
              <a:defRPr sz="704" b="1">
                <a:solidFill>
                  <a:srgbClr val="231F20"/>
                </a:solidFill>
                <a:latin typeface="Arial"/>
                <a:ea typeface="Arial"/>
                <a:cs typeface="Arial"/>
              </a:defRPr>
            </a:lvl1pPr>
            <a:lvl2pPr algn="ctr">
              <a:defRPr sz="704" b="1">
                <a:solidFill>
                  <a:srgbClr val="231F20"/>
                </a:solidFill>
                <a:latin typeface="Arial"/>
                <a:ea typeface="Arial"/>
                <a:cs typeface="Arial"/>
              </a:defRPr>
            </a:lvl2pPr>
            <a:lvl3pPr algn="ctr">
              <a:defRPr sz="704" b="1">
                <a:solidFill>
                  <a:srgbClr val="231F20"/>
                </a:solidFill>
                <a:latin typeface="Arial"/>
                <a:ea typeface="Arial"/>
                <a:cs typeface="Arial"/>
              </a:defRPr>
            </a:lvl3pPr>
            <a:lvl4pPr algn="ctr">
              <a:defRPr sz="704" b="1">
                <a:solidFill>
                  <a:srgbClr val="231F20"/>
                </a:solidFill>
                <a:latin typeface="Arial"/>
                <a:ea typeface="Arial"/>
                <a:cs typeface="Arial"/>
              </a:defRPr>
            </a:lvl4pPr>
            <a:lvl5pPr algn="ctr">
              <a:defRPr sz="704" b="1">
                <a:solidFill>
                  <a:srgbClr val="231F20"/>
                </a:solidFill>
                <a:latin typeface="Arial"/>
                <a:ea typeface="Arial"/>
                <a:cs typeface="Arial"/>
              </a:defRPr>
            </a:lvl5pPr>
            <a:lvl6pPr algn="ctr">
              <a:defRPr sz="704" b="1">
                <a:solidFill>
                  <a:srgbClr val="231F20"/>
                </a:solidFill>
                <a:latin typeface="Arial"/>
                <a:ea typeface="Arial"/>
                <a:cs typeface="Arial"/>
              </a:defRPr>
            </a:lvl6pPr>
            <a:lvl7pPr algn="ctr">
              <a:defRPr sz="704" b="1">
                <a:solidFill>
                  <a:srgbClr val="231F20"/>
                </a:solidFill>
                <a:latin typeface="Arial"/>
                <a:ea typeface="Arial"/>
                <a:cs typeface="Arial"/>
              </a:defRPr>
            </a:lvl7pPr>
            <a:lvl8pPr algn="ctr">
              <a:defRPr sz="704" b="1">
                <a:solidFill>
                  <a:srgbClr val="231F20"/>
                </a:solidFill>
                <a:latin typeface="Arial"/>
                <a:ea typeface="Arial"/>
                <a:cs typeface="Arial"/>
              </a:defRPr>
            </a:lvl8pPr>
            <a:lvl9pPr algn="ctr">
              <a:defRPr sz="704" b="1">
                <a:solidFill>
                  <a:srgbClr val="231F20"/>
                </a:solidFill>
                <a:latin typeface="Arial"/>
                <a:ea typeface="Arial"/>
                <a:cs typeface="Arial"/>
              </a:defRPr>
            </a:lvl9pPr>
          </a:lstStyle>
          <a:p xmlns:a="http://schemas.openxmlformats.org/drawingml/2006/main">
            <a:pPr algn="ctr">
              <a:defRPr sz="704" b="1">
                <a:solidFill>
                  <a:srgbClr val="231F20"/>
                </a:solidFill>
                <a:latin typeface="Arial"/>
                <a:ea typeface="Arial"/>
                <a:cs typeface="Arial"/>
              </a:defRPr>
            </a:pPr>
            <a:r>
              <a:rPr sz="704" b="1">
                <a:solidFill>
                  <a:srgbClr val="231F20"/>
                </a:solidFill>
                <a:latin typeface="Arial"/>
                <a:ea typeface="Arial"/>
                <a:cs typeface="Arial"/>
              </a:rPr>
              <a:t>uart_apb</a:t>
            </a:r>
          </a:p>
        </p:txBody>
      </p:sp>
      <p:sp>
        <p:nvSpPr>
          <p:cNvPr id="34" name="block-632">
            <a:extLst xmlns:a="http://schemas.openxmlformats.org/drawingml/2006/main">
              <a:ext uri="{FF2B5EF4-FFF2-40B4-BE49-F238E27FC236}">
                <a16:creationId xmlns:a16="http://schemas.microsoft.com/office/drawing/2014/main" id="{64CA1938-F4DF-42AF-BD1D-373E8B3200CF}"/>
              </a:ext>
            </a:extLst>
          </p:cNvPr>
          <p:cNvSpPr>
            <a:spLocks xmlns:a="http://schemas.openxmlformats.org/drawingml/2006/main" noGrp="1"/>
          </p:cNvSpPr>
          <p:nvPr/>
        </p:nvSpPr>
        <p:spPr>
          <a:xfrm xmlns:a="http://schemas.openxmlformats.org/drawingml/2006/main">
            <a:off x="4978337" y="2677668"/>
            <a:ext cx="561594" cy="185071"/>
          </a:xfrm>
          <a:prstGeom xmlns:a="http://schemas.openxmlformats.org/drawingml/2006/main" prst="rect">
            <a:avLst/>
          </a:prstGeom>
          <a:solidFill xmlns:a="http://schemas.openxmlformats.org/drawingml/2006/main">
            <a:srgbClr val="FFFFFF"/>
          </a:solidFill>
          <a:ln xmlns:a="http://schemas.openxmlformats.org/drawingml/2006/main" w="9573">
            <a:solidFill>
              <a:srgbClr val="231F20"/>
            </a:solidFill>
          </a:ln>
        </p:spPr>
      </p:sp>
      <p:sp>
        <p:nvSpPr>
          <p:cNvPr id="35" name="text-633">
            <a:extLst xmlns:a="http://schemas.openxmlformats.org/drawingml/2006/main">
              <a:ext uri="{FF2B5EF4-FFF2-40B4-BE49-F238E27FC236}">
                <a16:creationId xmlns:a16="http://schemas.microsoft.com/office/drawing/2014/main" id="{E78A9CB9-FCDD-4689-826A-F86D84B636B9}"/>
              </a:ext>
            </a:extLst>
          </p:cNvPr>
          <p:cNvSpPr>
            <a:spLocks xmlns:a="http://schemas.openxmlformats.org/drawingml/2006/main" noGrp="1"/>
          </p:cNvSpPr>
          <p:nvPr/>
        </p:nvSpPr>
        <p:spPr>
          <a:xfrm xmlns:a="http://schemas.openxmlformats.org/drawingml/2006/main">
            <a:off x="4997482" y="2684050"/>
            <a:ext cx="523304" cy="1723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704" b="1">
                <a:solidFill>
                  <a:srgbClr val="231F20"/>
                </a:solidFill>
                <a:latin typeface="Arial"/>
                <a:ea typeface="Arial"/>
                <a:cs typeface="Arial"/>
              </a:defRPr>
            </a:defPPr>
            <a:lvl1pPr algn="ctr">
              <a:defRPr sz="704" b="1">
                <a:solidFill>
                  <a:srgbClr val="231F20"/>
                </a:solidFill>
                <a:latin typeface="Arial"/>
                <a:ea typeface="Arial"/>
                <a:cs typeface="Arial"/>
              </a:defRPr>
            </a:lvl1pPr>
            <a:lvl2pPr algn="ctr">
              <a:defRPr sz="704" b="1">
                <a:solidFill>
                  <a:srgbClr val="231F20"/>
                </a:solidFill>
                <a:latin typeface="Arial"/>
                <a:ea typeface="Arial"/>
                <a:cs typeface="Arial"/>
              </a:defRPr>
            </a:lvl2pPr>
            <a:lvl3pPr algn="ctr">
              <a:defRPr sz="704" b="1">
                <a:solidFill>
                  <a:srgbClr val="231F20"/>
                </a:solidFill>
                <a:latin typeface="Arial"/>
                <a:ea typeface="Arial"/>
                <a:cs typeface="Arial"/>
              </a:defRPr>
            </a:lvl3pPr>
            <a:lvl4pPr algn="ctr">
              <a:defRPr sz="704" b="1">
                <a:solidFill>
                  <a:srgbClr val="231F20"/>
                </a:solidFill>
                <a:latin typeface="Arial"/>
                <a:ea typeface="Arial"/>
                <a:cs typeface="Arial"/>
              </a:defRPr>
            </a:lvl4pPr>
            <a:lvl5pPr algn="ctr">
              <a:defRPr sz="704" b="1">
                <a:solidFill>
                  <a:srgbClr val="231F20"/>
                </a:solidFill>
                <a:latin typeface="Arial"/>
                <a:ea typeface="Arial"/>
                <a:cs typeface="Arial"/>
              </a:defRPr>
            </a:lvl5pPr>
            <a:lvl6pPr algn="ctr">
              <a:defRPr sz="704" b="1">
                <a:solidFill>
                  <a:srgbClr val="231F20"/>
                </a:solidFill>
                <a:latin typeface="Arial"/>
                <a:ea typeface="Arial"/>
                <a:cs typeface="Arial"/>
              </a:defRPr>
            </a:lvl6pPr>
            <a:lvl7pPr algn="ctr">
              <a:defRPr sz="704" b="1">
                <a:solidFill>
                  <a:srgbClr val="231F20"/>
                </a:solidFill>
                <a:latin typeface="Arial"/>
                <a:ea typeface="Arial"/>
                <a:cs typeface="Arial"/>
              </a:defRPr>
            </a:lvl7pPr>
            <a:lvl8pPr algn="ctr">
              <a:defRPr sz="704" b="1">
                <a:solidFill>
                  <a:srgbClr val="231F20"/>
                </a:solidFill>
                <a:latin typeface="Arial"/>
                <a:ea typeface="Arial"/>
                <a:cs typeface="Arial"/>
              </a:defRPr>
            </a:lvl8pPr>
            <a:lvl9pPr algn="ctr">
              <a:defRPr sz="704" b="1">
                <a:solidFill>
                  <a:srgbClr val="231F20"/>
                </a:solidFill>
                <a:latin typeface="Arial"/>
                <a:ea typeface="Arial"/>
                <a:cs typeface="Arial"/>
              </a:defRPr>
            </a:lvl9pPr>
          </a:lstStyle>
          <a:p xmlns:a="http://schemas.openxmlformats.org/drawingml/2006/main">
            <a:pPr algn="ctr">
              <a:defRPr sz="704" b="1">
                <a:solidFill>
                  <a:srgbClr val="231F20"/>
                </a:solidFill>
                <a:latin typeface="Arial"/>
                <a:ea typeface="Arial"/>
                <a:cs typeface="Arial"/>
              </a:defRPr>
            </a:pPr>
            <a:r>
              <a:rPr sz="704" b="1">
                <a:solidFill>
                  <a:srgbClr val="231F20"/>
                </a:solidFill>
                <a:latin typeface="Arial"/>
                <a:ea typeface="Arial"/>
                <a:cs typeface="Arial"/>
              </a:rPr>
              <a:t>gpio_apb</a:t>
            </a:r>
          </a:p>
        </p:txBody>
      </p:sp>
      <p:sp>
        <p:nvSpPr>
          <p:cNvPr id="36" name="block-634">
            <a:extLst xmlns:a="http://schemas.openxmlformats.org/drawingml/2006/main">
              <a:ext uri="{FF2B5EF4-FFF2-40B4-BE49-F238E27FC236}">
                <a16:creationId xmlns:a16="http://schemas.microsoft.com/office/drawing/2014/main" id="{A43395EF-5DE0-4414-B3AF-787038F27A7B}"/>
              </a:ext>
            </a:extLst>
          </p:cNvPr>
          <p:cNvSpPr>
            <a:spLocks xmlns:a="http://schemas.openxmlformats.org/drawingml/2006/main" noGrp="1"/>
          </p:cNvSpPr>
          <p:nvPr/>
        </p:nvSpPr>
        <p:spPr>
          <a:xfrm xmlns:a="http://schemas.openxmlformats.org/drawingml/2006/main">
            <a:off x="5603748" y="2677668"/>
            <a:ext cx="440341" cy="185071"/>
          </a:xfrm>
          <a:prstGeom xmlns:a="http://schemas.openxmlformats.org/drawingml/2006/main" prst="rect">
            <a:avLst/>
          </a:prstGeom>
          <a:solidFill xmlns:a="http://schemas.openxmlformats.org/drawingml/2006/main">
            <a:srgbClr val="77A3DC"/>
          </a:solidFill>
          <a:ln xmlns:a="http://schemas.openxmlformats.org/drawingml/2006/main" w="9573">
            <a:solidFill>
              <a:srgbClr val="231F20"/>
            </a:solidFill>
          </a:ln>
        </p:spPr>
      </p:sp>
      <p:sp>
        <p:nvSpPr>
          <p:cNvPr id="37" name="text-635">
            <a:extLst xmlns:a="http://schemas.openxmlformats.org/drawingml/2006/main">
              <a:ext uri="{FF2B5EF4-FFF2-40B4-BE49-F238E27FC236}">
                <a16:creationId xmlns:a16="http://schemas.microsoft.com/office/drawing/2014/main" id="{3E2B4B48-05D7-4A97-8B56-0CAE0D8BB0D2}"/>
              </a:ext>
            </a:extLst>
          </p:cNvPr>
          <p:cNvSpPr>
            <a:spLocks xmlns:a="http://schemas.openxmlformats.org/drawingml/2006/main" noGrp="1"/>
          </p:cNvSpPr>
          <p:nvPr/>
        </p:nvSpPr>
        <p:spPr>
          <a:xfrm xmlns:a="http://schemas.openxmlformats.org/drawingml/2006/main">
            <a:off x="5622893" y="2684050"/>
            <a:ext cx="402050" cy="1723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704" b="1">
                <a:solidFill>
                  <a:srgbClr val="231F20"/>
                </a:solidFill>
                <a:latin typeface="Arial"/>
                <a:ea typeface="Arial"/>
                <a:cs typeface="Arial"/>
              </a:defRPr>
            </a:defPPr>
            <a:lvl1pPr algn="ctr">
              <a:defRPr sz="704" b="1">
                <a:solidFill>
                  <a:srgbClr val="231F20"/>
                </a:solidFill>
                <a:latin typeface="Arial"/>
                <a:ea typeface="Arial"/>
                <a:cs typeface="Arial"/>
              </a:defRPr>
            </a:lvl1pPr>
            <a:lvl2pPr algn="ctr">
              <a:defRPr sz="704" b="1">
                <a:solidFill>
                  <a:srgbClr val="231F20"/>
                </a:solidFill>
                <a:latin typeface="Arial"/>
                <a:ea typeface="Arial"/>
                <a:cs typeface="Arial"/>
              </a:defRPr>
            </a:lvl2pPr>
            <a:lvl3pPr algn="ctr">
              <a:defRPr sz="704" b="1">
                <a:solidFill>
                  <a:srgbClr val="231F20"/>
                </a:solidFill>
                <a:latin typeface="Arial"/>
                <a:ea typeface="Arial"/>
                <a:cs typeface="Arial"/>
              </a:defRPr>
            </a:lvl3pPr>
            <a:lvl4pPr algn="ctr">
              <a:defRPr sz="704" b="1">
                <a:solidFill>
                  <a:srgbClr val="231F20"/>
                </a:solidFill>
                <a:latin typeface="Arial"/>
                <a:ea typeface="Arial"/>
                <a:cs typeface="Arial"/>
              </a:defRPr>
            </a:lvl4pPr>
            <a:lvl5pPr algn="ctr">
              <a:defRPr sz="704" b="1">
                <a:solidFill>
                  <a:srgbClr val="231F20"/>
                </a:solidFill>
                <a:latin typeface="Arial"/>
                <a:ea typeface="Arial"/>
                <a:cs typeface="Arial"/>
              </a:defRPr>
            </a:lvl5pPr>
            <a:lvl6pPr algn="ctr">
              <a:defRPr sz="704" b="1">
                <a:solidFill>
                  <a:srgbClr val="231F20"/>
                </a:solidFill>
                <a:latin typeface="Arial"/>
                <a:ea typeface="Arial"/>
                <a:cs typeface="Arial"/>
              </a:defRPr>
            </a:lvl6pPr>
            <a:lvl7pPr algn="ctr">
              <a:defRPr sz="704" b="1">
                <a:solidFill>
                  <a:srgbClr val="231F20"/>
                </a:solidFill>
                <a:latin typeface="Arial"/>
                <a:ea typeface="Arial"/>
                <a:cs typeface="Arial"/>
              </a:defRPr>
            </a:lvl7pPr>
            <a:lvl8pPr algn="ctr">
              <a:defRPr sz="704" b="1">
                <a:solidFill>
                  <a:srgbClr val="231F20"/>
                </a:solidFill>
                <a:latin typeface="Arial"/>
                <a:ea typeface="Arial"/>
                <a:cs typeface="Arial"/>
              </a:defRPr>
            </a:lvl8pPr>
            <a:lvl9pPr algn="ctr">
              <a:defRPr sz="704" b="1">
                <a:solidFill>
                  <a:srgbClr val="231F20"/>
                </a:solidFill>
                <a:latin typeface="Arial"/>
                <a:ea typeface="Arial"/>
                <a:cs typeface="Arial"/>
              </a:defRPr>
            </a:lvl9pPr>
          </a:lstStyle>
          <a:p xmlns:a="http://schemas.openxmlformats.org/drawingml/2006/main">
            <a:pPr algn="ctr">
              <a:defRPr sz="704" b="1">
                <a:solidFill>
                  <a:srgbClr val="231F20"/>
                </a:solidFill>
                <a:latin typeface="Arial"/>
                <a:ea typeface="Arial"/>
                <a:cs typeface="Arial"/>
              </a:defRPr>
            </a:pPr>
            <a:r>
              <a:rPr sz="704" b="1">
                <a:solidFill>
                  <a:srgbClr val="231F20"/>
                </a:solidFill>
                <a:latin typeface="Arial"/>
                <a:ea typeface="Arial"/>
                <a:cs typeface="Arial"/>
              </a:rPr>
              <a:t>spi_apb</a:t>
            </a:r>
          </a:p>
        </p:txBody>
      </p:sp>
      <p:sp>
        <p:nvSpPr>
          <p:cNvPr id="38" name="wire-636">
            <a:extLst xmlns:a="http://schemas.openxmlformats.org/drawingml/2006/main">
              <a:ext uri="{FF2B5EF4-FFF2-40B4-BE49-F238E27FC236}">
                <a16:creationId xmlns:a16="http://schemas.microsoft.com/office/drawing/2014/main" id="{BF1A1104-8544-4ED6-A2BE-726F8BBCEBA4}"/>
              </a:ext>
            </a:extLst>
          </p:cNvPr>
          <p:cNvSpPr>
            <a:spLocks xmlns:a="http://schemas.openxmlformats.org/drawingml/2006/main" noGrp="1"/>
          </p:cNvSpPr>
          <p:nvPr/>
        </p:nvSpPr>
        <p:spPr>
          <a:xfrm xmlns:a="http://schemas.openxmlformats.org/drawingml/2006/main">
            <a:off x="4595432" y="2862739"/>
            <a:ext cx="9525" cy="63817"/>
          </a:xfrm>
          <a:custGeom xmlns:a="http://schemas.openxmlformats.org/drawingml/2006/main">
            <a:pathLst>
              <a:path w="9525" h="63817">
                <a:moveTo>
                  <a:pt x="0" y="0"/>
                </a:moveTo>
                <a:lnTo>
                  <a:pt x="0" y="63817"/>
                </a:lnTo>
              </a:path>
            </a:pathLst>
          </a:custGeom>
          <a:noFill xmlns:a="http://schemas.openxmlformats.org/drawingml/2006/main"/>
          <a:ln xmlns:a="http://schemas.openxmlformats.org/drawingml/2006/main" w="8934">
            <a:solidFill>
              <a:srgbClr val="231F20"/>
            </a:solidFill>
          </a:ln>
        </p:spPr>
      </p:sp>
      <p:sp>
        <p:nvSpPr>
          <p:cNvPr id="39" name="wire-637">
            <a:extLst xmlns:a="http://schemas.openxmlformats.org/drawingml/2006/main">
              <a:ext uri="{FF2B5EF4-FFF2-40B4-BE49-F238E27FC236}">
                <a16:creationId xmlns:a16="http://schemas.microsoft.com/office/drawing/2014/main" id="{414DBA70-2D1D-4FE3-B69E-8621E7C02509}"/>
              </a:ext>
            </a:extLst>
          </p:cNvPr>
          <p:cNvSpPr>
            <a:spLocks xmlns:a="http://schemas.openxmlformats.org/drawingml/2006/main" noGrp="1"/>
          </p:cNvSpPr>
          <p:nvPr/>
        </p:nvSpPr>
        <p:spPr>
          <a:xfrm xmlns:a="http://schemas.openxmlformats.org/drawingml/2006/main">
            <a:off x="5252752" y="2862739"/>
            <a:ext cx="9525" cy="63817"/>
          </a:xfrm>
          <a:custGeom xmlns:a="http://schemas.openxmlformats.org/drawingml/2006/main">
            <a:pathLst>
              <a:path w="9525" h="63817">
                <a:moveTo>
                  <a:pt x="0" y="0"/>
                </a:moveTo>
                <a:lnTo>
                  <a:pt x="0" y="63817"/>
                </a:lnTo>
              </a:path>
            </a:pathLst>
          </a:custGeom>
          <a:noFill xmlns:a="http://schemas.openxmlformats.org/drawingml/2006/main"/>
          <a:ln xmlns:a="http://schemas.openxmlformats.org/drawingml/2006/main" w="8934">
            <a:solidFill>
              <a:srgbClr val="231F20"/>
            </a:solidFill>
          </a:ln>
        </p:spPr>
      </p:sp>
      <p:sp>
        <p:nvSpPr>
          <p:cNvPr id="40" name="wire-638">
            <a:extLst xmlns:a="http://schemas.openxmlformats.org/drawingml/2006/main">
              <a:ext uri="{FF2B5EF4-FFF2-40B4-BE49-F238E27FC236}">
                <a16:creationId xmlns:a16="http://schemas.microsoft.com/office/drawing/2014/main" id="{3A17891E-6904-4040-9443-5410992E20FE}"/>
              </a:ext>
            </a:extLst>
          </p:cNvPr>
          <p:cNvSpPr>
            <a:spLocks xmlns:a="http://schemas.openxmlformats.org/drawingml/2006/main" noGrp="1"/>
          </p:cNvSpPr>
          <p:nvPr/>
        </p:nvSpPr>
        <p:spPr>
          <a:xfrm xmlns:a="http://schemas.openxmlformats.org/drawingml/2006/main">
            <a:off x="5820728" y="2862739"/>
            <a:ext cx="9525" cy="63817"/>
          </a:xfrm>
          <a:custGeom xmlns:a="http://schemas.openxmlformats.org/drawingml/2006/main">
            <a:pathLst>
              <a:path w="9525" h="63817">
                <a:moveTo>
                  <a:pt x="0" y="0"/>
                </a:moveTo>
                <a:lnTo>
                  <a:pt x="0" y="63817"/>
                </a:lnTo>
              </a:path>
            </a:pathLst>
          </a:custGeom>
          <a:noFill xmlns:a="http://schemas.openxmlformats.org/drawingml/2006/main"/>
          <a:ln xmlns:a="http://schemas.openxmlformats.org/drawingml/2006/main" w="8934">
            <a:solidFill>
              <a:srgbClr val="231F20"/>
            </a:solidFill>
          </a:ln>
        </p:spPr>
      </p:sp>
      <p:sp>
        <p:nvSpPr>
          <p:cNvPr id="41" name="text-639">
            <a:extLst xmlns:a="http://schemas.openxmlformats.org/drawingml/2006/main">
              <a:ext uri="{FF2B5EF4-FFF2-40B4-BE49-F238E27FC236}">
                <a16:creationId xmlns:a16="http://schemas.microsoft.com/office/drawing/2014/main" id="{F347A659-F3B0-44F7-B7AD-D5C75BCFB577}"/>
              </a:ext>
            </a:extLst>
          </p:cNvPr>
          <p:cNvSpPr>
            <a:spLocks xmlns:a="http://schemas.openxmlformats.org/drawingml/2006/main" noGrp="1"/>
          </p:cNvSpPr>
          <p:nvPr/>
        </p:nvSpPr>
        <p:spPr>
          <a:xfrm xmlns:a="http://schemas.openxmlformats.org/drawingml/2006/main">
            <a:off x="5546312" y="2543651"/>
            <a:ext cx="236125" cy="12763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603" b="0">
                <a:solidFill>
                  <a:srgbClr val="231F20"/>
                </a:solidFill>
                <a:latin typeface="Arial"/>
                <a:ea typeface="Arial"/>
                <a:cs typeface="Arial"/>
              </a:defRPr>
            </a:defPPr>
            <a:lvl1pPr algn="ctr">
              <a:defRPr sz="603" b="0">
                <a:solidFill>
                  <a:srgbClr val="231F20"/>
                </a:solidFill>
                <a:latin typeface="Arial"/>
                <a:ea typeface="Arial"/>
                <a:cs typeface="Arial"/>
              </a:defRPr>
            </a:lvl1pPr>
            <a:lvl2pPr algn="ctr">
              <a:defRPr sz="603" b="0">
                <a:solidFill>
                  <a:srgbClr val="231F20"/>
                </a:solidFill>
                <a:latin typeface="Arial"/>
                <a:ea typeface="Arial"/>
                <a:cs typeface="Arial"/>
              </a:defRPr>
            </a:lvl2pPr>
            <a:lvl3pPr algn="ctr">
              <a:defRPr sz="603" b="0">
                <a:solidFill>
                  <a:srgbClr val="231F20"/>
                </a:solidFill>
                <a:latin typeface="Arial"/>
                <a:ea typeface="Arial"/>
                <a:cs typeface="Arial"/>
              </a:defRPr>
            </a:lvl3pPr>
            <a:lvl4pPr algn="ctr">
              <a:defRPr sz="603" b="0">
                <a:solidFill>
                  <a:srgbClr val="231F20"/>
                </a:solidFill>
                <a:latin typeface="Arial"/>
                <a:ea typeface="Arial"/>
                <a:cs typeface="Arial"/>
              </a:defRPr>
            </a:lvl4pPr>
            <a:lvl5pPr algn="ctr">
              <a:defRPr sz="603" b="0">
                <a:solidFill>
                  <a:srgbClr val="231F20"/>
                </a:solidFill>
                <a:latin typeface="Arial"/>
                <a:ea typeface="Arial"/>
                <a:cs typeface="Arial"/>
              </a:defRPr>
            </a:lvl5pPr>
            <a:lvl6pPr algn="ctr">
              <a:defRPr sz="603" b="0">
                <a:solidFill>
                  <a:srgbClr val="231F20"/>
                </a:solidFill>
                <a:latin typeface="Arial"/>
                <a:ea typeface="Arial"/>
                <a:cs typeface="Arial"/>
              </a:defRPr>
            </a:lvl6pPr>
            <a:lvl7pPr algn="ctr">
              <a:defRPr sz="603" b="0">
                <a:solidFill>
                  <a:srgbClr val="231F20"/>
                </a:solidFill>
                <a:latin typeface="Arial"/>
                <a:ea typeface="Arial"/>
                <a:cs typeface="Arial"/>
              </a:defRPr>
            </a:lvl7pPr>
            <a:lvl8pPr algn="ctr">
              <a:defRPr sz="603" b="0">
                <a:solidFill>
                  <a:srgbClr val="231F20"/>
                </a:solidFill>
                <a:latin typeface="Arial"/>
                <a:ea typeface="Arial"/>
                <a:cs typeface="Arial"/>
              </a:defRPr>
            </a:lvl8pPr>
            <a:lvl9pPr algn="ctr">
              <a:defRPr sz="603" b="0">
                <a:solidFill>
                  <a:srgbClr val="231F20"/>
                </a:solidFill>
                <a:latin typeface="Arial"/>
                <a:ea typeface="Arial"/>
                <a:cs typeface="Arial"/>
              </a:defRPr>
            </a:lvl9pPr>
          </a:lstStyle>
          <a:p xmlns:a="http://schemas.openxmlformats.org/drawingml/2006/main">
            <a:pPr algn="ctr">
              <a:defRPr sz="603" b="0">
                <a:solidFill>
                  <a:srgbClr val="231F20"/>
                </a:solidFill>
                <a:latin typeface="Arial"/>
                <a:ea typeface="Arial"/>
                <a:cs typeface="Arial"/>
              </a:defRPr>
            </a:pPr>
            <a:r>
              <a:rPr sz="603" b="0">
                <a:solidFill>
                  <a:srgbClr val="231F20"/>
                </a:solidFill>
                <a:latin typeface="Arial"/>
                <a:ea typeface="Arial"/>
                <a:cs typeface="Arial"/>
              </a:rPr>
              <a:t>sdc</a:t>
            </a:r>
          </a:p>
        </p:txBody>
      </p:sp>
      <p:sp>
        <p:nvSpPr>
          <p:cNvPr id="42" name="wire-640">
            <a:extLst xmlns:a="http://schemas.openxmlformats.org/drawingml/2006/main">
              <a:ext uri="{FF2B5EF4-FFF2-40B4-BE49-F238E27FC236}">
                <a16:creationId xmlns:a16="http://schemas.microsoft.com/office/drawing/2014/main" id="{261A69E5-FFAD-4472-8F66-7CFF824CC1CA}"/>
              </a:ext>
            </a:extLst>
          </p:cNvPr>
          <p:cNvSpPr>
            <a:spLocks xmlns:a="http://schemas.openxmlformats.org/drawingml/2006/main" noGrp="1"/>
          </p:cNvSpPr>
          <p:nvPr/>
        </p:nvSpPr>
        <p:spPr>
          <a:xfrm xmlns:a="http://schemas.openxmlformats.org/drawingml/2006/main">
            <a:off x="5916454" y="2569178"/>
            <a:ext cx="9525" cy="108490"/>
          </a:xfrm>
          <a:custGeom xmlns:a="http://schemas.openxmlformats.org/drawingml/2006/main">
            <a:pathLst>
              <a:path w="9525" h="108490">
                <a:moveTo>
                  <a:pt x="0" y="108490"/>
                </a:moveTo>
                <a:lnTo>
                  <a:pt x="0" y="0"/>
                </a:lnTo>
              </a:path>
            </a:pathLst>
          </a:custGeom>
          <a:noFill xmlns:a="http://schemas.openxmlformats.org/drawingml/2006/main"/>
          <a:ln xmlns:a="http://schemas.openxmlformats.org/drawingml/2006/main" w="10849">
            <a:solidFill>
              <a:srgbClr val="1572C3"/>
            </a:solidFill>
          </a:ln>
        </p:spPr>
      </p:sp>
      <p:sp>
        <p:nvSpPr>
          <p:cNvPr id="43" name="wire-641">
            <a:extLst xmlns:a="http://schemas.openxmlformats.org/drawingml/2006/main">
              <a:ext uri="{FF2B5EF4-FFF2-40B4-BE49-F238E27FC236}">
                <a16:creationId xmlns:a16="http://schemas.microsoft.com/office/drawing/2014/main" id="{29D9CF28-FEAB-4605-9E39-6E8FA09CBEEA}"/>
              </a:ext>
            </a:extLst>
          </p:cNvPr>
          <p:cNvSpPr>
            <a:spLocks xmlns:a="http://schemas.openxmlformats.org/drawingml/2006/main" noGrp="1"/>
          </p:cNvSpPr>
          <p:nvPr/>
        </p:nvSpPr>
        <p:spPr>
          <a:xfrm xmlns:a="http://schemas.openxmlformats.org/drawingml/2006/main">
            <a:off x="5916454" y="2569178"/>
            <a:ext cx="370142" cy="9525"/>
          </a:xfrm>
          <a:custGeom xmlns:a="http://schemas.openxmlformats.org/drawingml/2006/main">
            <a:pathLst>
              <a:path w="370142" h="9525">
                <a:moveTo>
                  <a:pt x="0" y="0"/>
                </a:moveTo>
                <a:lnTo>
                  <a:pt x="370142" y="0"/>
                </a:lnTo>
              </a:path>
            </a:pathLst>
          </a:custGeom>
          <a:noFill xmlns:a="http://schemas.openxmlformats.org/drawingml/2006/main"/>
          <a:ln xmlns:a="http://schemas.openxmlformats.org/drawingml/2006/main" w="10849">
            <a:solidFill>
              <a:srgbClr val="1572C3"/>
            </a:solidFill>
          </a:ln>
        </p:spPr>
      </p:sp>
      <p:sp>
        <p:nvSpPr>
          <p:cNvPr id="44" name="wire-642">
            <a:extLst xmlns:a="http://schemas.openxmlformats.org/drawingml/2006/main">
              <a:ext uri="{FF2B5EF4-FFF2-40B4-BE49-F238E27FC236}">
                <a16:creationId xmlns:a16="http://schemas.microsoft.com/office/drawing/2014/main" id="{739A86BB-4CC1-4943-B92F-751510E37544}"/>
              </a:ext>
            </a:extLst>
          </p:cNvPr>
          <p:cNvSpPr>
            <a:spLocks xmlns:a="http://schemas.openxmlformats.org/drawingml/2006/main" noGrp="1"/>
          </p:cNvSpPr>
          <p:nvPr/>
        </p:nvSpPr>
        <p:spPr>
          <a:xfrm xmlns:a="http://schemas.openxmlformats.org/drawingml/2006/main">
            <a:off x="6286595" y="2320290"/>
            <a:ext cx="9525" cy="248888"/>
          </a:xfrm>
          <a:custGeom xmlns:a="http://schemas.openxmlformats.org/drawingml/2006/main">
            <a:pathLst>
              <a:path w="9525" h="248888">
                <a:moveTo>
                  <a:pt x="0" y="248888"/>
                </a:moveTo>
                <a:lnTo>
                  <a:pt x="0" y="0"/>
                </a:lnTo>
              </a:path>
            </a:pathLst>
          </a:custGeom>
          <a:noFill xmlns:a="http://schemas.openxmlformats.org/drawingml/2006/main"/>
          <a:ln xmlns:a="http://schemas.openxmlformats.org/drawingml/2006/main" w="10849">
            <a:solidFill>
              <a:srgbClr val="1572C3"/>
            </a:solidFill>
          </a:ln>
        </p:spPr>
      </p:sp>
      <p:sp>
        <p:nvSpPr>
          <p:cNvPr id="45" name="wire-643">
            <a:extLst xmlns:a="http://schemas.openxmlformats.org/drawingml/2006/main">
              <a:ext uri="{FF2B5EF4-FFF2-40B4-BE49-F238E27FC236}">
                <a16:creationId xmlns:a16="http://schemas.microsoft.com/office/drawing/2014/main" id="{17627BBB-8C2C-4DF2-9902-2EB6682072B5}"/>
              </a:ext>
            </a:extLst>
          </p:cNvPr>
          <p:cNvSpPr>
            <a:spLocks xmlns:a="http://schemas.openxmlformats.org/drawingml/2006/main" noGrp="1"/>
          </p:cNvSpPr>
          <p:nvPr/>
        </p:nvSpPr>
        <p:spPr>
          <a:xfrm xmlns:a="http://schemas.openxmlformats.org/drawingml/2006/main">
            <a:off x="6286595" y="2320290"/>
            <a:ext cx="861536" cy="9525"/>
          </a:xfrm>
          <a:custGeom xmlns:a="http://schemas.openxmlformats.org/drawingml/2006/main">
            <a:pathLst>
              <a:path w="861536" h="9525">
                <a:moveTo>
                  <a:pt x="0" y="0"/>
                </a:moveTo>
                <a:lnTo>
                  <a:pt x="861536" y="0"/>
                </a:lnTo>
              </a:path>
            </a:pathLst>
          </a:custGeom>
          <a:noFill xmlns:a="http://schemas.openxmlformats.org/drawingml/2006/main"/>
          <a:ln xmlns:a="http://schemas.openxmlformats.org/drawingml/2006/main" w="10849">
            <a:solidFill>
              <a:srgbClr val="1572C3"/>
            </a:solidFill>
          </a:ln>
        </p:spPr>
      </p:sp>
      <p:sp>
        <p:nvSpPr>
          <p:cNvPr id="46" name="wire-644">
            <a:extLst xmlns:a="http://schemas.openxmlformats.org/drawingml/2006/main">
              <a:ext uri="{FF2B5EF4-FFF2-40B4-BE49-F238E27FC236}">
                <a16:creationId xmlns:a16="http://schemas.microsoft.com/office/drawing/2014/main" id="{4DE85AB4-0368-455D-9A22-8CF84E2367BF}"/>
              </a:ext>
            </a:extLst>
          </p:cNvPr>
          <p:cNvSpPr>
            <a:spLocks xmlns:a="http://schemas.openxmlformats.org/drawingml/2006/main" noGrp="1"/>
          </p:cNvSpPr>
          <p:nvPr/>
        </p:nvSpPr>
        <p:spPr>
          <a:xfrm xmlns:a="http://schemas.openxmlformats.org/drawingml/2006/main">
            <a:off x="7148132" y="2039493"/>
            <a:ext cx="9525" cy="280797"/>
          </a:xfrm>
          <a:custGeom xmlns:a="http://schemas.openxmlformats.org/drawingml/2006/main">
            <a:pathLst>
              <a:path w="9525" h="280797">
                <a:moveTo>
                  <a:pt x="0" y="280797"/>
                </a:moveTo>
                <a:lnTo>
                  <a:pt x="0" y="0"/>
                </a:lnTo>
              </a:path>
            </a:pathLst>
          </a:custGeom>
          <a:noFill xmlns:a="http://schemas.openxmlformats.org/drawingml/2006/main"/>
          <a:ln xmlns:a="http://schemas.openxmlformats.org/drawingml/2006/main" w="10849">
            <a:solidFill>
              <a:srgbClr val="1572C3"/>
            </a:solidFill>
          </a:ln>
        </p:spPr>
      </p:sp>
      <p:sp>
        <p:nvSpPr>
          <p:cNvPr id="47" name="circuit-645">
            <a:extLst xmlns:a="http://schemas.openxmlformats.org/drawingml/2006/main">
              <a:ext uri="{FF2B5EF4-FFF2-40B4-BE49-F238E27FC236}">
                <a16:creationId xmlns:a16="http://schemas.microsoft.com/office/drawing/2014/main" id="{5F93A8BD-8C41-4470-8480-921BDC5786F2}"/>
              </a:ext>
            </a:extLst>
          </p:cNvPr>
          <p:cNvSpPr>
            <a:spLocks xmlns:a="http://schemas.openxmlformats.org/drawingml/2006/main" noGrp="1"/>
          </p:cNvSpPr>
          <p:nvPr/>
        </p:nvSpPr>
        <p:spPr>
          <a:xfrm xmlns:a="http://schemas.openxmlformats.org/drawingml/2006/main">
            <a:off x="7134730" y="2039493"/>
            <a:ext cx="26803" cy="31909"/>
          </a:xfrm>
          <a:custGeom xmlns:a="http://schemas.openxmlformats.org/drawingml/2006/main">
            <a:pathLst>
              <a:path w="26803" h="31909">
                <a:moveTo>
                  <a:pt x="13402" y="0"/>
                </a:moveTo>
                <a:lnTo>
                  <a:pt x="0" y="31909"/>
                </a:lnTo>
                <a:lnTo>
                  <a:pt x="26803" y="31909"/>
                </a:lnTo>
                <a:close/>
              </a:path>
            </a:pathLst>
          </a:custGeom>
          <a:solidFill xmlns:a="http://schemas.openxmlformats.org/drawingml/2006/main">
            <a:srgbClr val="1572C3"/>
          </a:solidFill>
          <a:ln xmlns:a="http://schemas.openxmlformats.org/drawingml/2006/main" w="3191">
            <a:solidFill>
              <a:srgbClr val="1572C3"/>
            </a:solidFill>
          </a:ln>
        </p:spPr>
      </p:sp>
      <p:sp>
        <p:nvSpPr>
          <p:cNvPr id="48" name="wire-646">
            <a:extLst xmlns:a="http://schemas.openxmlformats.org/drawingml/2006/main">
              <a:ext uri="{FF2B5EF4-FFF2-40B4-BE49-F238E27FC236}">
                <a16:creationId xmlns:a16="http://schemas.microsoft.com/office/drawing/2014/main" id="{D40B5A26-D56B-463F-9294-C810FF056EEA}"/>
              </a:ext>
            </a:extLst>
          </p:cNvPr>
          <p:cNvSpPr>
            <a:spLocks xmlns:a="http://schemas.openxmlformats.org/drawingml/2006/main" noGrp="1"/>
          </p:cNvSpPr>
          <p:nvPr/>
        </p:nvSpPr>
        <p:spPr>
          <a:xfrm xmlns:a="http://schemas.openxmlformats.org/drawingml/2006/main">
            <a:off x="5916454" y="2569178"/>
            <a:ext cx="9525" cy="108490"/>
          </a:xfrm>
          <a:custGeom xmlns:a="http://schemas.openxmlformats.org/drawingml/2006/main">
            <a:pathLst>
              <a:path w="9525" h="108490">
                <a:moveTo>
                  <a:pt x="0" y="0"/>
                </a:moveTo>
                <a:lnTo>
                  <a:pt x="0" y="108490"/>
                </a:lnTo>
              </a:path>
            </a:pathLst>
          </a:custGeom>
          <a:noFill xmlns:a="http://schemas.openxmlformats.org/drawingml/2006/main"/>
          <a:ln xmlns:a="http://schemas.openxmlformats.org/drawingml/2006/main" w="10849">
            <a:solidFill>
              <a:srgbClr val="1572C3"/>
            </a:solidFill>
          </a:ln>
        </p:spPr>
      </p:sp>
      <p:sp>
        <p:nvSpPr>
          <p:cNvPr id="49" name="circuit-647">
            <a:extLst xmlns:a="http://schemas.openxmlformats.org/drawingml/2006/main">
              <a:ext uri="{FF2B5EF4-FFF2-40B4-BE49-F238E27FC236}">
                <a16:creationId xmlns:a16="http://schemas.microsoft.com/office/drawing/2014/main" id="{2A88EE41-38AD-4A6C-8708-8308F999613A}"/>
              </a:ext>
            </a:extLst>
          </p:cNvPr>
          <p:cNvSpPr>
            <a:spLocks xmlns:a="http://schemas.openxmlformats.org/drawingml/2006/main" noGrp="1"/>
          </p:cNvSpPr>
          <p:nvPr/>
        </p:nvSpPr>
        <p:spPr>
          <a:xfrm xmlns:a="http://schemas.openxmlformats.org/drawingml/2006/main">
            <a:off x="5903052" y="2645759"/>
            <a:ext cx="26803" cy="31909"/>
          </a:xfrm>
          <a:custGeom xmlns:a="http://schemas.openxmlformats.org/drawingml/2006/main">
            <a:pathLst>
              <a:path w="26803" h="31909">
                <a:moveTo>
                  <a:pt x="13402" y="31909"/>
                </a:moveTo>
                <a:lnTo>
                  <a:pt x="26803" y="0"/>
                </a:lnTo>
                <a:lnTo>
                  <a:pt x="0" y="0"/>
                </a:lnTo>
                <a:close/>
              </a:path>
            </a:pathLst>
          </a:custGeom>
          <a:solidFill xmlns:a="http://schemas.openxmlformats.org/drawingml/2006/main">
            <a:srgbClr val="1572C3"/>
          </a:solidFill>
          <a:ln xmlns:a="http://schemas.openxmlformats.org/drawingml/2006/main" w="3191">
            <a:solidFill>
              <a:srgbClr val="1572C3"/>
            </a:solidFill>
          </a:ln>
        </p:spPr>
      </p:sp>
      <p:sp>
        <p:nvSpPr>
          <p:cNvPr id="50" name="text-648">
            <a:extLst xmlns:a="http://schemas.openxmlformats.org/drawingml/2006/main">
              <a:ext uri="{FF2B5EF4-FFF2-40B4-BE49-F238E27FC236}">
                <a16:creationId xmlns:a16="http://schemas.microsoft.com/office/drawing/2014/main" id="{82DAF63F-0BA1-4FBC-B3ED-4AD2738325FE}"/>
              </a:ext>
            </a:extLst>
          </p:cNvPr>
          <p:cNvSpPr>
            <a:spLocks xmlns:a="http://schemas.openxmlformats.org/drawingml/2006/main" noGrp="1"/>
          </p:cNvSpPr>
          <p:nvPr/>
        </p:nvSpPr>
        <p:spPr>
          <a:xfrm xmlns:a="http://schemas.openxmlformats.org/drawingml/2006/main">
            <a:off x="6031325" y="2326672"/>
            <a:ext cx="242507" cy="12763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53" b="0">
                <a:solidFill>
                  <a:srgbClr val="231F20"/>
                </a:solidFill>
                <a:latin typeface="Arial"/>
                <a:ea typeface="Arial"/>
                <a:cs typeface="Arial"/>
              </a:defRPr>
            </a:defPPr>
            <a:lvl1pPr algn="l">
              <a:defRPr sz="653" b="0">
                <a:solidFill>
                  <a:srgbClr val="231F20"/>
                </a:solidFill>
                <a:latin typeface="Arial"/>
                <a:ea typeface="Arial"/>
                <a:cs typeface="Arial"/>
              </a:defRPr>
            </a:lvl1pPr>
            <a:lvl2pPr algn="l">
              <a:defRPr sz="653" b="0">
                <a:solidFill>
                  <a:srgbClr val="231F20"/>
                </a:solidFill>
                <a:latin typeface="Arial"/>
                <a:ea typeface="Arial"/>
                <a:cs typeface="Arial"/>
              </a:defRPr>
            </a:lvl2pPr>
            <a:lvl3pPr algn="l">
              <a:defRPr sz="653" b="0">
                <a:solidFill>
                  <a:srgbClr val="231F20"/>
                </a:solidFill>
                <a:latin typeface="Arial"/>
                <a:ea typeface="Arial"/>
                <a:cs typeface="Arial"/>
              </a:defRPr>
            </a:lvl3pPr>
            <a:lvl4pPr algn="l">
              <a:defRPr sz="653" b="0">
                <a:solidFill>
                  <a:srgbClr val="231F20"/>
                </a:solidFill>
                <a:latin typeface="Arial"/>
                <a:ea typeface="Arial"/>
                <a:cs typeface="Arial"/>
              </a:defRPr>
            </a:lvl4pPr>
            <a:lvl5pPr algn="l">
              <a:defRPr sz="653" b="0">
                <a:solidFill>
                  <a:srgbClr val="231F20"/>
                </a:solidFill>
                <a:latin typeface="Arial"/>
                <a:ea typeface="Arial"/>
                <a:cs typeface="Arial"/>
              </a:defRPr>
            </a:lvl5pPr>
            <a:lvl6pPr algn="l">
              <a:defRPr sz="653" b="0">
                <a:solidFill>
                  <a:srgbClr val="231F20"/>
                </a:solidFill>
                <a:latin typeface="Arial"/>
                <a:ea typeface="Arial"/>
                <a:cs typeface="Arial"/>
              </a:defRPr>
            </a:lvl6pPr>
            <a:lvl7pPr algn="l">
              <a:defRPr sz="653" b="0">
                <a:solidFill>
                  <a:srgbClr val="231F20"/>
                </a:solidFill>
                <a:latin typeface="Arial"/>
                <a:ea typeface="Arial"/>
                <a:cs typeface="Arial"/>
              </a:defRPr>
            </a:lvl7pPr>
            <a:lvl8pPr algn="l">
              <a:defRPr sz="653" b="0">
                <a:solidFill>
                  <a:srgbClr val="231F20"/>
                </a:solidFill>
                <a:latin typeface="Arial"/>
                <a:ea typeface="Arial"/>
                <a:cs typeface="Arial"/>
              </a:defRPr>
            </a:lvl8pPr>
            <a:lvl9pPr algn="l">
              <a:defRPr sz="653" b="0">
                <a:solidFill>
                  <a:srgbClr val="231F20"/>
                </a:solidFill>
                <a:latin typeface="Arial"/>
                <a:ea typeface="Arial"/>
                <a:cs typeface="Arial"/>
              </a:defRPr>
            </a:lvl9pPr>
          </a:lstStyle>
          <a:p xmlns:a="http://schemas.openxmlformats.org/drawingml/2006/main">
            <a:pPr algn="l">
              <a:defRPr sz="653" b="0">
                <a:solidFill>
                  <a:srgbClr val="231F20"/>
                </a:solidFill>
                <a:latin typeface="Arial"/>
                <a:ea typeface="Arial"/>
                <a:cs typeface="Arial"/>
              </a:defRPr>
            </a:pPr>
            <a:r>
              <a:rPr sz="653" b="0">
                <a:solidFill>
                  <a:srgbClr val="231F20"/>
                </a:solidFill>
                <a:latin typeface="Arial"/>
                <a:ea typeface="Arial"/>
                <a:cs typeface="Arial"/>
              </a:rPr>
              <a:t>SPI</a:t>
            </a:r>
          </a:p>
        </p:txBody>
      </p:sp>
      <p:sp>
        <p:nvSpPr>
          <p:cNvPr id="51" name="text-649">
            <a:extLst xmlns:a="http://schemas.openxmlformats.org/drawingml/2006/main">
              <a:ext uri="{FF2B5EF4-FFF2-40B4-BE49-F238E27FC236}">
                <a16:creationId xmlns:a16="http://schemas.microsoft.com/office/drawing/2014/main" id="{7EC135FB-7ECA-452A-B2CE-0EDD31D3E82E}"/>
              </a:ext>
            </a:extLst>
          </p:cNvPr>
          <p:cNvSpPr>
            <a:spLocks xmlns:a="http://schemas.openxmlformats.org/drawingml/2006/main" noGrp="1"/>
          </p:cNvSpPr>
          <p:nvPr/>
        </p:nvSpPr>
        <p:spPr>
          <a:xfrm xmlns:a="http://schemas.openxmlformats.org/drawingml/2006/main">
            <a:off x="4754975" y="3086100"/>
            <a:ext cx="1269968" cy="12763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53" b="0">
                <a:solidFill>
                  <a:srgbClr val="231F20"/>
                </a:solidFill>
                <a:latin typeface="Yu Gothic"/>
                <a:ea typeface="Yu Gothic"/>
                <a:cs typeface="Yu Gothic"/>
              </a:defRPr>
            </a:defPPr>
            <a:lvl1pPr algn="l">
              <a:defRPr sz="653" b="0">
                <a:solidFill>
                  <a:srgbClr val="231F20"/>
                </a:solidFill>
                <a:latin typeface="Yu Gothic"/>
                <a:ea typeface="Yu Gothic"/>
                <a:cs typeface="Yu Gothic"/>
              </a:defRPr>
            </a:lvl1pPr>
            <a:lvl2pPr algn="l">
              <a:defRPr sz="653" b="0">
                <a:solidFill>
                  <a:srgbClr val="231F20"/>
                </a:solidFill>
                <a:latin typeface="Yu Gothic"/>
                <a:ea typeface="Yu Gothic"/>
                <a:cs typeface="Yu Gothic"/>
              </a:defRPr>
            </a:lvl2pPr>
            <a:lvl3pPr algn="l">
              <a:defRPr sz="653" b="0">
                <a:solidFill>
                  <a:srgbClr val="231F20"/>
                </a:solidFill>
                <a:latin typeface="Yu Gothic"/>
                <a:ea typeface="Yu Gothic"/>
                <a:cs typeface="Yu Gothic"/>
              </a:defRPr>
            </a:lvl3pPr>
            <a:lvl4pPr algn="l">
              <a:defRPr sz="653" b="0">
                <a:solidFill>
                  <a:srgbClr val="231F20"/>
                </a:solidFill>
                <a:latin typeface="Yu Gothic"/>
                <a:ea typeface="Yu Gothic"/>
                <a:cs typeface="Yu Gothic"/>
              </a:defRPr>
            </a:lvl4pPr>
            <a:lvl5pPr algn="l">
              <a:defRPr sz="653" b="0">
                <a:solidFill>
                  <a:srgbClr val="231F20"/>
                </a:solidFill>
                <a:latin typeface="Yu Gothic"/>
                <a:ea typeface="Yu Gothic"/>
                <a:cs typeface="Yu Gothic"/>
              </a:defRPr>
            </a:lvl5pPr>
            <a:lvl6pPr algn="l">
              <a:defRPr sz="653" b="0">
                <a:solidFill>
                  <a:srgbClr val="231F20"/>
                </a:solidFill>
                <a:latin typeface="Yu Gothic"/>
                <a:ea typeface="Yu Gothic"/>
                <a:cs typeface="Yu Gothic"/>
              </a:defRPr>
            </a:lvl6pPr>
            <a:lvl7pPr algn="l">
              <a:defRPr sz="653" b="0">
                <a:solidFill>
                  <a:srgbClr val="231F20"/>
                </a:solidFill>
                <a:latin typeface="Yu Gothic"/>
                <a:ea typeface="Yu Gothic"/>
                <a:cs typeface="Yu Gothic"/>
              </a:defRPr>
            </a:lvl7pPr>
            <a:lvl8pPr algn="l">
              <a:defRPr sz="653" b="0">
                <a:solidFill>
                  <a:srgbClr val="231F20"/>
                </a:solidFill>
                <a:latin typeface="Yu Gothic"/>
                <a:ea typeface="Yu Gothic"/>
                <a:cs typeface="Yu Gothic"/>
              </a:defRPr>
            </a:lvl8pPr>
            <a:lvl9pPr algn="l">
              <a:defRPr sz="653" b="0">
                <a:solidFill>
                  <a:srgbClr val="231F20"/>
                </a:solidFill>
                <a:latin typeface="Yu Gothic"/>
                <a:ea typeface="Yu Gothic"/>
                <a:cs typeface="Yu Gothic"/>
              </a:defRPr>
            </a:lvl9pPr>
          </a:lstStyle>
          <a:p xmlns:a="http://schemas.openxmlformats.org/drawingml/2006/main">
            <a:pPr algn="l">
              <a:defRPr sz="653" b="0">
                <a:solidFill>
                  <a:srgbClr val="231F20"/>
                </a:solidFill>
                <a:latin typeface="Yu Gothic"/>
                <a:ea typeface="Yu Gothic"/>
                <a:cs typeface="Yu Gothic"/>
              </a:defRPr>
            </a:pPr>
            <a:r>
              <a:rPr sz="653" b="0">
                <a:solidFill>
                  <a:srgbClr val="231F20"/>
                </a:solidFill>
                <a:latin typeface="Yu Gothic"/>
                <a:ea typeface="Yu Gothic"/>
                <a:cs typeface="Yu Gothic"/>
              </a:rPr>
              <a:t>CLINT / PLIC 等</a:t>
            </a:r>
          </a:p>
        </p:txBody>
      </p:sp>
      <p:sp>
        <p:nvSpPr>
          <p:cNvPr id="52" name="wire-650">
            <a:extLst xmlns:a="http://schemas.openxmlformats.org/drawingml/2006/main">
              <a:ext uri="{FF2B5EF4-FFF2-40B4-BE49-F238E27FC236}">
                <a16:creationId xmlns:a16="http://schemas.microsoft.com/office/drawing/2014/main" id="{63785C12-6EC9-4C8F-8C1F-5A221E59C3B0}"/>
              </a:ext>
            </a:extLst>
          </p:cNvPr>
          <p:cNvSpPr>
            <a:spLocks xmlns:a="http://schemas.openxmlformats.org/drawingml/2006/main" noGrp="1"/>
          </p:cNvSpPr>
          <p:nvPr/>
        </p:nvSpPr>
        <p:spPr>
          <a:xfrm xmlns:a="http://schemas.openxmlformats.org/drawingml/2006/main">
            <a:off x="2814923" y="2983992"/>
            <a:ext cx="223361" cy="9525"/>
          </a:xfrm>
          <a:custGeom xmlns:a="http://schemas.openxmlformats.org/drawingml/2006/main">
            <a:pathLst>
              <a:path w="223361" h="9525">
                <a:moveTo>
                  <a:pt x="0" y="0"/>
                </a:moveTo>
                <a:lnTo>
                  <a:pt x="223361" y="0"/>
                </a:lnTo>
              </a:path>
            </a:pathLst>
          </a:custGeom>
          <a:noFill xmlns:a="http://schemas.openxmlformats.org/drawingml/2006/main"/>
          <a:ln xmlns:a="http://schemas.openxmlformats.org/drawingml/2006/main" w="14040">
            <a:solidFill>
              <a:srgbClr val="1572C3"/>
            </a:solidFill>
          </a:ln>
        </p:spPr>
      </p:sp>
      <p:sp>
        <p:nvSpPr>
          <p:cNvPr id="53" name="wire-651">
            <a:extLst xmlns:a="http://schemas.openxmlformats.org/drawingml/2006/main">
              <a:ext uri="{FF2B5EF4-FFF2-40B4-BE49-F238E27FC236}">
                <a16:creationId xmlns:a16="http://schemas.microsoft.com/office/drawing/2014/main" id="{5987FA90-5746-4121-83CC-EEAA434499A5}"/>
              </a:ext>
            </a:extLst>
          </p:cNvPr>
          <p:cNvSpPr>
            <a:spLocks xmlns:a="http://schemas.openxmlformats.org/drawingml/2006/main" noGrp="1"/>
          </p:cNvSpPr>
          <p:nvPr/>
        </p:nvSpPr>
        <p:spPr>
          <a:xfrm xmlns:a="http://schemas.openxmlformats.org/drawingml/2006/main">
            <a:off x="3038285" y="2486216"/>
            <a:ext cx="9525" cy="497776"/>
          </a:xfrm>
          <a:custGeom xmlns:a="http://schemas.openxmlformats.org/drawingml/2006/main">
            <a:pathLst>
              <a:path w="9525" h="497776">
                <a:moveTo>
                  <a:pt x="0" y="497776"/>
                </a:moveTo>
                <a:lnTo>
                  <a:pt x="0" y="0"/>
                </a:lnTo>
              </a:path>
            </a:pathLst>
          </a:custGeom>
          <a:noFill xmlns:a="http://schemas.openxmlformats.org/drawingml/2006/main"/>
          <a:ln xmlns:a="http://schemas.openxmlformats.org/drawingml/2006/main" w="14040">
            <a:solidFill>
              <a:srgbClr val="1572C3"/>
            </a:solidFill>
          </a:ln>
        </p:spPr>
      </p:sp>
      <p:sp>
        <p:nvSpPr>
          <p:cNvPr id="54" name="wire-652">
            <a:extLst xmlns:a="http://schemas.openxmlformats.org/drawingml/2006/main">
              <a:ext uri="{FF2B5EF4-FFF2-40B4-BE49-F238E27FC236}">
                <a16:creationId xmlns:a16="http://schemas.microsoft.com/office/drawing/2014/main" id="{B58EC93F-F656-4BEA-A5F9-6593449FA145}"/>
              </a:ext>
            </a:extLst>
          </p:cNvPr>
          <p:cNvSpPr>
            <a:spLocks xmlns:a="http://schemas.openxmlformats.org/drawingml/2006/main" noGrp="1"/>
          </p:cNvSpPr>
          <p:nvPr/>
        </p:nvSpPr>
        <p:spPr>
          <a:xfrm xmlns:a="http://schemas.openxmlformats.org/drawingml/2006/main">
            <a:off x="3038285" y="2486216"/>
            <a:ext cx="3267456" cy="9525"/>
          </a:xfrm>
          <a:custGeom xmlns:a="http://schemas.openxmlformats.org/drawingml/2006/main">
            <a:pathLst>
              <a:path w="3267456" h="9525">
                <a:moveTo>
                  <a:pt x="0" y="0"/>
                </a:moveTo>
                <a:lnTo>
                  <a:pt x="3267456" y="0"/>
                </a:lnTo>
              </a:path>
            </a:pathLst>
          </a:custGeom>
          <a:noFill xmlns:a="http://schemas.openxmlformats.org/drawingml/2006/main"/>
          <a:ln xmlns:a="http://schemas.openxmlformats.org/drawingml/2006/main" w="14040">
            <a:solidFill>
              <a:srgbClr val="1572C3"/>
            </a:solidFill>
          </a:ln>
        </p:spPr>
      </p:sp>
      <p:sp>
        <p:nvSpPr>
          <p:cNvPr id="55" name="wire-653">
            <a:extLst xmlns:a="http://schemas.openxmlformats.org/drawingml/2006/main">
              <a:ext uri="{FF2B5EF4-FFF2-40B4-BE49-F238E27FC236}">
                <a16:creationId xmlns:a16="http://schemas.microsoft.com/office/drawing/2014/main" id="{DBF15074-9422-4D73-B43E-9F56DE8768B4}"/>
              </a:ext>
            </a:extLst>
          </p:cNvPr>
          <p:cNvSpPr>
            <a:spLocks xmlns:a="http://schemas.openxmlformats.org/drawingml/2006/main" noGrp="1"/>
          </p:cNvSpPr>
          <p:nvPr/>
        </p:nvSpPr>
        <p:spPr>
          <a:xfrm xmlns:a="http://schemas.openxmlformats.org/drawingml/2006/main">
            <a:off x="6305741" y="2486216"/>
            <a:ext cx="102108" cy="9525"/>
          </a:xfrm>
          <a:custGeom xmlns:a="http://schemas.openxmlformats.org/drawingml/2006/main">
            <a:pathLst>
              <a:path w="102108" h="9525">
                <a:moveTo>
                  <a:pt x="0" y="0"/>
                </a:moveTo>
                <a:lnTo>
                  <a:pt x="102108" y="0"/>
                </a:lnTo>
              </a:path>
            </a:pathLst>
          </a:custGeom>
          <a:noFill xmlns:a="http://schemas.openxmlformats.org/drawingml/2006/main"/>
          <a:ln xmlns:a="http://schemas.openxmlformats.org/drawingml/2006/main" w="14040">
            <a:solidFill>
              <a:srgbClr val="1572C3"/>
            </a:solidFill>
          </a:ln>
        </p:spPr>
      </p:sp>
      <p:sp>
        <p:nvSpPr>
          <p:cNvPr id="56" name="circuit-654">
            <a:extLst xmlns:a="http://schemas.openxmlformats.org/drawingml/2006/main">
              <a:ext uri="{FF2B5EF4-FFF2-40B4-BE49-F238E27FC236}">
                <a16:creationId xmlns:a16="http://schemas.microsoft.com/office/drawing/2014/main" id="{B7B55074-1554-4708-B267-9453EADAAAC3}"/>
              </a:ext>
            </a:extLst>
          </p:cNvPr>
          <p:cNvSpPr>
            <a:spLocks xmlns:a="http://schemas.openxmlformats.org/drawingml/2006/main" noGrp="1"/>
          </p:cNvSpPr>
          <p:nvPr/>
        </p:nvSpPr>
        <p:spPr>
          <a:xfrm xmlns:a="http://schemas.openxmlformats.org/drawingml/2006/main">
            <a:off x="6375940" y="2472814"/>
            <a:ext cx="31909" cy="26803"/>
          </a:xfrm>
          <a:custGeom xmlns:a="http://schemas.openxmlformats.org/drawingml/2006/main">
            <a:pathLst>
              <a:path w="31909" h="26803">
                <a:moveTo>
                  <a:pt x="31909" y="13402"/>
                </a:moveTo>
                <a:lnTo>
                  <a:pt x="0" y="0"/>
                </a:lnTo>
                <a:lnTo>
                  <a:pt x="0" y="26803"/>
                </a:lnTo>
                <a:close/>
              </a:path>
            </a:pathLst>
          </a:custGeom>
          <a:solidFill xmlns:a="http://schemas.openxmlformats.org/drawingml/2006/main">
            <a:srgbClr val="1572C3"/>
          </a:solidFill>
          <a:ln xmlns:a="http://schemas.openxmlformats.org/drawingml/2006/main" w="3191">
            <a:solidFill>
              <a:srgbClr val="1572C3"/>
            </a:solidFill>
          </a:ln>
        </p:spPr>
      </p:sp>
      <p:sp>
        <p:nvSpPr>
          <p:cNvPr id="57" name="wire-655">
            <a:extLst xmlns:a="http://schemas.openxmlformats.org/drawingml/2006/main">
              <a:ext uri="{FF2B5EF4-FFF2-40B4-BE49-F238E27FC236}">
                <a16:creationId xmlns:a16="http://schemas.microsoft.com/office/drawing/2014/main" id="{842B3470-CC5B-4D8B-985C-F30D45A32DE7}"/>
              </a:ext>
            </a:extLst>
          </p:cNvPr>
          <p:cNvSpPr>
            <a:spLocks xmlns:a="http://schemas.openxmlformats.org/drawingml/2006/main" noGrp="1"/>
          </p:cNvSpPr>
          <p:nvPr/>
        </p:nvSpPr>
        <p:spPr>
          <a:xfrm xmlns:a="http://schemas.openxmlformats.org/drawingml/2006/main">
            <a:off x="2814923" y="2983992"/>
            <a:ext cx="223361" cy="9525"/>
          </a:xfrm>
          <a:custGeom xmlns:a="http://schemas.openxmlformats.org/drawingml/2006/main">
            <a:pathLst>
              <a:path w="223361" h="9525">
                <a:moveTo>
                  <a:pt x="223361" y="0"/>
                </a:moveTo>
                <a:lnTo>
                  <a:pt x="0" y="0"/>
                </a:lnTo>
              </a:path>
            </a:pathLst>
          </a:custGeom>
          <a:noFill xmlns:a="http://schemas.openxmlformats.org/drawingml/2006/main"/>
          <a:ln xmlns:a="http://schemas.openxmlformats.org/drawingml/2006/main" w="14040">
            <a:solidFill>
              <a:srgbClr val="1572C3"/>
            </a:solidFill>
          </a:ln>
        </p:spPr>
      </p:sp>
      <p:sp>
        <p:nvSpPr>
          <p:cNvPr id="58" name="circuit-656">
            <a:extLst xmlns:a="http://schemas.openxmlformats.org/drawingml/2006/main">
              <a:ext uri="{FF2B5EF4-FFF2-40B4-BE49-F238E27FC236}">
                <a16:creationId xmlns:a16="http://schemas.microsoft.com/office/drawing/2014/main" id="{754E3DDF-A8BC-48DE-8536-2746F2965B81}"/>
              </a:ext>
            </a:extLst>
          </p:cNvPr>
          <p:cNvSpPr>
            <a:spLocks xmlns:a="http://schemas.openxmlformats.org/drawingml/2006/main" noGrp="1"/>
          </p:cNvSpPr>
          <p:nvPr/>
        </p:nvSpPr>
        <p:spPr>
          <a:xfrm xmlns:a="http://schemas.openxmlformats.org/drawingml/2006/main">
            <a:off x="2814923" y="2970590"/>
            <a:ext cx="31909" cy="26803"/>
          </a:xfrm>
          <a:custGeom xmlns:a="http://schemas.openxmlformats.org/drawingml/2006/main">
            <a:pathLst>
              <a:path w="31909" h="26803">
                <a:moveTo>
                  <a:pt x="0" y="13402"/>
                </a:moveTo>
                <a:lnTo>
                  <a:pt x="31909" y="26803"/>
                </a:lnTo>
                <a:lnTo>
                  <a:pt x="31909" y="0"/>
                </a:lnTo>
                <a:close/>
              </a:path>
            </a:pathLst>
          </a:custGeom>
          <a:solidFill xmlns:a="http://schemas.openxmlformats.org/drawingml/2006/main">
            <a:srgbClr val="1572C3"/>
          </a:solidFill>
          <a:ln xmlns:a="http://schemas.openxmlformats.org/drawingml/2006/main" w="3191">
            <a:solidFill>
              <a:srgbClr val="1572C3"/>
            </a:solidFill>
          </a:ln>
        </p:spPr>
      </p:sp>
      <p:sp>
        <p:nvSpPr>
          <p:cNvPr id="59" name="block-657">
            <a:extLst xmlns:a="http://schemas.openxmlformats.org/drawingml/2006/main">
              <a:ext uri="{FF2B5EF4-FFF2-40B4-BE49-F238E27FC236}">
                <a16:creationId xmlns:a16="http://schemas.microsoft.com/office/drawing/2014/main" id="{73D00580-7EE1-4ADE-9AD5-4E98C871B432}"/>
              </a:ext>
            </a:extLst>
          </p:cNvPr>
          <p:cNvSpPr>
            <a:spLocks xmlns:a="http://schemas.openxmlformats.org/drawingml/2006/main" noGrp="1"/>
          </p:cNvSpPr>
          <p:nvPr/>
        </p:nvSpPr>
        <p:spPr>
          <a:xfrm xmlns:a="http://schemas.openxmlformats.org/drawingml/2006/main">
            <a:off x="6407849" y="2377726"/>
            <a:ext cx="1155097" cy="216980"/>
          </a:xfrm>
          <a:prstGeom xmlns:a="http://schemas.openxmlformats.org/drawingml/2006/main" prst="rect">
            <a:avLst/>
          </a:prstGeom>
          <a:solidFill xmlns:a="http://schemas.openxmlformats.org/drawingml/2006/main">
            <a:srgbClr val="77A3DC"/>
          </a:solidFill>
          <a:ln xmlns:a="http://schemas.openxmlformats.org/drawingml/2006/main" w="9573">
            <a:solidFill>
              <a:srgbClr val="231F20"/>
            </a:solidFill>
          </a:ln>
        </p:spPr>
      </p:sp>
      <p:sp>
        <p:nvSpPr>
          <p:cNvPr id="60" name="text-658">
            <a:extLst xmlns:a="http://schemas.openxmlformats.org/drawingml/2006/main">
              <a:ext uri="{FF2B5EF4-FFF2-40B4-BE49-F238E27FC236}">
                <a16:creationId xmlns:a16="http://schemas.microsoft.com/office/drawing/2014/main" id="{D54FCF37-B79A-4E14-A0D1-B10DF384FFEF}"/>
              </a:ext>
            </a:extLst>
          </p:cNvPr>
          <p:cNvSpPr>
            <a:spLocks xmlns:a="http://schemas.openxmlformats.org/drawingml/2006/main" noGrp="1"/>
          </p:cNvSpPr>
          <p:nvPr/>
        </p:nvSpPr>
        <p:spPr>
          <a:xfrm xmlns:a="http://schemas.openxmlformats.org/drawingml/2006/main">
            <a:off x="6426994" y="2384108"/>
            <a:ext cx="1116806" cy="2042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804" b="1">
                <a:solidFill>
                  <a:srgbClr val="231F20"/>
                </a:solidFill>
                <a:latin typeface="Arial"/>
                <a:ea typeface="Arial"/>
                <a:cs typeface="Arial"/>
              </a:defRPr>
            </a:defPPr>
            <a:lvl1pPr algn="ctr">
              <a:defRPr sz="804" b="1">
                <a:solidFill>
                  <a:srgbClr val="231F20"/>
                </a:solidFill>
                <a:latin typeface="Arial"/>
                <a:ea typeface="Arial"/>
                <a:cs typeface="Arial"/>
              </a:defRPr>
            </a:lvl1pPr>
            <a:lvl2pPr algn="ctr">
              <a:defRPr sz="804" b="1">
                <a:solidFill>
                  <a:srgbClr val="231F20"/>
                </a:solidFill>
                <a:latin typeface="Arial"/>
                <a:ea typeface="Arial"/>
                <a:cs typeface="Arial"/>
              </a:defRPr>
            </a:lvl2pPr>
            <a:lvl3pPr algn="ctr">
              <a:defRPr sz="804" b="1">
                <a:solidFill>
                  <a:srgbClr val="231F20"/>
                </a:solidFill>
                <a:latin typeface="Arial"/>
                <a:ea typeface="Arial"/>
                <a:cs typeface="Arial"/>
              </a:defRPr>
            </a:lvl3pPr>
            <a:lvl4pPr algn="ctr">
              <a:defRPr sz="804" b="1">
                <a:solidFill>
                  <a:srgbClr val="231F20"/>
                </a:solidFill>
                <a:latin typeface="Arial"/>
                <a:ea typeface="Arial"/>
                <a:cs typeface="Arial"/>
              </a:defRPr>
            </a:lvl4pPr>
            <a:lvl5pPr algn="ctr">
              <a:defRPr sz="804" b="1">
                <a:solidFill>
                  <a:srgbClr val="231F20"/>
                </a:solidFill>
                <a:latin typeface="Arial"/>
                <a:ea typeface="Arial"/>
                <a:cs typeface="Arial"/>
              </a:defRPr>
            </a:lvl5pPr>
            <a:lvl6pPr algn="ctr">
              <a:defRPr sz="804" b="1">
                <a:solidFill>
                  <a:srgbClr val="231F20"/>
                </a:solidFill>
                <a:latin typeface="Arial"/>
                <a:ea typeface="Arial"/>
                <a:cs typeface="Arial"/>
              </a:defRPr>
            </a:lvl6pPr>
            <a:lvl7pPr algn="ctr">
              <a:defRPr sz="804" b="1">
                <a:solidFill>
                  <a:srgbClr val="231F20"/>
                </a:solidFill>
                <a:latin typeface="Arial"/>
                <a:ea typeface="Arial"/>
                <a:cs typeface="Arial"/>
              </a:defRPr>
            </a:lvl7pPr>
            <a:lvl8pPr algn="ctr">
              <a:defRPr sz="804" b="1">
                <a:solidFill>
                  <a:srgbClr val="231F20"/>
                </a:solidFill>
                <a:latin typeface="Arial"/>
                <a:ea typeface="Arial"/>
                <a:cs typeface="Arial"/>
              </a:defRPr>
            </a:lvl8pPr>
            <a:lvl9pPr algn="ctr">
              <a:defRPr sz="804" b="1">
                <a:solidFill>
                  <a:srgbClr val="231F20"/>
                </a:solidFill>
                <a:latin typeface="Arial"/>
                <a:ea typeface="Arial"/>
                <a:cs typeface="Arial"/>
              </a:defRPr>
            </a:lvl9pPr>
          </a:lstStyle>
          <a:p xmlns:a="http://schemas.openxmlformats.org/drawingml/2006/main">
            <a:pPr algn="ctr">
              <a:defRPr sz="804" b="1">
                <a:solidFill>
                  <a:srgbClr val="231F20"/>
                </a:solidFill>
                <a:latin typeface="Arial"/>
                <a:ea typeface="Arial"/>
                <a:cs typeface="Arial"/>
              </a:defRPr>
            </a:pPr>
            <a:r>
              <a:rPr sz="804" b="1">
                <a:solidFill>
                  <a:srgbClr val="231F20"/>
                </a:solidFill>
                <a:latin typeface="Arial"/>
                <a:ea typeface="Arial"/>
                <a:cs typeface="Arial"/>
              </a:rPr>
              <a:t>ahbaxibridge</a:t>
            </a:r>
          </a:p>
        </p:txBody>
      </p:sp>
      <p:sp>
        <p:nvSpPr>
          <p:cNvPr id="61" name="block-659">
            <a:extLst xmlns:a="http://schemas.openxmlformats.org/drawingml/2006/main">
              <a:ext uri="{FF2B5EF4-FFF2-40B4-BE49-F238E27FC236}">
                <a16:creationId xmlns:a16="http://schemas.microsoft.com/office/drawing/2014/main" id="{A09F1B06-78B4-47AB-8872-14D84A6A55AF}"/>
              </a:ext>
            </a:extLst>
          </p:cNvPr>
          <p:cNvSpPr>
            <a:spLocks xmlns:a="http://schemas.openxmlformats.org/drawingml/2006/main" noGrp="1"/>
          </p:cNvSpPr>
          <p:nvPr/>
        </p:nvSpPr>
        <p:spPr>
          <a:xfrm xmlns:a="http://schemas.openxmlformats.org/drawingml/2006/main">
            <a:off x="6407849" y="2690432"/>
            <a:ext cx="1155097" cy="216980"/>
          </a:xfrm>
          <a:prstGeom xmlns:a="http://schemas.openxmlformats.org/drawingml/2006/main" prst="rect">
            <a:avLst/>
          </a:prstGeom>
          <a:solidFill xmlns:a="http://schemas.openxmlformats.org/drawingml/2006/main">
            <a:srgbClr val="77A3DC"/>
          </a:solidFill>
          <a:ln xmlns:a="http://schemas.openxmlformats.org/drawingml/2006/main" w="9573">
            <a:solidFill>
              <a:srgbClr val="231F20"/>
            </a:solidFill>
          </a:ln>
        </p:spPr>
      </p:sp>
      <p:sp>
        <p:nvSpPr>
          <p:cNvPr id="62" name="text-660">
            <a:extLst xmlns:a="http://schemas.openxmlformats.org/drawingml/2006/main">
              <a:ext uri="{FF2B5EF4-FFF2-40B4-BE49-F238E27FC236}">
                <a16:creationId xmlns:a16="http://schemas.microsoft.com/office/drawing/2014/main" id="{DD994EF1-11B6-49D3-9D8F-9A2626BBE0DA}"/>
              </a:ext>
            </a:extLst>
          </p:cNvPr>
          <p:cNvSpPr>
            <a:spLocks xmlns:a="http://schemas.openxmlformats.org/drawingml/2006/main" noGrp="1"/>
          </p:cNvSpPr>
          <p:nvPr/>
        </p:nvSpPr>
        <p:spPr>
          <a:xfrm xmlns:a="http://schemas.openxmlformats.org/drawingml/2006/main">
            <a:off x="6426994" y="2696813"/>
            <a:ext cx="1116806" cy="2042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804" b="1">
                <a:solidFill>
                  <a:srgbClr val="231F20"/>
                </a:solidFill>
                <a:latin typeface="Arial"/>
                <a:ea typeface="Arial"/>
                <a:cs typeface="Arial"/>
              </a:defRPr>
            </a:defPPr>
            <a:lvl1pPr algn="ctr">
              <a:defRPr sz="804" b="1">
                <a:solidFill>
                  <a:srgbClr val="231F20"/>
                </a:solidFill>
                <a:latin typeface="Arial"/>
                <a:ea typeface="Arial"/>
                <a:cs typeface="Arial"/>
              </a:defRPr>
            </a:lvl1pPr>
            <a:lvl2pPr algn="ctr">
              <a:defRPr sz="804" b="1">
                <a:solidFill>
                  <a:srgbClr val="231F20"/>
                </a:solidFill>
                <a:latin typeface="Arial"/>
                <a:ea typeface="Arial"/>
                <a:cs typeface="Arial"/>
              </a:defRPr>
            </a:lvl2pPr>
            <a:lvl3pPr algn="ctr">
              <a:defRPr sz="804" b="1">
                <a:solidFill>
                  <a:srgbClr val="231F20"/>
                </a:solidFill>
                <a:latin typeface="Arial"/>
                <a:ea typeface="Arial"/>
                <a:cs typeface="Arial"/>
              </a:defRPr>
            </a:lvl3pPr>
            <a:lvl4pPr algn="ctr">
              <a:defRPr sz="804" b="1">
                <a:solidFill>
                  <a:srgbClr val="231F20"/>
                </a:solidFill>
                <a:latin typeface="Arial"/>
                <a:ea typeface="Arial"/>
                <a:cs typeface="Arial"/>
              </a:defRPr>
            </a:lvl4pPr>
            <a:lvl5pPr algn="ctr">
              <a:defRPr sz="804" b="1">
                <a:solidFill>
                  <a:srgbClr val="231F20"/>
                </a:solidFill>
                <a:latin typeface="Arial"/>
                <a:ea typeface="Arial"/>
                <a:cs typeface="Arial"/>
              </a:defRPr>
            </a:lvl5pPr>
            <a:lvl6pPr algn="ctr">
              <a:defRPr sz="804" b="1">
                <a:solidFill>
                  <a:srgbClr val="231F20"/>
                </a:solidFill>
                <a:latin typeface="Arial"/>
                <a:ea typeface="Arial"/>
                <a:cs typeface="Arial"/>
              </a:defRPr>
            </a:lvl6pPr>
            <a:lvl7pPr algn="ctr">
              <a:defRPr sz="804" b="1">
                <a:solidFill>
                  <a:srgbClr val="231F20"/>
                </a:solidFill>
                <a:latin typeface="Arial"/>
                <a:ea typeface="Arial"/>
                <a:cs typeface="Arial"/>
              </a:defRPr>
            </a:lvl7pPr>
            <a:lvl8pPr algn="ctr">
              <a:defRPr sz="804" b="1">
                <a:solidFill>
                  <a:srgbClr val="231F20"/>
                </a:solidFill>
                <a:latin typeface="Arial"/>
                <a:ea typeface="Arial"/>
                <a:cs typeface="Arial"/>
              </a:defRPr>
            </a:lvl8pPr>
            <a:lvl9pPr algn="ctr">
              <a:defRPr sz="804" b="1">
                <a:solidFill>
                  <a:srgbClr val="231F20"/>
                </a:solidFill>
                <a:latin typeface="Arial"/>
                <a:ea typeface="Arial"/>
                <a:cs typeface="Arial"/>
              </a:defRPr>
            </a:lvl9pPr>
          </a:lstStyle>
          <a:p xmlns:a="http://schemas.openxmlformats.org/drawingml/2006/main">
            <a:pPr algn="ctr">
              <a:defRPr sz="804" b="1">
                <a:solidFill>
                  <a:srgbClr val="231F20"/>
                </a:solidFill>
                <a:latin typeface="Arial"/>
                <a:ea typeface="Arial"/>
                <a:cs typeface="Arial"/>
              </a:defRPr>
            </a:pPr>
            <a:r>
              <a:rPr sz="804" b="1">
                <a:solidFill>
                  <a:srgbClr val="231F20"/>
                </a:solidFill>
                <a:latin typeface="Arial"/>
                <a:ea typeface="Arial"/>
                <a:cs typeface="Arial"/>
              </a:rPr>
              <a:t>clkconverter</a:t>
            </a:r>
          </a:p>
        </p:txBody>
      </p:sp>
      <p:sp>
        <p:nvSpPr>
          <p:cNvPr id="63" name="block-661">
            <a:extLst xmlns:a="http://schemas.openxmlformats.org/drawingml/2006/main">
              <a:ext uri="{FF2B5EF4-FFF2-40B4-BE49-F238E27FC236}">
                <a16:creationId xmlns:a16="http://schemas.microsoft.com/office/drawing/2014/main" id="{F7ED0688-FAA2-40FE-B181-6F18A43989C9}"/>
              </a:ext>
            </a:extLst>
          </p:cNvPr>
          <p:cNvSpPr>
            <a:spLocks xmlns:a="http://schemas.openxmlformats.org/drawingml/2006/main" noGrp="1"/>
          </p:cNvSpPr>
          <p:nvPr/>
        </p:nvSpPr>
        <p:spPr>
          <a:xfrm xmlns:a="http://schemas.openxmlformats.org/drawingml/2006/main">
            <a:off x="6407849" y="3009519"/>
            <a:ext cx="1155097" cy="216980"/>
          </a:xfrm>
          <a:prstGeom xmlns:a="http://schemas.openxmlformats.org/drawingml/2006/main" prst="rect">
            <a:avLst/>
          </a:prstGeom>
          <a:solidFill xmlns:a="http://schemas.openxmlformats.org/drawingml/2006/main">
            <a:srgbClr val="E5EBF8"/>
          </a:solidFill>
          <a:ln xmlns:a="http://schemas.openxmlformats.org/drawingml/2006/main" w="9573">
            <a:solidFill>
              <a:srgbClr val="231F20"/>
            </a:solidFill>
          </a:ln>
        </p:spPr>
      </p:sp>
      <p:sp>
        <p:nvSpPr>
          <p:cNvPr id="64" name="text-662">
            <a:extLst xmlns:a="http://schemas.openxmlformats.org/drawingml/2006/main">
              <a:ext uri="{FF2B5EF4-FFF2-40B4-BE49-F238E27FC236}">
                <a16:creationId xmlns:a16="http://schemas.microsoft.com/office/drawing/2014/main" id="{DBC67C95-889E-479D-BAFE-B89457FAD378}"/>
              </a:ext>
            </a:extLst>
          </p:cNvPr>
          <p:cNvSpPr>
            <a:spLocks xmlns:a="http://schemas.openxmlformats.org/drawingml/2006/main" noGrp="1"/>
          </p:cNvSpPr>
          <p:nvPr/>
        </p:nvSpPr>
        <p:spPr>
          <a:xfrm xmlns:a="http://schemas.openxmlformats.org/drawingml/2006/main">
            <a:off x="6426994" y="3015901"/>
            <a:ext cx="1116806" cy="2042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754" b="1">
                <a:solidFill>
                  <a:srgbClr val="231F20"/>
                </a:solidFill>
                <a:latin typeface="Arial"/>
                <a:ea typeface="Arial"/>
                <a:cs typeface="Arial"/>
              </a:defRPr>
            </a:defPPr>
            <a:lvl1pPr algn="ctr">
              <a:defRPr sz="754" b="1">
                <a:solidFill>
                  <a:srgbClr val="231F20"/>
                </a:solidFill>
                <a:latin typeface="Arial"/>
                <a:ea typeface="Arial"/>
                <a:cs typeface="Arial"/>
              </a:defRPr>
            </a:lvl1pPr>
            <a:lvl2pPr algn="ctr">
              <a:defRPr sz="754" b="1">
                <a:solidFill>
                  <a:srgbClr val="231F20"/>
                </a:solidFill>
                <a:latin typeface="Arial"/>
                <a:ea typeface="Arial"/>
                <a:cs typeface="Arial"/>
              </a:defRPr>
            </a:lvl2pPr>
            <a:lvl3pPr algn="ctr">
              <a:defRPr sz="754" b="1">
                <a:solidFill>
                  <a:srgbClr val="231F20"/>
                </a:solidFill>
                <a:latin typeface="Arial"/>
                <a:ea typeface="Arial"/>
                <a:cs typeface="Arial"/>
              </a:defRPr>
            </a:lvl3pPr>
            <a:lvl4pPr algn="ctr">
              <a:defRPr sz="754" b="1">
                <a:solidFill>
                  <a:srgbClr val="231F20"/>
                </a:solidFill>
                <a:latin typeface="Arial"/>
                <a:ea typeface="Arial"/>
                <a:cs typeface="Arial"/>
              </a:defRPr>
            </a:lvl4pPr>
            <a:lvl5pPr algn="ctr">
              <a:defRPr sz="754" b="1">
                <a:solidFill>
                  <a:srgbClr val="231F20"/>
                </a:solidFill>
                <a:latin typeface="Arial"/>
                <a:ea typeface="Arial"/>
                <a:cs typeface="Arial"/>
              </a:defRPr>
            </a:lvl5pPr>
            <a:lvl6pPr algn="ctr">
              <a:defRPr sz="754" b="1">
                <a:solidFill>
                  <a:srgbClr val="231F20"/>
                </a:solidFill>
                <a:latin typeface="Arial"/>
                <a:ea typeface="Arial"/>
                <a:cs typeface="Arial"/>
              </a:defRPr>
            </a:lvl6pPr>
            <a:lvl7pPr algn="ctr">
              <a:defRPr sz="754" b="1">
                <a:solidFill>
                  <a:srgbClr val="231F20"/>
                </a:solidFill>
                <a:latin typeface="Arial"/>
                <a:ea typeface="Arial"/>
                <a:cs typeface="Arial"/>
              </a:defRPr>
            </a:lvl7pPr>
            <a:lvl8pPr algn="ctr">
              <a:defRPr sz="754" b="1">
                <a:solidFill>
                  <a:srgbClr val="231F20"/>
                </a:solidFill>
                <a:latin typeface="Arial"/>
                <a:ea typeface="Arial"/>
                <a:cs typeface="Arial"/>
              </a:defRPr>
            </a:lvl8pPr>
            <a:lvl9pPr algn="ctr">
              <a:defRPr sz="754" b="1">
                <a:solidFill>
                  <a:srgbClr val="231F20"/>
                </a:solidFill>
                <a:latin typeface="Arial"/>
                <a:ea typeface="Arial"/>
                <a:cs typeface="Arial"/>
              </a:defRPr>
            </a:lvl9pPr>
          </a:lstStyle>
          <a:p xmlns:a="http://schemas.openxmlformats.org/drawingml/2006/main">
            <a:pPr algn="ctr">
              <a:defRPr sz="754" b="1">
                <a:solidFill>
                  <a:srgbClr val="231F20"/>
                </a:solidFill>
                <a:latin typeface="Arial"/>
                <a:ea typeface="Arial"/>
                <a:cs typeface="Arial"/>
              </a:defRPr>
            </a:pPr>
            <a:r>
              <a:rPr sz="754" b="1">
                <a:solidFill>
                  <a:srgbClr val="231F20"/>
                </a:solidFill>
                <a:latin typeface="Arial"/>
                <a:ea typeface="Arial"/>
                <a:cs typeface="Arial"/>
              </a:rPr>
              <a:t>AXI shared fabric</a:t>
            </a:r>
          </a:p>
        </p:txBody>
      </p:sp>
      <p:sp>
        <p:nvSpPr>
          <p:cNvPr id="65" name="block-663">
            <a:extLst xmlns:a="http://schemas.openxmlformats.org/drawingml/2006/main">
              <a:ext uri="{FF2B5EF4-FFF2-40B4-BE49-F238E27FC236}">
                <a16:creationId xmlns:a16="http://schemas.microsoft.com/office/drawing/2014/main" id="{46D7619F-CE17-47AB-BD7A-4226F2D78CB7}"/>
              </a:ext>
            </a:extLst>
          </p:cNvPr>
          <p:cNvSpPr>
            <a:spLocks xmlns:a="http://schemas.openxmlformats.org/drawingml/2006/main" noGrp="1"/>
          </p:cNvSpPr>
          <p:nvPr/>
        </p:nvSpPr>
        <p:spPr>
          <a:xfrm xmlns:a="http://schemas.openxmlformats.org/drawingml/2006/main">
            <a:off x="6407849" y="3328607"/>
            <a:ext cx="1155097" cy="216980"/>
          </a:xfrm>
          <a:prstGeom xmlns:a="http://schemas.openxmlformats.org/drawingml/2006/main" prst="rect">
            <a:avLst/>
          </a:prstGeom>
          <a:solidFill xmlns:a="http://schemas.openxmlformats.org/drawingml/2006/main">
            <a:srgbClr val="77A3DC"/>
          </a:solidFill>
          <a:ln xmlns:a="http://schemas.openxmlformats.org/drawingml/2006/main" w="9573">
            <a:solidFill>
              <a:srgbClr val="231F20"/>
            </a:solidFill>
          </a:ln>
        </p:spPr>
      </p:sp>
      <p:sp>
        <p:nvSpPr>
          <p:cNvPr id="66" name="text-664">
            <a:extLst xmlns:a="http://schemas.openxmlformats.org/drawingml/2006/main">
              <a:ext uri="{FF2B5EF4-FFF2-40B4-BE49-F238E27FC236}">
                <a16:creationId xmlns:a16="http://schemas.microsoft.com/office/drawing/2014/main" id="{40C0D393-4A9E-4CAF-839D-C7D6923341DD}"/>
              </a:ext>
            </a:extLst>
          </p:cNvPr>
          <p:cNvSpPr>
            <a:spLocks xmlns:a="http://schemas.openxmlformats.org/drawingml/2006/main" noGrp="1"/>
          </p:cNvSpPr>
          <p:nvPr/>
        </p:nvSpPr>
        <p:spPr>
          <a:xfrm xmlns:a="http://schemas.openxmlformats.org/drawingml/2006/main">
            <a:off x="6426994" y="3334988"/>
            <a:ext cx="1116806" cy="2042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804" b="1">
                <a:solidFill>
                  <a:srgbClr val="231F20"/>
                </a:solidFill>
                <a:latin typeface="Arial"/>
                <a:ea typeface="Arial"/>
                <a:cs typeface="Arial"/>
              </a:defRPr>
            </a:defPPr>
            <a:lvl1pPr algn="ctr">
              <a:defRPr sz="804" b="1">
                <a:solidFill>
                  <a:srgbClr val="231F20"/>
                </a:solidFill>
                <a:latin typeface="Arial"/>
                <a:ea typeface="Arial"/>
                <a:cs typeface="Arial"/>
              </a:defRPr>
            </a:lvl1pPr>
            <a:lvl2pPr algn="ctr">
              <a:defRPr sz="804" b="1">
                <a:solidFill>
                  <a:srgbClr val="231F20"/>
                </a:solidFill>
                <a:latin typeface="Arial"/>
                <a:ea typeface="Arial"/>
                <a:cs typeface="Arial"/>
              </a:defRPr>
            </a:lvl2pPr>
            <a:lvl3pPr algn="ctr">
              <a:defRPr sz="804" b="1">
                <a:solidFill>
                  <a:srgbClr val="231F20"/>
                </a:solidFill>
                <a:latin typeface="Arial"/>
                <a:ea typeface="Arial"/>
                <a:cs typeface="Arial"/>
              </a:defRPr>
            </a:lvl3pPr>
            <a:lvl4pPr algn="ctr">
              <a:defRPr sz="804" b="1">
                <a:solidFill>
                  <a:srgbClr val="231F20"/>
                </a:solidFill>
                <a:latin typeface="Arial"/>
                <a:ea typeface="Arial"/>
                <a:cs typeface="Arial"/>
              </a:defRPr>
            </a:lvl4pPr>
            <a:lvl5pPr algn="ctr">
              <a:defRPr sz="804" b="1">
                <a:solidFill>
                  <a:srgbClr val="231F20"/>
                </a:solidFill>
                <a:latin typeface="Arial"/>
                <a:ea typeface="Arial"/>
                <a:cs typeface="Arial"/>
              </a:defRPr>
            </a:lvl5pPr>
            <a:lvl6pPr algn="ctr">
              <a:defRPr sz="804" b="1">
                <a:solidFill>
                  <a:srgbClr val="231F20"/>
                </a:solidFill>
                <a:latin typeface="Arial"/>
                <a:ea typeface="Arial"/>
                <a:cs typeface="Arial"/>
              </a:defRPr>
            </a:lvl6pPr>
            <a:lvl7pPr algn="ctr">
              <a:defRPr sz="804" b="1">
                <a:solidFill>
                  <a:srgbClr val="231F20"/>
                </a:solidFill>
                <a:latin typeface="Arial"/>
                <a:ea typeface="Arial"/>
                <a:cs typeface="Arial"/>
              </a:defRPr>
            </a:lvl7pPr>
            <a:lvl8pPr algn="ctr">
              <a:defRPr sz="804" b="1">
                <a:solidFill>
                  <a:srgbClr val="231F20"/>
                </a:solidFill>
                <a:latin typeface="Arial"/>
                <a:ea typeface="Arial"/>
                <a:cs typeface="Arial"/>
              </a:defRPr>
            </a:lvl8pPr>
            <a:lvl9pPr algn="ctr">
              <a:defRPr sz="804" b="1">
                <a:solidFill>
                  <a:srgbClr val="231F20"/>
                </a:solidFill>
                <a:latin typeface="Arial"/>
                <a:ea typeface="Arial"/>
                <a:cs typeface="Arial"/>
              </a:defRPr>
            </a:lvl9pPr>
          </a:lstStyle>
          <a:p xmlns:a="http://schemas.openxmlformats.org/drawingml/2006/main">
            <a:pPr algn="ctr">
              <a:defRPr sz="804" b="1">
                <a:solidFill>
                  <a:srgbClr val="231F20"/>
                </a:solidFill>
                <a:latin typeface="Arial"/>
                <a:ea typeface="Arial"/>
                <a:cs typeface="Arial"/>
              </a:defRPr>
            </a:pPr>
            <a:r>
              <a:rPr sz="804" b="1">
                <a:solidFill>
                  <a:srgbClr val="231F20"/>
                </a:solidFill>
                <a:latin typeface="Arial"/>
                <a:ea typeface="Arial"/>
                <a:cs typeface="Arial"/>
              </a:rPr>
              <a:t>ddr3 / MIG</a:t>
            </a:r>
          </a:p>
        </p:txBody>
      </p:sp>
      <p:sp>
        <p:nvSpPr>
          <p:cNvPr id="67" name="wire-665">
            <a:extLst xmlns:a="http://schemas.openxmlformats.org/drawingml/2006/main">
              <a:ext uri="{FF2B5EF4-FFF2-40B4-BE49-F238E27FC236}">
                <a16:creationId xmlns:a16="http://schemas.microsoft.com/office/drawing/2014/main" id="{57AC2D8E-F9B6-4CA3-BC3B-9550109ED44F}"/>
              </a:ext>
            </a:extLst>
          </p:cNvPr>
          <p:cNvSpPr>
            <a:spLocks xmlns:a="http://schemas.openxmlformats.org/drawingml/2006/main" noGrp="1"/>
          </p:cNvSpPr>
          <p:nvPr/>
        </p:nvSpPr>
        <p:spPr>
          <a:xfrm xmlns:a="http://schemas.openxmlformats.org/drawingml/2006/main">
            <a:off x="6982206" y="2594705"/>
            <a:ext cx="9525" cy="95726"/>
          </a:xfrm>
          <a:custGeom xmlns:a="http://schemas.openxmlformats.org/drawingml/2006/main">
            <a:pathLst>
              <a:path w="9525" h="95726">
                <a:moveTo>
                  <a:pt x="0" y="0"/>
                </a:moveTo>
                <a:lnTo>
                  <a:pt x="0" y="95726"/>
                </a:lnTo>
              </a:path>
            </a:pathLst>
          </a:custGeom>
          <a:noFill xmlns:a="http://schemas.openxmlformats.org/drawingml/2006/main"/>
          <a:ln xmlns:a="http://schemas.openxmlformats.org/drawingml/2006/main" w="12764">
            <a:solidFill>
              <a:srgbClr val="1572C3"/>
            </a:solidFill>
          </a:ln>
        </p:spPr>
      </p:sp>
      <p:sp>
        <p:nvSpPr>
          <p:cNvPr id="68" name="circuit-666">
            <a:extLst xmlns:a="http://schemas.openxmlformats.org/drawingml/2006/main">
              <a:ext uri="{FF2B5EF4-FFF2-40B4-BE49-F238E27FC236}">
                <a16:creationId xmlns:a16="http://schemas.microsoft.com/office/drawing/2014/main" id="{3A0912DF-A681-4521-8AC1-99B642E5F1FD}"/>
              </a:ext>
            </a:extLst>
          </p:cNvPr>
          <p:cNvSpPr>
            <a:spLocks xmlns:a="http://schemas.openxmlformats.org/drawingml/2006/main" noGrp="1"/>
          </p:cNvSpPr>
          <p:nvPr/>
        </p:nvSpPr>
        <p:spPr>
          <a:xfrm xmlns:a="http://schemas.openxmlformats.org/drawingml/2006/main">
            <a:off x="6968804" y="2658523"/>
            <a:ext cx="26803" cy="31909"/>
          </a:xfrm>
          <a:custGeom xmlns:a="http://schemas.openxmlformats.org/drawingml/2006/main">
            <a:pathLst>
              <a:path w="26803" h="31909">
                <a:moveTo>
                  <a:pt x="13402" y="31909"/>
                </a:moveTo>
                <a:lnTo>
                  <a:pt x="26803" y="0"/>
                </a:lnTo>
                <a:lnTo>
                  <a:pt x="0" y="0"/>
                </a:lnTo>
                <a:close/>
              </a:path>
            </a:pathLst>
          </a:custGeom>
          <a:solidFill xmlns:a="http://schemas.openxmlformats.org/drawingml/2006/main">
            <a:srgbClr val="1572C3"/>
          </a:solidFill>
          <a:ln xmlns:a="http://schemas.openxmlformats.org/drawingml/2006/main" w="3191">
            <a:solidFill>
              <a:srgbClr val="1572C3"/>
            </a:solidFill>
          </a:ln>
        </p:spPr>
      </p:sp>
      <p:sp>
        <p:nvSpPr>
          <p:cNvPr id="69" name="wire-667">
            <a:extLst xmlns:a="http://schemas.openxmlformats.org/drawingml/2006/main">
              <a:ext uri="{FF2B5EF4-FFF2-40B4-BE49-F238E27FC236}">
                <a16:creationId xmlns:a16="http://schemas.microsoft.com/office/drawing/2014/main" id="{CF58B1B6-4CCD-433E-B76B-32E11E9D18E3}"/>
              </a:ext>
            </a:extLst>
          </p:cNvPr>
          <p:cNvSpPr>
            <a:spLocks xmlns:a="http://schemas.openxmlformats.org/drawingml/2006/main" noGrp="1"/>
          </p:cNvSpPr>
          <p:nvPr/>
        </p:nvSpPr>
        <p:spPr>
          <a:xfrm xmlns:a="http://schemas.openxmlformats.org/drawingml/2006/main">
            <a:off x="6982206" y="2594705"/>
            <a:ext cx="9525" cy="95726"/>
          </a:xfrm>
          <a:custGeom xmlns:a="http://schemas.openxmlformats.org/drawingml/2006/main">
            <a:pathLst>
              <a:path w="9525" h="95726">
                <a:moveTo>
                  <a:pt x="0" y="95726"/>
                </a:moveTo>
                <a:lnTo>
                  <a:pt x="0" y="0"/>
                </a:lnTo>
              </a:path>
            </a:pathLst>
          </a:custGeom>
          <a:noFill xmlns:a="http://schemas.openxmlformats.org/drawingml/2006/main"/>
          <a:ln xmlns:a="http://schemas.openxmlformats.org/drawingml/2006/main" w="12764">
            <a:solidFill>
              <a:srgbClr val="1572C3"/>
            </a:solidFill>
          </a:ln>
        </p:spPr>
      </p:sp>
      <p:sp>
        <p:nvSpPr>
          <p:cNvPr id="70" name="circuit-668">
            <a:extLst xmlns:a="http://schemas.openxmlformats.org/drawingml/2006/main">
              <a:ext uri="{FF2B5EF4-FFF2-40B4-BE49-F238E27FC236}">
                <a16:creationId xmlns:a16="http://schemas.microsoft.com/office/drawing/2014/main" id="{68AB6569-A6B3-44A1-9651-82DABAE4B0B4}"/>
              </a:ext>
            </a:extLst>
          </p:cNvPr>
          <p:cNvSpPr>
            <a:spLocks xmlns:a="http://schemas.openxmlformats.org/drawingml/2006/main" noGrp="1"/>
          </p:cNvSpPr>
          <p:nvPr/>
        </p:nvSpPr>
        <p:spPr>
          <a:xfrm xmlns:a="http://schemas.openxmlformats.org/drawingml/2006/main">
            <a:off x="6968804" y="2594705"/>
            <a:ext cx="26803" cy="31909"/>
          </a:xfrm>
          <a:custGeom xmlns:a="http://schemas.openxmlformats.org/drawingml/2006/main">
            <a:pathLst>
              <a:path w="26803" h="31909">
                <a:moveTo>
                  <a:pt x="13402" y="0"/>
                </a:moveTo>
                <a:lnTo>
                  <a:pt x="0" y="31909"/>
                </a:lnTo>
                <a:lnTo>
                  <a:pt x="26803" y="31909"/>
                </a:lnTo>
                <a:close/>
              </a:path>
            </a:pathLst>
          </a:custGeom>
          <a:solidFill xmlns:a="http://schemas.openxmlformats.org/drawingml/2006/main">
            <a:srgbClr val="1572C3"/>
          </a:solidFill>
          <a:ln xmlns:a="http://schemas.openxmlformats.org/drawingml/2006/main" w="3191">
            <a:solidFill>
              <a:srgbClr val="1572C3"/>
            </a:solidFill>
          </a:ln>
        </p:spPr>
      </p:sp>
      <p:sp>
        <p:nvSpPr>
          <p:cNvPr id="71" name="wire-669">
            <a:extLst xmlns:a="http://schemas.openxmlformats.org/drawingml/2006/main">
              <a:ext uri="{FF2B5EF4-FFF2-40B4-BE49-F238E27FC236}">
                <a16:creationId xmlns:a16="http://schemas.microsoft.com/office/drawing/2014/main" id="{5C1D7451-E196-45A3-AF83-CDBF5F1AA4A3}"/>
              </a:ext>
            </a:extLst>
          </p:cNvPr>
          <p:cNvSpPr>
            <a:spLocks xmlns:a="http://schemas.openxmlformats.org/drawingml/2006/main" noGrp="1"/>
          </p:cNvSpPr>
          <p:nvPr/>
        </p:nvSpPr>
        <p:spPr>
          <a:xfrm xmlns:a="http://schemas.openxmlformats.org/drawingml/2006/main">
            <a:off x="6982206" y="2907411"/>
            <a:ext cx="9525" cy="102108"/>
          </a:xfrm>
          <a:custGeom xmlns:a="http://schemas.openxmlformats.org/drawingml/2006/main">
            <a:pathLst>
              <a:path w="9525" h="102108">
                <a:moveTo>
                  <a:pt x="0" y="0"/>
                </a:moveTo>
                <a:lnTo>
                  <a:pt x="0" y="102108"/>
                </a:lnTo>
              </a:path>
            </a:pathLst>
          </a:custGeom>
          <a:noFill xmlns:a="http://schemas.openxmlformats.org/drawingml/2006/main"/>
          <a:ln xmlns:a="http://schemas.openxmlformats.org/drawingml/2006/main" w="12764">
            <a:solidFill>
              <a:srgbClr val="1572C3"/>
            </a:solidFill>
          </a:ln>
        </p:spPr>
      </p:sp>
      <p:sp>
        <p:nvSpPr>
          <p:cNvPr id="72" name="circuit-670">
            <a:extLst xmlns:a="http://schemas.openxmlformats.org/drawingml/2006/main">
              <a:ext uri="{FF2B5EF4-FFF2-40B4-BE49-F238E27FC236}">
                <a16:creationId xmlns:a16="http://schemas.microsoft.com/office/drawing/2014/main" id="{1FA712E5-9F69-4FE9-A660-2F0C2563464C}"/>
              </a:ext>
            </a:extLst>
          </p:cNvPr>
          <p:cNvSpPr>
            <a:spLocks xmlns:a="http://schemas.openxmlformats.org/drawingml/2006/main" noGrp="1"/>
          </p:cNvSpPr>
          <p:nvPr/>
        </p:nvSpPr>
        <p:spPr>
          <a:xfrm xmlns:a="http://schemas.openxmlformats.org/drawingml/2006/main">
            <a:off x="6968804" y="2977610"/>
            <a:ext cx="26803" cy="31909"/>
          </a:xfrm>
          <a:custGeom xmlns:a="http://schemas.openxmlformats.org/drawingml/2006/main">
            <a:pathLst>
              <a:path w="26803" h="31909">
                <a:moveTo>
                  <a:pt x="13402" y="31909"/>
                </a:moveTo>
                <a:lnTo>
                  <a:pt x="26803" y="0"/>
                </a:lnTo>
                <a:lnTo>
                  <a:pt x="0" y="0"/>
                </a:lnTo>
                <a:close/>
              </a:path>
            </a:pathLst>
          </a:custGeom>
          <a:solidFill xmlns:a="http://schemas.openxmlformats.org/drawingml/2006/main">
            <a:srgbClr val="1572C3"/>
          </a:solidFill>
          <a:ln xmlns:a="http://schemas.openxmlformats.org/drawingml/2006/main" w="3191">
            <a:solidFill>
              <a:srgbClr val="1572C3"/>
            </a:solidFill>
          </a:ln>
        </p:spPr>
      </p:sp>
      <p:sp>
        <p:nvSpPr>
          <p:cNvPr id="73" name="wire-671">
            <a:extLst xmlns:a="http://schemas.openxmlformats.org/drawingml/2006/main">
              <a:ext uri="{FF2B5EF4-FFF2-40B4-BE49-F238E27FC236}">
                <a16:creationId xmlns:a16="http://schemas.microsoft.com/office/drawing/2014/main" id="{C4BFC1AB-B06F-43B6-B4B6-3C660789C5B5}"/>
              </a:ext>
            </a:extLst>
          </p:cNvPr>
          <p:cNvSpPr>
            <a:spLocks xmlns:a="http://schemas.openxmlformats.org/drawingml/2006/main" noGrp="1"/>
          </p:cNvSpPr>
          <p:nvPr/>
        </p:nvSpPr>
        <p:spPr>
          <a:xfrm xmlns:a="http://schemas.openxmlformats.org/drawingml/2006/main">
            <a:off x="6982206" y="2907411"/>
            <a:ext cx="9525" cy="102108"/>
          </a:xfrm>
          <a:custGeom xmlns:a="http://schemas.openxmlformats.org/drawingml/2006/main">
            <a:pathLst>
              <a:path w="9525" h="102108">
                <a:moveTo>
                  <a:pt x="0" y="102108"/>
                </a:moveTo>
                <a:lnTo>
                  <a:pt x="0" y="0"/>
                </a:lnTo>
              </a:path>
            </a:pathLst>
          </a:custGeom>
          <a:noFill xmlns:a="http://schemas.openxmlformats.org/drawingml/2006/main"/>
          <a:ln xmlns:a="http://schemas.openxmlformats.org/drawingml/2006/main" w="12764">
            <a:solidFill>
              <a:srgbClr val="1572C3"/>
            </a:solidFill>
          </a:ln>
        </p:spPr>
      </p:sp>
      <p:sp>
        <p:nvSpPr>
          <p:cNvPr id="74" name="circuit-672">
            <a:extLst xmlns:a="http://schemas.openxmlformats.org/drawingml/2006/main">
              <a:ext uri="{FF2B5EF4-FFF2-40B4-BE49-F238E27FC236}">
                <a16:creationId xmlns:a16="http://schemas.microsoft.com/office/drawing/2014/main" id="{82BA135B-381E-4B17-B506-F2298F944C57}"/>
              </a:ext>
            </a:extLst>
          </p:cNvPr>
          <p:cNvSpPr>
            <a:spLocks xmlns:a="http://schemas.openxmlformats.org/drawingml/2006/main" noGrp="1"/>
          </p:cNvSpPr>
          <p:nvPr/>
        </p:nvSpPr>
        <p:spPr>
          <a:xfrm xmlns:a="http://schemas.openxmlformats.org/drawingml/2006/main">
            <a:off x="6968804" y="2907411"/>
            <a:ext cx="26803" cy="31909"/>
          </a:xfrm>
          <a:custGeom xmlns:a="http://schemas.openxmlformats.org/drawingml/2006/main">
            <a:pathLst>
              <a:path w="26803" h="31909">
                <a:moveTo>
                  <a:pt x="13402" y="0"/>
                </a:moveTo>
                <a:lnTo>
                  <a:pt x="0" y="31909"/>
                </a:lnTo>
                <a:lnTo>
                  <a:pt x="26803" y="31909"/>
                </a:lnTo>
                <a:close/>
              </a:path>
            </a:pathLst>
          </a:custGeom>
          <a:solidFill xmlns:a="http://schemas.openxmlformats.org/drawingml/2006/main">
            <a:srgbClr val="1572C3"/>
          </a:solidFill>
          <a:ln xmlns:a="http://schemas.openxmlformats.org/drawingml/2006/main" w="3191">
            <a:solidFill>
              <a:srgbClr val="1572C3"/>
            </a:solidFill>
          </a:ln>
        </p:spPr>
      </p:sp>
      <p:sp>
        <p:nvSpPr>
          <p:cNvPr id="75" name="wire-673">
            <a:extLst xmlns:a="http://schemas.openxmlformats.org/drawingml/2006/main">
              <a:ext uri="{FF2B5EF4-FFF2-40B4-BE49-F238E27FC236}">
                <a16:creationId xmlns:a16="http://schemas.microsoft.com/office/drawing/2014/main" id="{CB17F1FE-497E-4BCF-AA68-F356E3005207}"/>
              </a:ext>
            </a:extLst>
          </p:cNvPr>
          <p:cNvSpPr>
            <a:spLocks xmlns:a="http://schemas.openxmlformats.org/drawingml/2006/main" noGrp="1"/>
          </p:cNvSpPr>
          <p:nvPr/>
        </p:nvSpPr>
        <p:spPr>
          <a:xfrm xmlns:a="http://schemas.openxmlformats.org/drawingml/2006/main">
            <a:off x="6982206" y="3226499"/>
            <a:ext cx="9525" cy="102108"/>
          </a:xfrm>
          <a:custGeom xmlns:a="http://schemas.openxmlformats.org/drawingml/2006/main">
            <a:pathLst>
              <a:path w="9525" h="102108">
                <a:moveTo>
                  <a:pt x="0" y="0"/>
                </a:moveTo>
                <a:lnTo>
                  <a:pt x="0" y="102108"/>
                </a:lnTo>
              </a:path>
            </a:pathLst>
          </a:custGeom>
          <a:noFill xmlns:a="http://schemas.openxmlformats.org/drawingml/2006/main"/>
          <a:ln xmlns:a="http://schemas.openxmlformats.org/drawingml/2006/main" w="12764">
            <a:solidFill>
              <a:srgbClr val="1572C3"/>
            </a:solidFill>
          </a:ln>
        </p:spPr>
      </p:sp>
      <p:sp>
        <p:nvSpPr>
          <p:cNvPr id="76" name="circuit-674">
            <a:extLst xmlns:a="http://schemas.openxmlformats.org/drawingml/2006/main">
              <a:ext uri="{FF2B5EF4-FFF2-40B4-BE49-F238E27FC236}">
                <a16:creationId xmlns:a16="http://schemas.microsoft.com/office/drawing/2014/main" id="{6044CA03-A600-4C25-B950-58B2DD44DA33}"/>
              </a:ext>
            </a:extLst>
          </p:cNvPr>
          <p:cNvSpPr>
            <a:spLocks xmlns:a="http://schemas.openxmlformats.org/drawingml/2006/main" noGrp="1"/>
          </p:cNvSpPr>
          <p:nvPr/>
        </p:nvSpPr>
        <p:spPr>
          <a:xfrm xmlns:a="http://schemas.openxmlformats.org/drawingml/2006/main">
            <a:off x="6968804" y="3296698"/>
            <a:ext cx="26803" cy="31909"/>
          </a:xfrm>
          <a:custGeom xmlns:a="http://schemas.openxmlformats.org/drawingml/2006/main">
            <a:pathLst>
              <a:path w="26803" h="31909">
                <a:moveTo>
                  <a:pt x="13402" y="31909"/>
                </a:moveTo>
                <a:lnTo>
                  <a:pt x="26803" y="0"/>
                </a:lnTo>
                <a:lnTo>
                  <a:pt x="0" y="0"/>
                </a:lnTo>
                <a:close/>
              </a:path>
            </a:pathLst>
          </a:custGeom>
          <a:solidFill xmlns:a="http://schemas.openxmlformats.org/drawingml/2006/main">
            <a:srgbClr val="1572C3"/>
          </a:solidFill>
          <a:ln xmlns:a="http://schemas.openxmlformats.org/drawingml/2006/main" w="3191">
            <a:solidFill>
              <a:srgbClr val="1572C3"/>
            </a:solidFill>
          </a:ln>
        </p:spPr>
      </p:sp>
      <p:sp>
        <p:nvSpPr>
          <p:cNvPr id="77" name="wire-675">
            <a:extLst xmlns:a="http://schemas.openxmlformats.org/drawingml/2006/main">
              <a:ext uri="{FF2B5EF4-FFF2-40B4-BE49-F238E27FC236}">
                <a16:creationId xmlns:a16="http://schemas.microsoft.com/office/drawing/2014/main" id="{8CE53878-59ED-4BFE-B973-D77CD737F371}"/>
              </a:ext>
            </a:extLst>
          </p:cNvPr>
          <p:cNvSpPr>
            <a:spLocks xmlns:a="http://schemas.openxmlformats.org/drawingml/2006/main" noGrp="1"/>
          </p:cNvSpPr>
          <p:nvPr/>
        </p:nvSpPr>
        <p:spPr>
          <a:xfrm xmlns:a="http://schemas.openxmlformats.org/drawingml/2006/main">
            <a:off x="6982206" y="3226499"/>
            <a:ext cx="9525" cy="102108"/>
          </a:xfrm>
          <a:custGeom xmlns:a="http://schemas.openxmlformats.org/drawingml/2006/main">
            <a:pathLst>
              <a:path w="9525" h="102108">
                <a:moveTo>
                  <a:pt x="0" y="102108"/>
                </a:moveTo>
                <a:lnTo>
                  <a:pt x="0" y="0"/>
                </a:lnTo>
              </a:path>
            </a:pathLst>
          </a:custGeom>
          <a:noFill xmlns:a="http://schemas.openxmlformats.org/drawingml/2006/main"/>
          <a:ln xmlns:a="http://schemas.openxmlformats.org/drawingml/2006/main" w="12764">
            <a:solidFill>
              <a:srgbClr val="1572C3"/>
            </a:solidFill>
          </a:ln>
        </p:spPr>
      </p:sp>
      <p:sp>
        <p:nvSpPr>
          <p:cNvPr id="78" name="circuit-676">
            <a:extLst xmlns:a="http://schemas.openxmlformats.org/drawingml/2006/main">
              <a:ext uri="{FF2B5EF4-FFF2-40B4-BE49-F238E27FC236}">
                <a16:creationId xmlns:a16="http://schemas.microsoft.com/office/drawing/2014/main" id="{CFB2D4FC-7DDF-413A-AE64-0F50FBAEC1EE}"/>
              </a:ext>
            </a:extLst>
          </p:cNvPr>
          <p:cNvSpPr>
            <a:spLocks xmlns:a="http://schemas.openxmlformats.org/drawingml/2006/main" noGrp="1"/>
          </p:cNvSpPr>
          <p:nvPr/>
        </p:nvSpPr>
        <p:spPr>
          <a:xfrm xmlns:a="http://schemas.openxmlformats.org/drawingml/2006/main">
            <a:off x="6968804" y="3226499"/>
            <a:ext cx="26803" cy="31909"/>
          </a:xfrm>
          <a:custGeom xmlns:a="http://schemas.openxmlformats.org/drawingml/2006/main">
            <a:pathLst>
              <a:path w="26803" h="31909">
                <a:moveTo>
                  <a:pt x="13402" y="0"/>
                </a:moveTo>
                <a:lnTo>
                  <a:pt x="0" y="31909"/>
                </a:lnTo>
                <a:lnTo>
                  <a:pt x="26803" y="31909"/>
                </a:lnTo>
                <a:close/>
              </a:path>
            </a:pathLst>
          </a:custGeom>
          <a:solidFill xmlns:a="http://schemas.openxmlformats.org/drawingml/2006/main">
            <a:srgbClr val="1572C3"/>
          </a:solidFill>
          <a:ln xmlns:a="http://schemas.openxmlformats.org/drawingml/2006/main" w="3191">
            <a:solidFill>
              <a:srgbClr val="1572C3"/>
            </a:solidFill>
          </a:ln>
        </p:spPr>
      </p:sp>
      <p:sp>
        <p:nvSpPr>
          <p:cNvPr id="79" name="wire-677">
            <a:extLst xmlns:a="http://schemas.openxmlformats.org/drawingml/2006/main">
              <a:ext uri="{FF2B5EF4-FFF2-40B4-BE49-F238E27FC236}">
                <a16:creationId xmlns:a16="http://schemas.microsoft.com/office/drawing/2014/main" id="{F6A2A3B6-3AD6-4BD9-BEF3-E2EAE212048A}"/>
              </a:ext>
            </a:extLst>
          </p:cNvPr>
          <p:cNvSpPr>
            <a:spLocks xmlns:a="http://schemas.openxmlformats.org/drawingml/2006/main" noGrp="1"/>
          </p:cNvSpPr>
          <p:nvPr/>
        </p:nvSpPr>
        <p:spPr>
          <a:xfrm xmlns:a="http://schemas.openxmlformats.org/drawingml/2006/main">
            <a:off x="7562945" y="3437096"/>
            <a:ext cx="51054" cy="9525"/>
          </a:xfrm>
          <a:custGeom xmlns:a="http://schemas.openxmlformats.org/drawingml/2006/main">
            <a:pathLst>
              <a:path w="51054" h="9525">
                <a:moveTo>
                  <a:pt x="0" y="0"/>
                </a:moveTo>
                <a:lnTo>
                  <a:pt x="51054" y="0"/>
                </a:lnTo>
              </a:path>
            </a:pathLst>
          </a:custGeom>
          <a:noFill xmlns:a="http://schemas.openxmlformats.org/drawingml/2006/main"/>
          <a:ln xmlns:a="http://schemas.openxmlformats.org/drawingml/2006/main" w="12764">
            <a:solidFill>
              <a:srgbClr val="1572C3"/>
            </a:solidFill>
          </a:ln>
        </p:spPr>
      </p:sp>
      <p:sp>
        <p:nvSpPr>
          <p:cNvPr id="80" name="wire-678">
            <a:extLst xmlns:a="http://schemas.openxmlformats.org/drawingml/2006/main">
              <a:ext uri="{FF2B5EF4-FFF2-40B4-BE49-F238E27FC236}">
                <a16:creationId xmlns:a16="http://schemas.microsoft.com/office/drawing/2014/main" id="{2D75686E-96FD-4996-BEBB-76FA02DCDD4A}"/>
              </a:ext>
            </a:extLst>
          </p:cNvPr>
          <p:cNvSpPr>
            <a:spLocks xmlns:a="http://schemas.openxmlformats.org/drawingml/2006/main" noGrp="1"/>
          </p:cNvSpPr>
          <p:nvPr/>
        </p:nvSpPr>
        <p:spPr>
          <a:xfrm xmlns:a="http://schemas.openxmlformats.org/drawingml/2006/main">
            <a:off x="7613999" y="2084165"/>
            <a:ext cx="9525" cy="1352931"/>
          </a:xfrm>
          <a:custGeom xmlns:a="http://schemas.openxmlformats.org/drawingml/2006/main">
            <a:pathLst>
              <a:path w="9525" h="1352931">
                <a:moveTo>
                  <a:pt x="0" y="1352931"/>
                </a:moveTo>
                <a:lnTo>
                  <a:pt x="0" y="0"/>
                </a:lnTo>
              </a:path>
            </a:pathLst>
          </a:custGeom>
          <a:noFill xmlns:a="http://schemas.openxmlformats.org/drawingml/2006/main"/>
          <a:ln xmlns:a="http://schemas.openxmlformats.org/drawingml/2006/main" w="12764">
            <a:solidFill>
              <a:srgbClr val="1572C3"/>
            </a:solidFill>
          </a:ln>
        </p:spPr>
      </p:sp>
      <p:sp>
        <p:nvSpPr>
          <p:cNvPr id="81" name="wire-679">
            <a:extLst xmlns:a="http://schemas.openxmlformats.org/drawingml/2006/main">
              <a:ext uri="{FF2B5EF4-FFF2-40B4-BE49-F238E27FC236}">
                <a16:creationId xmlns:a16="http://schemas.microsoft.com/office/drawing/2014/main" id="{1A028BD4-D352-4BCD-A3D0-594FB034CB98}"/>
              </a:ext>
            </a:extLst>
          </p:cNvPr>
          <p:cNvSpPr>
            <a:spLocks xmlns:a="http://schemas.openxmlformats.org/drawingml/2006/main" noGrp="1"/>
          </p:cNvSpPr>
          <p:nvPr/>
        </p:nvSpPr>
        <p:spPr>
          <a:xfrm xmlns:a="http://schemas.openxmlformats.org/drawingml/2006/main">
            <a:off x="6088761" y="2084165"/>
            <a:ext cx="1525238" cy="9525"/>
          </a:xfrm>
          <a:custGeom xmlns:a="http://schemas.openxmlformats.org/drawingml/2006/main">
            <a:pathLst>
              <a:path w="1525238" h="9525">
                <a:moveTo>
                  <a:pt x="1525238" y="0"/>
                </a:moveTo>
                <a:lnTo>
                  <a:pt x="0" y="0"/>
                </a:lnTo>
              </a:path>
            </a:pathLst>
          </a:custGeom>
          <a:noFill xmlns:a="http://schemas.openxmlformats.org/drawingml/2006/main"/>
          <a:ln xmlns:a="http://schemas.openxmlformats.org/drawingml/2006/main" w="12764">
            <a:solidFill>
              <a:srgbClr val="1572C3"/>
            </a:solidFill>
          </a:ln>
        </p:spPr>
      </p:sp>
      <p:sp>
        <p:nvSpPr>
          <p:cNvPr id="82" name="wire-680">
            <a:extLst xmlns:a="http://schemas.openxmlformats.org/drawingml/2006/main">
              <a:ext uri="{FF2B5EF4-FFF2-40B4-BE49-F238E27FC236}">
                <a16:creationId xmlns:a16="http://schemas.microsoft.com/office/drawing/2014/main" id="{5EDCD96B-6C51-4573-B992-9603CD7BA43D}"/>
              </a:ext>
            </a:extLst>
          </p:cNvPr>
          <p:cNvSpPr>
            <a:spLocks xmlns:a="http://schemas.openxmlformats.org/drawingml/2006/main" noGrp="1"/>
          </p:cNvSpPr>
          <p:nvPr/>
        </p:nvSpPr>
        <p:spPr>
          <a:xfrm xmlns:a="http://schemas.openxmlformats.org/drawingml/2006/main">
            <a:off x="6088761" y="2039493"/>
            <a:ext cx="9525" cy="44672"/>
          </a:xfrm>
          <a:custGeom xmlns:a="http://schemas.openxmlformats.org/drawingml/2006/main">
            <a:pathLst>
              <a:path w="9525" h="44672">
                <a:moveTo>
                  <a:pt x="0" y="44672"/>
                </a:moveTo>
                <a:lnTo>
                  <a:pt x="0" y="0"/>
                </a:lnTo>
              </a:path>
            </a:pathLst>
          </a:custGeom>
          <a:noFill xmlns:a="http://schemas.openxmlformats.org/drawingml/2006/main"/>
          <a:ln xmlns:a="http://schemas.openxmlformats.org/drawingml/2006/main" w="12764">
            <a:solidFill>
              <a:srgbClr val="1572C3"/>
            </a:solidFill>
          </a:ln>
        </p:spPr>
      </p:sp>
      <p:sp>
        <p:nvSpPr>
          <p:cNvPr id="83" name="circuit-681">
            <a:extLst xmlns:a="http://schemas.openxmlformats.org/drawingml/2006/main">
              <a:ext uri="{FF2B5EF4-FFF2-40B4-BE49-F238E27FC236}">
                <a16:creationId xmlns:a16="http://schemas.microsoft.com/office/drawing/2014/main" id="{9FAC78FF-1D23-4248-BAD5-15793C6BBF11}"/>
              </a:ext>
            </a:extLst>
          </p:cNvPr>
          <p:cNvSpPr>
            <a:spLocks xmlns:a="http://schemas.openxmlformats.org/drawingml/2006/main" noGrp="1"/>
          </p:cNvSpPr>
          <p:nvPr/>
        </p:nvSpPr>
        <p:spPr>
          <a:xfrm xmlns:a="http://schemas.openxmlformats.org/drawingml/2006/main">
            <a:off x="6075359" y="2039493"/>
            <a:ext cx="26803" cy="31909"/>
          </a:xfrm>
          <a:custGeom xmlns:a="http://schemas.openxmlformats.org/drawingml/2006/main">
            <a:pathLst>
              <a:path w="26803" h="31909">
                <a:moveTo>
                  <a:pt x="13402" y="0"/>
                </a:moveTo>
                <a:lnTo>
                  <a:pt x="0" y="31909"/>
                </a:lnTo>
                <a:lnTo>
                  <a:pt x="26803" y="31909"/>
                </a:lnTo>
                <a:close/>
              </a:path>
            </a:pathLst>
          </a:custGeom>
          <a:solidFill xmlns:a="http://schemas.openxmlformats.org/drawingml/2006/main">
            <a:srgbClr val="1572C3"/>
          </a:solidFill>
          <a:ln xmlns:a="http://schemas.openxmlformats.org/drawingml/2006/main" w="3191">
            <a:solidFill>
              <a:srgbClr val="1572C3"/>
            </a:solidFill>
          </a:ln>
        </p:spPr>
      </p:sp>
      <p:sp>
        <p:nvSpPr>
          <p:cNvPr id="84" name="wire-682">
            <a:extLst xmlns:a="http://schemas.openxmlformats.org/drawingml/2006/main">
              <a:ext uri="{FF2B5EF4-FFF2-40B4-BE49-F238E27FC236}">
                <a16:creationId xmlns:a16="http://schemas.microsoft.com/office/drawing/2014/main" id="{51AF4A9D-1233-49FF-AE53-926956785510}"/>
              </a:ext>
            </a:extLst>
          </p:cNvPr>
          <p:cNvSpPr>
            <a:spLocks xmlns:a="http://schemas.openxmlformats.org/drawingml/2006/main" noGrp="1"/>
          </p:cNvSpPr>
          <p:nvPr/>
        </p:nvSpPr>
        <p:spPr>
          <a:xfrm xmlns:a="http://schemas.openxmlformats.org/drawingml/2006/main">
            <a:off x="7562945" y="3437096"/>
            <a:ext cx="51054" cy="9525"/>
          </a:xfrm>
          <a:custGeom xmlns:a="http://schemas.openxmlformats.org/drawingml/2006/main">
            <a:pathLst>
              <a:path w="51054" h="9525">
                <a:moveTo>
                  <a:pt x="51054" y="0"/>
                </a:moveTo>
                <a:lnTo>
                  <a:pt x="0" y="0"/>
                </a:lnTo>
              </a:path>
            </a:pathLst>
          </a:custGeom>
          <a:noFill xmlns:a="http://schemas.openxmlformats.org/drawingml/2006/main"/>
          <a:ln xmlns:a="http://schemas.openxmlformats.org/drawingml/2006/main" w="12764">
            <a:solidFill>
              <a:srgbClr val="1572C3"/>
            </a:solidFill>
          </a:ln>
        </p:spPr>
      </p:sp>
      <p:sp>
        <p:nvSpPr>
          <p:cNvPr id="85" name="circuit-683">
            <a:extLst xmlns:a="http://schemas.openxmlformats.org/drawingml/2006/main">
              <a:ext uri="{FF2B5EF4-FFF2-40B4-BE49-F238E27FC236}">
                <a16:creationId xmlns:a16="http://schemas.microsoft.com/office/drawing/2014/main" id="{BDF416BE-2F73-4C4D-8177-3C7E51A1FBE7}"/>
              </a:ext>
            </a:extLst>
          </p:cNvPr>
          <p:cNvSpPr>
            <a:spLocks xmlns:a="http://schemas.openxmlformats.org/drawingml/2006/main" noGrp="1"/>
          </p:cNvSpPr>
          <p:nvPr/>
        </p:nvSpPr>
        <p:spPr>
          <a:xfrm xmlns:a="http://schemas.openxmlformats.org/drawingml/2006/main">
            <a:off x="7562945" y="3423695"/>
            <a:ext cx="31909" cy="26803"/>
          </a:xfrm>
          <a:custGeom xmlns:a="http://schemas.openxmlformats.org/drawingml/2006/main">
            <a:pathLst>
              <a:path w="31909" h="26803">
                <a:moveTo>
                  <a:pt x="0" y="13402"/>
                </a:moveTo>
                <a:lnTo>
                  <a:pt x="31909" y="26803"/>
                </a:lnTo>
                <a:lnTo>
                  <a:pt x="31909" y="0"/>
                </a:lnTo>
                <a:close/>
              </a:path>
            </a:pathLst>
          </a:custGeom>
          <a:solidFill xmlns:a="http://schemas.openxmlformats.org/drawingml/2006/main">
            <a:srgbClr val="1572C3"/>
          </a:solidFill>
          <a:ln xmlns:a="http://schemas.openxmlformats.org/drawingml/2006/main" w="3191">
            <a:solidFill>
              <a:srgbClr val="1572C3"/>
            </a:solidFill>
          </a:ln>
        </p:spPr>
      </p:sp>
      <p:sp>
        <p:nvSpPr>
          <p:cNvPr id="86" name="block-684">
            <a:extLst xmlns:a="http://schemas.openxmlformats.org/drawingml/2006/main">
              <a:ext uri="{FF2B5EF4-FFF2-40B4-BE49-F238E27FC236}">
                <a16:creationId xmlns:a16="http://schemas.microsoft.com/office/drawing/2014/main" id="{6F8CBC2D-2DC5-4EC1-960E-493773782EE7}"/>
              </a:ext>
            </a:extLst>
          </p:cNvPr>
          <p:cNvSpPr>
            <a:spLocks xmlns:a="http://schemas.openxmlformats.org/drawingml/2006/main" noGrp="1"/>
          </p:cNvSpPr>
          <p:nvPr/>
        </p:nvSpPr>
        <p:spPr>
          <a:xfrm xmlns:a="http://schemas.openxmlformats.org/drawingml/2006/main">
            <a:off x="702564" y="3341370"/>
            <a:ext cx="5405342" cy="2048542"/>
          </a:xfrm>
          <a:prstGeom xmlns:a="http://schemas.openxmlformats.org/drawingml/2006/main" prst="rect">
            <a:avLst/>
          </a:prstGeom>
          <a:solidFill xmlns:a="http://schemas.openxmlformats.org/drawingml/2006/main">
            <a:srgbClr val="FFFFFF"/>
          </a:solidFill>
          <a:ln xmlns:a="http://schemas.openxmlformats.org/drawingml/2006/main" w="10211">
            <a:solidFill>
              <a:srgbClr val="231F20"/>
            </a:solidFill>
          </a:ln>
        </p:spPr>
      </p:sp>
      <p:sp>
        <p:nvSpPr>
          <p:cNvPr id="87" name="text-685">
            <a:extLst xmlns:a="http://schemas.openxmlformats.org/drawingml/2006/main">
              <a:ext uri="{FF2B5EF4-FFF2-40B4-BE49-F238E27FC236}">
                <a16:creationId xmlns:a16="http://schemas.microsoft.com/office/drawing/2014/main" id="{6F9BB183-2ECB-4CFC-9E3B-AF2070A11F8A}"/>
              </a:ext>
            </a:extLst>
          </p:cNvPr>
          <p:cNvSpPr>
            <a:spLocks xmlns:a="http://schemas.openxmlformats.org/drawingml/2006/main" noGrp="1"/>
          </p:cNvSpPr>
          <p:nvPr/>
        </p:nvSpPr>
        <p:spPr>
          <a:xfrm xmlns:a="http://schemas.openxmlformats.org/drawingml/2006/main">
            <a:off x="766382" y="3347752"/>
            <a:ext cx="1978343" cy="15316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05" b="1">
                <a:solidFill>
                  <a:srgbClr val="231F20"/>
                </a:solidFill>
                <a:latin typeface="Arial"/>
                <a:ea typeface="Arial"/>
                <a:cs typeface="Arial"/>
              </a:defRPr>
            </a:defPPr>
            <a:lvl1pPr algn="l">
              <a:defRPr sz="1005" b="1">
                <a:solidFill>
                  <a:srgbClr val="231F20"/>
                </a:solidFill>
                <a:latin typeface="Arial"/>
                <a:ea typeface="Arial"/>
                <a:cs typeface="Arial"/>
              </a:defRPr>
            </a:lvl1pPr>
            <a:lvl2pPr algn="l">
              <a:defRPr sz="1005" b="1">
                <a:solidFill>
                  <a:srgbClr val="231F20"/>
                </a:solidFill>
                <a:latin typeface="Arial"/>
                <a:ea typeface="Arial"/>
                <a:cs typeface="Arial"/>
              </a:defRPr>
            </a:lvl2pPr>
            <a:lvl3pPr algn="l">
              <a:defRPr sz="1005" b="1">
                <a:solidFill>
                  <a:srgbClr val="231F20"/>
                </a:solidFill>
                <a:latin typeface="Arial"/>
                <a:ea typeface="Arial"/>
                <a:cs typeface="Arial"/>
              </a:defRPr>
            </a:lvl3pPr>
            <a:lvl4pPr algn="l">
              <a:defRPr sz="1005" b="1">
                <a:solidFill>
                  <a:srgbClr val="231F20"/>
                </a:solidFill>
                <a:latin typeface="Arial"/>
                <a:ea typeface="Arial"/>
                <a:cs typeface="Arial"/>
              </a:defRPr>
            </a:lvl4pPr>
            <a:lvl5pPr algn="l">
              <a:defRPr sz="1005" b="1">
                <a:solidFill>
                  <a:srgbClr val="231F20"/>
                </a:solidFill>
                <a:latin typeface="Arial"/>
                <a:ea typeface="Arial"/>
                <a:cs typeface="Arial"/>
              </a:defRPr>
            </a:lvl5pPr>
            <a:lvl6pPr algn="l">
              <a:defRPr sz="1005" b="1">
                <a:solidFill>
                  <a:srgbClr val="231F20"/>
                </a:solidFill>
                <a:latin typeface="Arial"/>
                <a:ea typeface="Arial"/>
                <a:cs typeface="Arial"/>
              </a:defRPr>
            </a:lvl6pPr>
            <a:lvl7pPr algn="l">
              <a:defRPr sz="1005" b="1">
                <a:solidFill>
                  <a:srgbClr val="231F20"/>
                </a:solidFill>
                <a:latin typeface="Arial"/>
                <a:ea typeface="Arial"/>
                <a:cs typeface="Arial"/>
              </a:defRPr>
            </a:lvl7pPr>
            <a:lvl8pPr algn="l">
              <a:defRPr sz="1005" b="1">
                <a:solidFill>
                  <a:srgbClr val="231F20"/>
                </a:solidFill>
                <a:latin typeface="Arial"/>
                <a:ea typeface="Arial"/>
                <a:cs typeface="Arial"/>
              </a:defRPr>
            </a:lvl8pPr>
            <a:lvl9pPr algn="l">
              <a:defRPr sz="1005" b="1">
                <a:solidFill>
                  <a:srgbClr val="231F20"/>
                </a:solidFill>
                <a:latin typeface="Arial"/>
                <a:ea typeface="Arial"/>
                <a:cs typeface="Arial"/>
              </a:defRPr>
            </a:lvl9pPr>
          </a:lstStyle>
          <a:p xmlns:a="http://schemas.openxmlformats.org/drawingml/2006/main">
            <a:pPr algn="l">
              <a:defRPr sz="1005" b="1">
                <a:solidFill>
                  <a:srgbClr val="231F20"/>
                </a:solidFill>
                <a:latin typeface="Arial"/>
                <a:ea typeface="Arial"/>
                <a:cs typeface="Arial"/>
              </a:defRPr>
            </a:pPr>
            <a:r>
              <a:rPr sz="1005" b="1">
                <a:solidFill>
                  <a:srgbClr val="231F20"/>
                </a:solidFill>
                <a:latin typeface="Arial"/>
                <a:ea typeface="Arial"/>
                <a:cs typeface="Arial"/>
              </a:rPr>
              <a:t>wallypipelinedcore</a:t>
            </a:r>
          </a:p>
        </p:txBody>
      </p:sp>
      <p:sp>
        <p:nvSpPr>
          <p:cNvPr id="88" name="text-686">
            <a:extLst xmlns:a="http://schemas.openxmlformats.org/drawingml/2006/main">
              <a:ext uri="{FF2B5EF4-FFF2-40B4-BE49-F238E27FC236}">
                <a16:creationId xmlns:a16="http://schemas.microsoft.com/office/drawing/2014/main" id="{61D73056-580E-447A-B2B2-61BFED5237CA}"/>
              </a:ext>
            </a:extLst>
          </p:cNvPr>
          <p:cNvSpPr>
            <a:spLocks xmlns:a="http://schemas.openxmlformats.org/drawingml/2006/main" noGrp="1"/>
          </p:cNvSpPr>
          <p:nvPr/>
        </p:nvSpPr>
        <p:spPr>
          <a:xfrm xmlns:a="http://schemas.openxmlformats.org/drawingml/2006/main">
            <a:off x="2885123" y="3360515"/>
            <a:ext cx="701993" cy="14039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854" b="0">
                <a:solidFill>
                  <a:srgbClr val="231F20"/>
                </a:solidFill>
                <a:latin typeface="Arial"/>
                <a:ea typeface="Arial"/>
                <a:cs typeface="Arial"/>
              </a:defRPr>
            </a:defPPr>
            <a:lvl1pPr algn="l">
              <a:defRPr sz="854" b="0">
                <a:solidFill>
                  <a:srgbClr val="231F20"/>
                </a:solidFill>
                <a:latin typeface="Arial"/>
                <a:ea typeface="Arial"/>
                <a:cs typeface="Arial"/>
              </a:defRPr>
            </a:lvl1pPr>
            <a:lvl2pPr algn="l">
              <a:defRPr sz="854" b="0">
                <a:solidFill>
                  <a:srgbClr val="231F20"/>
                </a:solidFill>
                <a:latin typeface="Arial"/>
                <a:ea typeface="Arial"/>
                <a:cs typeface="Arial"/>
              </a:defRPr>
            </a:lvl2pPr>
            <a:lvl3pPr algn="l">
              <a:defRPr sz="854" b="0">
                <a:solidFill>
                  <a:srgbClr val="231F20"/>
                </a:solidFill>
                <a:latin typeface="Arial"/>
                <a:ea typeface="Arial"/>
                <a:cs typeface="Arial"/>
              </a:defRPr>
            </a:lvl3pPr>
            <a:lvl4pPr algn="l">
              <a:defRPr sz="854" b="0">
                <a:solidFill>
                  <a:srgbClr val="231F20"/>
                </a:solidFill>
                <a:latin typeface="Arial"/>
                <a:ea typeface="Arial"/>
                <a:cs typeface="Arial"/>
              </a:defRPr>
            </a:lvl4pPr>
            <a:lvl5pPr algn="l">
              <a:defRPr sz="854" b="0">
                <a:solidFill>
                  <a:srgbClr val="231F20"/>
                </a:solidFill>
                <a:latin typeface="Arial"/>
                <a:ea typeface="Arial"/>
                <a:cs typeface="Arial"/>
              </a:defRPr>
            </a:lvl5pPr>
            <a:lvl6pPr algn="l">
              <a:defRPr sz="854" b="0">
                <a:solidFill>
                  <a:srgbClr val="231F20"/>
                </a:solidFill>
                <a:latin typeface="Arial"/>
                <a:ea typeface="Arial"/>
                <a:cs typeface="Arial"/>
              </a:defRPr>
            </a:lvl6pPr>
            <a:lvl7pPr algn="l">
              <a:defRPr sz="854" b="0">
                <a:solidFill>
                  <a:srgbClr val="231F20"/>
                </a:solidFill>
                <a:latin typeface="Arial"/>
                <a:ea typeface="Arial"/>
                <a:cs typeface="Arial"/>
              </a:defRPr>
            </a:lvl7pPr>
            <a:lvl8pPr algn="l">
              <a:defRPr sz="854" b="0">
                <a:solidFill>
                  <a:srgbClr val="231F20"/>
                </a:solidFill>
                <a:latin typeface="Arial"/>
                <a:ea typeface="Arial"/>
                <a:cs typeface="Arial"/>
              </a:defRPr>
            </a:lvl8pPr>
            <a:lvl9pPr algn="l">
              <a:defRPr sz="854" b="0">
                <a:solidFill>
                  <a:srgbClr val="231F20"/>
                </a:solidFill>
                <a:latin typeface="Arial"/>
                <a:ea typeface="Arial"/>
                <a:cs typeface="Arial"/>
              </a:defRPr>
            </a:lvl9pPr>
          </a:lstStyle>
          <a:p xmlns:a="http://schemas.openxmlformats.org/drawingml/2006/main">
            <a:pPr algn="l">
              <a:defRPr sz="854" b="0">
                <a:solidFill>
                  <a:srgbClr val="231F20"/>
                </a:solidFill>
                <a:latin typeface="Arial"/>
                <a:ea typeface="Arial"/>
                <a:cs typeface="Arial"/>
              </a:defRPr>
            </a:pPr>
            <a:r>
              <a:rPr sz="854" b="0">
                <a:solidFill>
                  <a:srgbClr val="231F20"/>
                </a:solidFill>
                <a:latin typeface="Arial"/>
                <a:ea typeface="Arial"/>
                <a:cs typeface="Arial"/>
              </a:rPr>
              <a:t>20 MHz</a:t>
            </a:r>
          </a:p>
        </p:txBody>
      </p:sp>
      <p:sp>
        <p:nvSpPr>
          <p:cNvPr id="89" name="block-687">
            <a:extLst xmlns:a="http://schemas.openxmlformats.org/drawingml/2006/main">
              <a:ext uri="{FF2B5EF4-FFF2-40B4-BE49-F238E27FC236}">
                <a16:creationId xmlns:a16="http://schemas.microsoft.com/office/drawing/2014/main" id="{E4A17984-3969-4540-B3B9-DF4DC0B5D977}"/>
              </a:ext>
            </a:extLst>
          </p:cNvPr>
          <p:cNvSpPr>
            <a:spLocks xmlns:a="http://schemas.openxmlformats.org/drawingml/2006/main" noGrp="1"/>
          </p:cNvSpPr>
          <p:nvPr/>
        </p:nvSpPr>
        <p:spPr>
          <a:xfrm xmlns:a="http://schemas.openxmlformats.org/drawingml/2006/main">
            <a:off x="5342096" y="3392424"/>
            <a:ext cx="663702" cy="185071"/>
          </a:xfrm>
          <a:prstGeom xmlns:a="http://schemas.openxmlformats.org/drawingml/2006/main" prst="rect">
            <a:avLst/>
          </a:prstGeom>
          <a:solidFill xmlns:a="http://schemas.openxmlformats.org/drawingml/2006/main">
            <a:srgbClr val="FFFFFF"/>
          </a:solidFill>
          <a:ln xmlns:a="http://schemas.openxmlformats.org/drawingml/2006/main" w="9573">
            <a:solidFill>
              <a:srgbClr val="231F20"/>
            </a:solidFill>
          </a:ln>
        </p:spPr>
      </p:sp>
      <p:sp>
        <p:nvSpPr>
          <p:cNvPr id="90" name="text-688">
            <a:extLst xmlns:a="http://schemas.openxmlformats.org/drawingml/2006/main">
              <a:ext uri="{FF2B5EF4-FFF2-40B4-BE49-F238E27FC236}">
                <a16:creationId xmlns:a16="http://schemas.microsoft.com/office/drawing/2014/main" id="{4CF92305-2645-4A66-8E05-511B6CF85C53}"/>
              </a:ext>
            </a:extLst>
          </p:cNvPr>
          <p:cNvSpPr>
            <a:spLocks xmlns:a="http://schemas.openxmlformats.org/drawingml/2006/main" noGrp="1"/>
          </p:cNvSpPr>
          <p:nvPr/>
        </p:nvSpPr>
        <p:spPr>
          <a:xfrm xmlns:a="http://schemas.openxmlformats.org/drawingml/2006/main">
            <a:off x="5361242" y="3398806"/>
            <a:ext cx="625412" cy="1723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854" b="1">
                <a:solidFill>
                  <a:srgbClr val="231F20"/>
                </a:solidFill>
                <a:latin typeface="Arial"/>
                <a:ea typeface="Arial"/>
                <a:cs typeface="Arial"/>
              </a:defRPr>
            </a:defPPr>
            <a:lvl1pPr algn="ctr">
              <a:defRPr sz="854" b="1">
                <a:solidFill>
                  <a:srgbClr val="231F20"/>
                </a:solidFill>
                <a:latin typeface="Arial"/>
                <a:ea typeface="Arial"/>
                <a:cs typeface="Arial"/>
              </a:defRPr>
            </a:lvl1pPr>
            <a:lvl2pPr algn="ctr">
              <a:defRPr sz="854" b="1">
                <a:solidFill>
                  <a:srgbClr val="231F20"/>
                </a:solidFill>
                <a:latin typeface="Arial"/>
                <a:ea typeface="Arial"/>
                <a:cs typeface="Arial"/>
              </a:defRPr>
            </a:lvl2pPr>
            <a:lvl3pPr algn="ctr">
              <a:defRPr sz="854" b="1">
                <a:solidFill>
                  <a:srgbClr val="231F20"/>
                </a:solidFill>
                <a:latin typeface="Arial"/>
                <a:ea typeface="Arial"/>
                <a:cs typeface="Arial"/>
              </a:defRPr>
            </a:lvl3pPr>
            <a:lvl4pPr algn="ctr">
              <a:defRPr sz="854" b="1">
                <a:solidFill>
                  <a:srgbClr val="231F20"/>
                </a:solidFill>
                <a:latin typeface="Arial"/>
                <a:ea typeface="Arial"/>
                <a:cs typeface="Arial"/>
              </a:defRPr>
            </a:lvl4pPr>
            <a:lvl5pPr algn="ctr">
              <a:defRPr sz="854" b="1">
                <a:solidFill>
                  <a:srgbClr val="231F20"/>
                </a:solidFill>
                <a:latin typeface="Arial"/>
                <a:ea typeface="Arial"/>
                <a:cs typeface="Arial"/>
              </a:defRPr>
            </a:lvl5pPr>
            <a:lvl6pPr algn="ctr">
              <a:defRPr sz="854" b="1">
                <a:solidFill>
                  <a:srgbClr val="231F20"/>
                </a:solidFill>
                <a:latin typeface="Arial"/>
                <a:ea typeface="Arial"/>
                <a:cs typeface="Arial"/>
              </a:defRPr>
            </a:lvl6pPr>
            <a:lvl7pPr algn="ctr">
              <a:defRPr sz="854" b="1">
                <a:solidFill>
                  <a:srgbClr val="231F20"/>
                </a:solidFill>
                <a:latin typeface="Arial"/>
                <a:ea typeface="Arial"/>
                <a:cs typeface="Arial"/>
              </a:defRPr>
            </a:lvl7pPr>
            <a:lvl8pPr algn="ctr">
              <a:defRPr sz="854" b="1">
                <a:solidFill>
                  <a:srgbClr val="231F20"/>
                </a:solidFill>
                <a:latin typeface="Arial"/>
                <a:ea typeface="Arial"/>
                <a:cs typeface="Arial"/>
              </a:defRPr>
            </a:lvl8pPr>
            <a:lvl9pPr algn="ctr">
              <a:defRPr sz="854" b="1">
                <a:solidFill>
                  <a:srgbClr val="231F20"/>
                </a:solidFill>
                <a:latin typeface="Arial"/>
                <a:ea typeface="Arial"/>
                <a:cs typeface="Arial"/>
              </a:defRPr>
            </a:lvl9pPr>
          </a:lstStyle>
          <a:p xmlns:a="http://schemas.openxmlformats.org/drawingml/2006/main">
            <a:pPr algn="ctr">
              <a:defRPr sz="854" b="1">
                <a:solidFill>
                  <a:srgbClr val="231F20"/>
                </a:solidFill>
                <a:latin typeface="Arial"/>
                <a:ea typeface="Arial"/>
                <a:cs typeface="Arial"/>
              </a:defRPr>
            </a:pPr>
            <a:r>
              <a:rPr sz="854" b="1">
                <a:solidFill>
                  <a:srgbClr val="231F20"/>
                </a:solidFill>
                <a:latin typeface="Arial"/>
                <a:ea typeface="Arial"/>
                <a:cs typeface="Arial"/>
              </a:rPr>
              <a:t>ebu</a:t>
            </a:r>
          </a:p>
        </p:txBody>
      </p:sp>
      <p:sp>
        <p:nvSpPr>
          <p:cNvPr id="91" name="wire-689">
            <a:extLst xmlns:a="http://schemas.openxmlformats.org/drawingml/2006/main">
              <a:ext uri="{FF2B5EF4-FFF2-40B4-BE49-F238E27FC236}">
                <a16:creationId xmlns:a16="http://schemas.microsoft.com/office/drawing/2014/main" id="{359874D8-261A-472D-87FD-17250B0D7AF8}"/>
              </a:ext>
            </a:extLst>
          </p:cNvPr>
          <p:cNvSpPr>
            <a:spLocks xmlns:a="http://schemas.openxmlformats.org/drawingml/2006/main" noGrp="1"/>
          </p:cNvSpPr>
          <p:nvPr/>
        </p:nvSpPr>
        <p:spPr>
          <a:xfrm xmlns:a="http://schemas.openxmlformats.org/drawingml/2006/main">
            <a:off x="5667566" y="3322225"/>
            <a:ext cx="9525" cy="70199"/>
          </a:xfrm>
          <a:custGeom xmlns:a="http://schemas.openxmlformats.org/drawingml/2006/main">
            <a:pathLst>
              <a:path w="9525" h="70199">
                <a:moveTo>
                  <a:pt x="0" y="70199"/>
                </a:moveTo>
                <a:lnTo>
                  <a:pt x="0" y="0"/>
                </a:lnTo>
              </a:path>
            </a:pathLst>
          </a:custGeom>
          <a:noFill xmlns:a="http://schemas.openxmlformats.org/drawingml/2006/main"/>
          <a:ln xmlns:a="http://schemas.openxmlformats.org/drawingml/2006/main" w="13402">
            <a:solidFill>
              <a:srgbClr val="1572C3"/>
            </a:solidFill>
          </a:ln>
        </p:spPr>
      </p:sp>
      <p:sp>
        <p:nvSpPr>
          <p:cNvPr id="92" name="wire-690">
            <a:extLst xmlns:a="http://schemas.openxmlformats.org/drawingml/2006/main">
              <a:ext uri="{FF2B5EF4-FFF2-40B4-BE49-F238E27FC236}">
                <a16:creationId xmlns:a16="http://schemas.microsoft.com/office/drawing/2014/main" id="{DABDC6D0-1458-4BEB-8815-17882C7028DF}"/>
              </a:ext>
            </a:extLst>
          </p:cNvPr>
          <p:cNvSpPr>
            <a:spLocks xmlns:a="http://schemas.openxmlformats.org/drawingml/2006/main" noGrp="1"/>
          </p:cNvSpPr>
          <p:nvPr/>
        </p:nvSpPr>
        <p:spPr>
          <a:xfrm xmlns:a="http://schemas.openxmlformats.org/drawingml/2006/main">
            <a:off x="1193959" y="3322225"/>
            <a:ext cx="4473607" cy="9525"/>
          </a:xfrm>
          <a:custGeom xmlns:a="http://schemas.openxmlformats.org/drawingml/2006/main">
            <a:pathLst>
              <a:path w="4473607" h="9525">
                <a:moveTo>
                  <a:pt x="4473607" y="0"/>
                </a:moveTo>
                <a:lnTo>
                  <a:pt x="0" y="0"/>
                </a:lnTo>
              </a:path>
            </a:pathLst>
          </a:custGeom>
          <a:noFill xmlns:a="http://schemas.openxmlformats.org/drawingml/2006/main"/>
          <a:ln xmlns:a="http://schemas.openxmlformats.org/drawingml/2006/main" w="13402">
            <a:solidFill>
              <a:srgbClr val="1572C3"/>
            </a:solidFill>
          </a:ln>
        </p:spPr>
      </p:sp>
      <p:sp>
        <p:nvSpPr>
          <p:cNvPr id="93" name="wire-691">
            <a:extLst xmlns:a="http://schemas.openxmlformats.org/drawingml/2006/main">
              <a:ext uri="{FF2B5EF4-FFF2-40B4-BE49-F238E27FC236}">
                <a16:creationId xmlns:a16="http://schemas.microsoft.com/office/drawing/2014/main" id="{8F976C7D-7C78-448A-AAA0-597AF0153C7E}"/>
              </a:ext>
            </a:extLst>
          </p:cNvPr>
          <p:cNvSpPr>
            <a:spLocks xmlns:a="http://schemas.openxmlformats.org/drawingml/2006/main" noGrp="1"/>
          </p:cNvSpPr>
          <p:nvPr/>
        </p:nvSpPr>
        <p:spPr>
          <a:xfrm xmlns:a="http://schemas.openxmlformats.org/drawingml/2006/main">
            <a:off x="1193959" y="2983992"/>
            <a:ext cx="9525" cy="338233"/>
          </a:xfrm>
          <a:custGeom xmlns:a="http://schemas.openxmlformats.org/drawingml/2006/main">
            <a:pathLst>
              <a:path w="9525" h="338233">
                <a:moveTo>
                  <a:pt x="0" y="338233"/>
                </a:moveTo>
                <a:lnTo>
                  <a:pt x="0" y="0"/>
                </a:lnTo>
              </a:path>
            </a:pathLst>
          </a:custGeom>
          <a:noFill xmlns:a="http://schemas.openxmlformats.org/drawingml/2006/main"/>
          <a:ln xmlns:a="http://schemas.openxmlformats.org/drawingml/2006/main" w="13402">
            <a:solidFill>
              <a:srgbClr val="1572C3"/>
            </a:solidFill>
          </a:ln>
        </p:spPr>
      </p:sp>
      <p:sp>
        <p:nvSpPr>
          <p:cNvPr id="94" name="circuit-692">
            <a:extLst xmlns:a="http://schemas.openxmlformats.org/drawingml/2006/main">
              <a:ext uri="{FF2B5EF4-FFF2-40B4-BE49-F238E27FC236}">
                <a16:creationId xmlns:a16="http://schemas.microsoft.com/office/drawing/2014/main" id="{4346D901-88C2-473C-A146-F24055F67E68}"/>
              </a:ext>
            </a:extLst>
          </p:cNvPr>
          <p:cNvSpPr>
            <a:spLocks xmlns:a="http://schemas.openxmlformats.org/drawingml/2006/main" noGrp="1"/>
          </p:cNvSpPr>
          <p:nvPr/>
        </p:nvSpPr>
        <p:spPr>
          <a:xfrm xmlns:a="http://schemas.openxmlformats.org/drawingml/2006/main">
            <a:off x="1180557" y="2983992"/>
            <a:ext cx="26803" cy="31909"/>
          </a:xfrm>
          <a:custGeom xmlns:a="http://schemas.openxmlformats.org/drawingml/2006/main">
            <a:pathLst>
              <a:path w="26803" h="31909">
                <a:moveTo>
                  <a:pt x="13402" y="0"/>
                </a:moveTo>
                <a:lnTo>
                  <a:pt x="0" y="31909"/>
                </a:lnTo>
                <a:lnTo>
                  <a:pt x="26803" y="31909"/>
                </a:lnTo>
                <a:close/>
              </a:path>
            </a:pathLst>
          </a:custGeom>
          <a:solidFill xmlns:a="http://schemas.openxmlformats.org/drawingml/2006/main">
            <a:srgbClr val="1572C3"/>
          </a:solidFill>
          <a:ln xmlns:a="http://schemas.openxmlformats.org/drawingml/2006/main" w="3191">
            <a:solidFill>
              <a:srgbClr val="1572C3"/>
            </a:solidFill>
          </a:ln>
        </p:spPr>
      </p:sp>
      <p:sp>
        <p:nvSpPr>
          <p:cNvPr id="95" name="wire-693">
            <a:extLst xmlns:a="http://schemas.openxmlformats.org/drawingml/2006/main">
              <a:ext uri="{FF2B5EF4-FFF2-40B4-BE49-F238E27FC236}">
                <a16:creationId xmlns:a16="http://schemas.microsoft.com/office/drawing/2014/main" id="{386F317F-539A-424E-B5AF-77345B690F36}"/>
              </a:ext>
            </a:extLst>
          </p:cNvPr>
          <p:cNvSpPr>
            <a:spLocks xmlns:a="http://schemas.openxmlformats.org/drawingml/2006/main" noGrp="1"/>
          </p:cNvSpPr>
          <p:nvPr/>
        </p:nvSpPr>
        <p:spPr>
          <a:xfrm xmlns:a="http://schemas.openxmlformats.org/drawingml/2006/main">
            <a:off x="5667566" y="3322225"/>
            <a:ext cx="9525" cy="70199"/>
          </a:xfrm>
          <a:custGeom xmlns:a="http://schemas.openxmlformats.org/drawingml/2006/main">
            <a:pathLst>
              <a:path w="9525" h="70199">
                <a:moveTo>
                  <a:pt x="0" y="0"/>
                </a:moveTo>
                <a:lnTo>
                  <a:pt x="0" y="70199"/>
                </a:lnTo>
              </a:path>
            </a:pathLst>
          </a:custGeom>
          <a:noFill xmlns:a="http://schemas.openxmlformats.org/drawingml/2006/main"/>
          <a:ln xmlns:a="http://schemas.openxmlformats.org/drawingml/2006/main" w="13402">
            <a:solidFill>
              <a:srgbClr val="1572C3"/>
            </a:solidFill>
          </a:ln>
        </p:spPr>
      </p:sp>
      <p:sp>
        <p:nvSpPr>
          <p:cNvPr id="96" name="circuit-694">
            <a:extLst xmlns:a="http://schemas.openxmlformats.org/drawingml/2006/main">
              <a:ext uri="{FF2B5EF4-FFF2-40B4-BE49-F238E27FC236}">
                <a16:creationId xmlns:a16="http://schemas.microsoft.com/office/drawing/2014/main" id="{D153114E-FB63-407B-BBB7-21CB8169BE28}"/>
              </a:ext>
            </a:extLst>
          </p:cNvPr>
          <p:cNvSpPr>
            <a:spLocks xmlns:a="http://schemas.openxmlformats.org/drawingml/2006/main" noGrp="1"/>
          </p:cNvSpPr>
          <p:nvPr/>
        </p:nvSpPr>
        <p:spPr>
          <a:xfrm xmlns:a="http://schemas.openxmlformats.org/drawingml/2006/main">
            <a:off x="5654164" y="3360515"/>
            <a:ext cx="26803" cy="31909"/>
          </a:xfrm>
          <a:custGeom xmlns:a="http://schemas.openxmlformats.org/drawingml/2006/main">
            <a:pathLst>
              <a:path w="26803" h="31909">
                <a:moveTo>
                  <a:pt x="13402" y="31909"/>
                </a:moveTo>
                <a:lnTo>
                  <a:pt x="26803" y="0"/>
                </a:lnTo>
                <a:lnTo>
                  <a:pt x="0" y="0"/>
                </a:lnTo>
                <a:close/>
              </a:path>
            </a:pathLst>
          </a:custGeom>
          <a:solidFill xmlns:a="http://schemas.openxmlformats.org/drawingml/2006/main">
            <a:srgbClr val="1572C3"/>
          </a:solidFill>
          <a:ln xmlns:a="http://schemas.openxmlformats.org/drawingml/2006/main" w="3191">
            <a:solidFill>
              <a:srgbClr val="1572C3"/>
            </a:solidFill>
          </a:ln>
        </p:spPr>
      </p:sp>
      <p:sp>
        <p:nvSpPr>
          <p:cNvPr id="97" name="text-695">
            <a:extLst xmlns:a="http://schemas.openxmlformats.org/drawingml/2006/main">
              <a:ext uri="{FF2B5EF4-FFF2-40B4-BE49-F238E27FC236}">
                <a16:creationId xmlns:a16="http://schemas.microsoft.com/office/drawing/2014/main" id="{E55A0887-92E3-4847-9847-38D5A80D122B}"/>
              </a:ext>
            </a:extLst>
          </p:cNvPr>
          <p:cNvSpPr>
            <a:spLocks xmlns:a="http://schemas.openxmlformats.org/drawingml/2006/main" noGrp="1"/>
          </p:cNvSpPr>
          <p:nvPr/>
        </p:nvSpPr>
        <p:spPr>
          <a:xfrm xmlns:a="http://schemas.openxmlformats.org/drawingml/2006/main">
            <a:off x="5042154" y="3417951"/>
            <a:ext cx="306324" cy="12763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704" b="0">
                <a:solidFill>
                  <a:srgbClr val="1572C3"/>
                </a:solidFill>
                <a:latin typeface="Arial"/>
                <a:ea typeface="Arial"/>
                <a:cs typeface="Arial"/>
              </a:defRPr>
            </a:defPPr>
            <a:lvl1pPr algn="l">
              <a:defRPr sz="704" b="0">
                <a:solidFill>
                  <a:srgbClr val="1572C3"/>
                </a:solidFill>
                <a:latin typeface="Arial"/>
                <a:ea typeface="Arial"/>
                <a:cs typeface="Arial"/>
              </a:defRPr>
            </a:lvl1pPr>
            <a:lvl2pPr algn="l">
              <a:defRPr sz="704" b="0">
                <a:solidFill>
                  <a:srgbClr val="1572C3"/>
                </a:solidFill>
                <a:latin typeface="Arial"/>
                <a:ea typeface="Arial"/>
                <a:cs typeface="Arial"/>
              </a:defRPr>
            </a:lvl2pPr>
            <a:lvl3pPr algn="l">
              <a:defRPr sz="704" b="0">
                <a:solidFill>
                  <a:srgbClr val="1572C3"/>
                </a:solidFill>
                <a:latin typeface="Arial"/>
                <a:ea typeface="Arial"/>
                <a:cs typeface="Arial"/>
              </a:defRPr>
            </a:lvl3pPr>
            <a:lvl4pPr algn="l">
              <a:defRPr sz="704" b="0">
                <a:solidFill>
                  <a:srgbClr val="1572C3"/>
                </a:solidFill>
                <a:latin typeface="Arial"/>
                <a:ea typeface="Arial"/>
                <a:cs typeface="Arial"/>
              </a:defRPr>
            </a:lvl4pPr>
            <a:lvl5pPr algn="l">
              <a:defRPr sz="704" b="0">
                <a:solidFill>
                  <a:srgbClr val="1572C3"/>
                </a:solidFill>
                <a:latin typeface="Arial"/>
                <a:ea typeface="Arial"/>
                <a:cs typeface="Arial"/>
              </a:defRPr>
            </a:lvl5pPr>
            <a:lvl6pPr algn="l">
              <a:defRPr sz="704" b="0">
                <a:solidFill>
                  <a:srgbClr val="1572C3"/>
                </a:solidFill>
                <a:latin typeface="Arial"/>
                <a:ea typeface="Arial"/>
                <a:cs typeface="Arial"/>
              </a:defRPr>
            </a:lvl6pPr>
            <a:lvl7pPr algn="l">
              <a:defRPr sz="704" b="0">
                <a:solidFill>
                  <a:srgbClr val="1572C3"/>
                </a:solidFill>
                <a:latin typeface="Arial"/>
                <a:ea typeface="Arial"/>
                <a:cs typeface="Arial"/>
              </a:defRPr>
            </a:lvl7pPr>
            <a:lvl8pPr algn="l">
              <a:defRPr sz="704" b="0">
                <a:solidFill>
                  <a:srgbClr val="1572C3"/>
                </a:solidFill>
                <a:latin typeface="Arial"/>
                <a:ea typeface="Arial"/>
                <a:cs typeface="Arial"/>
              </a:defRPr>
            </a:lvl8pPr>
            <a:lvl9pPr algn="l">
              <a:defRPr sz="704" b="0">
                <a:solidFill>
                  <a:srgbClr val="1572C3"/>
                </a:solidFill>
                <a:latin typeface="Arial"/>
                <a:ea typeface="Arial"/>
                <a:cs typeface="Arial"/>
              </a:defRPr>
            </a:lvl9pPr>
          </a:lstStyle>
          <a:p xmlns:a="http://schemas.openxmlformats.org/drawingml/2006/main">
            <a:pPr algn="l">
              <a:defRPr sz="704" b="0">
                <a:solidFill>
                  <a:srgbClr val="1572C3"/>
                </a:solidFill>
                <a:latin typeface="Arial"/>
                <a:ea typeface="Arial"/>
                <a:cs typeface="Arial"/>
              </a:defRPr>
            </a:pPr>
            <a:r>
              <a:rPr sz="704" b="0">
                <a:solidFill>
                  <a:srgbClr val="1572C3"/>
                </a:solidFill>
                <a:latin typeface="Arial"/>
                <a:ea typeface="Arial"/>
                <a:cs typeface="Arial"/>
              </a:rPr>
              <a:t>AHB</a:t>
            </a:r>
          </a:p>
        </p:txBody>
      </p:sp>
      <p:sp>
        <p:nvSpPr>
          <p:cNvPr id="98" name="block-696">
            <a:extLst xmlns:a="http://schemas.openxmlformats.org/drawingml/2006/main">
              <a:ext uri="{FF2B5EF4-FFF2-40B4-BE49-F238E27FC236}">
                <a16:creationId xmlns:a16="http://schemas.microsoft.com/office/drawing/2014/main" id="{9A289D2B-5047-4AA1-8D2A-763AF5C04CC4}"/>
              </a:ext>
            </a:extLst>
          </p:cNvPr>
          <p:cNvSpPr>
            <a:spLocks xmlns:a="http://schemas.openxmlformats.org/drawingml/2006/main" noGrp="1"/>
          </p:cNvSpPr>
          <p:nvPr/>
        </p:nvSpPr>
        <p:spPr>
          <a:xfrm xmlns:a="http://schemas.openxmlformats.org/drawingml/2006/main">
            <a:off x="772763" y="3577495"/>
            <a:ext cx="867918" cy="1569911"/>
          </a:xfrm>
          <a:prstGeom xmlns:a="http://schemas.openxmlformats.org/drawingml/2006/main" prst="rect">
            <a:avLst/>
          </a:prstGeom>
          <a:solidFill xmlns:a="http://schemas.openxmlformats.org/drawingml/2006/main">
            <a:srgbClr val="E5EBF8"/>
          </a:solidFill>
          <a:ln xmlns:a="http://schemas.openxmlformats.org/drawingml/2006/main" w="0">
            <a:noFill/>
          </a:ln>
        </p:spPr>
      </p:sp>
      <p:sp>
        <p:nvSpPr>
          <p:cNvPr id="99" name="block-697">
            <a:extLst xmlns:a="http://schemas.openxmlformats.org/drawingml/2006/main">
              <a:ext uri="{FF2B5EF4-FFF2-40B4-BE49-F238E27FC236}">
                <a16:creationId xmlns:a16="http://schemas.microsoft.com/office/drawing/2014/main" id="{1CC10CC7-5FC4-4AE9-9ED6-66B63041B06B}"/>
              </a:ext>
            </a:extLst>
          </p:cNvPr>
          <p:cNvSpPr>
            <a:spLocks xmlns:a="http://schemas.openxmlformats.org/drawingml/2006/main" noGrp="1"/>
          </p:cNvSpPr>
          <p:nvPr/>
        </p:nvSpPr>
        <p:spPr>
          <a:xfrm xmlns:a="http://schemas.openxmlformats.org/drawingml/2006/main">
            <a:off x="1698117" y="3577495"/>
            <a:ext cx="2233613" cy="1569911"/>
          </a:xfrm>
          <a:prstGeom xmlns:a="http://schemas.openxmlformats.org/drawingml/2006/main" prst="rect">
            <a:avLst/>
          </a:prstGeom>
          <a:solidFill xmlns:a="http://schemas.openxmlformats.org/drawingml/2006/main">
            <a:srgbClr val="E5EBF8"/>
          </a:solidFill>
          <a:ln xmlns:a="http://schemas.openxmlformats.org/drawingml/2006/main" w="0">
            <a:noFill/>
          </a:ln>
        </p:spPr>
      </p:sp>
      <p:sp>
        <p:nvSpPr>
          <p:cNvPr id="100" name="block-698">
            <a:extLst xmlns:a="http://schemas.openxmlformats.org/drawingml/2006/main">
              <a:ext uri="{FF2B5EF4-FFF2-40B4-BE49-F238E27FC236}">
                <a16:creationId xmlns:a16="http://schemas.microsoft.com/office/drawing/2014/main" id="{F96B8C4E-C15A-44BC-A072-4BCCA13A0EB0}"/>
              </a:ext>
            </a:extLst>
          </p:cNvPr>
          <p:cNvSpPr>
            <a:spLocks xmlns:a="http://schemas.openxmlformats.org/drawingml/2006/main" noGrp="1"/>
          </p:cNvSpPr>
          <p:nvPr/>
        </p:nvSpPr>
        <p:spPr>
          <a:xfrm xmlns:a="http://schemas.openxmlformats.org/drawingml/2006/main">
            <a:off x="4040219" y="3577495"/>
            <a:ext cx="1518857" cy="1569911"/>
          </a:xfrm>
          <a:prstGeom xmlns:a="http://schemas.openxmlformats.org/drawingml/2006/main" prst="rect">
            <a:avLst/>
          </a:prstGeom>
          <a:solidFill xmlns:a="http://schemas.openxmlformats.org/drawingml/2006/main">
            <a:srgbClr val="E5EBF8"/>
          </a:solidFill>
          <a:ln xmlns:a="http://schemas.openxmlformats.org/drawingml/2006/main" w="0">
            <a:noFill/>
          </a:ln>
        </p:spPr>
      </p:sp>
      <p:sp>
        <p:nvSpPr>
          <p:cNvPr id="101" name="block-699">
            <a:extLst xmlns:a="http://schemas.openxmlformats.org/drawingml/2006/main">
              <a:ext uri="{FF2B5EF4-FFF2-40B4-BE49-F238E27FC236}">
                <a16:creationId xmlns:a16="http://schemas.microsoft.com/office/drawing/2014/main" id="{67E02940-FEB3-41D4-B2E4-156DBC587E6E}"/>
              </a:ext>
            </a:extLst>
          </p:cNvPr>
          <p:cNvSpPr>
            <a:spLocks xmlns:a="http://schemas.openxmlformats.org/drawingml/2006/main" noGrp="1"/>
          </p:cNvSpPr>
          <p:nvPr/>
        </p:nvSpPr>
        <p:spPr>
          <a:xfrm xmlns:a="http://schemas.openxmlformats.org/drawingml/2006/main">
            <a:off x="5629275" y="3577495"/>
            <a:ext cx="408432" cy="1569911"/>
          </a:xfrm>
          <a:prstGeom xmlns:a="http://schemas.openxmlformats.org/drawingml/2006/main" prst="rect">
            <a:avLst/>
          </a:prstGeom>
          <a:solidFill xmlns:a="http://schemas.openxmlformats.org/drawingml/2006/main">
            <a:srgbClr val="E5EBF8"/>
          </a:solidFill>
          <a:ln xmlns:a="http://schemas.openxmlformats.org/drawingml/2006/main" w="0">
            <a:noFill/>
          </a:ln>
        </p:spPr>
      </p:sp>
      <p:sp>
        <p:nvSpPr>
          <p:cNvPr id="102" name="text-700">
            <a:extLst xmlns:a="http://schemas.openxmlformats.org/drawingml/2006/main">
              <a:ext uri="{FF2B5EF4-FFF2-40B4-BE49-F238E27FC236}">
                <a16:creationId xmlns:a16="http://schemas.microsoft.com/office/drawing/2014/main" id="{761E76D8-E86A-40C5-B3D3-AFEE6E9F3CE7}"/>
              </a:ext>
            </a:extLst>
          </p:cNvPr>
          <p:cNvSpPr>
            <a:spLocks xmlns:a="http://schemas.openxmlformats.org/drawingml/2006/main" noGrp="1"/>
          </p:cNvSpPr>
          <p:nvPr/>
        </p:nvSpPr>
        <p:spPr>
          <a:xfrm xmlns:a="http://schemas.openxmlformats.org/drawingml/2006/main">
            <a:off x="804672" y="3596640"/>
            <a:ext cx="574358" cy="15316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905" b="1">
                <a:solidFill>
                  <a:srgbClr val="231F20"/>
                </a:solidFill>
                <a:latin typeface="Arial"/>
                <a:ea typeface="Arial"/>
                <a:cs typeface="Arial"/>
              </a:defRPr>
            </a:defPPr>
            <a:lvl1pPr algn="l">
              <a:defRPr sz="905" b="1">
                <a:solidFill>
                  <a:srgbClr val="231F20"/>
                </a:solidFill>
                <a:latin typeface="Arial"/>
                <a:ea typeface="Arial"/>
                <a:cs typeface="Arial"/>
              </a:defRPr>
            </a:lvl1pPr>
            <a:lvl2pPr algn="l">
              <a:defRPr sz="905" b="1">
                <a:solidFill>
                  <a:srgbClr val="231F20"/>
                </a:solidFill>
                <a:latin typeface="Arial"/>
                <a:ea typeface="Arial"/>
                <a:cs typeface="Arial"/>
              </a:defRPr>
            </a:lvl2pPr>
            <a:lvl3pPr algn="l">
              <a:defRPr sz="905" b="1">
                <a:solidFill>
                  <a:srgbClr val="231F20"/>
                </a:solidFill>
                <a:latin typeface="Arial"/>
                <a:ea typeface="Arial"/>
                <a:cs typeface="Arial"/>
              </a:defRPr>
            </a:lvl3pPr>
            <a:lvl4pPr algn="l">
              <a:defRPr sz="905" b="1">
                <a:solidFill>
                  <a:srgbClr val="231F20"/>
                </a:solidFill>
                <a:latin typeface="Arial"/>
                <a:ea typeface="Arial"/>
                <a:cs typeface="Arial"/>
              </a:defRPr>
            </a:lvl4pPr>
            <a:lvl5pPr algn="l">
              <a:defRPr sz="905" b="1">
                <a:solidFill>
                  <a:srgbClr val="231F20"/>
                </a:solidFill>
                <a:latin typeface="Arial"/>
                <a:ea typeface="Arial"/>
                <a:cs typeface="Arial"/>
              </a:defRPr>
            </a:lvl5pPr>
            <a:lvl6pPr algn="l">
              <a:defRPr sz="905" b="1">
                <a:solidFill>
                  <a:srgbClr val="231F20"/>
                </a:solidFill>
                <a:latin typeface="Arial"/>
                <a:ea typeface="Arial"/>
                <a:cs typeface="Arial"/>
              </a:defRPr>
            </a:lvl6pPr>
            <a:lvl7pPr algn="l">
              <a:defRPr sz="905" b="1">
                <a:solidFill>
                  <a:srgbClr val="231F20"/>
                </a:solidFill>
                <a:latin typeface="Arial"/>
                <a:ea typeface="Arial"/>
                <a:cs typeface="Arial"/>
              </a:defRPr>
            </a:lvl7pPr>
            <a:lvl8pPr algn="l">
              <a:defRPr sz="905" b="1">
                <a:solidFill>
                  <a:srgbClr val="231F20"/>
                </a:solidFill>
                <a:latin typeface="Arial"/>
                <a:ea typeface="Arial"/>
                <a:cs typeface="Arial"/>
              </a:defRPr>
            </a:lvl8pPr>
            <a:lvl9pPr algn="l">
              <a:defRPr sz="905" b="1">
                <a:solidFill>
                  <a:srgbClr val="231F20"/>
                </a:solidFill>
                <a:latin typeface="Arial"/>
                <a:ea typeface="Arial"/>
                <a:cs typeface="Arial"/>
              </a:defRPr>
            </a:lvl9pPr>
          </a:lstStyle>
          <a:p xmlns:a="http://schemas.openxmlformats.org/drawingml/2006/main">
            <a:pPr algn="l">
              <a:defRPr sz="905" b="1">
                <a:solidFill>
                  <a:srgbClr val="231F20"/>
                </a:solidFill>
                <a:latin typeface="Arial"/>
                <a:ea typeface="Arial"/>
                <a:cs typeface="Arial"/>
              </a:defRPr>
            </a:pPr>
            <a:r>
              <a:rPr sz="905" b="1">
                <a:solidFill>
                  <a:srgbClr val="231F20"/>
                </a:solidFill>
                <a:latin typeface="Arial"/>
                <a:ea typeface="Arial"/>
                <a:cs typeface="Arial"/>
              </a:rPr>
              <a:t>ifu</a:t>
            </a:r>
          </a:p>
        </p:txBody>
      </p:sp>
      <p:sp>
        <p:nvSpPr>
          <p:cNvPr id="103" name="text-701">
            <a:extLst xmlns:a="http://schemas.openxmlformats.org/drawingml/2006/main">
              <a:ext uri="{FF2B5EF4-FFF2-40B4-BE49-F238E27FC236}">
                <a16:creationId xmlns:a16="http://schemas.microsoft.com/office/drawing/2014/main" id="{C94E1029-8580-4027-B32F-EBE7B78051E6}"/>
              </a:ext>
            </a:extLst>
          </p:cNvPr>
          <p:cNvSpPr>
            <a:spLocks xmlns:a="http://schemas.openxmlformats.org/drawingml/2006/main" noGrp="1"/>
          </p:cNvSpPr>
          <p:nvPr/>
        </p:nvSpPr>
        <p:spPr>
          <a:xfrm xmlns:a="http://schemas.openxmlformats.org/drawingml/2006/main">
            <a:off x="1736408" y="3596640"/>
            <a:ext cx="1474184" cy="15316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905" b="1">
                <a:solidFill>
                  <a:srgbClr val="231F20"/>
                </a:solidFill>
                <a:latin typeface="Arial"/>
                <a:ea typeface="Arial"/>
                <a:cs typeface="Arial"/>
              </a:defRPr>
            </a:defPPr>
            <a:lvl1pPr algn="l">
              <a:defRPr sz="905" b="1">
                <a:solidFill>
                  <a:srgbClr val="231F20"/>
                </a:solidFill>
                <a:latin typeface="Arial"/>
                <a:ea typeface="Arial"/>
                <a:cs typeface="Arial"/>
              </a:defRPr>
            </a:lvl1pPr>
            <a:lvl2pPr algn="l">
              <a:defRPr sz="905" b="1">
                <a:solidFill>
                  <a:srgbClr val="231F20"/>
                </a:solidFill>
                <a:latin typeface="Arial"/>
                <a:ea typeface="Arial"/>
                <a:cs typeface="Arial"/>
              </a:defRPr>
            </a:lvl2pPr>
            <a:lvl3pPr algn="l">
              <a:defRPr sz="905" b="1">
                <a:solidFill>
                  <a:srgbClr val="231F20"/>
                </a:solidFill>
                <a:latin typeface="Arial"/>
                <a:ea typeface="Arial"/>
                <a:cs typeface="Arial"/>
              </a:defRPr>
            </a:lvl3pPr>
            <a:lvl4pPr algn="l">
              <a:defRPr sz="905" b="1">
                <a:solidFill>
                  <a:srgbClr val="231F20"/>
                </a:solidFill>
                <a:latin typeface="Arial"/>
                <a:ea typeface="Arial"/>
                <a:cs typeface="Arial"/>
              </a:defRPr>
            </a:lvl4pPr>
            <a:lvl5pPr algn="l">
              <a:defRPr sz="905" b="1">
                <a:solidFill>
                  <a:srgbClr val="231F20"/>
                </a:solidFill>
                <a:latin typeface="Arial"/>
                <a:ea typeface="Arial"/>
                <a:cs typeface="Arial"/>
              </a:defRPr>
            </a:lvl5pPr>
            <a:lvl6pPr algn="l">
              <a:defRPr sz="905" b="1">
                <a:solidFill>
                  <a:srgbClr val="231F20"/>
                </a:solidFill>
                <a:latin typeface="Arial"/>
                <a:ea typeface="Arial"/>
                <a:cs typeface="Arial"/>
              </a:defRPr>
            </a:lvl6pPr>
            <a:lvl7pPr algn="l">
              <a:defRPr sz="905" b="1">
                <a:solidFill>
                  <a:srgbClr val="231F20"/>
                </a:solidFill>
                <a:latin typeface="Arial"/>
                <a:ea typeface="Arial"/>
                <a:cs typeface="Arial"/>
              </a:defRPr>
            </a:lvl7pPr>
            <a:lvl8pPr algn="l">
              <a:defRPr sz="905" b="1">
                <a:solidFill>
                  <a:srgbClr val="231F20"/>
                </a:solidFill>
                <a:latin typeface="Arial"/>
                <a:ea typeface="Arial"/>
                <a:cs typeface="Arial"/>
              </a:defRPr>
            </a:lvl8pPr>
            <a:lvl9pPr algn="l">
              <a:defRPr sz="905" b="1">
                <a:solidFill>
                  <a:srgbClr val="231F20"/>
                </a:solidFill>
                <a:latin typeface="Arial"/>
                <a:ea typeface="Arial"/>
                <a:cs typeface="Arial"/>
              </a:defRPr>
            </a:lvl9pPr>
          </a:lstStyle>
          <a:p xmlns:a="http://schemas.openxmlformats.org/drawingml/2006/main">
            <a:pPr algn="l">
              <a:defRPr sz="905" b="1">
                <a:solidFill>
                  <a:srgbClr val="231F20"/>
                </a:solidFill>
                <a:latin typeface="Arial"/>
                <a:ea typeface="Arial"/>
                <a:cs typeface="Arial"/>
              </a:defRPr>
            </a:pPr>
            <a:r>
              <a:rPr sz="905" b="1">
                <a:solidFill>
                  <a:srgbClr val="231F20"/>
                </a:solidFill>
                <a:latin typeface="Arial"/>
                <a:ea typeface="Arial"/>
                <a:cs typeface="Arial"/>
              </a:rPr>
              <a:t>ieu / datapath</a:t>
            </a:r>
          </a:p>
        </p:txBody>
      </p:sp>
      <p:sp>
        <p:nvSpPr>
          <p:cNvPr id="104" name="text-702">
            <a:extLst xmlns:a="http://schemas.openxmlformats.org/drawingml/2006/main">
              <a:ext uri="{FF2B5EF4-FFF2-40B4-BE49-F238E27FC236}">
                <a16:creationId xmlns:a16="http://schemas.microsoft.com/office/drawing/2014/main" id="{21BAC3FB-2CCC-47E0-9007-FB05385D508F}"/>
              </a:ext>
            </a:extLst>
          </p:cNvPr>
          <p:cNvSpPr>
            <a:spLocks xmlns:a="http://schemas.openxmlformats.org/drawingml/2006/main" noGrp="1"/>
          </p:cNvSpPr>
          <p:nvPr/>
        </p:nvSpPr>
        <p:spPr>
          <a:xfrm xmlns:a="http://schemas.openxmlformats.org/drawingml/2006/main">
            <a:off x="4078510" y="3596640"/>
            <a:ext cx="574358" cy="15316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905" b="1">
                <a:solidFill>
                  <a:srgbClr val="231F20"/>
                </a:solidFill>
                <a:latin typeface="Arial"/>
                <a:ea typeface="Arial"/>
                <a:cs typeface="Arial"/>
              </a:defRPr>
            </a:defPPr>
            <a:lvl1pPr algn="l">
              <a:defRPr sz="905" b="1">
                <a:solidFill>
                  <a:srgbClr val="231F20"/>
                </a:solidFill>
                <a:latin typeface="Arial"/>
                <a:ea typeface="Arial"/>
                <a:cs typeface="Arial"/>
              </a:defRPr>
            </a:lvl1pPr>
            <a:lvl2pPr algn="l">
              <a:defRPr sz="905" b="1">
                <a:solidFill>
                  <a:srgbClr val="231F20"/>
                </a:solidFill>
                <a:latin typeface="Arial"/>
                <a:ea typeface="Arial"/>
                <a:cs typeface="Arial"/>
              </a:defRPr>
            </a:lvl2pPr>
            <a:lvl3pPr algn="l">
              <a:defRPr sz="905" b="1">
                <a:solidFill>
                  <a:srgbClr val="231F20"/>
                </a:solidFill>
                <a:latin typeface="Arial"/>
                <a:ea typeface="Arial"/>
                <a:cs typeface="Arial"/>
              </a:defRPr>
            </a:lvl3pPr>
            <a:lvl4pPr algn="l">
              <a:defRPr sz="905" b="1">
                <a:solidFill>
                  <a:srgbClr val="231F20"/>
                </a:solidFill>
                <a:latin typeface="Arial"/>
                <a:ea typeface="Arial"/>
                <a:cs typeface="Arial"/>
              </a:defRPr>
            </a:lvl4pPr>
            <a:lvl5pPr algn="l">
              <a:defRPr sz="905" b="1">
                <a:solidFill>
                  <a:srgbClr val="231F20"/>
                </a:solidFill>
                <a:latin typeface="Arial"/>
                <a:ea typeface="Arial"/>
                <a:cs typeface="Arial"/>
              </a:defRPr>
            </a:lvl5pPr>
            <a:lvl6pPr algn="l">
              <a:defRPr sz="905" b="1">
                <a:solidFill>
                  <a:srgbClr val="231F20"/>
                </a:solidFill>
                <a:latin typeface="Arial"/>
                <a:ea typeface="Arial"/>
                <a:cs typeface="Arial"/>
              </a:defRPr>
            </a:lvl6pPr>
            <a:lvl7pPr algn="l">
              <a:defRPr sz="905" b="1">
                <a:solidFill>
                  <a:srgbClr val="231F20"/>
                </a:solidFill>
                <a:latin typeface="Arial"/>
                <a:ea typeface="Arial"/>
                <a:cs typeface="Arial"/>
              </a:defRPr>
            </a:lvl7pPr>
            <a:lvl8pPr algn="l">
              <a:defRPr sz="905" b="1">
                <a:solidFill>
                  <a:srgbClr val="231F20"/>
                </a:solidFill>
                <a:latin typeface="Arial"/>
                <a:ea typeface="Arial"/>
                <a:cs typeface="Arial"/>
              </a:defRPr>
            </a:lvl8pPr>
            <a:lvl9pPr algn="l">
              <a:defRPr sz="905" b="1">
                <a:solidFill>
                  <a:srgbClr val="231F20"/>
                </a:solidFill>
                <a:latin typeface="Arial"/>
                <a:ea typeface="Arial"/>
                <a:cs typeface="Arial"/>
              </a:defRPr>
            </a:lvl9pPr>
          </a:lstStyle>
          <a:p xmlns:a="http://schemas.openxmlformats.org/drawingml/2006/main">
            <a:pPr algn="l">
              <a:defRPr sz="905" b="1">
                <a:solidFill>
                  <a:srgbClr val="231F20"/>
                </a:solidFill>
                <a:latin typeface="Arial"/>
                <a:ea typeface="Arial"/>
                <a:cs typeface="Arial"/>
              </a:defRPr>
            </a:pPr>
            <a:r>
              <a:rPr sz="905" b="1">
                <a:solidFill>
                  <a:srgbClr val="231F20"/>
                </a:solidFill>
                <a:latin typeface="Arial"/>
                <a:ea typeface="Arial"/>
                <a:cs typeface="Arial"/>
              </a:rPr>
              <a:t>lsu</a:t>
            </a:r>
          </a:p>
        </p:txBody>
      </p:sp>
      <p:sp>
        <p:nvSpPr>
          <p:cNvPr id="105" name="block-703">
            <a:extLst xmlns:a="http://schemas.openxmlformats.org/drawingml/2006/main">
              <a:ext uri="{FF2B5EF4-FFF2-40B4-BE49-F238E27FC236}">
                <a16:creationId xmlns:a16="http://schemas.microsoft.com/office/drawing/2014/main" id="{3C12107B-B466-47BE-B833-4725523C0322}"/>
              </a:ext>
            </a:extLst>
          </p:cNvPr>
          <p:cNvSpPr>
            <a:spLocks xmlns:a="http://schemas.openxmlformats.org/drawingml/2006/main" noGrp="1"/>
          </p:cNvSpPr>
          <p:nvPr/>
        </p:nvSpPr>
        <p:spPr>
          <a:xfrm xmlns:a="http://schemas.openxmlformats.org/drawingml/2006/main">
            <a:off x="1015270" y="4139089"/>
            <a:ext cx="76581" cy="274415"/>
          </a:xfrm>
          <a:prstGeom xmlns:a="http://schemas.openxmlformats.org/drawingml/2006/main" prst="rect">
            <a:avLst/>
          </a:prstGeom>
          <a:solidFill xmlns:a="http://schemas.openxmlformats.org/drawingml/2006/main">
            <a:srgbClr val="FFFFFF"/>
          </a:solidFill>
          <a:ln xmlns:a="http://schemas.openxmlformats.org/drawingml/2006/main" w="9573">
            <a:solidFill>
              <a:srgbClr val="231F20"/>
            </a:solidFill>
          </a:ln>
        </p:spPr>
      </p:sp>
      <p:sp>
        <p:nvSpPr>
          <p:cNvPr id="106" name="circuit-704">
            <a:extLst xmlns:a="http://schemas.openxmlformats.org/drawingml/2006/main">
              <a:ext uri="{FF2B5EF4-FFF2-40B4-BE49-F238E27FC236}">
                <a16:creationId xmlns:a16="http://schemas.microsoft.com/office/drawing/2014/main" id="{765A3498-29A4-4450-89C9-B8D36D56AA23}"/>
              </a:ext>
            </a:extLst>
          </p:cNvPr>
          <p:cNvSpPr>
            <a:spLocks xmlns:a="http://schemas.openxmlformats.org/drawingml/2006/main" noGrp="1"/>
          </p:cNvSpPr>
          <p:nvPr/>
        </p:nvSpPr>
        <p:spPr>
          <a:xfrm xmlns:a="http://schemas.openxmlformats.org/drawingml/2006/main">
            <a:off x="1028033" y="4139089"/>
            <a:ext cx="51054" cy="31909"/>
          </a:xfrm>
          <a:custGeom xmlns:a="http://schemas.openxmlformats.org/drawingml/2006/main">
            <a:pathLst>
              <a:path w="51054" h="31909">
                <a:moveTo>
                  <a:pt x="0" y="0"/>
                </a:moveTo>
                <a:lnTo>
                  <a:pt x="25527" y="31909"/>
                </a:lnTo>
                <a:lnTo>
                  <a:pt x="51054" y="0"/>
                </a:lnTo>
                <a:close/>
              </a:path>
            </a:pathLst>
          </a:custGeom>
          <a:noFill xmlns:a="http://schemas.openxmlformats.org/drawingml/2006/main"/>
          <a:ln xmlns:a="http://schemas.openxmlformats.org/drawingml/2006/main" w="9573">
            <a:solidFill>
              <a:srgbClr val="231F20"/>
            </a:solidFill>
          </a:ln>
        </p:spPr>
      </p:sp>
      <p:sp>
        <p:nvSpPr>
          <p:cNvPr id="107" name="wire-705">
            <a:extLst xmlns:a="http://schemas.openxmlformats.org/drawingml/2006/main">
              <a:ext uri="{FF2B5EF4-FFF2-40B4-BE49-F238E27FC236}">
                <a16:creationId xmlns:a16="http://schemas.microsoft.com/office/drawing/2014/main" id="{109EFEC8-9C3D-40EE-B6E7-93CBBD3554A2}"/>
              </a:ext>
            </a:extLst>
          </p:cNvPr>
          <p:cNvSpPr>
            <a:spLocks xmlns:a="http://schemas.openxmlformats.org/drawingml/2006/main" noGrp="1"/>
          </p:cNvSpPr>
          <p:nvPr/>
        </p:nvSpPr>
        <p:spPr>
          <a:xfrm xmlns:a="http://schemas.openxmlformats.org/drawingml/2006/main">
            <a:off x="1053560" y="4100798"/>
            <a:ext cx="9525" cy="38291"/>
          </a:xfrm>
          <a:custGeom xmlns:a="http://schemas.openxmlformats.org/drawingml/2006/main">
            <a:pathLst>
              <a:path w="9525" h="38291">
                <a:moveTo>
                  <a:pt x="0" y="0"/>
                </a:moveTo>
                <a:lnTo>
                  <a:pt x="0" y="38291"/>
                </a:lnTo>
              </a:path>
            </a:pathLst>
          </a:custGeom>
          <a:noFill xmlns:a="http://schemas.openxmlformats.org/drawingml/2006/main"/>
          <a:ln xmlns:a="http://schemas.openxmlformats.org/drawingml/2006/main" w="5105">
            <a:solidFill>
              <a:srgbClr val="231F20"/>
            </a:solidFill>
          </a:ln>
        </p:spPr>
      </p:sp>
      <p:sp>
        <p:nvSpPr>
          <p:cNvPr id="108" name="text-706">
            <a:extLst xmlns:a="http://schemas.openxmlformats.org/drawingml/2006/main">
              <a:ext uri="{FF2B5EF4-FFF2-40B4-BE49-F238E27FC236}">
                <a16:creationId xmlns:a16="http://schemas.microsoft.com/office/drawing/2014/main" id="{6A168169-38D4-4998-9E03-D825BCF8AEBF}"/>
              </a:ext>
            </a:extLst>
          </p:cNvPr>
          <p:cNvSpPr>
            <a:spLocks xmlns:a="http://schemas.openxmlformats.org/drawingml/2006/main" noGrp="1"/>
          </p:cNvSpPr>
          <p:nvPr/>
        </p:nvSpPr>
        <p:spPr>
          <a:xfrm xmlns:a="http://schemas.openxmlformats.org/drawingml/2006/main">
            <a:off x="983361" y="4011454"/>
            <a:ext cx="223361" cy="1212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53" b="1">
                <a:solidFill>
                  <a:srgbClr val="231F20"/>
                </a:solidFill>
                <a:latin typeface="Arial"/>
                <a:ea typeface="Arial"/>
                <a:cs typeface="Arial"/>
              </a:defRPr>
            </a:defPPr>
            <a:lvl1pPr algn="l">
              <a:defRPr sz="653" b="1">
                <a:solidFill>
                  <a:srgbClr val="231F20"/>
                </a:solidFill>
                <a:latin typeface="Arial"/>
                <a:ea typeface="Arial"/>
                <a:cs typeface="Arial"/>
              </a:defRPr>
            </a:lvl1pPr>
            <a:lvl2pPr algn="l">
              <a:defRPr sz="653" b="1">
                <a:solidFill>
                  <a:srgbClr val="231F20"/>
                </a:solidFill>
                <a:latin typeface="Arial"/>
                <a:ea typeface="Arial"/>
                <a:cs typeface="Arial"/>
              </a:defRPr>
            </a:lvl2pPr>
            <a:lvl3pPr algn="l">
              <a:defRPr sz="653" b="1">
                <a:solidFill>
                  <a:srgbClr val="231F20"/>
                </a:solidFill>
                <a:latin typeface="Arial"/>
                <a:ea typeface="Arial"/>
                <a:cs typeface="Arial"/>
              </a:defRPr>
            </a:lvl3pPr>
            <a:lvl4pPr algn="l">
              <a:defRPr sz="653" b="1">
                <a:solidFill>
                  <a:srgbClr val="231F20"/>
                </a:solidFill>
                <a:latin typeface="Arial"/>
                <a:ea typeface="Arial"/>
                <a:cs typeface="Arial"/>
              </a:defRPr>
            </a:lvl4pPr>
            <a:lvl5pPr algn="l">
              <a:defRPr sz="653" b="1">
                <a:solidFill>
                  <a:srgbClr val="231F20"/>
                </a:solidFill>
                <a:latin typeface="Arial"/>
                <a:ea typeface="Arial"/>
                <a:cs typeface="Arial"/>
              </a:defRPr>
            </a:lvl5pPr>
            <a:lvl6pPr algn="l">
              <a:defRPr sz="653" b="1">
                <a:solidFill>
                  <a:srgbClr val="231F20"/>
                </a:solidFill>
                <a:latin typeface="Arial"/>
                <a:ea typeface="Arial"/>
                <a:cs typeface="Arial"/>
              </a:defRPr>
            </a:lvl6pPr>
            <a:lvl7pPr algn="l">
              <a:defRPr sz="653" b="1">
                <a:solidFill>
                  <a:srgbClr val="231F20"/>
                </a:solidFill>
                <a:latin typeface="Arial"/>
                <a:ea typeface="Arial"/>
                <a:cs typeface="Arial"/>
              </a:defRPr>
            </a:lvl7pPr>
            <a:lvl8pPr algn="l">
              <a:defRPr sz="653" b="1">
                <a:solidFill>
                  <a:srgbClr val="231F20"/>
                </a:solidFill>
                <a:latin typeface="Arial"/>
                <a:ea typeface="Arial"/>
                <a:cs typeface="Arial"/>
              </a:defRPr>
            </a:lvl8pPr>
            <a:lvl9pPr algn="l">
              <a:defRPr sz="653" b="1">
                <a:solidFill>
                  <a:srgbClr val="231F20"/>
                </a:solidFill>
                <a:latin typeface="Arial"/>
                <a:ea typeface="Arial"/>
                <a:cs typeface="Arial"/>
              </a:defRPr>
            </a:lvl9pPr>
          </a:lstStyle>
          <a:p xmlns:a="http://schemas.openxmlformats.org/drawingml/2006/main">
            <a:pPr algn="l">
              <a:defRPr sz="653" b="1">
                <a:solidFill>
                  <a:srgbClr val="231F20"/>
                </a:solidFill>
                <a:latin typeface="Arial"/>
                <a:ea typeface="Arial"/>
                <a:cs typeface="Arial"/>
              </a:defRPr>
            </a:pPr>
            <a:r>
              <a:rPr sz="653" b="1">
                <a:solidFill>
                  <a:srgbClr val="231F20"/>
                </a:solidFill>
                <a:latin typeface="Arial"/>
                <a:ea typeface="Arial"/>
                <a:cs typeface="Arial"/>
              </a:rPr>
              <a:t>PC</a:t>
            </a:r>
          </a:p>
        </p:txBody>
      </p:sp>
      <p:sp>
        <p:nvSpPr>
          <p:cNvPr id="109" name="block-707">
            <a:extLst xmlns:a="http://schemas.openxmlformats.org/drawingml/2006/main">
              <a:ext uri="{FF2B5EF4-FFF2-40B4-BE49-F238E27FC236}">
                <a16:creationId xmlns:a16="http://schemas.microsoft.com/office/drawing/2014/main" id="{B25D67B1-A21E-4842-9A57-A172795D7216}"/>
              </a:ext>
            </a:extLst>
          </p:cNvPr>
          <p:cNvSpPr>
            <a:spLocks xmlns:a="http://schemas.openxmlformats.org/drawingml/2006/main" noGrp="1"/>
          </p:cNvSpPr>
          <p:nvPr/>
        </p:nvSpPr>
        <p:spPr>
          <a:xfrm xmlns:a="http://schemas.openxmlformats.org/drawingml/2006/main">
            <a:off x="1238631" y="3902964"/>
            <a:ext cx="350996" cy="185071"/>
          </a:xfrm>
          <a:prstGeom xmlns:a="http://schemas.openxmlformats.org/drawingml/2006/main" prst="rect">
            <a:avLst/>
          </a:prstGeom>
          <a:solidFill xmlns:a="http://schemas.openxmlformats.org/drawingml/2006/main">
            <a:srgbClr val="FFFFFF"/>
          </a:solidFill>
          <a:ln xmlns:a="http://schemas.openxmlformats.org/drawingml/2006/main" w="9573">
            <a:solidFill>
              <a:srgbClr val="231F20"/>
            </a:solidFill>
          </a:ln>
        </p:spPr>
      </p:sp>
      <p:sp>
        <p:nvSpPr>
          <p:cNvPr id="110" name="text-708">
            <a:extLst xmlns:a="http://schemas.openxmlformats.org/drawingml/2006/main">
              <a:ext uri="{FF2B5EF4-FFF2-40B4-BE49-F238E27FC236}">
                <a16:creationId xmlns:a16="http://schemas.microsoft.com/office/drawing/2014/main" id="{5372F351-3877-47CB-ABEA-B3E0F00276C1}"/>
              </a:ext>
            </a:extLst>
          </p:cNvPr>
          <p:cNvSpPr>
            <a:spLocks xmlns:a="http://schemas.openxmlformats.org/drawingml/2006/main" noGrp="1"/>
          </p:cNvSpPr>
          <p:nvPr/>
        </p:nvSpPr>
        <p:spPr>
          <a:xfrm xmlns:a="http://schemas.openxmlformats.org/drawingml/2006/main">
            <a:off x="1257776" y="3909346"/>
            <a:ext cx="312706" cy="1723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704" b="1">
                <a:solidFill>
                  <a:srgbClr val="231F20"/>
                </a:solidFill>
                <a:latin typeface="Arial"/>
                <a:ea typeface="Arial"/>
                <a:cs typeface="Arial"/>
              </a:defRPr>
            </a:defPPr>
            <a:lvl1pPr algn="ctr">
              <a:defRPr sz="704" b="1">
                <a:solidFill>
                  <a:srgbClr val="231F20"/>
                </a:solidFill>
                <a:latin typeface="Arial"/>
                <a:ea typeface="Arial"/>
                <a:cs typeface="Arial"/>
              </a:defRPr>
            </a:lvl1pPr>
            <a:lvl2pPr algn="ctr">
              <a:defRPr sz="704" b="1">
                <a:solidFill>
                  <a:srgbClr val="231F20"/>
                </a:solidFill>
                <a:latin typeface="Arial"/>
                <a:ea typeface="Arial"/>
                <a:cs typeface="Arial"/>
              </a:defRPr>
            </a:lvl2pPr>
            <a:lvl3pPr algn="ctr">
              <a:defRPr sz="704" b="1">
                <a:solidFill>
                  <a:srgbClr val="231F20"/>
                </a:solidFill>
                <a:latin typeface="Arial"/>
                <a:ea typeface="Arial"/>
                <a:cs typeface="Arial"/>
              </a:defRPr>
            </a:lvl3pPr>
            <a:lvl4pPr algn="ctr">
              <a:defRPr sz="704" b="1">
                <a:solidFill>
                  <a:srgbClr val="231F20"/>
                </a:solidFill>
                <a:latin typeface="Arial"/>
                <a:ea typeface="Arial"/>
                <a:cs typeface="Arial"/>
              </a:defRPr>
            </a:lvl4pPr>
            <a:lvl5pPr algn="ctr">
              <a:defRPr sz="704" b="1">
                <a:solidFill>
                  <a:srgbClr val="231F20"/>
                </a:solidFill>
                <a:latin typeface="Arial"/>
                <a:ea typeface="Arial"/>
                <a:cs typeface="Arial"/>
              </a:defRPr>
            </a:lvl5pPr>
            <a:lvl6pPr algn="ctr">
              <a:defRPr sz="704" b="1">
                <a:solidFill>
                  <a:srgbClr val="231F20"/>
                </a:solidFill>
                <a:latin typeface="Arial"/>
                <a:ea typeface="Arial"/>
                <a:cs typeface="Arial"/>
              </a:defRPr>
            </a:lvl6pPr>
            <a:lvl7pPr algn="ctr">
              <a:defRPr sz="704" b="1">
                <a:solidFill>
                  <a:srgbClr val="231F20"/>
                </a:solidFill>
                <a:latin typeface="Arial"/>
                <a:ea typeface="Arial"/>
                <a:cs typeface="Arial"/>
              </a:defRPr>
            </a:lvl7pPr>
            <a:lvl8pPr algn="ctr">
              <a:defRPr sz="704" b="1">
                <a:solidFill>
                  <a:srgbClr val="231F20"/>
                </a:solidFill>
                <a:latin typeface="Arial"/>
                <a:ea typeface="Arial"/>
                <a:cs typeface="Arial"/>
              </a:defRPr>
            </a:lvl8pPr>
            <a:lvl9pPr algn="ctr">
              <a:defRPr sz="704" b="1">
                <a:solidFill>
                  <a:srgbClr val="231F20"/>
                </a:solidFill>
                <a:latin typeface="Arial"/>
                <a:ea typeface="Arial"/>
                <a:cs typeface="Arial"/>
              </a:defRPr>
            </a:lvl9pPr>
          </a:lstStyle>
          <a:p xmlns:a="http://schemas.openxmlformats.org/drawingml/2006/main">
            <a:pPr algn="ctr">
              <a:defRPr sz="704" b="1">
                <a:solidFill>
                  <a:srgbClr val="231F20"/>
                </a:solidFill>
                <a:latin typeface="Arial"/>
                <a:ea typeface="Arial"/>
                <a:cs typeface="Arial"/>
              </a:defRPr>
            </a:pPr>
            <a:r>
              <a:rPr sz="704" b="1">
                <a:solidFill>
                  <a:srgbClr val="231F20"/>
                </a:solidFill>
                <a:latin typeface="Arial"/>
                <a:ea typeface="Arial"/>
                <a:cs typeface="Arial"/>
              </a:rPr>
              <a:t>MMU</a:t>
            </a:r>
          </a:p>
        </p:txBody>
      </p:sp>
      <p:sp>
        <p:nvSpPr>
          <p:cNvPr id="111" name="block-709">
            <a:extLst xmlns:a="http://schemas.openxmlformats.org/drawingml/2006/main">
              <a:ext uri="{FF2B5EF4-FFF2-40B4-BE49-F238E27FC236}">
                <a16:creationId xmlns:a16="http://schemas.microsoft.com/office/drawing/2014/main" id="{E5482D1F-BD80-4686-AD80-1500280C8663}"/>
              </a:ext>
            </a:extLst>
          </p:cNvPr>
          <p:cNvSpPr>
            <a:spLocks xmlns:a="http://schemas.openxmlformats.org/drawingml/2006/main" noGrp="1"/>
          </p:cNvSpPr>
          <p:nvPr/>
        </p:nvSpPr>
        <p:spPr>
          <a:xfrm xmlns:a="http://schemas.openxmlformats.org/drawingml/2006/main">
            <a:off x="1232249" y="4202906"/>
            <a:ext cx="363760" cy="255270"/>
          </a:xfrm>
          <a:prstGeom xmlns:a="http://schemas.openxmlformats.org/drawingml/2006/main" prst="rect">
            <a:avLst/>
          </a:prstGeom>
          <a:solidFill xmlns:a="http://schemas.openxmlformats.org/drawingml/2006/main">
            <a:srgbClr val="FFFFFF"/>
          </a:solidFill>
          <a:ln xmlns:a="http://schemas.openxmlformats.org/drawingml/2006/main" w="9573">
            <a:solidFill>
              <a:srgbClr val="231F20"/>
            </a:solidFill>
          </a:ln>
        </p:spPr>
      </p:sp>
      <p:sp>
        <p:nvSpPr>
          <p:cNvPr id="112" name="text-710">
            <a:extLst xmlns:a="http://schemas.openxmlformats.org/drawingml/2006/main">
              <a:ext uri="{FF2B5EF4-FFF2-40B4-BE49-F238E27FC236}">
                <a16:creationId xmlns:a16="http://schemas.microsoft.com/office/drawing/2014/main" id="{ECDB3BFF-1499-424C-BF0F-04C158F34915}"/>
              </a:ext>
            </a:extLst>
          </p:cNvPr>
          <p:cNvSpPr>
            <a:spLocks xmlns:a="http://schemas.openxmlformats.org/drawingml/2006/main" noGrp="1"/>
          </p:cNvSpPr>
          <p:nvPr/>
        </p:nvSpPr>
        <p:spPr>
          <a:xfrm xmlns:a="http://schemas.openxmlformats.org/drawingml/2006/main">
            <a:off x="1251395" y="4209288"/>
            <a:ext cx="325469" cy="2425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653" b="1">
                <a:solidFill>
                  <a:srgbClr val="231F20"/>
                </a:solidFill>
                <a:latin typeface="Arial"/>
                <a:ea typeface="Arial"/>
                <a:cs typeface="Arial"/>
              </a:defRPr>
            </a:defPPr>
            <a:lvl1pPr algn="ctr">
              <a:defRPr sz="653" b="1">
                <a:solidFill>
                  <a:srgbClr val="231F20"/>
                </a:solidFill>
                <a:latin typeface="Arial"/>
                <a:ea typeface="Arial"/>
                <a:cs typeface="Arial"/>
              </a:defRPr>
            </a:lvl1pPr>
            <a:lvl2pPr algn="ctr">
              <a:defRPr sz="653" b="1">
                <a:solidFill>
                  <a:srgbClr val="231F20"/>
                </a:solidFill>
                <a:latin typeface="Arial"/>
                <a:ea typeface="Arial"/>
                <a:cs typeface="Arial"/>
              </a:defRPr>
            </a:lvl2pPr>
            <a:lvl3pPr algn="ctr">
              <a:defRPr sz="653" b="1">
                <a:solidFill>
                  <a:srgbClr val="231F20"/>
                </a:solidFill>
                <a:latin typeface="Arial"/>
                <a:ea typeface="Arial"/>
                <a:cs typeface="Arial"/>
              </a:defRPr>
            </a:lvl3pPr>
            <a:lvl4pPr algn="ctr">
              <a:defRPr sz="653" b="1">
                <a:solidFill>
                  <a:srgbClr val="231F20"/>
                </a:solidFill>
                <a:latin typeface="Arial"/>
                <a:ea typeface="Arial"/>
                <a:cs typeface="Arial"/>
              </a:defRPr>
            </a:lvl4pPr>
            <a:lvl5pPr algn="ctr">
              <a:defRPr sz="653" b="1">
                <a:solidFill>
                  <a:srgbClr val="231F20"/>
                </a:solidFill>
                <a:latin typeface="Arial"/>
                <a:ea typeface="Arial"/>
                <a:cs typeface="Arial"/>
              </a:defRPr>
            </a:lvl5pPr>
            <a:lvl6pPr algn="ctr">
              <a:defRPr sz="653" b="1">
                <a:solidFill>
                  <a:srgbClr val="231F20"/>
                </a:solidFill>
                <a:latin typeface="Arial"/>
                <a:ea typeface="Arial"/>
                <a:cs typeface="Arial"/>
              </a:defRPr>
            </a:lvl6pPr>
            <a:lvl7pPr algn="ctr">
              <a:defRPr sz="653" b="1">
                <a:solidFill>
                  <a:srgbClr val="231F20"/>
                </a:solidFill>
                <a:latin typeface="Arial"/>
                <a:ea typeface="Arial"/>
                <a:cs typeface="Arial"/>
              </a:defRPr>
            </a:lvl7pPr>
            <a:lvl8pPr algn="ctr">
              <a:defRPr sz="653" b="1">
                <a:solidFill>
                  <a:srgbClr val="231F20"/>
                </a:solidFill>
                <a:latin typeface="Arial"/>
                <a:ea typeface="Arial"/>
                <a:cs typeface="Arial"/>
              </a:defRPr>
            </a:lvl8pPr>
            <a:lvl9pPr algn="ctr">
              <a:defRPr sz="653" b="1">
                <a:solidFill>
                  <a:srgbClr val="231F20"/>
                </a:solidFill>
                <a:latin typeface="Arial"/>
                <a:ea typeface="Arial"/>
                <a:cs typeface="Arial"/>
              </a:defRPr>
            </a:lvl9pPr>
          </a:lstStyle>
          <a:p xmlns:a="http://schemas.openxmlformats.org/drawingml/2006/main">
            <a:pPr algn="ctr">
              <a:defRPr sz="653" b="1">
                <a:solidFill>
                  <a:srgbClr val="231F20"/>
                </a:solidFill>
                <a:latin typeface="Arial"/>
                <a:ea typeface="Arial"/>
                <a:cs typeface="Arial"/>
              </a:defRPr>
            </a:pPr>
            <a:r>
              <a:rPr sz="653" b="1">
                <a:solidFill>
                  <a:srgbClr val="231F20"/>
                </a:solidFill>
                <a:latin typeface="Arial"/>
                <a:ea typeface="Arial"/>
                <a:cs typeface="Arial"/>
              </a:rPr>
              <a:t>I-cache</a:t>
            </a:r>
          </a:p>
        </p:txBody>
      </p:sp>
      <p:sp>
        <p:nvSpPr>
          <p:cNvPr id="113" name="block-711">
            <a:extLst xmlns:a="http://schemas.openxmlformats.org/drawingml/2006/main">
              <a:ext uri="{FF2B5EF4-FFF2-40B4-BE49-F238E27FC236}">
                <a16:creationId xmlns:a16="http://schemas.microsoft.com/office/drawing/2014/main" id="{59409FB8-CA3F-4D48-A57D-0018C5A5C2A3}"/>
              </a:ext>
            </a:extLst>
          </p:cNvPr>
          <p:cNvSpPr>
            <a:spLocks xmlns:a="http://schemas.openxmlformats.org/drawingml/2006/main" noGrp="1"/>
          </p:cNvSpPr>
          <p:nvPr/>
        </p:nvSpPr>
        <p:spPr>
          <a:xfrm xmlns:a="http://schemas.openxmlformats.org/drawingml/2006/main">
            <a:off x="1238631" y="4649629"/>
            <a:ext cx="344615" cy="172307"/>
          </a:xfrm>
          <a:prstGeom xmlns:a="http://schemas.openxmlformats.org/drawingml/2006/main" prst="rect">
            <a:avLst/>
          </a:prstGeom>
          <a:solidFill xmlns:a="http://schemas.openxmlformats.org/drawingml/2006/main">
            <a:srgbClr val="FFFFFF"/>
          </a:solidFill>
          <a:ln xmlns:a="http://schemas.openxmlformats.org/drawingml/2006/main" w="9573">
            <a:solidFill>
              <a:srgbClr val="231F20"/>
            </a:solidFill>
          </a:ln>
        </p:spPr>
      </p:sp>
      <p:sp>
        <p:nvSpPr>
          <p:cNvPr id="114" name="text-712">
            <a:extLst xmlns:a="http://schemas.openxmlformats.org/drawingml/2006/main">
              <a:ext uri="{FF2B5EF4-FFF2-40B4-BE49-F238E27FC236}">
                <a16:creationId xmlns:a16="http://schemas.microsoft.com/office/drawing/2014/main" id="{C4E9B1ED-EF1B-4BF9-A2C4-744D8C079254}"/>
              </a:ext>
            </a:extLst>
          </p:cNvPr>
          <p:cNvSpPr>
            <a:spLocks xmlns:a="http://schemas.openxmlformats.org/drawingml/2006/main" noGrp="1"/>
          </p:cNvSpPr>
          <p:nvPr/>
        </p:nvSpPr>
        <p:spPr>
          <a:xfrm xmlns:a="http://schemas.openxmlformats.org/drawingml/2006/main">
            <a:off x="1257776" y="4656011"/>
            <a:ext cx="306324" cy="1595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603" b="1">
                <a:solidFill>
                  <a:srgbClr val="231F20"/>
                </a:solidFill>
                <a:latin typeface="Arial"/>
                <a:ea typeface="Arial"/>
                <a:cs typeface="Arial"/>
              </a:defRPr>
            </a:defPPr>
            <a:lvl1pPr algn="ctr">
              <a:defRPr sz="603" b="1">
                <a:solidFill>
                  <a:srgbClr val="231F20"/>
                </a:solidFill>
                <a:latin typeface="Arial"/>
                <a:ea typeface="Arial"/>
                <a:cs typeface="Arial"/>
              </a:defRPr>
            </a:lvl1pPr>
            <a:lvl2pPr algn="ctr">
              <a:defRPr sz="603" b="1">
                <a:solidFill>
                  <a:srgbClr val="231F20"/>
                </a:solidFill>
                <a:latin typeface="Arial"/>
                <a:ea typeface="Arial"/>
                <a:cs typeface="Arial"/>
              </a:defRPr>
            </a:lvl2pPr>
            <a:lvl3pPr algn="ctr">
              <a:defRPr sz="603" b="1">
                <a:solidFill>
                  <a:srgbClr val="231F20"/>
                </a:solidFill>
                <a:latin typeface="Arial"/>
                <a:ea typeface="Arial"/>
                <a:cs typeface="Arial"/>
              </a:defRPr>
            </a:lvl3pPr>
            <a:lvl4pPr algn="ctr">
              <a:defRPr sz="603" b="1">
                <a:solidFill>
                  <a:srgbClr val="231F20"/>
                </a:solidFill>
                <a:latin typeface="Arial"/>
                <a:ea typeface="Arial"/>
                <a:cs typeface="Arial"/>
              </a:defRPr>
            </a:lvl4pPr>
            <a:lvl5pPr algn="ctr">
              <a:defRPr sz="603" b="1">
                <a:solidFill>
                  <a:srgbClr val="231F20"/>
                </a:solidFill>
                <a:latin typeface="Arial"/>
                <a:ea typeface="Arial"/>
                <a:cs typeface="Arial"/>
              </a:defRPr>
            </a:lvl5pPr>
            <a:lvl6pPr algn="ctr">
              <a:defRPr sz="603" b="1">
                <a:solidFill>
                  <a:srgbClr val="231F20"/>
                </a:solidFill>
                <a:latin typeface="Arial"/>
                <a:ea typeface="Arial"/>
                <a:cs typeface="Arial"/>
              </a:defRPr>
            </a:lvl6pPr>
            <a:lvl7pPr algn="ctr">
              <a:defRPr sz="603" b="1">
                <a:solidFill>
                  <a:srgbClr val="231F20"/>
                </a:solidFill>
                <a:latin typeface="Arial"/>
                <a:ea typeface="Arial"/>
                <a:cs typeface="Arial"/>
              </a:defRPr>
            </a:lvl7pPr>
            <a:lvl8pPr algn="ctr">
              <a:defRPr sz="603" b="1">
                <a:solidFill>
                  <a:srgbClr val="231F20"/>
                </a:solidFill>
                <a:latin typeface="Arial"/>
                <a:ea typeface="Arial"/>
                <a:cs typeface="Arial"/>
              </a:defRPr>
            </a:lvl8pPr>
            <a:lvl9pPr algn="ctr">
              <a:defRPr sz="603" b="1">
                <a:solidFill>
                  <a:srgbClr val="231F20"/>
                </a:solidFill>
                <a:latin typeface="Arial"/>
                <a:ea typeface="Arial"/>
                <a:cs typeface="Arial"/>
              </a:defRPr>
            </a:lvl9pPr>
          </a:lstStyle>
          <a:p xmlns:a="http://schemas.openxmlformats.org/drawingml/2006/main">
            <a:pPr algn="ctr">
              <a:defRPr sz="603" b="1">
                <a:solidFill>
                  <a:srgbClr val="231F20"/>
                </a:solidFill>
                <a:latin typeface="Arial"/>
                <a:ea typeface="Arial"/>
                <a:cs typeface="Arial"/>
              </a:defRPr>
            </a:pPr>
            <a:r>
              <a:rPr sz="603" b="1">
                <a:solidFill>
                  <a:srgbClr val="231F20"/>
                </a:solidFill>
                <a:latin typeface="Arial"/>
                <a:ea typeface="Arial"/>
                <a:cs typeface="Arial"/>
              </a:rPr>
              <a:t>bus I/F</a:t>
            </a:r>
          </a:p>
        </p:txBody>
      </p:sp>
      <p:sp>
        <p:nvSpPr>
          <p:cNvPr id="115" name="wire-713">
            <a:extLst xmlns:a="http://schemas.openxmlformats.org/drawingml/2006/main">
              <a:ext uri="{FF2B5EF4-FFF2-40B4-BE49-F238E27FC236}">
                <a16:creationId xmlns:a16="http://schemas.microsoft.com/office/drawing/2014/main" id="{4F3E7EF5-5C85-41DF-A38F-5EC9A73D2413}"/>
              </a:ext>
            </a:extLst>
          </p:cNvPr>
          <p:cNvSpPr>
            <a:spLocks xmlns:a="http://schemas.openxmlformats.org/drawingml/2006/main" noGrp="1"/>
          </p:cNvSpPr>
          <p:nvPr/>
        </p:nvSpPr>
        <p:spPr>
          <a:xfrm xmlns:a="http://schemas.openxmlformats.org/drawingml/2006/main">
            <a:off x="1091851" y="4273106"/>
            <a:ext cx="70199" cy="9525"/>
          </a:xfrm>
          <a:custGeom xmlns:a="http://schemas.openxmlformats.org/drawingml/2006/main">
            <a:pathLst>
              <a:path w="70199" h="9525">
                <a:moveTo>
                  <a:pt x="0" y="0"/>
                </a:moveTo>
                <a:lnTo>
                  <a:pt x="70199" y="0"/>
                </a:lnTo>
              </a:path>
            </a:pathLst>
          </a:custGeom>
          <a:noFill xmlns:a="http://schemas.openxmlformats.org/drawingml/2006/main"/>
          <a:ln xmlns:a="http://schemas.openxmlformats.org/drawingml/2006/main" w="11487">
            <a:solidFill>
              <a:srgbClr val="231F20"/>
            </a:solidFill>
          </a:ln>
        </p:spPr>
      </p:sp>
      <p:sp>
        <p:nvSpPr>
          <p:cNvPr id="116" name="wire-714">
            <a:extLst xmlns:a="http://schemas.openxmlformats.org/drawingml/2006/main">
              <a:ext uri="{FF2B5EF4-FFF2-40B4-BE49-F238E27FC236}">
                <a16:creationId xmlns:a16="http://schemas.microsoft.com/office/drawing/2014/main" id="{4EE3ADD9-62DF-4B22-8D33-295E0E69A4FD}"/>
              </a:ext>
            </a:extLst>
          </p:cNvPr>
          <p:cNvSpPr>
            <a:spLocks xmlns:a="http://schemas.openxmlformats.org/drawingml/2006/main" noGrp="1"/>
          </p:cNvSpPr>
          <p:nvPr/>
        </p:nvSpPr>
        <p:spPr>
          <a:xfrm xmlns:a="http://schemas.openxmlformats.org/drawingml/2006/main">
            <a:off x="1162050" y="3998690"/>
            <a:ext cx="9525" cy="274415"/>
          </a:xfrm>
          <a:custGeom xmlns:a="http://schemas.openxmlformats.org/drawingml/2006/main">
            <a:pathLst>
              <a:path w="9525" h="274415">
                <a:moveTo>
                  <a:pt x="0" y="274415"/>
                </a:moveTo>
                <a:lnTo>
                  <a:pt x="0" y="0"/>
                </a:lnTo>
              </a:path>
            </a:pathLst>
          </a:custGeom>
          <a:noFill xmlns:a="http://schemas.openxmlformats.org/drawingml/2006/main"/>
          <a:ln xmlns:a="http://schemas.openxmlformats.org/drawingml/2006/main" w="11487">
            <a:solidFill>
              <a:srgbClr val="231F20"/>
            </a:solidFill>
          </a:ln>
        </p:spPr>
      </p:sp>
      <p:sp>
        <p:nvSpPr>
          <p:cNvPr id="117" name="wire-715">
            <a:extLst xmlns:a="http://schemas.openxmlformats.org/drawingml/2006/main">
              <a:ext uri="{FF2B5EF4-FFF2-40B4-BE49-F238E27FC236}">
                <a16:creationId xmlns:a16="http://schemas.microsoft.com/office/drawing/2014/main" id="{30692512-EA77-4D02-B970-177CBBB9936D}"/>
              </a:ext>
            </a:extLst>
          </p:cNvPr>
          <p:cNvSpPr>
            <a:spLocks xmlns:a="http://schemas.openxmlformats.org/drawingml/2006/main" noGrp="1"/>
          </p:cNvSpPr>
          <p:nvPr/>
        </p:nvSpPr>
        <p:spPr>
          <a:xfrm xmlns:a="http://schemas.openxmlformats.org/drawingml/2006/main">
            <a:off x="1162050" y="3998690"/>
            <a:ext cx="76581" cy="9525"/>
          </a:xfrm>
          <a:custGeom xmlns:a="http://schemas.openxmlformats.org/drawingml/2006/main">
            <a:pathLst>
              <a:path w="76581" h="9525">
                <a:moveTo>
                  <a:pt x="0" y="0"/>
                </a:moveTo>
                <a:lnTo>
                  <a:pt x="76581" y="0"/>
                </a:lnTo>
              </a:path>
            </a:pathLst>
          </a:custGeom>
          <a:noFill xmlns:a="http://schemas.openxmlformats.org/drawingml/2006/main"/>
          <a:ln xmlns:a="http://schemas.openxmlformats.org/drawingml/2006/main" w="11487">
            <a:solidFill>
              <a:srgbClr val="231F20"/>
            </a:solidFill>
          </a:ln>
        </p:spPr>
      </p:sp>
      <p:sp>
        <p:nvSpPr>
          <p:cNvPr id="118" name="circuit-716">
            <a:extLst xmlns:a="http://schemas.openxmlformats.org/drawingml/2006/main">
              <a:ext uri="{FF2B5EF4-FFF2-40B4-BE49-F238E27FC236}">
                <a16:creationId xmlns:a16="http://schemas.microsoft.com/office/drawing/2014/main" id="{B3E26A80-E199-4CA0-8B2B-4128D97047D6}"/>
              </a:ext>
            </a:extLst>
          </p:cNvPr>
          <p:cNvSpPr>
            <a:spLocks xmlns:a="http://schemas.openxmlformats.org/drawingml/2006/main" noGrp="1"/>
          </p:cNvSpPr>
          <p:nvPr/>
        </p:nvSpPr>
        <p:spPr>
          <a:xfrm xmlns:a="http://schemas.openxmlformats.org/drawingml/2006/main">
            <a:off x="1206722" y="3985289"/>
            <a:ext cx="31909" cy="26803"/>
          </a:xfrm>
          <a:custGeom xmlns:a="http://schemas.openxmlformats.org/drawingml/2006/main">
            <a:pathLst>
              <a:path w="31909" h="26803">
                <a:moveTo>
                  <a:pt x="31909" y="13402"/>
                </a:moveTo>
                <a:lnTo>
                  <a:pt x="0" y="0"/>
                </a:lnTo>
                <a:lnTo>
                  <a:pt x="0" y="26803"/>
                </a:lnTo>
                <a:close/>
              </a:path>
            </a:pathLst>
          </a:custGeom>
          <a:solidFill xmlns:a="http://schemas.openxmlformats.org/drawingml/2006/main">
            <a:srgbClr val="231F20"/>
          </a:solidFill>
          <a:ln xmlns:a="http://schemas.openxmlformats.org/drawingml/2006/main" w="3191">
            <a:solidFill>
              <a:srgbClr val="231F20"/>
            </a:solidFill>
          </a:ln>
        </p:spPr>
      </p:sp>
      <p:sp>
        <p:nvSpPr>
          <p:cNvPr id="119" name="wire-717">
            <a:extLst xmlns:a="http://schemas.openxmlformats.org/drawingml/2006/main">
              <a:ext uri="{FF2B5EF4-FFF2-40B4-BE49-F238E27FC236}">
                <a16:creationId xmlns:a16="http://schemas.microsoft.com/office/drawing/2014/main" id="{91829390-6610-40E2-B20B-F6761B5902A5}"/>
              </a:ext>
            </a:extLst>
          </p:cNvPr>
          <p:cNvSpPr>
            <a:spLocks xmlns:a="http://schemas.openxmlformats.org/drawingml/2006/main" noGrp="1"/>
          </p:cNvSpPr>
          <p:nvPr/>
        </p:nvSpPr>
        <p:spPr>
          <a:xfrm xmlns:a="http://schemas.openxmlformats.org/drawingml/2006/main">
            <a:off x="1410938" y="4088035"/>
            <a:ext cx="9525" cy="114871"/>
          </a:xfrm>
          <a:custGeom xmlns:a="http://schemas.openxmlformats.org/drawingml/2006/main">
            <a:pathLst>
              <a:path w="9525" h="114871">
                <a:moveTo>
                  <a:pt x="0" y="0"/>
                </a:moveTo>
                <a:lnTo>
                  <a:pt x="0" y="114871"/>
                </a:lnTo>
              </a:path>
            </a:pathLst>
          </a:custGeom>
          <a:noFill xmlns:a="http://schemas.openxmlformats.org/drawingml/2006/main"/>
          <a:ln xmlns:a="http://schemas.openxmlformats.org/drawingml/2006/main" w="11487">
            <a:solidFill>
              <a:srgbClr val="231F20"/>
            </a:solidFill>
          </a:ln>
        </p:spPr>
      </p:sp>
      <p:sp>
        <p:nvSpPr>
          <p:cNvPr id="120" name="circuit-718">
            <a:extLst xmlns:a="http://schemas.openxmlformats.org/drawingml/2006/main">
              <a:ext uri="{FF2B5EF4-FFF2-40B4-BE49-F238E27FC236}">
                <a16:creationId xmlns:a16="http://schemas.microsoft.com/office/drawing/2014/main" id="{29E35BCD-E881-46C7-9148-6363F08BA887}"/>
              </a:ext>
            </a:extLst>
          </p:cNvPr>
          <p:cNvSpPr>
            <a:spLocks xmlns:a="http://schemas.openxmlformats.org/drawingml/2006/main" noGrp="1"/>
          </p:cNvSpPr>
          <p:nvPr/>
        </p:nvSpPr>
        <p:spPr>
          <a:xfrm xmlns:a="http://schemas.openxmlformats.org/drawingml/2006/main">
            <a:off x="1397537" y="4170998"/>
            <a:ext cx="26803" cy="31909"/>
          </a:xfrm>
          <a:custGeom xmlns:a="http://schemas.openxmlformats.org/drawingml/2006/main">
            <a:pathLst>
              <a:path w="26803" h="31909">
                <a:moveTo>
                  <a:pt x="13402" y="31909"/>
                </a:moveTo>
                <a:lnTo>
                  <a:pt x="26803" y="0"/>
                </a:lnTo>
                <a:lnTo>
                  <a:pt x="0" y="0"/>
                </a:lnTo>
                <a:close/>
              </a:path>
            </a:pathLst>
          </a:custGeom>
          <a:solidFill xmlns:a="http://schemas.openxmlformats.org/drawingml/2006/main">
            <a:srgbClr val="231F20"/>
          </a:solidFill>
          <a:ln xmlns:a="http://schemas.openxmlformats.org/drawingml/2006/main" w="3191">
            <a:solidFill>
              <a:srgbClr val="231F20"/>
            </a:solidFill>
          </a:ln>
        </p:spPr>
      </p:sp>
      <p:sp>
        <p:nvSpPr>
          <p:cNvPr id="121" name="wire-719">
            <a:extLst xmlns:a="http://schemas.openxmlformats.org/drawingml/2006/main">
              <a:ext uri="{FF2B5EF4-FFF2-40B4-BE49-F238E27FC236}">
                <a16:creationId xmlns:a16="http://schemas.microsoft.com/office/drawing/2014/main" id="{F1EBB5FA-7732-48EB-A02D-757B74018662}"/>
              </a:ext>
            </a:extLst>
          </p:cNvPr>
          <p:cNvSpPr>
            <a:spLocks xmlns:a="http://schemas.openxmlformats.org/drawingml/2006/main" noGrp="1"/>
          </p:cNvSpPr>
          <p:nvPr/>
        </p:nvSpPr>
        <p:spPr>
          <a:xfrm xmlns:a="http://schemas.openxmlformats.org/drawingml/2006/main">
            <a:off x="1410938" y="4458176"/>
            <a:ext cx="9525" cy="191453"/>
          </a:xfrm>
          <a:custGeom xmlns:a="http://schemas.openxmlformats.org/drawingml/2006/main">
            <a:pathLst>
              <a:path w="9525" h="191453">
                <a:moveTo>
                  <a:pt x="0" y="0"/>
                </a:moveTo>
                <a:lnTo>
                  <a:pt x="0" y="191453"/>
                </a:lnTo>
              </a:path>
            </a:pathLst>
          </a:custGeom>
          <a:noFill xmlns:a="http://schemas.openxmlformats.org/drawingml/2006/main"/>
          <a:ln xmlns:a="http://schemas.openxmlformats.org/drawingml/2006/main" w="10211">
            <a:solidFill>
              <a:srgbClr val="231F20"/>
            </a:solidFill>
          </a:ln>
        </p:spPr>
      </p:sp>
      <p:sp>
        <p:nvSpPr>
          <p:cNvPr id="122" name="circuit-720">
            <a:extLst xmlns:a="http://schemas.openxmlformats.org/drawingml/2006/main">
              <a:ext uri="{FF2B5EF4-FFF2-40B4-BE49-F238E27FC236}">
                <a16:creationId xmlns:a16="http://schemas.microsoft.com/office/drawing/2014/main" id="{9470078D-5758-424A-AC5D-6A779320D980}"/>
              </a:ext>
            </a:extLst>
          </p:cNvPr>
          <p:cNvSpPr>
            <a:spLocks xmlns:a="http://schemas.openxmlformats.org/drawingml/2006/main" noGrp="1"/>
          </p:cNvSpPr>
          <p:nvPr/>
        </p:nvSpPr>
        <p:spPr>
          <a:xfrm xmlns:a="http://schemas.openxmlformats.org/drawingml/2006/main">
            <a:off x="1397537" y="4617720"/>
            <a:ext cx="26803" cy="31909"/>
          </a:xfrm>
          <a:custGeom xmlns:a="http://schemas.openxmlformats.org/drawingml/2006/main">
            <a:pathLst>
              <a:path w="26803" h="31909">
                <a:moveTo>
                  <a:pt x="13402" y="31909"/>
                </a:moveTo>
                <a:lnTo>
                  <a:pt x="26803" y="0"/>
                </a:lnTo>
                <a:lnTo>
                  <a:pt x="0" y="0"/>
                </a:lnTo>
                <a:close/>
              </a:path>
            </a:pathLst>
          </a:custGeom>
          <a:solidFill xmlns:a="http://schemas.openxmlformats.org/drawingml/2006/main">
            <a:srgbClr val="231F20"/>
          </a:solidFill>
          <a:ln xmlns:a="http://schemas.openxmlformats.org/drawingml/2006/main" w="3191">
            <a:solidFill>
              <a:srgbClr val="231F20"/>
            </a:solidFill>
          </a:ln>
        </p:spPr>
      </p:sp>
      <p:sp>
        <p:nvSpPr>
          <p:cNvPr id="123" name="wire-721">
            <a:extLst xmlns:a="http://schemas.openxmlformats.org/drawingml/2006/main">
              <a:ext uri="{FF2B5EF4-FFF2-40B4-BE49-F238E27FC236}">
                <a16:creationId xmlns:a16="http://schemas.microsoft.com/office/drawing/2014/main" id="{A81720D8-97B6-419D-984D-546C14E7D568}"/>
              </a:ext>
            </a:extLst>
          </p:cNvPr>
          <p:cNvSpPr>
            <a:spLocks xmlns:a="http://schemas.openxmlformats.org/drawingml/2006/main" noGrp="1"/>
          </p:cNvSpPr>
          <p:nvPr/>
        </p:nvSpPr>
        <p:spPr>
          <a:xfrm xmlns:a="http://schemas.openxmlformats.org/drawingml/2006/main">
            <a:off x="1410938" y="4458176"/>
            <a:ext cx="9525" cy="191453"/>
          </a:xfrm>
          <a:custGeom xmlns:a="http://schemas.openxmlformats.org/drawingml/2006/main">
            <a:pathLst>
              <a:path w="9525" h="191453">
                <a:moveTo>
                  <a:pt x="0" y="191453"/>
                </a:moveTo>
                <a:lnTo>
                  <a:pt x="0" y="0"/>
                </a:lnTo>
              </a:path>
            </a:pathLst>
          </a:custGeom>
          <a:noFill xmlns:a="http://schemas.openxmlformats.org/drawingml/2006/main"/>
          <a:ln xmlns:a="http://schemas.openxmlformats.org/drawingml/2006/main" w="10211">
            <a:solidFill>
              <a:srgbClr val="231F20"/>
            </a:solidFill>
          </a:ln>
        </p:spPr>
      </p:sp>
      <p:sp>
        <p:nvSpPr>
          <p:cNvPr id="124" name="circuit-722">
            <a:extLst xmlns:a="http://schemas.openxmlformats.org/drawingml/2006/main">
              <a:ext uri="{FF2B5EF4-FFF2-40B4-BE49-F238E27FC236}">
                <a16:creationId xmlns:a16="http://schemas.microsoft.com/office/drawing/2014/main" id="{5E2736ED-ACE5-4990-BDAA-C52D430E88D9}"/>
              </a:ext>
            </a:extLst>
          </p:cNvPr>
          <p:cNvSpPr>
            <a:spLocks xmlns:a="http://schemas.openxmlformats.org/drawingml/2006/main" noGrp="1"/>
          </p:cNvSpPr>
          <p:nvPr/>
        </p:nvSpPr>
        <p:spPr>
          <a:xfrm xmlns:a="http://schemas.openxmlformats.org/drawingml/2006/main">
            <a:off x="1397537" y="4458176"/>
            <a:ext cx="26803" cy="31909"/>
          </a:xfrm>
          <a:custGeom xmlns:a="http://schemas.openxmlformats.org/drawingml/2006/main">
            <a:pathLst>
              <a:path w="26803" h="31909">
                <a:moveTo>
                  <a:pt x="13402" y="0"/>
                </a:moveTo>
                <a:lnTo>
                  <a:pt x="0" y="31909"/>
                </a:lnTo>
                <a:lnTo>
                  <a:pt x="26803" y="31909"/>
                </a:lnTo>
                <a:close/>
              </a:path>
            </a:pathLst>
          </a:custGeom>
          <a:solidFill xmlns:a="http://schemas.openxmlformats.org/drawingml/2006/main">
            <a:srgbClr val="231F20"/>
          </a:solidFill>
          <a:ln xmlns:a="http://schemas.openxmlformats.org/drawingml/2006/main" w="3191">
            <a:solidFill>
              <a:srgbClr val="231F20"/>
            </a:solidFill>
          </a:ln>
        </p:spPr>
      </p:sp>
      <p:sp>
        <p:nvSpPr>
          <p:cNvPr id="125" name="wire-723">
            <a:extLst xmlns:a="http://schemas.openxmlformats.org/drawingml/2006/main">
              <a:ext uri="{FF2B5EF4-FFF2-40B4-BE49-F238E27FC236}">
                <a16:creationId xmlns:a16="http://schemas.microsoft.com/office/drawing/2014/main" id="{F79CE7B2-53E1-44FB-9B84-E74F2C7DC7B9}"/>
              </a:ext>
            </a:extLst>
          </p:cNvPr>
          <p:cNvSpPr>
            <a:spLocks xmlns:a="http://schemas.openxmlformats.org/drawingml/2006/main" noGrp="1"/>
          </p:cNvSpPr>
          <p:nvPr/>
        </p:nvSpPr>
        <p:spPr>
          <a:xfrm xmlns:a="http://schemas.openxmlformats.org/drawingml/2006/main">
            <a:off x="1583246" y="4732592"/>
            <a:ext cx="31909" cy="9525"/>
          </a:xfrm>
          <a:custGeom xmlns:a="http://schemas.openxmlformats.org/drawingml/2006/main">
            <a:pathLst>
              <a:path w="31909" h="9525">
                <a:moveTo>
                  <a:pt x="0" y="0"/>
                </a:moveTo>
                <a:lnTo>
                  <a:pt x="31909" y="0"/>
                </a:lnTo>
              </a:path>
            </a:pathLst>
          </a:custGeom>
          <a:noFill xmlns:a="http://schemas.openxmlformats.org/drawingml/2006/main"/>
          <a:ln xmlns:a="http://schemas.openxmlformats.org/drawingml/2006/main" w="8296">
            <a:solidFill>
              <a:srgbClr val="231F20"/>
            </a:solidFill>
          </a:ln>
        </p:spPr>
      </p:sp>
      <p:sp>
        <p:nvSpPr>
          <p:cNvPr id="126" name="wire-724">
            <a:extLst xmlns:a="http://schemas.openxmlformats.org/drawingml/2006/main">
              <a:ext uri="{FF2B5EF4-FFF2-40B4-BE49-F238E27FC236}">
                <a16:creationId xmlns:a16="http://schemas.microsoft.com/office/drawing/2014/main" id="{EAD18003-F8D7-47D8-8827-904FE5D98EA9}"/>
              </a:ext>
            </a:extLst>
          </p:cNvPr>
          <p:cNvSpPr>
            <a:spLocks xmlns:a="http://schemas.openxmlformats.org/drawingml/2006/main" noGrp="1"/>
          </p:cNvSpPr>
          <p:nvPr/>
        </p:nvSpPr>
        <p:spPr>
          <a:xfrm xmlns:a="http://schemas.openxmlformats.org/drawingml/2006/main">
            <a:off x="1615154" y="3526441"/>
            <a:ext cx="9525" cy="1206151"/>
          </a:xfrm>
          <a:custGeom xmlns:a="http://schemas.openxmlformats.org/drawingml/2006/main">
            <a:pathLst>
              <a:path w="9525" h="1206151">
                <a:moveTo>
                  <a:pt x="0" y="1206151"/>
                </a:moveTo>
                <a:lnTo>
                  <a:pt x="0" y="0"/>
                </a:lnTo>
              </a:path>
            </a:pathLst>
          </a:custGeom>
          <a:noFill xmlns:a="http://schemas.openxmlformats.org/drawingml/2006/main"/>
          <a:ln xmlns:a="http://schemas.openxmlformats.org/drawingml/2006/main" w="8296">
            <a:solidFill>
              <a:srgbClr val="231F20"/>
            </a:solidFill>
          </a:ln>
        </p:spPr>
      </p:sp>
      <p:sp>
        <p:nvSpPr>
          <p:cNvPr id="127" name="wire-725">
            <a:extLst xmlns:a="http://schemas.openxmlformats.org/drawingml/2006/main">
              <a:ext uri="{FF2B5EF4-FFF2-40B4-BE49-F238E27FC236}">
                <a16:creationId xmlns:a16="http://schemas.microsoft.com/office/drawing/2014/main" id="{2E87A790-53F2-454F-9456-E14D61191408}"/>
              </a:ext>
            </a:extLst>
          </p:cNvPr>
          <p:cNvSpPr>
            <a:spLocks xmlns:a="http://schemas.openxmlformats.org/drawingml/2006/main" noGrp="1"/>
          </p:cNvSpPr>
          <p:nvPr/>
        </p:nvSpPr>
        <p:spPr>
          <a:xfrm xmlns:a="http://schemas.openxmlformats.org/drawingml/2006/main">
            <a:off x="1615154" y="3526441"/>
            <a:ext cx="3803523" cy="9525"/>
          </a:xfrm>
          <a:custGeom xmlns:a="http://schemas.openxmlformats.org/drawingml/2006/main">
            <a:pathLst>
              <a:path w="3803523" h="9525">
                <a:moveTo>
                  <a:pt x="0" y="0"/>
                </a:moveTo>
                <a:lnTo>
                  <a:pt x="3803523" y="0"/>
                </a:lnTo>
              </a:path>
            </a:pathLst>
          </a:custGeom>
          <a:noFill xmlns:a="http://schemas.openxmlformats.org/drawingml/2006/main"/>
          <a:ln xmlns:a="http://schemas.openxmlformats.org/drawingml/2006/main" w="8296">
            <a:solidFill>
              <a:srgbClr val="231F20"/>
            </a:solidFill>
          </a:ln>
        </p:spPr>
      </p:sp>
      <p:sp>
        <p:nvSpPr>
          <p:cNvPr id="128" name="circuit-726">
            <a:extLst xmlns:a="http://schemas.openxmlformats.org/drawingml/2006/main">
              <a:ext uri="{FF2B5EF4-FFF2-40B4-BE49-F238E27FC236}">
                <a16:creationId xmlns:a16="http://schemas.microsoft.com/office/drawing/2014/main" id="{991E5EFA-4992-4EAF-A761-C97760030CCB}"/>
              </a:ext>
            </a:extLst>
          </p:cNvPr>
          <p:cNvSpPr>
            <a:spLocks xmlns:a="http://schemas.openxmlformats.org/drawingml/2006/main" noGrp="1"/>
          </p:cNvSpPr>
          <p:nvPr/>
        </p:nvSpPr>
        <p:spPr>
          <a:xfrm xmlns:a="http://schemas.openxmlformats.org/drawingml/2006/main">
            <a:off x="5386769" y="3513039"/>
            <a:ext cx="31909" cy="26803"/>
          </a:xfrm>
          <a:custGeom xmlns:a="http://schemas.openxmlformats.org/drawingml/2006/main">
            <a:pathLst>
              <a:path w="31909" h="26803">
                <a:moveTo>
                  <a:pt x="31909" y="13402"/>
                </a:moveTo>
                <a:lnTo>
                  <a:pt x="0" y="0"/>
                </a:lnTo>
                <a:lnTo>
                  <a:pt x="0" y="26803"/>
                </a:lnTo>
                <a:close/>
              </a:path>
            </a:pathLst>
          </a:custGeom>
          <a:solidFill xmlns:a="http://schemas.openxmlformats.org/drawingml/2006/main">
            <a:srgbClr val="231F20"/>
          </a:solidFill>
          <a:ln xmlns:a="http://schemas.openxmlformats.org/drawingml/2006/main" w="3191">
            <a:solidFill>
              <a:srgbClr val="231F20"/>
            </a:solidFill>
          </a:ln>
        </p:spPr>
      </p:sp>
      <p:sp>
        <p:nvSpPr>
          <p:cNvPr id="129" name="wire-727">
            <a:extLst xmlns:a="http://schemas.openxmlformats.org/drawingml/2006/main">
              <a:ext uri="{FF2B5EF4-FFF2-40B4-BE49-F238E27FC236}">
                <a16:creationId xmlns:a16="http://schemas.microsoft.com/office/drawing/2014/main" id="{D4D1009B-880E-4655-AF64-8C8A372EBA95}"/>
              </a:ext>
            </a:extLst>
          </p:cNvPr>
          <p:cNvSpPr>
            <a:spLocks xmlns:a="http://schemas.openxmlformats.org/drawingml/2006/main" noGrp="1"/>
          </p:cNvSpPr>
          <p:nvPr/>
        </p:nvSpPr>
        <p:spPr>
          <a:xfrm xmlns:a="http://schemas.openxmlformats.org/drawingml/2006/main">
            <a:off x="1583246" y="4732592"/>
            <a:ext cx="31909" cy="9525"/>
          </a:xfrm>
          <a:custGeom xmlns:a="http://schemas.openxmlformats.org/drawingml/2006/main">
            <a:pathLst>
              <a:path w="31909" h="9525">
                <a:moveTo>
                  <a:pt x="31909" y="0"/>
                </a:moveTo>
                <a:lnTo>
                  <a:pt x="0" y="0"/>
                </a:lnTo>
              </a:path>
            </a:pathLst>
          </a:custGeom>
          <a:noFill xmlns:a="http://schemas.openxmlformats.org/drawingml/2006/main"/>
          <a:ln xmlns:a="http://schemas.openxmlformats.org/drawingml/2006/main" w="8296">
            <a:solidFill>
              <a:srgbClr val="231F20"/>
            </a:solidFill>
          </a:ln>
        </p:spPr>
      </p:sp>
      <p:sp>
        <p:nvSpPr>
          <p:cNvPr id="130" name="circuit-728">
            <a:extLst xmlns:a="http://schemas.openxmlformats.org/drawingml/2006/main">
              <a:ext uri="{FF2B5EF4-FFF2-40B4-BE49-F238E27FC236}">
                <a16:creationId xmlns:a16="http://schemas.microsoft.com/office/drawing/2014/main" id="{95B7728F-8F31-4D0C-8370-E8C2DA7AB92E}"/>
              </a:ext>
            </a:extLst>
          </p:cNvPr>
          <p:cNvSpPr>
            <a:spLocks xmlns:a="http://schemas.openxmlformats.org/drawingml/2006/main" noGrp="1"/>
          </p:cNvSpPr>
          <p:nvPr/>
        </p:nvSpPr>
        <p:spPr>
          <a:xfrm xmlns:a="http://schemas.openxmlformats.org/drawingml/2006/main">
            <a:off x="1583246" y="4719190"/>
            <a:ext cx="31909" cy="26803"/>
          </a:xfrm>
          <a:custGeom xmlns:a="http://schemas.openxmlformats.org/drawingml/2006/main">
            <a:pathLst>
              <a:path w="31909" h="26803">
                <a:moveTo>
                  <a:pt x="0" y="13402"/>
                </a:moveTo>
                <a:lnTo>
                  <a:pt x="31909" y="26803"/>
                </a:lnTo>
                <a:lnTo>
                  <a:pt x="31909" y="0"/>
                </a:lnTo>
                <a:close/>
              </a:path>
            </a:pathLst>
          </a:custGeom>
          <a:solidFill xmlns:a="http://schemas.openxmlformats.org/drawingml/2006/main">
            <a:srgbClr val="231F20"/>
          </a:solidFill>
          <a:ln xmlns:a="http://schemas.openxmlformats.org/drawingml/2006/main" w="3191">
            <a:solidFill>
              <a:srgbClr val="231F20"/>
            </a:solidFill>
          </a:ln>
        </p:spPr>
      </p:sp>
      <p:sp>
        <p:nvSpPr>
          <p:cNvPr id="131" name="block-729">
            <a:extLst xmlns:a="http://schemas.openxmlformats.org/drawingml/2006/main">
              <a:ext uri="{FF2B5EF4-FFF2-40B4-BE49-F238E27FC236}">
                <a16:creationId xmlns:a16="http://schemas.microsoft.com/office/drawing/2014/main" id="{5D28B60B-DB23-414B-A16B-6BA8AA59F803}"/>
              </a:ext>
            </a:extLst>
          </p:cNvPr>
          <p:cNvSpPr>
            <a:spLocks xmlns:a="http://schemas.openxmlformats.org/drawingml/2006/main" noGrp="1"/>
          </p:cNvSpPr>
          <p:nvPr/>
        </p:nvSpPr>
        <p:spPr>
          <a:xfrm xmlns:a="http://schemas.openxmlformats.org/drawingml/2006/main">
            <a:off x="811054" y="4866608"/>
            <a:ext cx="778574" cy="223361"/>
          </a:xfrm>
          <a:prstGeom xmlns:a="http://schemas.openxmlformats.org/drawingml/2006/main" prst="rect">
            <a:avLst/>
          </a:prstGeom>
          <a:solidFill xmlns:a="http://schemas.openxmlformats.org/drawingml/2006/main">
            <a:srgbClr val="FFFFFF"/>
          </a:solidFill>
          <a:ln xmlns:a="http://schemas.openxmlformats.org/drawingml/2006/main" w="9573">
            <a:solidFill>
              <a:srgbClr val="231F20"/>
            </a:solidFill>
          </a:ln>
        </p:spPr>
      </p:sp>
      <p:sp>
        <p:nvSpPr>
          <p:cNvPr id="132" name="text-730">
            <a:extLst xmlns:a="http://schemas.openxmlformats.org/drawingml/2006/main">
              <a:ext uri="{FF2B5EF4-FFF2-40B4-BE49-F238E27FC236}">
                <a16:creationId xmlns:a16="http://schemas.microsoft.com/office/drawing/2014/main" id="{67A0B9D4-9095-495F-AA20-54ACAA3A1241}"/>
              </a:ext>
            </a:extLst>
          </p:cNvPr>
          <p:cNvSpPr>
            <a:spLocks xmlns:a="http://schemas.openxmlformats.org/drawingml/2006/main" noGrp="1"/>
          </p:cNvSpPr>
          <p:nvPr/>
        </p:nvSpPr>
        <p:spPr>
          <a:xfrm xmlns:a="http://schemas.openxmlformats.org/drawingml/2006/main">
            <a:off x="830199" y="4872990"/>
            <a:ext cx="740283" cy="21059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603" b="1">
                <a:solidFill>
                  <a:srgbClr val="231F20"/>
                </a:solidFill>
                <a:latin typeface="Arial"/>
                <a:ea typeface="Arial"/>
                <a:cs typeface="Arial"/>
              </a:defRPr>
            </a:defPPr>
            <a:lvl1pPr algn="ctr">
              <a:defRPr sz="603" b="1">
                <a:solidFill>
                  <a:srgbClr val="231F20"/>
                </a:solidFill>
                <a:latin typeface="Arial"/>
                <a:ea typeface="Arial"/>
                <a:cs typeface="Arial"/>
              </a:defRPr>
            </a:lvl1pPr>
            <a:lvl2pPr algn="ctr">
              <a:defRPr sz="603" b="1">
                <a:solidFill>
                  <a:srgbClr val="231F20"/>
                </a:solidFill>
                <a:latin typeface="Arial"/>
                <a:ea typeface="Arial"/>
                <a:cs typeface="Arial"/>
              </a:defRPr>
            </a:lvl2pPr>
            <a:lvl3pPr algn="ctr">
              <a:defRPr sz="603" b="1">
                <a:solidFill>
                  <a:srgbClr val="231F20"/>
                </a:solidFill>
                <a:latin typeface="Arial"/>
                <a:ea typeface="Arial"/>
                <a:cs typeface="Arial"/>
              </a:defRPr>
            </a:lvl3pPr>
            <a:lvl4pPr algn="ctr">
              <a:defRPr sz="603" b="1">
                <a:solidFill>
                  <a:srgbClr val="231F20"/>
                </a:solidFill>
                <a:latin typeface="Arial"/>
                <a:ea typeface="Arial"/>
                <a:cs typeface="Arial"/>
              </a:defRPr>
            </a:lvl4pPr>
            <a:lvl5pPr algn="ctr">
              <a:defRPr sz="603" b="1">
                <a:solidFill>
                  <a:srgbClr val="231F20"/>
                </a:solidFill>
                <a:latin typeface="Arial"/>
                <a:ea typeface="Arial"/>
                <a:cs typeface="Arial"/>
              </a:defRPr>
            </a:lvl5pPr>
            <a:lvl6pPr algn="ctr">
              <a:defRPr sz="603" b="1">
                <a:solidFill>
                  <a:srgbClr val="231F20"/>
                </a:solidFill>
                <a:latin typeface="Arial"/>
                <a:ea typeface="Arial"/>
                <a:cs typeface="Arial"/>
              </a:defRPr>
            </a:lvl6pPr>
            <a:lvl7pPr algn="ctr">
              <a:defRPr sz="603" b="1">
                <a:solidFill>
                  <a:srgbClr val="231F20"/>
                </a:solidFill>
                <a:latin typeface="Arial"/>
                <a:ea typeface="Arial"/>
                <a:cs typeface="Arial"/>
              </a:defRPr>
            </a:lvl7pPr>
            <a:lvl8pPr algn="ctr">
              <a:defRPr sz="603" b="1">
                <a:solidFill>
                  <a:srgbClr val="231F20"/>
                </a:solidFill>
                <a:latin typeface="Arial"/>
                <a:ea typeface="Arial"/>
                <a:cs typeface="Arial"/>
              </a:defRPr>
            </a:lvl8pPr>
            <a:lvl9pPr algn="ctr">
              <a:defRPr sz="603" b="1">
                <a:solidFill>
                  <a:srgbClr val="231F20"/>
                </a:solidFill>
                <a:latin typeface="Arial"/>
                <a:ea typeface="Arial"/>
                <a:cs typeface="Arial"/>
              </a:defRPr>
            </a:lvl9pPr>
          </a:lstStyle>
          <a:p xmlns:a="http://schemas.openxmlformats.org/drawingml/2006/main">
            <a:pPr algn="ctr">
              <a:defRPr sz="603" b="1">
                <a:solidFill>
                  <a:srgbClr val="231F20"/>
                </a:solidFill>
                <a:latin typeface="Arial"/>
                <a:ea typeface="Arial"/>
                <a:cs typeface="Arial"/>
              </a:defRPr>
            </a:pPr>
            <a:r>
              <a:rPr sz="603" b="1">
                <a:solidFill>
                  <a:srgbClr val="231F20"/>
                </a:solidFill>
                <a:latin typeface="Arial"/>
                <a:ea typeface="Arial"/>
                <a:cs typeface="Arial"/>
              </a:rPr>
              <a:t>+2 / +4</a:t>
            </a:r>
          </a:p>
          <a:p xmlns:a="http://schemas.openxmlformats.org/drawingml/2006/main">
            <a:pPr algn="ctr">
              <a:defRPr sz="603" b="1">
                <a:solidFill>
                  <a:srgbClr val="231F20"/>
                </a:solidFill>
                <a:latin typeface="Arial"/>
                <a:ea typeface="Arial"/>
                <a:cs typeface="Arial"/>
              </a:defRPr>
            </a:pPr>
            <a:r>
              <a:rPr sz="603" b="1">
                <a:solidFill>
                  <a:srgbClr val="231F20"/>
                </a:solidFill>
                <a:latin typeface="Arial"/>
                <a:ea typeface="Arial"/>
                <a:cs typeface="Arial"/>
              </a:rPr>
              <a:t>branch / trap</a:t>
            </a:r>
          </a:p>
        </p:txBody>
      </p:sp>
      <p:sp>
        <p:nvSpPr>
          <p:cNvPr id="133" name="wire-731">
            <a:extLst xmlns:a="http://schemas.openxmlformats.org/drawingml/2006/main">
              <a:ext uri="{FF2B5EF4-FFF2-40B4-BE49-F238E27FC236}">
                <a16:creationId xmlns:a16="http://schemas.microsoft.com/office/drawing/2014/main" id="{661227F5-3601-4FC5-876B-B79CE53DC91C}"/>
              </a:ext>
            </a:extLst>
          </p:cNvPr>
          <p:cNvSpPr>
            <a:spLocks xmlns:a="http://schemas.openxmlformats.org/drawingml/2006/main" noGrp="1"/>
          </p:cNvSpPr>
          <p:nvPr/>
        </p:nvSpPr>
        <p:spPr>
          <a:xfrm xmlns:a="http://schemas.openxmlformats.org/drawingml/2006/main">
            <a:off x="1091851" y="4273106"/>
            <a:ext cx="38291" cy="9525"/>
          </a:xfrm>
          <a:custGeom xmlns:a="http://schemas.openxmlformats.org/drawingml/2006/main">
            <a:pathLst>
              <a:path w="38291" h="9525">
                <a:moveTo>
                  <a:pt x="0" y="0"/>
                </a:moveTo>
                <a:lnTo>
                  <a:pt x="38291" y="0"/>
                </a:lnTo>
              </a:path>
            </a:pathLst>
          </a:custGeom>
          <a:noFill xmlns:a="http://schemas.openxmlformats.org/drawingml/2006/main"/>
          <a:ln xmlns:a="http://schemas.openxmlformats.org/drawingml/2006/main" w="7020">
            <a:solidFill>
              <a:srgbClr val="231F20"/>
            </a:solidFill>
          </a:ln>
        </p:spPr>
      </p:sp>
      <p:sp>
        <p:nvSpPr>
          <p:cNvPr id="134" name="wire-732">
            <a:extLst xmlns:a="http://schemas.openxmlformats.org/drawingml/2006/main">
              <a:ext uri="{FF2B5EF4-FFF2-40B4-BE49-F238E27FC236}">
                <a16:creationId xmlns:a16="http://schemas.microsoft.com/office/drawing/2014/main" id="{A75BDD6B-586F-4A67-AA3B-178B8CC85615}"/>
              </a:ext>
            </a:extLst>
          </p:cNvPr>
          <p:cNvSpPr>
            <a:spLocks xmlns:a="http://schemas.openxmlformats.org/drawingml/2006/main" noGrp="1"/>
          </p:cNvSpPr>
          <p:nvPr/>
        </p:nvSpPr>
        <p:spPr>
          <a:xfrm xmlns:a="http://schemas.openxmlformats.org/drawingml/2006/main">
            <a:off x="1130141" y="4273106"/>
            <a:ext cx="9525" cy="529685"/>
          </a:xfrm>
          <a:custGeom xmlns:a="http://schemas.openxmlformats.org/drawingml/2006/main">
            <a:pathLst>
              <a:path w="9525" h="529685">
                <a:moveTo>
                  <a:pt x="0" y="0"/>
                </a:moveTo>
                <a:lnTo>
                  <a:pt x="0" y="529685"/>
                </a:lnTo>
              </a:path>
            </a:pathLst>
          </a:custGeom>
          <a:noFill xmlns:a="http://schemas.openxmlformats.org/drawingml/2006/main"/>
          <a:ln xmlns:a="http://schemas.openxmlformats.org/drawingml/2006/main" w="7020">
            <a:solidFill>
              <a:srgbClr val="231F20"/>
            </a:solidFill>
          </a:ln>
        </p:spPr>
      </p:sp>
      <p:sp>
        <p:nvSpPr>
          <p:cNvPr id="135" name="wire-733">
            <a:extLst xmlns:a="http://schemas.openxmlformats.org/drawingml/2006/main">
              <a:ext uri="{FF2B5EF4-FFF2-40B4-BE49-F238E27FC236}">
                <a16:creationId xmlns:a16="http://schemas.microsoft.com/office/drawing/2014/main" id="{B01D8C24-AA3B-41C8-AF74-C5C389879AAC}"/>
              </a:ext>
            </a:extLst>
          </p:cNvPr>
          <p:cNvSpPr>
            <a:spLocks xmlns:a="http://schemas.openxmlformats.org/drawingml/2006/main" noGrp="1"/>
          </p:cNvSpPr>
          <p:nvPr/>
        </p:nvSpPr>
        <p:spPr>
          <a:xfrm xmlns:a="http://schemas.openxmlformats.org/drawingml/2006/main">
            <a:off x="1117378" y="4802791"/>
            <a:ext cx="12764" cy="9525"/>
          </a:xfrm>
          <a:custGeom xmlns:a="http://schemas.openxmlformats.org/drawingml/2006/main">
            <a:pathLst>
              <a:path w="12764" h="9525">
                <a:moveTo>
                  <a:pt x="12764" y="0"/>
                </a:moveTo>
                <a:lnTo>
                  <a:pt x="0" y="0"/>
                </a:lnTo>
              </a:path>
            </a:pathLst>
          </a:custGeom>
          <a:noFill xmlns:a="http://schemas.openxmlformats.org/drawingml/2006/main"/>
          <a:ln xmlns:a="http://schemas.openxmlformats.org/drawingml/2006/main" w="7020">
            <a:solidFill>
              <a:srgbClr val="231F20"/>
            </a:solidFill>
          </a:ln>
        </p:spPr>
      </p:sp>
      <p:sp>
        <p:nvSpPr>
          <p:cNvPr id="136" name="wire-734">
            <a:extLst xmlns:a="http://schemas.openxmlformats.org/drawingml/2006/main">
              <a:ext uri="{FF2B5EF4-FFF2-40B4-BE49-F238E27FC236}">
                <a16:creationId xmlns:a16="http://schemas.microsoft.com/office/drawing/2014/main" id="{26EC48DE-D7B1-47B8-9462-C2150EF4FF14}"/>
              </a:ext>
            </a:extLst>
          </p:cNvPr>
          <p:cNvSpPr>
            <a:spLocks xmlns:a="http://schemas.openxmlformats.org/drawingml/2006/main" noGrp="1"/>
          </p:cNvSpPr>
          <p:nvPr/>
        </p:nvSpPr>
        <p:spPr>
          <a:xfrm xmlns:a="http://schemas.openxmlformats.org/drawingml/2006/main">
            <a:off x="1117378" y="4802791"/>
            <a:ext cx="9525" cy="63817"/>
          </a:xfrm>
          <a:custGeom xmlns:a="http://schemas.openxmlformats.org/drawingml/2006/main">
            <a:pathLst>
              <a:path w="9525" h="63817">
                <a:moveTo>
                  <a:pt x="0" y="0"/>
                </a:moveTo>
                <a:lnTo>
                  <a:pt x="0" y="63817"/>
                </a:lnTo>
              </a:path>
            </a:pathLst>
          </a:custGeom>
          <a:noFill xmlns:a="http://schemas.openxmlformats.org/drawingml/2006/main"/>
          <a:ln xmlns:a="http://schemas.openxmlformats.org/drawingml/2006/main" w="7020">
            <a:solidFill>
              <a:srgbClr val="231F20"/>
            </a:solidFill>
          </a:ln>
        </p:spPr>
      </p:sp>
      <p:sp>
        <p:nvSpPr>
          <p:cNvPr id="137" name="circuit-735">
            <a:extLst xmlns:a="http://schemas.openxmlformats.org/drawingml/2006/main">
              <a:ext uri="{FF2B5EF4-FFF2-40B4-BE49-F238E27FC236}">
                <a16:creationId xmlns:a16="http://schemas.microsoft.com/office/drawing/2014/main" id="{87748335-0FF1-47F6-B973-CBDD0AF2AF95}"/>
              </a:ext>
            </a:extLst>
          </p:cNvPr>
          <p:cNvSpPr>
            <a:spLocks xmlns:a="http://schemas.openxmlformats.org/drawingml/2006/main" noGrp="1"/>
          </p:cNvSpPr>
          <p:nvPr/>
        </p:nvSpPr>
        <p:spPr>
          <a:xfrm xmlns:a="http://schemas.openxmlformats.org/drawingml/2006/main">
            <a:off x="1103976" y="4834700"/>
            <a:ext cx="26803" cy="31909"/>
          </a:xfrm>
          <a:custGeom xmlns:a="http://schemas.openxmlformats.org/drawingml/2006/main">
            <a:pathLst>
              <a:path w="26803" h="31909">
                <a:moveTo>
                  <a:pt x="13402" y="31909"/>
                </a:moveTo>
                <a:lnTo>
                  <a:pt x="26803" y="0"/>
                </a:lnTo>
                <a:lnTo>
                  <a:pt x="0" y="0"/>
                </a:lnTo>
                <a:close/>
              </a:path>
            </a:pathLst>
          </a:custGeom>
          <a:solidFill xmlns:a="http://schemas.openxmlformats.org/drawingml/2006/main">
            <a:srgbClr val="231F20"/>
          </a:solidFill>
          <a:ln xmlns:a="http://schemas.openxmlformats.org/drawingml/2006/main" w="3191">
            <a:solidFill>
              <a:srgbClr val="231F20"/>
            </a:solidFill>
          </a:ln>
        </p:spPr>
      </p:sp>
      <p:sp>
        <p:nvSpPr>
          <p:cNvPr id="138" name="wire-736">
            <a:extLst xmlns:a="http://schemas.openxmlformats.org/drawingml/2006/main">
              <a:ext uri="{FF2B5EF4-FFF2-40B4-BE49-F238E27FC236}">
                <a16:creationId xmlns:a16="http://schemas.microsoft.com/office/drawing/2014/main" id="{0829D3AB-657C-46B7-A30E-11310DE7F75B}"/>
              </a:ext>
            </a:extLst>
          </p:cNvPr>
          <p:cNvSpPr>
            <a:spLocks xmlns:a="http://schemas.openxmlformats.org/drawingml/2006/main" noGrp="1"/>
          </p:cNvSpPr>
          <p:nvPr/>
        </p:nvSpPr>
        <p:spPr>
          <a:xfrm xmlns:a="http://schemas.openxmlformats.org/drawingml/2006/main">
            <a:off x="785527" y="4975098"/>
            <a:ext cx="25527" cy="9525"/>
          </a:xfrm>
          <a:custGeom xmlns:a="http://schemas.openxmlformats.org/drawingml/2006/main">
            <a:pathLst>
              <a:path w="25527" h="9525">
                <a:moveTo>
                  <a:pt x="25527" y="0"/>
                </a:moveTo>
                <a:lnTo>
                  <a:pt x="0" y="0"/>
                </a:lnTo>
              </a:path>
            </a:pathLst>
          </a:custGeom>
          <a:noFill xmlns:a="http://schemas.openxmlformats.org/drawingml/2006/main"/>
          <a:ln xmlns:a="http://schemas.openxmlformats.org/drawingml/2006/main" w="7020">
            <a:solidFill>
              <a:srgbClr val="231F20"/>
            </a:solidFill>
          </a:ln>
        </p:spPr>
      </p:sp>
      <p:sp>
        <p:nvSpPr>
          <p:cNvPr id="139" name="wire-737">
            <a:extLst xmlns:a="http://schemas.openxmlformats.org/drawingml/2006/main">
              <a:ext uri="{FF2B5EF4-FFF2-40B4-BE49-F238E27FC236}">
                <a16:creationId xmlns:a16="http://schemas.microsoft.com/office/drawing/2014/main" id="{AD747D77-EE43-4600-BE96-461CC548C1A0}"/>
              </a:ext>
            </a:extLst>
          </p:cNvPr>
          <p:cNvSpPr>
            <a:spLocks xmlns:a="http://schemas.openxmlformats.org/drawingml/2006/main" noGrp="1"/>
          </p:cNvSpPr>
          <p:nvPr/>
        </p:nvSpPr>
        <p:spPr>
          <a:xfrm xmlns:a="http://schemas.openxmlformats.org/drawingml/2006/main">
            <a:off x="785527" y="4273106"/>
            <a:ext cx="9525" cy="701992"/>
          </a:xfrm>
          <a:custGeom xmlns:a="http://schemas.openxmlformats.org/drawingml/2006/main">
            <a:pathLst>
              <a:path w="9525" h="701992">
                <a:moveTo>
                  <a:pt x="0" y="701992"/>
                </a:moveTo>
                <a:lnTo>
                  <a:pt x="0" y="0"/>
                </a:lnTo>
              </a:path>
            </a:pathLst>
          </a:custGeom>
          <a:noFill xmlns:a="http://schemas.openxmlformats.org/drawingml/2006/main"/>
          <a:ln xmlns:a="http://schemas.openxmlformats.org/drawingml/2006/main" w="7020">
            <a:solidFill>
              <a:srgbClr val="231F20"/>
            </a:solidFill>
          </a:ln>
        </p:spPr>
      </p:sp>
      <p:sp>
        <p:nvSpPr>
          <p:cNvPr id="140" name="wire-738">
            <a:extLst xmlns:a="http://schemas.openxmlformats.org/drawingml/2006/main">
              <a:ext uri="{FF2B5EF4-FFF2-40B4-BE49-F238E27FC236}">
                <a16:creationId xmlns:a16="http://schemas.microsoft.com/office/drawing/2014/main" id="{40EA0B68-D6B8-436D-A9E3-FB85A2ADBD35}"/>
              </a:ext>
            </a:extLst>
          </p:cNvPr>
          <p:cNvSpPr>
            <a:spLocks xmlns:a="http://schemas.openxmlformats.org/drawingml/2006/main" noGrp="1"/>
          </p:cNvSpPr>
          <p:nvPr/>
        </p:nvSpPr>
        <p:spPr>
          <a:xfrm xmlns:a="http://schemas.openxmlformats.org/drawingml/2006/main">
            <a:off x="785527" y="4273106"/>
            <a:ext cx="229743" cy="9525"/>
          </a:xfrm>
          <a:custGeom xmlns:a="http://schemas.openxmlformats.org/drawingml/2006/main">
            <a:pathLst>
              <a:path w="229743" h="9525">
                <a:moveTo>
                  <a:pt x="0" y="0"/>
                </a:moveTo>
                <a:lnTo>
                  <a:pt x="229743" y="0"/>
                </a:lnTo>
              </a:path>
            </a:pathLst>
          </a:custGeom>
          <a:noFill xmlns:a="http://schemas.openxmlformats.org/drawingml/2006/main"/>
          <a:ln xmlns:a="http://schemas.openxmlformats.org/drawingml/2006/main" w="7020">
            <a:solidFill>
              <a:srgbClr val="231F20"/>
            </a:solidFill>
          </a:ln>
        </p:spPr>
      </p:sp>
      <p:sp>
        <p:nvSpPr>
          <p:cNvPr id="141" name="circuit-739">
            <a:extLst xmlns:a="http://schemas.openxmlformats.org/drawingml/2006/main">
              <a:ext uri="{FF2B5EF4-FFF2-40B4-BE49-F238E27FC236}">
                <a16:creationId xmlns:a16="http://schemas.microsoft.com/office/drawing/2014/main" id="{50A9BFEB-DF15-457B-9D8C-AE12FC3971EF}"/>
              </a:ext>
            </a:extLst>
          </p:cNvPr>
          <p:cNvSpPr>
            <a:spLocks xmlns:a="http://schemas.openxmlformats.org/drawingml/2006/main" noGrp="1"/>
          </p:cNvSpPr>
          <p:nvPr/>
        </p:nvSpPr>
        <p:spPr>
          <a:xfrm xmlns:a="http://schemas.openxmlformats.org/drawingml/2006/main">
            <a:off x="983361" y="4259704"/>
            <a:ext cx="31909" cy="26803"/>
          </a:xfrm>
          <a:custGeom xmlns:a="http://schemas.openxmlformats.org/drawingml/2006/main">
            <a:pathLst>
              <a:path w="31909" h="26803">
                <a:moveTo>
                  <a:pt x="31909" y="13402"/>
                </a:moveTo>
                <a:lnTo>
                  <a:pt x="0" y="0"/>
                </a:lnTo>
                <a:lnTo>
                  <a:pt x="0" y="26803"/>
                </a:lnTo>
                <a:close/>
              </a:path>
            </a:pathLst>
          </a:custGeom>
          <a:solidFill xmlns:a="http://schemas.openxmlformats.org/drawingml/2006/main">
            <a:srgbClr val="231F20"/>
          </a:solidFill>
          <a:ln xmlns:a="http://schemas.openxmlformats.org/drawingml/2006/main" w="3191">
            <a:solidFill>
              <a:srgbClr val="231F20"/>
            </a:solidFill>
          </a:ln>
        </p:spPr>
      </p:sp>
      <p:sp>
        <p:nvSpPr>
          <p:cNvPr id="142" name="block-740">
            <a:extLst xmlns:a="http://schemas.openxmlformats.org/drawingml/2006/main">
              <a:ext uri="{FF2B5EF4-FFF2-40B4-BE49-F238E27FC236}">
                <a16:creationId xmlns:a16="http://schemas.microsoft.com/office/drawing/2014/main" id="{839247F6-275D-4247-B765-A35BBB6A1765}"/>
              </a:ext>
            </a:extLst>
          </p:cNvPr>
          <p:cNvSpPr>
            <a:spLocks xmlns:a="http://schemas.openxmlformats.org/drawingml/2006/main" noGrp="1"/>
          </p:cNvSpPr>
          <p:nvPr/>
        </p:nvSpPr>
        <p:spPr>
          <a:xfrm xmlns:a="http://schemas.openxmlformats.org/drawingml/2006/main">
            <a:off x="1653445" y="4158234"/>
            <a:ext cx="76581" cy="893445"/>
          </a:xfrm>
          <a:prstGeom xmlns:a="http://schemas.openxmlformats.org/drawingml/2006/main" prst="rect">
            <a:avLst/>
          </a:prstGeom>
          <a:solidFill xmlns:a="http://schemas.openxmlformats.org/drawingml/2006/main">
            <a:srgbClr val="FFFFFF"/>
          </a:solidFill>
          <a:ln xmlns:a="http://schemas.openxmlformats.org/drawingml/2006/main" w="9573">
            <a:solidFill>
              <a:srgbClr val="231F20"/>
            </a:solidFill>
          </a:ln>
        </p:spPr>
      </p:sp>
      <p:sp>
        <p:nvSpPr>
          <p:cNvPr id="143" name="circuit-741">
            <a:extLst xmlns:a="http://schemas.openxmlformats.org/drawingml/2006/main">
              <a:ext uri="{FF2B5EF4-FFF2-40B4-BE49-F238E27FC236}">
                <a16:creationId xmlns:a16="http://schemas.microsoft.com/office/drawing/2014/main" id="{1AEE19A5-ED77-4006-BAE4-BE560729E02D}"/>
              </a:ext>
            </a:extLst>
          </p:cNvPr>
          <p:cNvSpPr>
            <a:spLocks xmlns:a="http://schemas.openxmlformats.org/drawingml/2006/main" noGrp="1"/>
          </p:cNvSpPr>
          <p:nvPr/>
        </p:nvSpPr>
        <p:spPr>
          <a:xfrm xmlns:a="http://schemas.openxmlformats.org/drawingml/2006/main">
            <a:off x="1666208" y="4158234"/>
            <a:ext cx="51054" cy="31909"/>
          </a:xfrm>
          <a:custGeom xmlns:a="http://schemas.openxmlformats.org/drawingml/2006/main">
            <a:pathLst>
              <a:path w="51054" h="31909">
                <a:moveTo>
                  <a:pt x="0" y="0"/>
                </a:moveTo>
                <a:lnTo>
                  <a:pt x="25527" y="31909"/>
                </a:lnTo>
                <a:lnTo>
                  <a:pt x="51054" y="0"/>
                </a:lnTo>
                <a:close/>
              </a:path>
            </a:pathLst>
          </a:custGeom>
          <a:noFill xmlns:a="http://schemas.openxmlformats.org/drawingml/2006/main"/>
          <a:ln xmlns:a="http://schemas.openxmlformats.org/drawingml/2006/main" w="9573">
            <a:solidFill>
              <a:srgbClr val="231F20"/>
            </a:solidFill>
          </a:ln>
        </p:spPr>
      </p:sp>
      <p:sp>
        <p:nvSpPr>
          <p:cNvPr id="144" name="wire-742">
            <a:extLst xmlns:a="http://schemas.openxmlformats.org/drawingml/2006/main">
              <a:ext uri="{FF2B5EF4-FFF2-40B4-BE49-F238E27FC236}">
                <a16:creationId xmlns:a16="http://schemas.microsoft.com/office/drawing/2014/main" id="{73ED932C-1663-4AFA-81E3-FEE6A2B906D4}"/>
              </a:ext>
            </a:extLst>
          </p:cNvPr>
          <p:cNvSpPr>
            <a:spLocks xmlns:a="http://schemas.openxmlformats.org/drawingml/2006/main" noGrp="1"/>
          </p:cNvSpPr>
          <p:nvPr/>
        </p:nvSpPr>
        <p:spPr>
          <a:xfrm xmlns:a="http://schemas.openxmlformats.org/drawingml/2006/main">
            <a:off x="1691735" y="4119944"/>
            <a:ext cx="9525" cy="38290"/>
          </a:xfrm>
          <a:custGeom xmlns:a="http://schemas.openxmlformats.org/drawingml/2006/main">
            <a:pathLst>
              <a:path w="9525" h="38290">
                <a:moveTo>
                  <a:pt x="0" y="0"/>
                </a:moveTo>
                <a:lnTo>
                  <a:pt x="0" y="38290"/>
                </a:lnTo>
              </a:path>
            </a:pathLst>
          </a:custGeom>
          <a:noFill xmlns:a="http://schemas.openxmlformats.org/drawingml/2006/main"/>
          <a:ln xmlns:a="http://schemas.openxmlformats.org/drawingml/2006/main" w="5105">
            <a:solidFill>
              <a:srgbClr val="231F20"/>
            </a:solidFill>
          </a:ln>
        </p:spPr>
      </p:sp>
      <p:sp>
        <p:nvSpPr>
          <p:cNvPr id="145" name="wire-743">
            <a:extLst xmlns:a="http://schemas.openxmlformats.org/drawingml/2006/main">
              <a:ext uri="{FF2B5EF4-FFF2-40B4-BE49-F238E27FC236}">
                <a16:creationId xmlns:a16="http://schemas.microsoft.com/office/drawing/2014/main" id="{90EF5934-EC7F-40E7-A159-3535D055AA5D}"/>
              </a:ext>
            </a:extLst>
          </p:cNvPr>
          <p:cNvSpPr>
            <a:spLocks xmlns:a="http://schemas.openxmlformats.org/drawingml/2006/main" noGrp="1"/>
          </p:cNvSpPr>
          <p:nvPr/>
        </p:nvSpPr>
        <p:spPr>
          <a:xfrm xmlns:a="http://schemas.openxmlformats.org/drawingml/2006/main">
            <a:off x="1596009" y="4330541"/>
            <a:ext cx="57436" cy="9525"/>
          </a:xfrm>
          <a:custGeom xmlns:a="http://schemas.openxmlformats.org/drawingml/2006/main">
            <a:pathLst>
              <a:path w="57436" h="9525">
                <a:moveTo>
                  <a:pt x="0" y="0"/>
                </a:moveTo>
                <a:lnTo>
                  <a:pt x="57436" y="0"/>
                </a:lnTo>
              </a:path>
            </a:pathLst>
          </a:custGeom>
          <a:noFill xmlns:a="http://schemas.openxmlformats.org/drawingml/2006/main"/>
          <a:ln xmlns:a="http://schemas.openxmlformats.org/drawingml/2006/main" w="10211">
            <a:solidFill>
              <a:srgbClr val="231F20"/>
            </a:solidFill>
          </a:ln>
        </p:spPr>
      </p:sp>
      <p:sp>
        <p:nvSpPr>
          <p:cNvPr id="146" name="wire-744">
            <a:extLst xmlns:a="http://schemas.openxmlformats.org/drawingml/2006/main">
              <a:ext uri="{FF2B5EF4-FFF2-40B4-BE49-F238E27FC236}">
                <a16:creationId xmlns:a16="http://schemas.microsoft.com/office/drawing/2014/main" id="{85680D78-43CA-4F74-96D5-35DDBA9E02DB}"/>
              </a:ext>
            </a:extLst>
          </p:cNvPr>
          <p:cNvSpPr>
            <a:spLocks xmlns:a="http://schemas.openxmlformats.org/drawingml/2006/main" noGrp="1"/>
          </p:cNvSpPr>
          <p:nvPr/>
        </p:nvSpPr>
        <p:spPr>
          <a:xfrm xmlns:a="http://schemas.openxmlformats.org/drawingml/2006/main">
            <a:off x="1730026" y="4330541"/>
            <a:ext cx="31909" cy="9525"/>
          </a:xfrm>
          <a:custGeom xmlns:a="http://schemas.openxmlformats.org/drawingml/2006/main">
            <a:pathLst>
              <a:path w="31909" h="9525">
                <a:moveTo>
                  <a:pt x="0" y="0"/>
                </a:moveTo>
                <a:lnTo>
                  <a:pt x="31909" y="0"/>
                </a:lnTo>
              </a:path>
            </a:pathLst>
          </a:custGeom>
          <a:noFill xmlns:a="http://schemas.openxmlformats.org/drawingml/2006/main"/>
          <a:ln xmlns:a="http://schemas.openxmlformats.org/drawingml/2006/main" w="8934">
            <a:solidFill>
              <a:srgbClr val="231F20"/>
            </a:solidFill>
          </a:ln>
        </p:spPr>
      </p:sp>
      <p:sp>
        <p:nvSpPr>
          <p:cNvPr id="147" name="wire-745">
            <a:extLst xmlns:a="http://schemas.openxmlformats.org/drawingml/2006/main">
              <a:ext uri="{FF2B5EF4-FFF2-40B4-BE49-F238E27FC236}">
                <a16:creationId xmlns:a16="http://schemas.microsoft.com/office/drawing/2014/main" id="{8A0DBBDF-C999-4B28-AFFC-A7C4CBC777D9}"/>
              </a:ext>
            </a:extLst>
          </p:cNvPr>
          <p:cNvSpPr>
            <a:spLocks xmlns:a="http://schemas.openxmlformats.org/drawingml/2006/main" noGrp="1"/>
          </p:cNvSpPr>
          <p:nvPr/>
        </p:nvSpPr>
        <p:spPr>
          <a:xfrm xmlns:a="http://schemas.openxmlformats.org/drawingml/2006/main">
            <a:off x="1761935" y="4273106"/>
            <a:ext cx="9525" cy="57436"/>
          </a:xfrm>
          <a:custGeom xmlns:a="http://schemas.openxmlformats.org/drawingml/2006/main">
            <a:pathLst>
              <a:path w="9525" h="57436">
                <a:moveTo>
                  <a:pt x="0" y="57436"/>
                </a:moveTo>
                <a:lnTo>
                  <a:pt x="0" y="0"/>
                </a:lnTo>
              </a:path>
            </a:pathLst>
          </a:custGeom>
          <a:noFill xmlns:a="http://schemas.openxmlformats.org/drawingml/2006/main"/>
          <a:ln xmlns:a="http://schemas.openxmlformats.org/drawingml/2006/main" w="8934">
            <a:solidFill>
              <a:srgbClr val="231F20"/>
            </a:solidFill>
          </a:ln>
        </p:spPr>
      </p:sp>
      <p:sp>
        <p:nvSpPr>
          <p:cNvPr id="148" name="wire-746">
            <a:extLst xmlns:a="http://schemas.openxmlformats.org/drawingml/2006/main">
              <a:ext uri="{FF2B5EF4-FFF2-40B4-BE49-F238E27FC236}">
                <a16:creationId xmlns:a16="http://schemas.microsoft.com/office/drawing/2014/main" id="{CAD21160-1E68-4488-B34D-E8971A9268F1}"/>
              </a:ext>
            </a:extLst>
          </p:cNvPr>
          <p:cNvSpPr>
            <a:spLocks xmlns:a="http://schemas.openxmlformats.org/drawingml/2006/main" noGrp="1"/>
          </p:cNvSpPr>
          <p:nvPr/>
        </p:nvSpPr>
        <p:spPr>
          <a:xfrm xmlns:a="http://schemas.openxmlformats.org/drawingml/2006/main">
            <a:off x="1761935" y="4273106"/>
            <a:ext cx="63817" cy="9525"/>
          </a:xfrm>
          <a:custGeom xmlns:a="http://schemas.openxmlformats.org/drawingml/2006/main">
            <a:pathLst>
              <a:path w="63817" h="9525">
                <a:moveTo>
                  <a:pt x="0" y="0"/>
                </a:moveTo>
                <a:lnTo>
                  <a:pt x="63817" y="0"/>
                </a:lnTo>
              </a:path>
            </a:pathLst>
          </a:custGeom>
          <a:noFill xmlns:a="http://schemas.openxmlformats.org/drawingml/2006/main"/>
          <a:ln xmlns:a="http://schemas.openxmlformats.org/drawingml/2006/main" w="8934">
            <a:solidFill>
              <a:srgbClr val="231F20"/>
            </a:solidFill>
          </a:ln>
        </p:spPr>
      </p:sp>
      <p:sp>
        <p:nvSpPr>
          <p:cNvPr id="149" name="circuit-747">
            <a:extLst xmlns:a="http://schemas.openxmlformats.org/drawingml/2006/main">
              <a:ext uri="{FF2B5EF4-FFF2-40B4-BE49-F238E27FC236}">
                <a16:creationId xmlns:a16="http://schemas.microsoft.com/office/drawing/2014/main" id="{ED222F9C-38D5-4B2A-9007-0B7035D863F2}"/>
              </a:ext>
            </a:extLst>
          </p:cNvPr>
          <p:cNvSpPr>
            <a:spLocks xmlns:a="http://schemas.openxmlformats.org/drawingml/2006/main" noGrp="1"/>
          </p:cNvSpPr>
          <p:nvPr/>
        </p:nvSpPr>
        <p:spPr>
          <a:xfrm xmlns:a="http://schemas.openxmlformats.org/drawingml/2006/main">
            <a:off x="1793843" y="4259704"/>
            <a:ext cx="31909" cy="26803"/>
          </a:xfrm>
          <a:custGeom xmlns:a="http://schemas.openxmlformats.org/drawingml/2006/main">
            <a:pathLst>
              <a:path w="31909" h="26803">
                <a:moveTo>
                  <a:pt x="31909" y="13402"/>
                </a:moveTo>
                <a:lnTo>
                  <a:pt x="0" y="0"/>
                </a:lnTo>
                <a:lnTo>
                  <a:pt x="0" y="26803"/>
                </a:lnTo>
                <a:close/>
              </a:path>
            </a:pathLst>
          </a:custGeom>
          <a:solidFill xmlns:a="http://schemas.openxmlformats.org/drawingml/2006/main">
            <a:srgbClr val="231F20"/>
          </a:solidFill>
          <a:ln xmlns:a="http://schemas.openxmlformats.org/drawingml/2006/main" w="3191">
            <a:solidFill>
              <a:srgbClr val="231F20"/>
            </a:solidFill>
          </a:ln>
        </p:spPr>
      </p:sp>
      <p:sp>
        <p:nvSpPr>
          <p:cNvPr id="150" name="wire-748">
            <a:extLst xmlns:a="http://schemas.openxmlformats.org/drawingml/2006/main">
              <a:ext uri="{FF2B5EF4-FFF2-40B4-BE49-F238E27FC236}">
                <a16:creationId xmlns:a16="http://schemas.microsoft.com/office/drawing/2014/main" id="{D1FC9ACC-A848-4F43-AEF8-5FC71962890B}"/>
              </a:ext>
            </a:extLst>
          </p:cNvPr>
          <p:cNvSpPr>
            <a:spLocks xmlns:a="http://schemas.openxmlformats.org/drawingml/2006/main" noGrp="1"/>
          </p:cNvSpPr>
          <p:nvPr/>
        </p:nvSpPr>
        <p:spPr>
          <a:xfrm xmlns:a="http://schemas.openxmlformats.org/drawingml/2006/main">
            <a:off x="1761935" y="4330541"/>
            <a:ext cx="9525" cy="70199"/>
          </a:xfrm>
          <a:custGeom xmlns:a="http://schemas.openxmlformats.org/drawingml/2006/main">
            <a:pathLst>
              <a:path w="9525" h="70199">
                <a:moveTo>
                  <a:pt x="0" y="0"/>
                </a:moveTo>
                <a:lnTo>
                  <a:pt x="0" y="70199"/>
                </a:lnTo>
              </a:path>
            </a:pathLst>
          </a:custGeom>
          <a:noFill xmlns:a="http://schemas.openxmlformats.org/drawingml/2006/main"/>
          <a:ln xmlns:a="http://schemas.openxmlformats.org/drawingml/2006/main" w="8934">
            <a:solidFill>
              <a:srgbClr val="231F20"/>
            </a:solidFill>
          </a:ln>
        </p:spPr>
      </p:sp>
      <p:sp>
        <p:nvSpPr>
          <p:cNvPr id="151" name="wire-749">
            <a:extLst xmlns:a="http://schemas.openxmlformats.org/drawingml/2006/main">
              <a:ext uri="{FF2B5EF4-FFF2-40B4-BE49-F238E27FC236}">
                <a16:creationId xmlns:a16="http://schemas.microsoft.com/office/drawing/2014/main" id="{6B966A70-CBAD-477D-B99C-2B1EDC48B964}"/>
              </a:ext>
            </a:extLst>
          </p:cNvPr>
          <p:cNvSpPr>
            <a:spLocks xmlns:a="http://schemas.openxmlformats.org/drawingml/2006/main" noGrp="1"/>
          </p:cNvSpPr>
          <p:nvPr/>
        </p:nvSpPr>
        <p:spPr>
          <a:xfrm xmlns:a="http://schemas.openxmlformats.org/drawingml/2006/main">
            <a:off x="1761935" y="4400741"/>
            <a:ext cx="63817" cy="9525"/>
          </a:xfrm>
          <a:custGeom xmlns:a="http://schemas.openxmlformats.org/drawingml/2006/main">
            <a:pathLst>
              <a:path w="63817" h="9525">
                <a:moveTo>
                  <a:pt x="0" y="0"/>
                </a:moveTo>
                <a:lnTo>
                  <a:pt x="63817" y="0"/>
                </a:lnTo>
              </a:path>
            </a:pathLst>
          </a:custGeom>
          <a:noFill xmlns:a="http://schemas.openxmlformats.org/drawingml/2006/main"/>
          <a:ln xmlns:a="http://schemas.openxmlformats.org/drawingml/2006/main" w="8934">
            <a:solidFill>
              <a:srgbClr val="231F20"/>
            </a:solidFill>
          </a:ln>
        </p:spPr>
      </p:sp>
      <p:sp>
        <p:nvSpPr>
          <p:cNvPr id="152" name="circuit-750">
            <a:extLst xmlns:a="http://schemas.openxmlformats.org/drawingml/2006/main">
              <a:ext uri="{FF2B5EF4-FFF2-40B4-BE49-F238E27FC236}">
                <a16:creationId xmlns:a16="http://schemas.microsoft.com/office/drawing/2014/main" id="{569C5051-0EAC-46CE-8F38-89ED61221DBB}"/>
              </a:ext>
            </a:extLst>
          </p:cNvPr>
          <p:cNvSpPr>
            <a:spLocks xmlns:a="http://schemas.openxmlformats.org/drawingml/2006/main" noGrp="1"/>
          </p:cNvSpPr>
          <p:nvPr/>
        </p:nvSpPr>
        <p:spPr>
          <a:xfrm xmlns:a="http://schemas.openxmlformats.org/drawingml/2006/main">
            <a:off x="1793843" y="4387339"/>
            <a:ext cx="31909" cy="26803"/>
          </a:xfrm>
          <a:custGeom xmlns:a="http://schemas.openxmlformats.org/drawingml/2006/main">
            <a:pathLst>
              <a:path w="31909" h="26803">
                <a:moveTo>
                  <a:pt x="31909" y="13402"/>
                </a:moveTo>
                <a:lnTo>
                  <a:pt x="0" y="0"/>
                </a:lnTo>
                <a:lnTo>
                  <a:pt x="0" y="26803"/>
                </a:lnTo>
                <a:close/>
              </a:path>
            </a:pathLst>
          </a:custGeom>
          <a:solidFill xmlns:a="http://schemas.openxmlformats.org/drawingml/2006/main">
            <a:srgbClr val="231F20"/>
          </a:solidFill>
          <a:ln xmlns:a="http://schemas.openxmlformats.org/drawingml/2006/main" w="3191">
            <a:solidFill>
              <a:srgbClr val="231F20"/>
            </a:solidFill>
          </a:ln>
        </p:spPr>
      </p:sp>
      <p:sp>
        <p:nvSpPr>
          <p:cNvPr id="153" name="">
            <a:extLst xmlns:a="http://schemas.openxmlformats.org/drawingml/2006/main">
              <a:ext uri="{FF2B5EF4-FFF2-40B4-BE49-F238E27FC236}">
                <a16:creationId xmlns:a16="http://schemas.microsoft.com/office/drawing/2014/main" id="{B3A5B7E0-8877-4799-8165-8DB41CEDAEBA}"/>
              </a:ext>
            </a:extLst>
          </p:cNvPr>
          <p:cNvSpPr>
            <a:spLocks xmlns:a="http://schemas.openxmlformats.org/drawingml/2006/main" noGrp="1"/>
          </p:cNvSpPr>
          <p:nvPr/>
        </p:nvSpPr>
        <p:spPr>
          <a:xfrm xmlns:a="http://schemas.openxmlformats.org/drawingml/2006/main">
            <a:off x="1752362" y="4320969"/>
            <a:ext cx="19145" cy="19145"/>
          </a:xfrm>
          <a:prstGeom xmlns:a="http://schemas.openxmlformats.org/drawingml/2006/main" prst="ellipse">
            <a:avLst/>
          </a:prstGeom>
          <a:solidFill xmlns:a="http://schemas.openxmlformats.org/drawingml/2006/main">
            <a:srgbClr val="231F20"/>
          </a:solidFill>
          <a:ln xmlns:a="http://schemas.openxmlformats.org/drawingml/2006/main" w="0">
            <a:solidFill>
              <a:srgbClr val="231F20"/>
            </a:solidFill>
          </a:ln>
        </p:spPr>
      </p:sp>
      <p:sp>
        <p:nvSpPr>
          <p:cNvPr id="154" name="wire-751">
            <a:extLst xmlns:a="http://schemas.openxmlformats.org/drawingml/2006/main">
              <a:ext uri="{FF2B5EF4-FFF2-40B4-BE49-F238E27FC236}">
                <a16:creationId xmlns:a16="http://schemas.microsoft.com/office/drawing/2014/main" id="{BBABACFB-01BC-4A76-9F40-2D394B5C03EF}"/>
              </a:ext>
            </a:extLst>
          </p:cNvPr>
          <p:cNvSpPr>
            <a:spLocks xmlns:a="http://schemas.openxmlformats.org/drawingml/2006/main" noGrp="1"/>
          </p:cNvSpPr>
          <p:nvPr/>
        </p:nvSpPr>
        <p:spPr>
          <a:xfrm xmlns:a="http://schemas.openxmlformats.org/drawingml/2006/main">
            <a:off x="1761935" y="4400741"/>
            <a:ext cx="9525" cy="536067"/>
          </a:xfrm>
          <a:custGeom xmlns:a="http://schemas.openxmlformats.org/drawingml/2006/main">
            <a:pathLst>
              <a:path w="9525" h="536067">
                <a:moveTo>
                  <a:pt x="0" y="0"/>
                </a:moveTo>
                <a:lnTo>
                  <a:pt x="0" y="536067"/>
                </a:lnTo>
              </a:path>
            </a:pathLst>
          </a:custGeom>
          <a:noFill xmlns:a="http://schemas.openxmlformats.org/drawingml/2006/main"/>
          <a:ln xmlns:a="http://schemas.openxmlformats.org/drawingml/2006/main" w="8934">
            <a:solidFill>
              <a:srgbClr val="231F20"/>
            </a:solidFill>
          </a:ln>
        </p:spPr>
      </p:sp>
      <p:sp>
        <p:nvSpPr>
          <p:cNvPr id="155" name="wire-752">
            <a:extLst xmlns:a="http://schemas.openxmlformats.org/drawingml/2006/main">
              <a:ext uri="{FF2B5EF4-FFF2-40B4-BE49-F238E27FC236}">
                <a16:creationId xmlns:a16="http://schemas.microsoft.com/office/drawing/2014/main" id="{ACC15B6D-D442-40DD-8155-17BF9D6F91C4}"/>
              </a:ext>
            </a:extLst>
          </p:cNvPr>
          <p:cNvSpPr>
            <a:spLocks xmlns:a="http://schemas.openxmlformats.org/drawingml/2006/main" noGrp="1"/>
          </p:cNvSpPr>
          <p:nvPr/>
        </p:nvSpPr>
        <p:spPr>
          <a:xfrm xmlns:a="http://schemas.openxmlformats.org/drawingml/2006/main">
            <a:off x="1761935" y="4936808"/>
            <a:ext cx="63817" cy="9525"/>
          </a:xfrm>
          <a:custGeom xmlns:a="http://schemas.openxmlformats.org/drawingml/2006/main">
            <a:pathLst>
              <a:path w="63817" h="9525">
                <a:moveTo>
                  <a:pt x="0" y="0"/>
                </a:moveTo>
                <a:lnTo>
                  <a:pt x="63817" y="0"/>
                </a:lnTo>
              </a:path>
            </a:pathLst>
          </a:custGeom>
          <a:noFill xmlns:a="http://schemas.openxmlformats.org/drawingml/2006/main"/>
          <a:ln xmlns:a="http://schemas.openxmlformats.org/drawingml/2006/main" w="8934">
            <a:solidFill>
              <a:srgbClr val="231F20"/>
            </a:solidFill>
          </a:ln>
        </p:spPr>
      </p:sp>
      <p:sp>
        <p:nvSpPr>
          <p:cNvPr id="156" name="circuit-753">
            <a:extLst xmlns:a="http://schemas.openxmlformats.org/drawingml/2006/main">
              <a:ext uri="{FF2B5EF4-FFF2-40B4-BE49-F238E27FC236}">
                <a16:creationId xmlns:a16="http://schemas.microsoft.com/office/drawing/2014/main" id="{EC727CA5-D25B-4ED1-823C-7A6C565FC619}"/>
              </a:ext>
            </a:extLst>
          </p:cNvPr>
          <p:cNvSpPr>
            <a:spLocks xmlns:a="http://schemas.openxmlformats.org/drawingml/2006/main" noGrp="1"/>
          </p:cNvSpPr>
          <p:nvPr/>
        </p:nvSpPr>
        <p:spPr>
          <a:xfrm xmlns:a="http://schemas.openxmlformats.org/drawingml/2006/main">
            <a:off x="1793843" y="4923406"/>
            <a:ext cx="31909" cy="26803"/>
          </a:xfrm>
          <a:custGeom xmlns:a="http://schemas.openxmlformats.org/drawingml/2006/main">
            <a:pathLst>
              <a:path w="31909" h="26803">
                <a:moveTo>
                  <a:pt x="31909" y="13402"/>
                </a:moveTo>
                <a:lnTo>
                  <a:pt x="0" y="0"/>
                </a:lnTo>
                <a:lnTo>
                  <a:pt x="0" y="26803"/>
                </a:lnTo>
                <a:close/>
              </a:path>
            </a:pathLst>
          </a:custGeom>
          <a:solidFill xmlns:a="http://schemas.openxmlformats.org/drawingml/2006/main">
            <a:srgbClr val="231F20"/>
          </a:solidFill>
          <a:ln xmlns:a="http://schemas.openxmlformats.org/drawingml/2006/main" w="3191">
            <a:solidFill>
              <a:srgbClr val="231F20"/>
            </a:solidFill>
          </a:ln>
        </p:spPr>
      </p:sp>
      <p:sp>
        <p:nvSpPr>
          <p:cNvPr id="157" name="">
            <a:extLst xmlns:a="http://schemas.openxmlformats.org/drawingml/2006/main">
              <a:ext uri="{FF2B5EF4-FFF2-40B4-BE49-F238E27FC236}">
                <a16:creationId xmlns:a16="http://schemas.microsoft.com/office/drawing/2014/main" id="{87337A7F-DAB8-4CE8-8CB4-03AB7B9F4492}"/>
              </a:ext>
            </a:extLst>
          </p:cNvPr>
          <p:cNvSpPr>
            <a:spLocks xmlns:a="http://schemas.openxmlformats.org/drawingml/2006/main" noGrp="1"/>
          </p:cNvSpPr>
          <p:nvPr/>
        </p:nvSpPr>
        <p:spPr>
          <a:xfrm xmlns:a="http://schemas.openxmlformats.org/drawingml/2006/main">
            <a:off x="1752362" y="4391168"/>
            <a:ext cx="19145" cy="19145"/>
          </a:xfrm>
          <a:prstGeom xmlns:a="http://schemas.openxmlformats.org/drawingml/2006/main" prst="ellipse">
            <a:avLst/>
          </a:prstGeom>
          <a:solidFill xmlns:a="http://schemas.openxmlformats.org/drawingml/2006/main">
            <a:srgbClr val="231F20"/>
          </a:solidFill>
          <a:ln xmlns:a="http://schemas.openxmlformats.org/drawingml/2006/main" w="0">
            <a:solidFill>
              <a:srgbClr val="231F20"/>
            </a:solidFill>
          </a:ln>
        </p:spPr>
      </p:sp>
      <p:sp>
        <p:nvSpPr>
          <p:cNvPr id="158" name="wire-754">
            <a:extLst xmlns:a="http://schemas.openxmlformats.org/drawingml/2006/main">
              <a:ext uri="{FF2B5EF4-FFF2-40B4-BE49-F238E27FC236}">
                <a16:creationId xmlns:a16="http://schemas.microsoft.com/office/drawing/2014/main" id="{0FE8E43A-269F-4E06-9DE2-FAC1D0BC4509}"/>
              </a:ext>
            </a:extLst>
          </p:cNvPr>
          <p:cNvSpPr>
            <a:spLocks xmlns:a="http://schemas.openxmlformats.org/drawingml/2006/main" noGrp="1"/>
          </p:cNvSpPr>
          <p:nvPr/>
        </p:nvSpPr>
        <p:spPr>
          <a:xfrm xmlns:a="http://schemas.openxmlformats.org/drawingml/2006/main">
            <a:off x="1761935" y="3883819"/>
            <a:ext cx="9525" cy="389287"/>
          </a:xfrm>
          <a:custGeom xmlns:a="http://schemas.openxmlformats.org/drawingml/2006/main">
            <a:pathLst>
              <a:path w="9525" h="389287">
                <a:moveTo>
                  <a:pt x="0" y="389287"/>
                </a:moveTo>
                <a:lnTo>
                  <a:pt x="0" y="0"/>
                </a:lnTo>
              </a:path>
            </a:pathLst>
          </a:custGeom>
          <a:noFill xmlns:a="http://schemas.openxmlformats.org/drawingml/2006/main"/>
          <a:ln xmlns:a="http://schemas.openxmlformats.org/drawingml/2006/main" w="7020">
            <a:solidFill>
              <a:srgbClr val="231F20"/>
            </a:solidFill>
          </a:ln>
        </p:spPr>
      </p:sp>
      <p:sp>
        <p:nvSpPr>
          <p:cNvPr id="159" name="wire-755">
            <a:extLst xmlns:a="http://schemas.openxmlformats.org/drawingml/2006/main">
              <a:ext uri="{FF2B5EF4-FFF2-40B4-BE49-F238E27FC236}">
                <a16:creationId xmlns:a16="http://schemas.microsoft.com/office/drawing/2014/main" id="{21E205CF-D712-40A8-8481-2C6D405F7539}"/>
              </a:ext>
            </a:extLst>
          </p:cNvPr>
          <p:cNvSpPr>
            <a:spLocks xmlns:a="http://schemas.openxmlformats.org/drawingml/2006/main" noGrp="1"/>
          </p:cNvSpPr>
          <p:nvPr/>
        </p:nvSpPr>
        <p:spPr>
          <a:xfrm xmlns:a="http://schemas.openxmlformats.org/drawingml/2006/main">
            <a:off x="1761935" y="3883819"/>
            <a:ext cx="70199" cy="9525"/>
          </a:xfrm>
          <a:custGeom xmlns:a="http://schemas.openxmlformats.org/drawingml/2006/main">
            <a:pathLst>
              <a:path w="70199" h="9525">
                <a:moveTo>
                  <a:pt x="0" y="0"/>
                </a:moveTo>
                <a:lnTo>
                  <a:pt x="70199" y="0"/>
                </a:lnTo>
              </a:path>
            </a:pathLst>
          </a:custGeom>
          <a:noFill xmlns:a="http://schemas.openxmlformats.org/drawingml/2006/main"/>
          <a:ln xmlns:a="http://schemas.openxmlformats.org/drawingml/2006/main" w="7020">
            <a:solidFill>
              <a:srgbClr val="231F20"/>
            </a:solidFill>
          </a:ln>
        </p:spPr>
      </p:sp>
      <p:sp>
        <p:nvSpPr>
          <p:cNvPr id="160" name="circuit-756">
            <a:extLst xmlns:a="http://schemas.openxmlformats.org/drawingml/2006/main">
              <a:ext uri="{FF2B5EF4-FFF2-40B4-BE49-F238E27FC236}">
                <a16:creationId xmlns:a16="http://schemas.microsoft.com/office/drawing/2014/main" id="{A627F215-3A50-4D9C-897E-59F34666E9C0}"/>
              </a:ext>
            </a:extLst>
          </p:cNvPr>
          <p:cNvSpPr>
            <a:spLocks xmlns:a="http://schemas.openxmlformats.org/drawingml/2006/main" noGrp="1"/>
          </p:cNvSpPr>
          <p:nvPr/>
        </p:nvSpPr>
        <p:spPr>
          <a:xfrm xmlns:a="http://schemas.openxmlformats.org/drawingml/2006/main">
            <a:off x="1800225" y="3870417"/>
            <a:ext cx="31909" cy="26803"/>
          </a:xfrm>
          <a:custGeom xmlns:a="http://schemas.openxmlformats.org/drawingml/2006/main">
            <a:pathLst>
              <a:path w="31909" h="26803">
                <a:moveTo>
                  <a:pt x="31909" y="13402"/>
                </a:moveTo>
                <a:lnTo>
                  <a:pt x="0" y="0"/>
                </a:lnTo>
                <a:lnTo>
                  <a:pt x="0" y="26803"/>
                </a:lnTo>
                <a:close/>
              </a:path>
            </a:pathLst>
          </a:custGeom>
          <a:solidFill xmlns:a="http://schemas.openxmlformats.org/drawingml/2006/main">
            <a:srgbClr val="231F20"/>
          </a:solidFill>
          <a:ln xmlns:a="http://schemas.openxmlformats.org/drawingml/2006/main" w="3191">
            <a:solidFill>
              <a:srgbClr val="231F20"/>
            </a:solidFill>
          </a:ln>
        </p:spPr>
      </p:sp>
      <p:sp>
        <p:nvSpPr>
          <p:cNvPr id="161" name="">
            <a:extLst xmlns:a="http://schemas.openxmlformats.org/drawingml/2006/main">
              <a:ext uri="{FF2B5EF4-FFF2-40B4-BE49-F238E27FC236}">
                <a16:creationId xmlns:a16="http://schemas.microsoft.com/office/drawing/2014/main" id="{D915C9DF-E853-421E-91BD-8C59B7C3CE86}"/>
              </a:ext>
            </a:extLst>
          </p:cNvPr>
          <p:cNvSpPr>
            <a:spLocks xmlns:a="http://schemas.openxmlformats.org/drawingml/2006/main" noGrp="1"/>
          </p:cNvSpPr>
          <p:nvPr/>
        </p:nvSpPr>
        <p:spPr>
          <a:xfrm xmlns:a="http://schemas.openxmlformats.org/drawingml/2006/main">
            <a:off x="1752362" y="4263533"/>
            <a:ext cx="19145" cy="19145"/>
          </a:xfrm>
          <a:prstGeom xmlns:a="http://schemas.openxmlformats.org/drawingml/2006/main" prst="ellipse">
            <a:avLst/>
          </a:prstGeom>
          <a:solidFill xmlns:a="http://schemas.openxmlformats.org/drawingml/2006/main">
            <a:srgbClr val="231F20"/>
          </a:solidFill>
          <a:ln xmlns:a="http://schemas.openxmlformats.org/drawingml/2006/main" w="0">
            <a:solidFill>
              <a:srgbClr val="231F20"/>
            </a:solidFill>
          </a:ln>
        </p:spPr>
      </p:sp>
      <p:sp>
        <p:nvSpPr>
          <p:cNvPr id="162" name="block-757">
            <a:extLst xmlns:a="http://schemas.openxmlformats.org/drawingml/2006/main">
              <a:ext uri="{FF2B5EF4-FFF2-40B4-BE49-F238E27FC236}">
                <a16:creationId xmlns:a16="http://schemas.microsoft.com/office/drawing/2014/main" id="{171C81E7-2149-4117-90A7-F058BA8501EA}"/>
              </a:ext>
            </a:extLst>
          </p:cNvPr>
          <p:cNvSpPr>
            <a:spLocks xmlns:a="http://schemas.openxmlformats.org/drawingml/2006/main" noGrp="1"/>
          </p:cNvSpPr>
          <p:nvPr/>
        </p:nvSpPr>
        <p:spPr>
          <a:xfrm xmlns:a="http://schemas.openxmlformats.org/drawingml/2006/main">
            <a:off x="1832134" y="3788093"/>
            <a:ext cx="644557" cy="216980"/>
          </a:xfrm>
          <a:prstGeom xmlns:a="http://schemas.openxmlformats.org/drawingml/2006/main" prst="rect">
            <a:avLst/>
          </a:prstGeom>
          <a:solidFill xmlns:a="http://schemas.openxmlformats.org/drawingml/2006/main">
            <a:srgbClr val="FFFFFF"/>
          </a:solidFill>
          <a:ln xmlns:a="http://schemas.openxmlformats.org/drawingml/2006/main" w="9573">
            <a:solidFill>
              <a:srgbClr val="231F20"/>
            </a:solidFill>
          </a:ln>
        </p:spPr>
      </p:sp>
      <p:sp>
        <p:nvSpPr>
          <p:cNvPr id="163" name="text-758">
            <a:extLst xmlns:a="http://schemas.openxmlformats.org/drawingml/2006/main">
              <a:ext uri="{FF2B5EF4-FFF2-40B4-BE49-F238E27FC236}">
                <a16:creationId xmlns:a16="http://schemas.microsoft.com/office/drawing/2014/main" id="{B9435FA4-8B15-40AC-B76D-DBCF71C719EA}"/>
              </a:ext>
            </a:extLst>
          </p:cNvPr>
          <p:cNvSpPr>
            <a:spLocks xmlns:a="http://schemas.openxmlformats.org/drawingml/2006/main" noGrp="1"/>
          </p:cNvSpPr>
          <p:nvPr/>
        </p:nvSpPr>
        <p:spPr>
          <a:xfrm xmlns:a="http://schemas.openxmlformats.org/drawingml/2006/main">
            <a:off x="1851279" y="3794474"/>
            <a:ext cx="606266" cy="2042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704" b="1">
                <a:solidFill>
                  <a:srgbClr val="231F20"/>
                </a:solidFill>
                <a:latin typeface="Arial"/>
                <a:ea typeface="Arial"/>
                <a:cs typeface="Arial"/>
              </a:defRPr>
            </a:defPPr>
            <a:lvl1pPr algn="ctr">
              <a:defRPr sz="704" b="1">
                <a:solidFill>
                  <a:srgbClr val="231F20"/>
                </a:solidFill>
                <a:latin typeface="Arial"/>
                <a:ea typeface="Arial"/>
                <a:cs typeface="Arial"/>
              </a:defRPr>
            </a:lvl1pPr>
            <a:lvl2pPr algn="ctr">
              <a:defRPr sz="704" b="1">
                <a:solidFill>
                  <a:srgbClr val="231F20"/>
                </a:solidFill>
                <a:latin typeface="Arial"/>
                <a:ea typeface="Arial"/>
                <a:cs typeface="Arial"/>
              </a:defRPr>
            </a:lvl2pPr>
            <a:lvl3pPr algn="ctr">
              <a:defRPr sz="704" b="1">
                <a:solidFill>
                  <a:srgbClr val="231F20"/>
                </a:solidFill>
                <a:latin typeface="Arial"/>
                <a:ea typeface="Arial"/>
                <a:cs typeface="Arial"/>
              </a:defRPr>
            </a:lvl3pPr>
            <a:lvl4pPr algn="ctr">
              <a:defRPr sz="704" b="1">
                <a:solidFill>
                  <a:srgbClr val="231F20"/>
                </a:solidFill>
                <a:latin typeface="Arial"/>
                <a:ea typeface="Arial"/>
                <a:cs typeface="Arial"/>
              </a:defRPr>
            </a:lvl4pPr>
            <a:lvl5pPr algn="ctr">
              <a:defRPr sz="704" b="1">
                <a:solidFill>
                  <a:srgbClr val="231F20"/>
                </a:solidFill>
                <a:latin typeface="Arial"/>
                <a:ea typeface="Arial"/>
                <a:cs typeface="Arial"/>
              </a:defRPr>
            </a:lvl5pPr>
            <a:lvl6pPr algn="ctr">
              <a:defRPr sz="704" b="1">
                <a:solidFill>
                  <a:srgbClr val="231F20"/>
                </a:solidFill>
                <a:latin typeface="Arial"/>
                <a:ea typeface="Arial"/>
                <a:cs typeface="Arial"/>
              </a:defRPr>
            </a:lvl6pPr>
            <a:lvl7pPr algn="ctr">
              <a:defRPr sz="704" b="1">
                <a:solidFill>
                  <a:srgbClr val="231F20"/>
                </a:solidFill>
                <a:latin typeface="Arial"/>
                <a:ea typeface="Arial"/>
                <a:cs typeface="Arial"/>
              </a:defRPr>
            </a:lvl7pPr>
            <a:lvl8pPr algn="ctr">
              <a:defRPr sz="704" b="1">
                <a:solidFill>
                  <a:srgbClr val="231F20"/>
                </a:solidFill>
                <a:latin typeface="Arial"/>
                <a:ea typeface="Arial"/>
                <a:cs typeface="Arial"/>
              </a:defRPr>
            </a:lvl8pPr>
            <a:lvl9pPr algn="ctr">
              <a:defRPr sz="704" b="1">
                <a:solidFill>
                  <a:srgbClr val="231F20"/>
                </a:solidFill>
                <a:latin typeface="Arial"/>
                <a:ea typeface="Arial"/>
                <a:cs typeface="Arial"/>
              </a:defRPr>
            </a:lvl9pPr>
          </a:lstStyle>
          <a:p xmlns:a="http://schemas.openxmlformats.org/drawingml/2006/main">
            <a:pPr algn="ctr">
              <a:defRPr sz="704" b="1">
                <a:solidFill>
                  <a:srgbClr val="231F20"/>
                </a:solidFill>
                <a:latin typeface="Arial"/>
                <a:ea typeface="Arial"/>
                <a:cs typeface="Arial"/>
              </a:defRPr>
            </a:pPr>
            <a:r>
              <a:rPr sz="704" b="1">
                <a:solidFill>
                  <a:srgbClr val="231F20"/>
                </a:solidFill>
                <a:latin typeface="Arial"/>
                <a:ea typeface="Arial"/>
                <a:cs typeface="Arial"/>
              </a:rPr>
              <a:t>controller</a:t>
            </a:r>
          </a:p>
        </p:txBody>
      </p:sp>
      <p:sp>
        <p:nvSpPr>
          <p:cNvPr id="164" name="text-759">
            <a:extLst xmlns:a="http://schemas.openxmlformats.org/drawingml/2006/main">
              <a:ext uri="{FF2B5EF4-FFF2-40B4-BE49-F238E27FC236}">
                <a16:creationId xmlns:a16="http://schemas.microsoft.com/office/drawing/2014/main" id="{87523DB5-F99D-4463-9E4D-E04F811DE0D2}"/>
              </a:ext>
            </a:extLst>
          </p:cNvPr>
          <p:cNvSpPr>
            <a:spLocks xmlns:a="http://schemas.openxmlformats.org/drawingml/2006/main" noGrp="1"/>
          </p:cNvSpPr>
          <p:nvPr/>
        </p:nvSpPr>
        <p:spPr>
          <a:xfrm xmlns:a="http://schemas.openxmlformats.org/drawingml/2006/main">
            <a:off x="4761357" y="3641312"/>
            <a:ext cx="753047" cy="10849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553" b="0">
                <a:solidFill>
                  <a:srgbClr val="231F20"/>
                </a:solidFill>
                <a:latin typeface="Arial"/>
                <a:ea typeface="Arial"/>
                <a:cs typeface="Arial"/>
              </a:defRPr>
            </a:defPPr>
            <a:lvl1pPr algn="l">
              <a:defRPr sz="553" b="0">
                <a:solidFill>
                  <a:srgbClr val="231F20"/>
                </a:solidFill>
                <a:latin typeface="Arial"/>
                <a:ea typeface="Arial"/>
                <a:cs typeface="Arial"/>
              </a:defRPr>
            </a:lvl1pPr>
            <a:lvl2pPr algn="l">
              <a:defRPr sz="553" b="0">
                <a:solidFill>
                  <a:srgbClr val="231F20"/>
                </a:solidFill>
                <a:latin typeface="Arial"/>
                <a:ea typeface="Arial"/>
                <a:cs typeface="Arial"/>
              </a:defRPr>
            </a:lvl2pPr>
            <a:lvl3pPr algn="l">
              <a:defRPr sz="553" b="0">
                <a:solidFill>
                  <a:srgbClr val="231F20"/>
                </a:solidFill>
                <a:latin typeface="Arial"/>
                <a:ea typeface="Arial"/>
                <a:cs typeface="Arial"/>
              </a:defRPr>
            </a:lvl3pPr>
            <a:lvl4pPr algn="l">
              <a:defRPr sz="553" b="0">
                <a:solidFill>
                  <a:srgbClr val="231F20"/>
                </a:solidFill>
                <a:latin typeface="Arial"/>
                <a:ea typeface="Arial"/>
                <a:cs typeface="Arial"/>
              </a:defRPr>
            </a:lvl4pPr>
            <a:lvl5pPr algn="l">
              <a:defRPr sz="553" b="0">
                <a:solidFill>
                  <a:srgbClr val="231F20"/>
                </a:solidFill>
                <a:latin typeface="Arial"/>
                <a:ea typeface="Arial"/>
                <a:cs typeface="Arial"/>
              </a:defRPr>
            </a:lvl5pPr>
            <a:lvl6pPr algn="l">
              <a:defRPr sz="553" b="0">
                <a:solidFill>
                  <a:srgbClr val="231F20"/>
                </a:solidFill>
                <a:latin typeface="Arial"/>
                <a:ea typeface="Arial"/>
                <a:cs typeface="Arial"/>
              </a:defRPr>
            </a:lvl6pPr>
            <a:lvl7pPr algn="l">
              <a:defRPr sz="553" b="0">
                <a:solidFill>
                  <a:srgbClr val="231F20"/>
                </a:solidFill>
                <a:latin typeface="Arial"/>
                <a:ea typeface="Arial"/>
                <a:cs typeface="Arial"/>
              </a:defRPr>
            </a:lvl7pPr>
            <a:lvl8pPr algn="l">
              <a:defRPr sz="553" b="0">
                <a:solidFill>
                  <a:srgbClr val="231F20"/>
                </a:solidFill>
                <a:latin typeface="Arial"/>
                <a:ea typeface="Arial"/>
                <a:cs typeface="Arial"/>
              </a:defRPr>
            </a:lvl8pPr>
            <a:lvl9pPr algn="l">
              <a:defRPr sz="553" b="0">
                <a:solidFill>
                  <a:srgbClr val="231F20"/>
                </a:solidFill>
                <a:latin typeface="Arial"/>
                <a:ea typeface="Arial"/>
                <a:cs typeface="Arial"/>
              </a:defRPr>
            </a:lvl9pPr>
          </a:lstStyle>
          <a:p xmlns:a="http://schemas.openxmlformats.org/drawingml/2006/main">
            <a:pPr algn="l">
              <a:defRPr sz="553" b="0">
                <a:solidFill>
                  <a:srgbClr val="231F20"/>
                </a:solidFill>
                <a:latin typeface="Arial"/>
                <a:ea typeface="Arial"/>
                <a:cs typeface="Arial"/>
              </a:defRPr>
            </a:pPr>
            <a:r>
              <a:rPr sz="553" b="0">
                <a:solidFill>
                  <a:srgbClr val="231F20"/>
                </a:solidFill>
                <a:latin typeface="Arial"/>
                <a:ea typeface="Arial"/>
                <a:cs typeface="Arial"/>
              </a:rPr>
              <a:t>ResultSrcW</a:t>
            </a:r>
          </a:p>
        </p:txBody>
      </p:sp>
      <p:sp>
        <p:nvSpPr>
          <p:cNvPr id="165" name="wire-760">
            <a:extLst xmlns:a="http://schemas.openxmlformats.org/drawingml/2006/main">
              <a:ext uri="{FF2B5EF4-FFF2-40B4-BE49-F238E27FC236}">
                <a16:creationId xmlns:a16="http://schemas.microsoft.com/office/drawing/2014/main" id="{E4FF506E-B25B-4B17-A63E-414D0E2255E3}"/>
              </a:ext>
            </a:extLst>
          </p:cNvPr>
          <p:cNvSpPr>
            <a:spLocks xmlns:a="http://schemas.openxmlformats.org/drawingml/2006/main" noGrp="1"/>
          </p:cNvSpPr>
          <p:nvPr/>
        </p:nvSpPr>
        <p:spPr>
          <a:xfrm xmlns:a="http://schemas.openxmlformats.org/drawingml/2006/main">
            <a:off x="2476691" y="3839147"/>
            <a:ext cx="70199" cy="9525"/>
          </a:xfrm>
          <a:custGeom xmlns:a="http://schemas.openxmlformats.org/drawingml/2006/main">
            <a:pathLst>
              <a:path w="70199" h="9525">
                <a:moveTo>
                  <a:pt x="0" y="0"/>
                </a:moveTo>
                <a:lnTo>
                  <a:pt x="70199" y="0"/>
                </a:lnTo>
              </a:path>
            </a:pathLst>
          </a:custGeom>
          <a:noFill xmlns:a="http://schemas.openxmlformats.org/drawingml/2006/main"/>
          <a:ln xmlns:a="http://schemas.openxmlformats.org/drawingml/2006/main" w="5105">
            <a:solidFill>
              <a:srgbClr val="231F20"/>
            </a:solidFill>
          </a:ln>
        </p:spPr>
      </p:sp>
      <p:sp>
        <p:nvSpPr>
          <p:cNvPr id="166" name="wire-761">
            <a:extLst xmlns:a="http://schemas.openxmlformats.org/drawingml/2006/main">
              <a:ext uri="{FF2B5EF4-FFF2-40B4-BE49-F238E27FC236}">
                <a16:creationId xmlns:a16="http://schemas.microsoft.com/office/drawing/2014/main" id="{025E7A67-538E-4195-A9A0-86E0854CDE59}"/>
              </a:ext>
            </a:extLst>
          </p:cNvPr>
          <p:cNvSpPr>
            <a:spLocks xmlns:a="http://schemas.openxmlformats.org/drawingml/2006/main" noGrp="1"/>
          </p:cNvSpPr>
          <p:nvPr/>
        </p:nvSpPr>
        <p:spPr>
          <a:xfrm xmlns:a="http://schemas.openxmlformats.org/drawingml/2006/main">
            <a:off x="2546890" y="3768947"/>
            <a:ext cx="9525" cy="70199"/>
          </a:xfrm>
          <a:custGeom xmlns:a="http://schemas.openxmlformats.org/drawingml/2006/main">
            <a:pathLst>
              <a:path w="9525" h="70199">
                <a:moveTo>
                  <a:pt x="0" y="70199"/>
                </a:moveTo>
                <a:lnTo>
                  <a:pt x="0" y="0"/>
                </a:lnTo>
              </a:path>
            </a:pathLst>
          </a:custGeom>
          <a:noFill xmlns:a="http://schemas.openxmlformats.org/drawingml/2006/main"/>
          <a:ln xmlns:a="http://schemas.openxmlformats.org/drawingml/2006/main" w="5105">
            <a:solidFill>
              <a:srgbClr val="231F20"/>
            </a:solidFill>
          </a:ln>
        </p:spPr>
      </p:sp>
      <p:sp>
        <p:nvSpPr>
          <p:cNvPr id="167" name="wire-762">
            <a:extLst xmlns:a="http://schemas.openxmlformats.org/drawingml/2006/main">
              <a:ext uri="{FF2B5EF4-FFF2-40B4-BE49-F238E27FC236}">
                <a16:creationId xmlns:a16="http://schemas.microsoft.com/office/drawing/2014/main" id="{E8E89138-4BF6-46C0-A529-F8293580CED5}"/>
              </a:ext>
            </a:extLst>
          </p:cNvPr>
          <p:cNvSpPr>
            <a:spLocks xmlns:a="http://schemas.openxmlformats.org/drawingml/2006/main" noGrp="1"/>
          </p:cNvSpPr>
          <p:nvPr/>
        </p:nvSpPr>
        <p:spPr>
          <a:xfrm xmlns:a="http://schemas.openxmlformats.org/drawingml/2006/main">
            <a:off x="2546890" y="3768947"/>
            <a:ext cx="3261074" cy="9525"/>
          </a:xfrm>
          <a:custGeom xmlns:a="http://schemas.openxmlformats.org/drawingml/2006/main">
            <a:pathLst>
              <a:path w="3261074" h="9525">
                <a:moveTo>
                  <a:pt x="0" y="0"/>
                </a:moveTo>
                <a:lnTo>
                  <a:pt x="3261074" y="0"/>
                </a:lnTo>
              </a:path>
            </a:pathLst>
          </a:custGeom>
          <a:noFill xmlns:a="http://schemas.openxmlformats.org/drawingml/2006/main"/>
          <a:ln xmlns:a="http://schemas.openxmlformats.org/drawingml/2006/main" w="5105">
            <a:solidFill>
              <a:srgbClr val="231F20"/>
            </a:solidFill>
          </a:ln>
        </p:spPr>
      </p:sp>
      <p:sp>
        <p:nvSpPr>
          <p:cNvPr id="168" name="wire-763">
            <a:extLst xmlns:a="http://schemas.openxmlformats.org/drawingml/2006/main">
              <a:ext uri="{FF2B5EF4-FFF2-40B4-BE49-F238E27FC236}">
                <a16:creationId xmlns:a16="http://schemas.microsoft.com/office/drawing/2014/main" id="{23BE6EC9-7970-4329-A6A1-B98871DA88FC}"/>
              </a:ext>
            </a:extLst>
          </p:cNvPr>
          <p:cNvSpPr>
            <a:spLocks xmlns:a="http://schemas.openxmlformats.org/drawingml/2006/main" noGrp="1"/>
          </p:cNvSpPr>
          <p:nvPr/>
        </p:nvSpPr>
        <p:spPr>
          <a:xfrm xmlns:a="http://schemas.openxmlformats.org/drawingml/2006/main">
            <a:off x="5807964" y="3768947"/>
            <a:ext cx="9525" cy="268033"/>
          </a:xfrm>
          <a:custGeom xmlns:a="http://schemas.openxmlformats.org/drawingml/2006/main">
            <a:pathLst>
              <a:path w="9525" h="268033">
                <a:moveTo>
                  <a:pt x="0" y="0"/>
                </a:moveTo>
                <a:lnTo>
                  <a:pt x="0" y="268033"/>
                </a:lnTo>
              </a:path>
            </a:pathLst>
          </a:custGeom>
          <a:noFill xmlns:a="http://schemas.openxmlformats.org/drawingml/2006/main"/>
          <a:ln xmlns:a="http://schemas.openxmlformats.org/drawingml/2006/main" w="5105">
            <a:solidFill>
              <a:srgbClr val="231F20"/>
            </a:solidFill>
          </a:ln>
        </p:spPr>
      </p:sp>
      <p:sp>
        <p:nvSpPr>
          <p:cNvPr id="169" name="circuit-764">
            <a:extLst xmlns:a="http://schemas.openxmlformats.org/drawingml/2006/main">
              <a:ext uri="{FF2B5EF4-FFF2-40B4-BE49-F238E27FC236}">
                <a16:creationId xmlns:a16="http://schemas.microsoft.com/office/drawing/2014/main" id="{B5A7DF8F-775F-4FF9-AF1F-5183DBC26777}"/>
              </a:ext>
            </a:extLst>
          </p:cNvPr>
          <p:cNvSpPr>
            <a:spLocks xmlns:a="http://schemas.openxmlformats.org/drawingml/2006/main" noGrp="1"/>
          </p:cNvSpPr>
          <p:nvPr/>
        </p:nvSpPr>
        <p:spPr>
          <a:xfrm xmlns:a="http://schemas.openxmlformats.org/drawingml/2006/main">
            <a:off x="5794562" y="4005072"/>
            <a:ext cx="26803" cy="31909"/>
          </a:xfrm>
          <a:custGeom xmlns:a="http://schemas.openxmlformats.org/drawingml/2006/main">
            <a:pathLst>
              <a:path w="26803" h="31909">
                <a:moveTo>
                  <a:pt x="13402" y="31909"/>
                </a:moveTo>
                <a:lnTo>
                  <a:pt x="26803" y="0"/>
                </a:lnTo>
                <a:lnTo>
                  <a:pt x="0" y="0"/>
                </a:lnTo>
                <a:close/>
              </a:path>
            </a:pathLst>
          </a:custGeom>
          <a:solidFill xmlns:a="http://schemas.openxmlformats.org/drawingml/2006/main">
            <a:srgbClr val="231F20"/>
          </a:solidFill>
          <a:ln xmlns:a="http://schemas.openxmlformats.org/drawingml/2006/main" w="3191">
            <a:solidFill>
              <a:srgbClr val="231F20"/>
            </a:solidFill>
          </a:ln>
        </p:spPr>
      </p:sp>
      <p:sp>
        <p:nvSpPr>
          <p:cNvPr id="170" name="wire-765">
            <a:extLst xmlns:a="http://schemas.openxmlformats.org/drawingml/2006/main">
              <a:ext uri="{FF2B5EF4-FFF2-40B4-BE49-F238E27FC236}">
                <a16:creationId xmlns:a16="http://schemas.microsoft.com/office/drawing/2014/main" id="{EE5558B4-371F-4C21-860B-DAE724AA5F79}"/>
              </a:ext>
            </a:extLst>
          </p:cNvPr>
          <p:cNvSpPr>
            <a:spLocks xmlns:a="http://schemas.openxmlformats.org/drawingml/2006/main" noGrp="1"/>
          </p:cNvSpPr>
          <p:nvPr/>
        </p:nvSpPr>
        <p:spPr>
          <a:xfrm xmlns:a="http://schemas.openxmlformats.org/drawingml/2006/main">
            <a:off x="2476691" y="3909346"/>
            <a:ext cx="548831" cy="9525"/>
          </a:xfrm>
          <a:custGeom xmlns:a="http://schemas.openxmlformats.org/drawingml/2006/main">
            <a:pathLst>
              <a:path w="548831" h="9525">
                <a:moveTo>
                  <a:pt x="0" y="0"/>
                </a:moveTo>
                <a:lnTo>
                  <a:pt x="548831" y="0"/>
                </a:lnTo>
              </a:path>
            </a:pathLst>
          </a:custGeom>
          <a:noFill xmlns:a="http://schemas.openxmlformats.org/drawingml/2006/main"/>
          <a:ln xmlns:a="http://schemas.openxmlformats.org/drawingml/2006/main" w="5105">
            <a:solidFill>
              <a:srgbClr val="231F20"/>
            </a:solidFill>
          </a:ln>
        </p:spPr>
      </p:sp>
      <p:sp>
        <p:nvSpPr>
          <p:cNvPr id="171" name="wire-766">
            <a:extLst xmlns:a="http://schemas.openxmlformats.org/drawingml/2006/main">
              <a:ext uri="{FF2B5EF4-FFF2-40B4-BE49-F238E27FC236}">
                <a16:creationId xmlns:a16="http://schemas.microsoft.com/office/drawing/2014/main" id="{17DDDC7E-3879-4BC5-8A1F-FF37642CA9EE}"/>
              </a:ext>
            </a:extLst>
          </p:cNvPr>
          <p:cNvSpPr>
            <a:spLocks xmlns:a="http://schemas.openxmlformats.org/drawingml/2006/main" noGrp="1"/>
          </p:cNvSpPr>
          <p:nvPr/>
        </p:nvSpPr>
        <p:spPr>
          <a:xfrm xmlns:a="http://schemas.openxmlformats.org/drawingml/2006/main">
            <a:off x="3025521" y="3909346"/>
            <a:ext cx="9525" cy="140399"/>
          </a:xfrm>
          <a:custGeom xmlns:a="http://schemas.openxmlformats.org/drawingml/2006/main">
            <a:pathLst>
              <a:path w="9525" h="140399">
                <a:moveTo>
                  <a:pt x="0" y="0"/>
                </a:moveTo>
                <a:lnTo>
                  <a:pt x="0" y="140399"/>
                </a:lnTo>
              </a:path>
            </a:pathLst>
          </a:custGeom>
          <a:noFill xmlns:a="http://schemas.openxmlformats.org/drawingml/2006/main"/>
          <a:ln xmlns:a="http://schemas.openxmlformats.org/drawingml/2006/main" w="5105">
            <a:solidFill>
              <a:srgbClr val="231F20"/>
            </a:solidFill>
          </a:ln>
        </p:spPr>
      </p:sp>
      <p:sp>
        <p:nvSpPr>
          <p:cNvPr id="172" name="wire-767">
            <a:extLst xmlns:a="http://schemas.openxmlformats.org/drawingml/2006/main">
              <a:ext uri="{FF2B5EF4-FFF2-40B4-BE49-F238E27FC236}">
                <a16:creationId xmlns:a16="http://schemas.microsoft.com/office/drawing/2014/main" id="{6EFE78DE-80C9-454A-B873-C3AE3148F411}"/>
              </a:ext>
            </a:extLst>
          </p:cNvPr>
          <p:cNvSpPr>
            <a:spLocks xmlns:a="http://schemas.openxmlformats.org/drawingml/2006/main" noGrp="1"/>
          </p:cNvSpPr>
          <p:nvPr/>
        </p:nvSpPr>
        <p:spPr>
          <a:xfrm xmlns:a="http://schemas.openxmlformats.org/drawingml/2006/main">
            <a:off x="3025521" y="4049744"/>
            <a:ext cx="140398" cy="9525"/>
          </a:xfrm>
          <a:custGeom xmlns:a="http://schemas.openxmlformats.org/drawingml/2006/main">
            <a:pathLst>
              <a:path w="140398" h="9525">
                <a:moveTo>
                  <a:pt x="0" y="0"/>
                </a:moveTo>
                <a:lnTo>
                  <a:pt x="140398" y="0"/>
                </a:lnTo>
              </a:path>
            </a:pathLst>
          </a:custGeom>
          <a:noFill xmlns:a="http://schemas.openxmlformats.org/drawingml/2006/main"/>
          <a:ln xmlns:a="http://schemas.openxmlformats.org/drawingml/2006/main" w="5105">
            <a:solidFill>
              <a:srgbClr val="231F20"/>
            </a:solidFill>
          </a:ln>
        </p:spPr>
      </p:sp>
      <p:sp>
        <p:nvSpPr>
          <p:cNvPr id="173" name="wire-768">
            <a:extLst xmlns:a="http://schemas.openxmlformats.org/drawingml/2006/main">
              <a:ext uri="{FF2B5EF4-FFF2-40B4-BE49-F238E27FC236}">
                <a16:creationId xmlns:a16="http://schemas.microsoft.com/office/drawing/2014/main" id="{536763DE-10C7-4E61-B4BF-9D699DCCE4E1}"/>
              </a:ext>
            </a:extLst>
          </p:cNvPr>
          <p:cNvSpPr>
            <a:spLocks xmlns:a="http://schemas.openxmlformats.org/drawingml/2006/main" noGrp="1"/>
          </p:cNvSpPr>
          <p:nvPr/>
        </p:nvSpPr>
        <p:spPr>
          <a:xfrm xmlns:a="http://schemas.openxmlformats.org/drawingml/2006/main">
            <a:off x="3165920" y="4049744"/>
            <a:ext cx="9525" cy="51054"/>
          </a:xfrm>
          <a:custGeom xmlns:a="http://schemas.openxmlformats.org/drawingml/2006/main">
            <a:pathLst>
              <a:path w="9525" h="51054">
                <a:moveTo>
                  <a:pt x="0" y="0"/>
                </a:moveTo>
                <a:lnTo>
                  <a:pt x="0" y="51054"/>
                </a:lnTo>
              </a:path>
            </a:pathLst>
          </a:custGeom>
          <a:noFill xmlns:a="http://schemas.openxmlformats.org/drawingml/2006/main"/>
          <a:ln xmlns:a="http://schemas.openxmlformats.org/drawingml/2006/main" w="5105">
            <a:solidFill>
              <a:srgbClr val="231F20"/>
            </a:solidFill>
          </a:ln>
        </p:spPr>
      </p:sp>
      <p:sp>
        <p:nvSpPr>
          <p:cNvPr id="174" name="circuit-769">
            <a:extLst xmlns:a="http://schemas.openxmlformats.org/drawingml/2006/main">
              <a:ext uri="{FF2B5EF4-FFF2-40B4-BE49-F238E27FC236}">
                <a16:creationId xmlns:a16="http://schemas.microsoft.com/office/drawing/2014/main" id="{F6B7F0FC-7A20-4DD2-B5FB-A82198A9D290}"/>
              </a:ext>
            </a:extLst>
          </p:cNvPr>
          <p:cNvSpPr>
            <a:spLocks xmlns:a="http://schemas.openxmlformats.org/drawingml/2006/main" noGrp="1"/>
          </p:cNvSpPr>
          <p:nvPr/>
        </p:nvSpPr>
        <p:spPr>
          <a:xfrm xmlns:a="http://schemas.openxmlformats.org/drawingml/2006/main">
            <a:off x="3152518" y="4068890"/>
            <a:ext cx="26803" cy="31909"/>
          </a:xfrm>
          <a:custGeom xmlns:a="http://schemas.openxmlformats.org/drawingml/2006/main">
            <a:pathLst>
              <a:path w="26803" h="31909">
                <a:moveTo>
                  <a:pt x="13402" y="31909"/>
                </a:moveTo>
                <a:lnTo>
                  <a:pt x="26803" y="0"/>
                </a:lnTo>
                <a:lnTo>
                  <a:pt x="0" y="0"/>
                </a:lnTo>
                <a:close/>
              </a:path>
            </a:pathLst>
          </a:custGeom>
          <a:solidFill xmlns:a="http://schemas.openxmlformats.org/drawingml/2006/main">
            <a:srgbClr val="231F20"/>
          </a:solidFill>
          <a:ln xmlns:a="http://schemas.openxmlformats.org/drawingml/2006/main" w="3191">
            <a:solidFill>
              <a:srgbClr val="231F20"/>
            </a:solidFill>
          </a:ln>
        </p:spPr>
      </p:sp>
      <p:sp>
        <p:nvSpPr>
          <p:cNvPr id="175" name="wire-770">
            <a:extLst xmlns:a="http://schemas.openxmlformats.org/drawingml/2006/main">
              <a:ext uri="{FF2B5EF4-FFF2-40B4-BE49-F238E27FC236}">
                <a16:creationId xmlns:a16="http://schemas.microsoft.com/office/drawing/2014/main" id="{E1F46370-9A46-4A49-8C1A-35B31C44E120}"/>
              </a:ext>
            </a:extLst>
          </p:cNvPr>
          <p:cNvSpPr>
            <a:spLocks xmlns:a="http://schemas.openxmlformats.org/drawingml/2006/main" noGrp="1"/>
          </p:cNvSpPr>
          <p:nvPr/>
        </p:nvSpPr>
        <p:spPr>
          <a:xfrm xmlns:a="http://schemas.openxmlformats.org/drawingml/2006/main">
            <a:off x="2476691" y="3973163"/>
            <a:ext cx="63818" cy="9525"/>
          </a:xfrm>
          <a:custGeom xmlns:a="http://schemas.openxmlformats.org/drawingml/2006/main">
            <a:pathLst>
              <a:path w="63818" h="9525">
                <a:moveTo>
                  <a:pt x="0" y="0"/>
                </a:moveTo>
                <a:lnTo>
                  <a:pt x="63818" y="0"/>
                </a:lnTo>
              </a:path>
            </a:pathLst>
          </a:custGeom>
          <a:noFill xmlns:a="http://schemas.openxmlformats.org/drawingml/2006/main"/>
          <a:ln xmlns:a="http://schemas.openxmlformats.org/drawingml/2006/main" w="5105">
            <a:solidFill>
              <a:srgbClr val="231F20"/>
            </a:solidFill>
          </a:ln>
        </p:spPr>
      </p:sp>
      <p:sp>
        <p:nvSpPr>
          <p:cNvPr id="176" name="wire-771">
            <a:extLst xmlns:a="http://schemas.openxmlformats.org/drawingml/2006/main">
              <a:ext uri="{FF2B5EF4-FFF2-40B4-BE49-F238E27FC236}">
                <a16:creationId xmlns:a16="http://schemas.microsoft.com/office/drawing/2014/main" id="{C5200C7F-189F-499B-909D-F23E20DA9A23}"/>
              </a:ext>
            </a:extLst>
          </p:cNvPr>
          <p:cNvSpPr>
            <a:spLocks xmlns:a="http://schemas.openxmlformats.org/drawingml/2006/main" noGrp="1"/>
          </p:cNvSpPr>
          <p:nvPr/>
        </p:nvSpPr>
        <p:spPr>
          <a:xfrm xmlns:a="http://schemas.openxmlformats.org/drawingml/2006/main">
            <a:off x="2540508" y="3973163"/>
            <a:ext cx="9525" cy="861536"/>
          </a:xfrm>
          <a:custGeom xmlns:a="http://schemas.openxmlformats.org/drawingml/2006/main">
            <a:pathLst>
              <a:path w="9525" h="861536">
                <a:moveTo>
                  <a:pt x="0" y="0"/>
                </a:moveTo>
                <a:lnTo>
                  <a:pt x="0" y="861536"/>
                </a:lnTo>
              </a:path>
            </a:pathLst>
          </a:custGeom>
          <a:noFill xmlns:a="http://schemas.openxmlformats.org/drawingml/2006/main"/>
          <a:ln xmlns:a="http://schemas.openxmlformats.org/drawingml/2006/main" w="5105">
            <a:solidFill>
              <a:srgbClr val="231F20"/>
            </a:solidFill>
          </a:ln>
        </p:spPr>
      </p:sp>
      <p:sp>
        <p:nvSpPr>
          <p:cNvPr id="177" name="wire-772">
            <a:extLst xmlns:a="http://schemas.openxmlformats.org/drawingml/2006/main">
              <a:ext uri="{FF2B5EF4-FFF2-40B4-BE49-F238E27FC236}">
                <a16:creationId xmlns:a16="http://schemas.microsoft.com/office/drawing/2014/main" id="{BBBF0E4D-7F13-4A8E-AA2A-94FFC5D7E083}"/>
              </a:ext>
            </a:extLst>
          </p:cNvPr>
          <p:cNvSpPr>
            <a:spLocks xmlns:a="http://schemas.openxmlformats.org/drawingml/2006/main" noGrp="1"/>
          </p:cNvSpPr>
          <p:nvPr/>
        </p:nvSpPr>
        <p:spPr>
          <a:xfrm xmlns:a="http://schemas.openxmlformats.org/drawingml/2006/main">
            <a:off x="2540508" y="4834700"/>
            <a:ext cx="625411" cy="9525"/>
          </a:xfrm>
          <a:custGeom xmlns:a="http://schemas.openxmlformats.org/drawingml/2006/main">
            <a:pathLst>
              <a:path w="625411" h="9525">
                <a:moveTo>
                  <a:pt x="0" y="0"/>
                </a:moveTo>
                <a:lnTo>
                  <a:pt x="625411" y="0"/>
                </a:lnTo>
              </a:path>
            </a:pathLst>
          </a:custGeom>
          <a:noFill xmlns:a="http://schemas.openxmlformats.org/drawingml/2006/main"/>
          <a:ln xmlns:a="http://schemas.openxmlformats.org/drawingml/2006/main" w="5105">
            <a:solidFill>
              <a:srgbClr val="231F20"/>
            </a:solidFill>
          </a:ln>
        </p:spPr>
      </p:sp>
      <p:sp>
        <p:nvSpPr>
          <p:cNvPr id="178" name="wire-773">
            <a:extLst xmlns:a="http://schemas.openxmlformats.org/drawingml/2006/main">
              <a:ext uri="{FF2B5EF4-FFF2-40B4-BE49-F238E27FC236}">
                <a16:creationId xmlns:a16="http://schemas.microsoft.com/office/drawing/2014/main" id="{8D578D21-A444-4B57-97EF-90A36EF68A24}"/>
              </a:ext>
            </a:extLst>
          </p:cNvPr>
          <p:cNvSpPr>
            <a:spLocks xmlns:a="http://schemas.openxmlformats.org/drawingml/2006/main" noGrp="1"/>
          </p:cNvSpPr>
          <p:nvPr/>
        </p:nvSpPr>
        <p:spPr>
          <a:xfrm xmlns:a="http://schemas.openxmlformats.org/drawingml/2006/main">
            <a:off x="3165920" y="4796409"/>
            <a:ext cx="9525" cy="38291"/>
          </a:xfrm>
          <a:custGeom xmlns:a="http://schemas.openxmlformats.org/drawingml/2006/main">
            <a:pathLst>
              <a:path w="9525" h="38291">
                <a:moveTo>
                  <a:pt x="0" y="38291"/>
                </a:moveTo>
                <a:lnTo>
                  <a:pt x="0" y="0"/>
                </a:lnTo>
              </a:path>
            </a:pathLst>
          </a:custGeom>
          <a:noFill xmlns:a="http://schemas.openxmlformats.org/drawingml/2006/main"/>
          <a:ln xmlns:a="http://schemas.openxmlformats.org/drawingml/2006/main" w="5105">
            <a:solidFill>
              <a:srgbClr val="231F20"/>
            </a:solidFill>
          </a:ln>
        </p:spPr>
      </p:sp>
      <p:sp>
        <p:nvSpPr>
          <p:cNvPr id="179" name="circuit-774">
            <a:extLst xmlns:a="http://schemas.openxmlformats.org/drawingml/2006/main">
              <a:ext uri="{FF2B5EF4-FFF2-40B4-BE49-F238E27FC236}">
                <a16:creationId xmlns:a16="http://schemas.microsoft.com/office/drawing/2014/main" id="{705D1F0E-438A-496F-A3B9-900D28AD91FA}"/>
              </a:ext>
            </a:extLst>
          </p:cNvPr>
          <p:cNvSpPr>
            <a:spLocks xmlns:a="http://schemas.openxmlformats.org/drawingml/2006/main" noGrp="1"/>
          </p:cNvSpPr>
          <p:nvPr/>
        </p:nvSpPr>
        <p:spPr>
          <a:xfrm xmlns:a="http://schemas.openxmlformats.org/drawingml/2006/main">
            <a:off x="3152518" y="4796409"/>
            <a:ext cx="26803" cy="31909"/>
          </a:xfrm>
          <a:custGeom xmlns:a="http://schemas.openxmlformats.org/drawingml/2006/main">
            <a:pathLst>
              <a:path w="26803" h="31909">
                <a:moveTo>
                  <a:pt x="13402" y="0"/>
                </a:moveTo>
                <a:lnTo>
                  <a:pt x="0" y="31909"/>
                </a:lnTo>
                <a:lnTo>
                  <a:pt x="26803" y="31909"/>
                </a:lnTo>
                <a:close/>
              </a:path>
            </a:pathLst>
          </a:custGeom>
          <a:solidFill xmlns:a="http://schemas.openxmlformats.org/drawingml/2006/main">
            <a:srgbClr val="231F20"/>
          </a:solidFill>
          <a:ln xmlns:a="http://schemas.openxmlformats.org/drawingml/2006/main" w="3191">
            <a:solidFill>
              <a:srgbClr val="231F20"/>
            </a:solidFill>
          </a:ln>
        </p:spPr>
      </p:sp>
      <p:sp>
        <p:nvSpPr>
          <p:cNvPr id="180" name="block-775">
            <a:extLst xmlns:a="http://schemas.openxmlformats.org/drawingml/2006/main">
              <a:ext uri="{FF2B5EF4-FFF2-40B4-BE49-F238E27FC236}">
                <a16:creationId xmlns:a16="http://schemas.microsoft.com/office/drawing/2014/main" id="{3651426B-77EB-471E-BC66-EDE7E98DFA6B}"/>
              </a:ext>
            </a:extLst>
          </p:cNvPr>
          <p:cNvSpPr>
            <a:spLocks xmlns:a="http://schemas.openxmlformats.org/drawingml/2006/main" noGrp="1"/>
          </p:cNvSpPr>
          <p:nvPr/>
        </p:nvSpPr>
        <p:spPr>
          <a:xfrm xmlns:a="http://schemas.openxmlformats.org/drawingml/2006/main">
            <a:off x="1825752" y="4139089"/>
            <a:ext cx="650939" cy="599885"/>
          </a:xfrm>
          <a:prstGeom xmlns:a="http://schemas.openxmlformats.org/drawingml/2006/main" prst="rect">
            <a:avLst/>
          </a:prstGeom>
          <a:solidFill xmlns:a="http://schemas.openxmlformats.org/drawingml/2006/main">
            <a:srgbClr val="77A3DC"/>
          </a:solidFill>
          <a:ln xmlns:a="http://schemas.openxmlformats.org/drawingml/2006/main" w="9573">
            <a:solidFill>
              <a:srgbClr val="231F20"/>
            </a:solidFill>
          </a:ln>
        </p:spPr>
      </p:sp>
      <p:sp>
        <p:nvSpPr>
          <p:cNvPr id="181" name="text-776">
            <a:extLst xmlns:a="http://schemas.openxmlformats.org/drawingml/2006/main">
              <a:ext uri="{FF2B5EF4-FFF2-40B4-BE49-F238E27FC236}">
                <a16:creationId xmlns:a16="http://schemas.microsoft.com/office/drawing/2014/main" id="{57C34B27-5347-46DC-A528-79906F256B20}"/>
              </a:ext>
            </a:extLst>
          </p:cNvPr>
          <p:cNvSpPr>
            <a:spLocks xmlns:a="http://schemas.openxmlformats.org/drawingml/2006/main" noGrp="1"/>
          </p:cNvSpPr>
          <p:nvPr/>
        </p:nvSpPr>
        <p:spPr>
          <a:xfrm xmlns:a="http://schemas.openxmlformats.org/drawingml/2006/main">
            <a:off x="2036350" y="4483703"/>
            <a:ext cx="408432" cy="1340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704" b="1">
                <a:solidFill>
                  <a:srgbClr val="231F20"/>
                </a:solidFill>
                <a:latin typeface="Arial"/>
                <a:ea typeface="Arial"/>
                <a:cs typeface="Arial"/>
              </a:defRPr>
            </a:defPPr>
            <a:lvl1pPr algn="l">
              <a:defRPr sz="704" b="1">
                <a:solidFill>
                  <a:srgbClr val="231F20"/>
                </a:solidFill>
                <a:latin typeface="Arial"/>
                <a:ea typeface="Arial"/>
                <a:cs typeface="Arial"/>
              </a:defRPr>
            </a:lvl1pPr>
            <a:lvl2pPr algn="l">
              <a:defRPr sz="704" b="1">
                <a:solidFill>
                  <a:srgbClr val="231F20"/>
                </a:solidFill>
                <a:latin typeface="Arial"/>
                <a:ea typeface="Arial"/>
                <a:cs typeface="Arial"/>
              </a:defRPr>
            </a:lvl2pPr>
            <a:lvl3pPr algn="l">
              <a:defRPr sz="704" b="1">
                <a:solidFill>
                  <a:srgbClr val="231F20"/>
                </a:solidFill>
                <a:latin typeface="Arial"/>
                <a:ea typeface="Arial"/>
                <a:cs typeface="Arial"/>
              </a:defRPr>
            </a:lvl3pPr>
            <a:lvl4pPr algn="l">
              <a:defRPr sz="704" b="1">
                <a:solidFill>
                  <a:srgbClr val="231F20"/>
                </a:solidFill>
                <a:latin typeface="Arial"/>
                <a:ea typeface="Arial"/>
                <a:cs typeface="Arial"/>
              </a:defRPr>
            </a:lvl4pPr>
            <a:lvl5pPr algn="l">
              <a:defRPr sz="704" b="1">
                <a:solidFill>
                  <a:srgbClr val="231F20"/>
                </a:solidFill>
                <a:latin typeface="Arial"/>
                <a:ea typeface="Arial"/>
                <a:cs typeface="Arial"/>
              </a:defRPr>
            </a:lvl5pPr>
            <a:lvl6pPr algn="l">
              <a:defRPr sz="704" b="1">
                <a:solidFill>
                  <a:srgbClr val="231F20"/>
                </a:solidFill>
                <a:latin typeface="Arial"/>
                <a:ea typeface="Arial"/>
                <a:cs typeface="Arial"/>
              </a:defRPr>
            </a:lvl6pPr>
            <a:lvl7pPr algn="l">
              <a:defRPr sz="704" b="1">
                <a:solidFill>
                  <a:srgbClr val="231F20"/>
                </a:solidFill>
                <a:latin typeface="Arial"/>
                <a:ea typeface="Arial"/>
                <a:cs typeface="Arial"/>
              </a:defRPr>
            </a:lvl7pPr>
            <a:lvl8pPr algn="l">
              <a:defRPr sz="704" b="1">
                <a:solidFill>
                  <a:srgbClr val="231F20"/>
                </a:solidFill>
                <a:latin typeface="Arial"/>
                <a:ea typeface="Arial"/>
                <a:cs typeface="Arial"/>
              </a:defRPr>
            </a:lvl8pPr>
            <a:lvl9pPr algn="l">
              <a:defRPr sz="704" b="1">
                <a:solidFill>
                  <a:srgbClr val="231F20"/>
                </a:solidFill>
                <a:latin typeface="Arial"/>
                <a:ea typeface="Arial"/>
                <a:cs typeface="Arial"/>
              </a:defRPr>
            </a:lvl9pPr>
          </a:lstStyle>
          <a:p xmlns:a="http://schemas.openxmlformats.org/drawingml/2006/main">
            <a:pPr algn="l">
              <a:defRPr sz="704" b="1">
                <a:solidFill>
                  <a:srgbClr val="231F20"/>
                </a:solidFill>
                <a:latin typeface="Arial"/>
                <a:ea typeface="Arial"/>
                <a:cs typeface="Arial"/>
              </a:defRPr>
            </a:pPr>
            <a:r>
              <a:rPr sz="704" b="1">
                <a:solidFill>
                  <a:srgbClr val="231F20"/>
                </a:solidFill>
                <a:latin typeface="Arial"/>
                <a:ea typeface="Arial"/>
                <a:cs typeface="Arial"/>
              </a:rPr>
              <a:t>regfile</a:t>
            </a:r>
          </a:p>
        </p:txBody>
      </p:sp>
      <p:sp>
        <p:nvSpPr>
          <p:cNvPr id="182" name="text-777">
            <a:extLst xmlns:a="http://schemas.openxmlformats.org/drawingml/2006/main">
              <a:ext uri="{FF2B5EF4-FFF2-40B4-BE49-F238E27FC236}">
                <a16:creationId xmlns:a16="http://schemas.microsoft.com/office/drawing/2014/main" id="{5FB1CD2E-AA33-48BE-B0AC-9CC309361337}"/>
              </a:ext>
            </a:extLst>
          </p:cNvPr>
          <p:cNvSpPr>
            <a:spLocks xmlns:a="http://schemas.openxmlformats.org/drawingml/2006/main" noGrp="1"/>
          </p:cNvSpPr>
          <p:nvPr/>
        </p:nvSpPr>
        <p:spPr>
          <a:xfrm xmlns:a="http://schemas.openxmlformats.org/drawingml/2006/main">
            <a:off x="1857661" y="4202906"/>
            <a:ext cx="216980" cy="1148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553" b="0">
                <a:solidFill>
                  <a:srgbClr val="231F20"/>
                </a:solidFill>
                <a:latin typeface="Arial"/>
                <a:ea typeface="Arial"/>
                <a:cs typeface="Arial"/>
              </a:defRPr>
            </a:defPPr>
            <a:lvl1pPr algn="l">
              <a:defRPr sz="553" b="0">
                <a:solidFill>
                  <a:srgbClr val="231F20"/>
                </a:solidFill>
                <a:latin typeface="Arial"/>
                <a:ea typeface="Arial"/>
                <a:cs typeface="Arial"/>
              </a:defRPr>
            </a:lvl1pPr>
            <a:lvl2pPr algn="l">
              <a:defRPr sz="553" b="0">
                <a:solidFill>
                  <a:srgbClr val="231F20"/>
                </a:solidFill>
                <a:latin typeface="Arial"/>
                <a:ea typeface="Arial"/>
                <a:cs typeface="Arial"/>
              </a:defRPr>
            </a:lvl2pPr>
            <a:lvl3pPr algn="l">
              <a:defRPr sz="553" b="0">
                <a:solidFill>
                  <a:srgbClr val="231F20"/>
                </a:solidFill>
                <a:latin typeface="Arial"/>
                <a:ea typeface="Arial"/>
                <a:cs typeface="Arial"/>
              </a:defRPr>
            </a:lvl3pPr>
            <a:lvl4pPr algn="l">
              <a:defRPr sz="553" b="0">
                <a:solidFill>
                  <a:srgbClr val="231F20"/>
                </a:solidFill>
                <a:latin typeface="Arial"/>
                <a:ea typeface="Arial"/>
                <a:cs typeface="Arial"/>
              </a:defRPr>
            </a:lvl4pPr>
            <a:lvl5pPr algn="l">
              <a:defRPr sz="553" b="0">
                <a:solidFill>
                  <a:srgbClr val="231F20"/>
                </a:solidFill>
                <a:latin typeface="Arial"/>
                <a:ea typeface="Arial"/>
                <a:cs typeface="Arial"/>
              </a:defRPr>
            </a:lvl5pPr>
            <a:lvl6pPr algn="l">
              <a:defRPr sz="553" b="0">
                <a:solidFill>
                  <a:srgbClr val="231F20"/>
                </a:solidFill>
                <a:latin typeface="Arial"/>
                <a:ea typeface="Arial"/>
                <a:cs typeface="Arial"/>
              </a:defRPr>
            </a:lvl6pPr>
            <a:lvl7pPr algn="l">
              <a:defRPr sz="553" b="0">
                <a:solidFill>
                  <a:srgbClr val="231F20"/>
                </a:solidFill>
                <a:latin typeface="Arial"/>
                <a:ea typeface="Arial"/>
                <a:cs typeface="Arial"/>
              </a:defRPr>
            </a:lvl7pPr>
            <a:lvl8pPr algn="l">
              <a:defRPr sz="553" b="0">
                <a:solidFill>
                  <a:srgbClr val="231F20"/>
                </a:solidFill>
                <a:latin typeface="Arial"/>
                <a:ea typeface="Arial"/>
                <a:cs typeface="Arial"/>
              </a:defRPr>
            </a:lvl8pPr>
            <a:lvl9pPr algn="l">
              <a:defRPr sz="553" b="0">
                <a:solidFill>
                  <a:srgbClr val="231F20"/>
                </a:solidFill>
                <a:latin typeface="Arial"/>
                <a:ea typeface="Arial"/>
                <a:cs typeface="Arial"/>
              </a:defRPr>
            </a:lvl9pPr>
          </a:lstStyle>
          <a:p xmlns:a="http://schemas.openxmlformats.org/drawingml/2006/main">
            <a:pPr algn="l">
              <a:defRPr sz="553" b="0">
                <a:solidFill>
                  <a:srgbClr val="231F20"/>
                </a:solidFill>
                <a:latin typeface="Arial"/>
                <a:ea typeface="Arial"/>
                <a:cs typeface="Arial"/>
              </a:defRPr>
            </a:pPr>
            <a:r>
              <a:rPr sz="553" b="0">
                <a:solidFill>
                  <a:srgbClr val="231F20"/>
                </a:solidFill>
                <a:latin typeface="Arial"/>
                <a:ea typeface="Arial"/>
                <a:cs typeface="Arial"/>
              </a:rPr>
              <a:t>A1</a:t>
            </a:r>
          </a:p>
        </p:txBody>
      </p:sp>
      <p:sp>
        <p:nvSpPr>
          <p:cNvPr id="183" name="text-778">
            <a:extLst xmlns:a="http://schemas.openxmlformats.org/drawingml/2006/main">
              <a:ext uri="{FF2B5EF4-FFF2-40B4-BE49-F238E27FC236}">
                <a16:creationId xmlns:a16="http://schemas.microsoft.com/office/drawing/2014/main" id="{E44F8D61-076C-4E69-A78D-57FFAAF5C94C}"/>
              </a:ext>
            </a:extLst>
          </p:cNvPr>
          <p:cNvSpPr>
            <a:spLocks xmlns:a="http://schemas.openxmlformats.org/drawingml/2006/main" noGrp="1"/>
          </p:cNvSpPr>
          <p:nvPr/>
        </p:nvSpPr>
        <p:spPr>
          <a:xfrm xmlns:a="http://schemas.openxmlformats.org/drawingml/2006/main">
            <a:off x="1857661" y="4336923"/>
            <a:ext cx="216980" cy="1148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553" b="0">
                <a:solidFill>
                  <a:srgbClr val="231F20"/>
                </a:solidFill>
                <a:latin typeface="Arial"/>
                <a:ea typeface="Arial"/>
                <a:cs typeface="Arial"/>
              </a:defRPr>
            </a:defPPr>
            <a:lvl1pPr algn="l">
              <a:defRPr sz="553" b="0">
                <a:solidFill>
                  <a:srgbClr val="231F20"/>
                </a:solidFill>
                <a:latin typeface="Arial"/>
                <a:ea typeface="Arial"/>
                <a:cs typeface="Arial"/>
              </a:defRPr>
            </a:lvl1pPr>
            <a:lvl2pPr algn="l">
              <a:defRPr sz="553" b="0">
                <a:solidFill>
                  <a:srgbClr val="231F20"/>
                </a:solidFill>
                <a:latin typeface="Arial"/>
                <a:ea typeface="Arial"/>
                <a:cs typeface="Arial"/>
              </a:defRPr>
            </a:lvl2pPr>
            <a:lvl3pPr algn="l">
              <a:defRPr sz="553" b="0">
                <a:solidFill>
                  <a:srgbClr val="231F20"/>
                </a:solidFill>
                <a:latin typeface="Arial"/>
                <a:ea typeface="Arial"/>
                <a:cs typeface="Arial"/>
              </a:defRPr>
            </a:lvl3pPr>
            <a:lvl4pPr algn="l">
              <a:defRPr sz="553" b="0">
                <a:solidFill>
                  <a:srgbClr val="231F20"/>
                </a:solidFill>
                <a:latin typeface="Arial"/>
                <a:ea typeface="Arial"/>
                <a:cs typeface="Arial"/>
              </a:defRPr>
            </a:lvl4pPr>
            <a:lvl5pPr algn="l">
              <a:defRPr sz="553" b="0">
                <a:solidFill>
                  <a:srgbClr val="231F20"/>
                </a:solidFill>
                <a:latin typeface="Arial"/>
                <a:ea typeface="Arial"/>
                <a:cs typeface="Arial"/>
              </a:defRPr>
            </a:lvl5pPr>
            <a:lvl6pPr algn="l">
              <a:defRPr sz="553" b="0">
                <a:solidFill>
                  <a:srgbClr val="231F20"/>
                </a:solidFill>
                <a:latin typeface="Arial"/>
                <a:ea typeface="Arial"/>
                <a:cs typeface="Arial"/>
              </a:defRPr>
            </a:lvl6pPr>
            <a:lvl7pPr algn="l">
              <a:defRPr sz="553" b="0">
                <a:solidFill>
                  <a:srgbClr val="231F20"/>
                </a:solidFill>
                <a:latin typeface="Arial"/>
                <a:ea typeface="Arial"/>
                <a:cs typeface="Arial"/>
              </a:defRPr>
            </a:lvl7pPr>
            <a:lvl8pPr algn="l">
              <a:defRPr sz="553" b="0">
                <a:solidFill>
                  <a:srgbClr val="231F20"/>
                </a:solidFill>
                <a:latin typeface="Arial"/>
                <a:ea typeface="Arial"/>
                <a:cs typeface="Arial"/>
              </a:defRPr>
            </a:lvl8pPr>
            <a:lvl9pPr algn="l">
              <a:defRPr sz="553" b="0">
                <a:solidFill>
                  <a:srgbClr val="231F20"/>
                </a:solidFill>
                <a:latin typeface="Arial"/>
                <a:ea typeface="Arial"/>
                <a:cs typeface="Arial"/>
              </a:defRPr>
            </a:lvl9pPr>
          </a:lstStyle>
          <a:p xmlns:a="http://schemas.openxmlformats.org/drawingml/2006/main">
            <a:pPr algn="l">
              <a:defRPr sz="553" b="0">
                <a:solidFill>
                  <a:srgbClr val="231F20"/>
                </a:solidFill>
                <a:latin typeface="Arial"/>
                <a:ea typeface="Arial"/>
                <a:cs typeface="Arial"/>
              </a:defRPr>
            </a:pPr>
            <a:r>
              <a:rPr sz="553" b="0">
                <a:solidFill>
                  <a:srgbClr val="231F20"/>
                </a:solidFill>
                <a:latin typeface="Arial"/>
                <a:ea typeface="Arial"/>
                <a:cs typeface="Arial"/>
              </a:rPr>
              <a:t>A2</a:t>
            </a:r>
          </a:p>
        </p:txBody>
      </p:sp>
      <p:sp>
        <p:nvSpPr>
          <p:cNvPr id="184" name="text-779">
            <a:extLst xmlns:a="http://schemas.openxmlformats.org/drawingml/2006/main">
              <a:ext uri="{FF2B5EF4-FFF2-40B4-BE49-F238E27FC236}">
                <a16:creationId xmlns:a16="http://schemas.microsoft.com/office/drawing/2014/main" id="{BB49D85E-9B58-43A5-994B-1022387076BE}"/>
              </a:ext>
            </a:extLst>
          </p:cNvPr>
          <p:cNvSpPr>
            <a:spLocks xmlns:a="http://schemas.openxmlformats.org/drawingml/2006/main" noGrp="1"/>
          </p:cNvSpPr>
          <p:nvPr/>
        </p:nvSpPr>
        <p:spPr>
          <a:xfrm xmlns:a="http://schemas.openxmlformats.org/drawingml/2006/main">
            <a:off x="1857661" y="4464558"/>
            <a:ext cx="216980" cy="1148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553" b="0">
                <a:solidFill>
                  <a:srgbClr val="231F20"/>
                </a:solidFill>
                <a:latin typeface="Arial"/>
                <a:ea typeface="Arial"/>
                <a:cs typeface="Arial"/>
              </a:defRPr>
            </a:defPPr>
            <a:lvl1pPr algn="l">
              <a:defRPr sz="553" b="0">
                <a:solidFill>
                  <a:srgbClr val="231F20"/>
                </a:solidFill>
                <a:latin typeface="Arial"/>
                <a:ea typeface="Arial"/>
                <a:cs typeface="Arial"/>
              </a:defRPr>
            </a:lvl1pPr>
            <a:lvl2pPr algn="l">
              <a:defRPr sz="553" b="0">
                <a:solidFill>
                  <a:srgbClr val="231F20"/>
                </a:solidFill>
                <a:latin typeface="Arial"/>
                <a:ea typeface="Arial"/>
                <a:cs typeface="Arial"/>
              </a:defRPr>
            </a:lvl2pPr>
            <a:lvl3pPr algn="l">
              <a:defRPr sz="553" b="0">
                <a:solidFill>
                  <a:srgbClr val="231F20"/>
                </a:solidFill>
                <a:latin typeface="Arial"/>
                <a:ea typeface="Arial"/>
                <a:cs typeface="Arial"/>
              </a:defRPr>
            </a:lvl3pPr>
            <a:lvl4pPr algn="l">
              <a:defRPr sz="553" b="0">
                <a:solidFill>
                  <a:srgbClr val="231F20"/>
                </a:solidFill>
                <a:latin typeface="Arial"/>
                <a:ea typeface="Arial"/>
                <a:cs typeface="Arial"/>
              </a:defRPr>
            </a:lvl4pPr>
            <a:lvl5pPr algn="l">
              <a:defRPr sz="553" b="0">
                <a:solidFill>
                  <a:srgbClr val="231F20"/>
                </a:solidFill>
                <a:latin typeface="Arial"/>
                <a:ea typeface="Arial"/>
                <a:cs typeface="Arial"/>
              </a:defRPr>
            </a:lvl5pPr>
            <a:lvl6pPr algn="l">
              <a:defRPr sz="553" b="0">
                <a:solidFill>
                  <a:srgbClr val="231F20"/>
                </a:solidFill>
                <a:latin typeface="Arial"/>
                <a:ea typeface="Arial"/>
                <a:cs typeface="Arial"/>
              </a:defRPr>
            </a:lvl6pPr>
            <a:lvl7pPr algn="l">
              <a:defRPr sz="553" b="0">
                <a:solidFill>
                  <a:srgbClr val="231F20"/>
                </a:solidFill>
                <a:latin typeface="Arial"/>
                <a:ea typeface="Arial"/>
                <a:cs typeface="Arial"/>
              </a:defRPr>
            </a:lvl7pPr>
            <a:lvl8pPr algn="l">
              <a:defRPr sz="553" b="0">
                <a:solidFill>
                  <a:srgbClr val="231F20"/>
                </a:solidFill>
                <a:latin typeface="Arial"/>
                <a:ea typeface="Arial"/>
                <a:cs typeface="Arial"/>
              </a:defRPr>
            </a:lvl8pPr>
            <a:lvl9pPr algn="l">
              <a:defRPr sz="553" b="0">
                <a:solidFill>
                  <a:srgbClr val="231F20"/>
                </a:solidFill>
                <a:latin typeface="Arial"/>
                <a:ea typeface="Arial"/>
                <a:cs typeface="Arial"/>
              </a:defRPr>
            </a:lvl9pPr>
          </a:lstStyle>
          <a:p xmlns:a="http://schemas.openxmlformats.org/drawingml/2006/main">
            <a:pPr algn="l">
              <a:defRPr sz="553" b="0">
                <a:solidFill>
                  <a:srgbClr val="231F20"/>
                </a:solidFill>
                <a:latin typeface="Arial"/>
                <a:ea typeface="Arial"/>
                <a:cs typeface="Arial"/>
              </a:defRPr>
            </a:pPr>
            <a:r>
              <a:rPr sz="553" b="0">
                <a:solidFill>
                  <a:srgbClr val="231F20"/>
                </a:solidFill>
                <a:latin typeface="Arial"/>
                <a:ea typeface="Arial"/>
                <a:cs typeface="Arial"/>
              </a:rPr>
              <a:t>A3</a:t>
            </a:r>
          </a:p>
        </p:txBody>
      </p:sp>
      <p:sp>
        <p:nvSpPr>
          <p:cNvPr id="185" name="text-780">
            <a:extLst xmlns:a="http://schemas.openxmlformats.org/drawingml/2006/main">
              <a:ext uri="{FF2B5EF4-FFF2-40B4-BE49-F238E27FC236}">
                <a16:creationId xmlns:a16="http://schemas.microsoft.com/office/drawing/2014/main" id="{EC2467BF-9735-4923-A2EF-2082711F296E}"/>
              </a:ext>
            </a:extLst>
          </p:cNvPr>
          <p:cNvSpPr>
            <a:spLocks xmlns:a="http://schemas.openxmlformats.org/drawingml/2006/main" noGrp="1"/>
          </p:cNvSpPr>
          <p:nvPr/>
        </p:nvSpPr>
        <p:spPr>
          <a:xfrm xmlns:a="http://schemas.openxmlformats.org/drawingml/2006/main">
            <a:off x="1857661" y="4617720"/>
            <a:ext cx="216980" cy="1148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553" b="0">
                <a:solidFill>
                  <a:srgbClr val="231F20"/>
                </a:solidFill>
                <a:latin typeface="Arial"/>
                <a:ea typeface="Arial"/>
                <a:cs typeface="Arial"/>
              </a:defRPr>
            </a:defPPr>
            <a:lvl1pPr algn="l">
              <a:defRPr sz="553" b="0">
                <a:solidFill>
                  <a:srgbClr val="231F20"/>
                </a:solidFill>
                <a:latin typeface="Arial"/>
                <a:ea typeface="Arial"/>
                <a:cs typeface="Arial"/>
              </a:defRPr>
            </a:lvl1pPr>
            <a:lvl2pPr algn="l">
              <a:defRPr sz="553" b="0">
                <a:solidFill>
                  <a:srgbClr val="231F20"/>
                </a:solidFill>
                <a:latin typeface="Arial"/>
                <a:ea typeface="Arial"/>
                <a:cs typeface="Arial"/>
              </a:defRPr>
            </a:lvl2pPr>
            <a:lvl3pPr algn="l">
              <a:defRPr sz="553" b="0">
                <a:solidFill>
                  <a:srgbClr val="231F20"/>
                </a:solidFill>
                <a:latin typeface="Arial"/>
                <a:ea typeface="Arial"/>
                <a:cs typeface="Arial"/>
              </a:defRPr>
            </a:lvl3pPr>
            <a:lvl4pPr algn="l">
              <a:defRPr sz="553" b="0">
                <a:solidFill>
                  <a:srgbClr val="231F20"/>
                </a:solidFill>
                <a:latin typeface="Arial"/>
                <a:ea typeface="Arial"/>
                <a:cs typeface="Arial"/>
              </a:defRPr>
            </a:lvl4pPr>
            <a:lvl5pPr algn="l">
              <a:defRPr sz="553" b="0">
                <a:solidFill>
                  <a:srgbClr val="231F20"/>
                </a:solidFill>
                <a:latin typeface="Arial"/>
                <a:ea typeface="Arial"/>
                <a:cs typeface="Arial"/>
              </a:defRPr>
            </a:lvl5pPr>
            <a:lvl6pPr algn="l">
              <a:defRPr sz="553" b="0">
                <a:solidFill>
                  <a:srgbClr val="231F20"/>
                </a:solidFill>
                <a:latin typeface="Arial"/>
                <a:ea typeface="Arial"/>
                <a:cs typeface="Arial"/>
              </a:defRPr>
            </a:lvl6pPr>
            <a:lvl7pPr algn="l">
              <a:defRPr sz="553" b="0">
                <a:solidFill>
                  <a:srgbClr val="231F20"/>
                </a:solidFill>
                <a:latin typeface="Arial"/>
                <a:ea typeface="Arial"/>
                <a:cs typeface="Arial"/>
              </a:defRPr>
            </a:lvl7pPr>
            <a:lvl8pPr algn="l">
              <a:defRPr sz="553" b="0">
                <a:solidFill>
                  <a:srgbClr val="231F20"/>
                </a:solidFill>
                <a:latin typeface="Arial"/>
                <a:ea typeface="Arial"/>
                <a:cs typeface="Arial"/>
              </a:defRPr>
            </a:lvl8pPr>
            <a:lvl9pPr algn="l">
              <a:defRPr sz="553" b="0">
                <a:solidFill>
                  <a:srgbClr val="231F20"/>
                </a:solidFill>
                <a:latin typeface="Arial"/>
                <a:ea typeface="Arial"/>
                <a:cs typeface="Arial"/>
              </a:defRPr>
            </a:lvl9pPr>
          </a:lstStyle>
          <a:p xmlns:a="http://schemas.openxmlformats.org/drawingml/2006/main">
            <a:pPr algn="l">
              <a:defRPr sz="553" b="0">
                <a:solidFill>
                  <a:srgbClr val="231F20"/>
                </a:solidFill>
                <a:latin typeface="Arial"/>
                <a:ea typeface="Arial"/>
                <a:cs typeface="Arial"/>
              </a:defRPr>
            </a:pPr>
            <a:r>
              <a:rPr sz="553" b="0">
                <a:solidFill>
                  <a:srgbClr val="231F20"/>
                </a:solidFill>
                <a:latin typeface="Arial"/>
                <a:ea typeface="Arial"/>
                <a:cs typeface="Arial"/>
              </a:rPr>
              <a:t>WD3</a:t>
            </a:r>
          </a:p>
        </p:txBody>
      </p:sp>
      <p:sp>
        <p:nvSpPr>
          <p:cNvPr id="186" name="text-781">
            <a:extLst xmlns:a="http://schemas.openxmlformats.org/drawingml/2006/main">
              <a:ext uri="{FF2B5EF4-FFF2-40B4-BE49-F238E27FC236}">
                <a16:creationId xmlns:a16="http://schemas.microsoft.com/office/drawing/2014/main" id="{19F08D2B-4015-4C09-AD6C-BA55D364269C}"/>
              </a:ext>
            </a:extLst>
          </p:cNvPr>
          <p:cNvSpPr>
            <a:spLocks xmlns:a="http://schemas.openxmlformats.org/drawingml/2006/main" noGrp="1"/>
          </p:cNvSpPr>
          <p:nvPr/>
        </p:nvSpPr>
        <p:spPr>
          <a:xfrm xmlns:a="http://schemas.openxmlformats.org/drawingml/2006/main">
            <a:off x="2234184" y="4202906"/>
            <a:ext cx="216980" cy="1148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553" b="0">
                <a:solidFill>
                  <a:srgbClr val="231F20"/>
                </a:solidFill>
                <a:latin typeface="Arial"/>
                <a:ea typeface="Arial"/>
                <a:cs typeface="Arial"/>
              </a:defRPr>
            </a:defPPr>
            <a:lvl1pPr algn="l">
              <a:defRPr sz="553" b="0">
                <a:solidFill>
                  <a:srgbClr val="231F20"/>
                </a:solidFill>
                <a:latin typeface="Arial"/>
                <a:ea typeface="Arial"/>
                <a:cs typeface="Arial"/>
              </a:defRPr>
            </a:lvl1pPr>
            <a:lvl2pPr algn="l">
              <a:defRPr sz="553" b="0">
                <a:solidFill>
                  <a:srgbClr val="231F20"/>
                </a:solidFill>
                <a:latin typeface="Arial"/>
                <a:ea typeface="Arial"/>
                <a:cs typeface="Arial"/>
              </a:defRPr>
            </a:lvl2pPr>
            <a:lvl3pPr algn="l">
              <a:defRPr sz="553" b="0">
                <a:solidFill>
                  <a:srgbClr val="231F20"/>
                </a:solidFill>
                <a:latin typeface="Arial"/>
                <a:ea typeface="Arial"/>
                <a:cs typeface="Arial"/>
              </a:defRPr>
            </a:lvl3pPr>
            <a:lvl4pPr algn="l">
              <a:defRPr sz="553" b="0">
                <a:solidFill>
                  <a:srgbClr val="231F20"/>
                </a:solidFill>
                <a:latin typeface="Arial"/>
                <a:ea typeface="Arial"/>
                <a:cs typeface="Arial"/>
              </a:defRPr>
            </a:lvl4pPr>
            <a:lvl5pPr algn="l">
              <a:defRPr sz="553" b="0">
                <a:solidFill>
                  <a:srgbClr val="231F20"/>
                </a:solidFill>
                <a:latin typeface="Arial"/>
                <a:ea typeface="Arial"/>
                <a:cs typeface="Arial"/>
              </a:defRPr>
            </a:lvl5pPr>
            <a:lvl6pPr algn="l">
              <a:defRPr sz="553" b="0">
                <a:solidFill>
                  <a:srgbClr val="231F20"/>
                </a:solidFill>
                <a:latin typeface="Arial"/>
                <a:ea typeface="Arial"/>
                <a:cs typeface="Arial"/>
              </a:defRPr>
            </a:lvl6pPr>
            <a:lvl7pPr algn="l">
              <a:defRPr sz="553" b="0">
                <a:solidFill>
                  <a:srgbClr val="231F20"/>
                </a:solidFill>
                <a:latin typeface="Arial"/>
                <a:ea typeface="Arial"/>
                <a:cs typeface="Arial"/>
              </a:defRPr>
            </a:lvl7pPr>
            <a:lvl8pPr algn="l">
              <a:defRPr sz="553" b="0">
                <a:solidFill>
                  <a:srgbClr val="231F20"/>
                </a:solidFill>
                <a:latin typeface="Arial"/>
                <a:ea typeface="Arial"/>
                <a:cs typeface="Arial"/>
              </a:defRPr>
            </a:lvl8pPr>
            <a:lvl9pPr algn="l">
              <a:defRPr sz="553" b="0">
                <a:solidFill>
                  <a:srgbClr val="231F20"/>
                </a:solidFill>
                <a:latin typeface="Arial"/>
                <a:ea typeface="Arial"/>
                <a:cs typeface="Arial"/>
              </a:defRPr>
            </a:lvl9pPr>
          </a:lstStyle>
          <a:p xmlns:a="http://schemas.openxmlformats.org/drawingml/2006/main">
            <a:pPr algn="l">
              <a:defRPr sz="553" b="0">
                <a:solidFill>
                  <a:srgbClr val="231F20"/>
                </a:solidFill>
                <a:latin typeface="Arial"/>
                <a:ea typeface="Arial"/>
                <a:cs typeface="Arial"/>
              </a:defRPr>
            </a:pPr>
            <a:r>
              <a:rPr sz="553" b="0">
                <a:solidFill>
                  <a:srgbClr val="231F20"/>
                </a:solidFill>
                <a:latin typeface="Arial"/>
                <a:ea typeface="Arial"/>
                <a:cs typeface="Arial"/>
              </a:rPr>
              <a:t>RD1</a:t>
            </a:r>
          </a:p>
        </p:txBody>
      </p:sp>
      <p:sp>
        <p:nvSpPr>
          <p:cNvPr id="187" name="text-782">
            <a:extLst xmlns:a="http://schemas.openxmlformats.org/drawingml/2006/main">
              <a:ext uri="{FF2B5EF4-FFF2-40B4-BE49-F238E27FC236}">
                <a16:creationId xmlns:a16="http://schemas.microsoft.com/office/drawing/2014/main" id="{C88698F9-AC5D-4509-A9B8-79D7B9ABA41F}"/>
              </a:ext>
            </a:extLst>
          </p:cNvPr>
          <p:cNvSpPr>
            <a:spLocks xmlns:a="http://schemas.openxmlformats.org/drawingml/2006/main" noGrp="1"/>
          </p:cNvSpPr>
          <p:nvPr/>
        </p:nvSpPr>
        <p:spPr>
          <a:xfrm xmlns:a="http://schemas.openxmlformats.org/drawingml/2006/main">
            <a:off x="2234184" y="4343305"/>
            <a:ext cx="216980" cy="1148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553" b="0">
                <a:solidFill>
                  <a:srgbClr val="231F20"/>
                </a:solidFill>
                <a:latin typeface="Arial"/>
                <a:ea typeface="Arial"/>
                <a:cs typeface="Arial"/>
              </a:defRPr>
            </a:defPPr>
            <a:lvl1pPr algn="l">
              <a:defRPr sz="553" b="0">
                <a:solidFill>
                  <a:srgbClr val="231F20"/>
                </a:solidFill>
                <a:latin typeface="Arial"/>
                <a:ea typeface="Arial"/>
                <a:cs typeface="Arial"/>
              </a:defRPr>
            </a:lvl1pPr>
            <a:lvl2pPr algn="l">
              <a:defRPr sz="553" b="0">
                <a:solidFill>
                  <a:srgbClr val="231F20"/>
                </a:solidFill>
                <a:latin typeface="Arial"/>
                <a:ea typeface="Arial"/>
                <a:cs typeface="Arial"/>
              </a:defRPr>
            </a:lvl2pPr>
            <a:lvl3pPr algn="l">
              <a:defRPr sz="553" b="0">
                <a:solidFill>
                  <a:srgbClr val="231F20"/>
                </a:solidFill>
                <a:latin typeface="Arial"/>
                <a:ea typeface="Arial"/>
                <a:cs typeface="Arial"/>
              </a:defRPr>
            </a:lvl3pPr>
            <a:lvl4pPr algn="l">
              <a:defRPr sz="553" b="0">
                <a:solidFill>
                  <a:srgbClr val="231F20"/>
                </a:solidFill>
                <a:latin typeface="Arial"/>
                <a:ea typeface="Arial"/>
                <a:cs typeface="Arial"/>
              </a:defRPr>
            </a:lvl4pPr>
            <a:lvl5pPr algn="l">
              <a:defRPr sz="553" b="0">
                <a:solidFill>
                  <a:srgbClr val="231F20"/>
                </a:solidFill>
                <a:latin typeface="Arial"/>
                <a:ea typeface="Arial"/>
                <a:cs typeface="Arial"/>
              </a:defRPr>
            </a:lvl5pPr>
            <a:lvl6pPr algn="l">
              <a:defRPr sz="553" b="0">
                <a:solidFill>
                  <a:srgbClr val="231F20"/>
                </a:solidFill>
                <a:latin typeface="Arial"/>
                <a:ea typeface="Arial"/>
                <a:cs typeface="Arial"/>
              </a:defRPr>
            </a:lvl6pPr>
            <a:lvl7pPr algn="l">
              <a:defRPr sz="553" b="0">
                <a:solidFill>
                  <a:srgbClr val="231F20"/>
                </a:solidFill>
                <a:latin typeface="Arial"/>
                <a:ea typeface="Arial"/>
                <a:cs typeface="Arial"/>
              </a:defRPr>
            </a:lvl7pPr>
            <a:lvl8pPr algn="l">
              <a:defRPr sz="553" b="0">
                <a:solidFill>
                  <a:srgbClr val="231F20"/>
                </a:solidFill>
                <a:latin typeface="Arial"/>
                <a:ea typeface="Arial"/>
                <a:cs typeface="Arial"/>
              </a:defRPr>
            </a:lvl8pPr>
            <a:lvl9pPr algn="l">
              <a:defRPr sz="553" b="0">
                <a:solidFill>
                  <a:srgbClr val="231F20"/>
                </a:solidFill>
                <a:latin typeface="Arial"/>
                <a:ea typeface="Arial"/>
                <a:cs typeface="Arial"/>
              </a:defRPr>
            </a:lvl9pPr>
          </a:lstStyle>
          <a:p xmlns:a="http://schemas.openxmlformats.org/drawingml/2006/main">
            <a:pPr algn="l">
              <a:defRPr sz="553" b="0">
                <a:solidFill>
                  <a:srgbClr val="231F20"/>
                </a:solidFill>
                <a:latin typeface="Arial"/>
                <a:ea typeface="Arial"/>
                <a:cs typeface="Arial"/>
              </a:defRPr>
            </a:pPr>
            <a:r>
              <a:rPr sz="553" b="0">
                <a:solidFill>
                  <a:srgbClr val="231F20"/>
                </a:solidFill>
                <a:latin typeface="Arial"/>
                <a:ea typeface="Arial"/>
                <a:cs typeface="Arial"/>
              </a:rPr>
              <a:t>RD2</a:t>
            </a:r>
          </a:p>
        </p:txBody>
      </p:sp>
      <p:sp>
        <p:nvSpPr>
          <p:cNvPr id="188" name="text-783">
            <a:extLst xmlns:a="http://schemas.openxmlformats.org/drawingml/2006/main">
              <a:ext uri="{FF2B5EF4-FFF2-40B4-BE49-F238E27FC236}">
                <a16:creationId xmlns:a16="http://schemas.microsoft.com/office/drawing/2014/main" id="{1F3ED2C2-B050-4A77-95CB-3B6119BBFB07}"/>
              </a:ext>
            </a:extLst>
          </p:cNvPr>
          <p:cNvSpPr>
            <a:spLocks xmlns:a="http://schemas.openxmlformats.org/drawingml/2006/main" noGrp="1"/>
          </p:cNvSpPr>
          <p:nvPr/>
        </p:nvSpPr>
        <p:spPr>
          <a:xfrm xmlns:a="http://schemas.openxmlformats.org/drawingml/2006/main">
            <a:off x="2138458" y="4139089"/>
            <a:ext cx="248888" cy="957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503" b="0">
                <a:solidFill>
                  <a:srgbClr val="231F20"/>
                </a:solidFill>
                <a:latin typeface="Arial"/>
                <a:ea typeface="Arial"/>
                <a:cs typeface="Arial"/>
              </a:defRPr>
            </a:defPPr>
            <a:lvl1pPr algn="l">
              <a:defRPr sz="503" b="0">
                <a:solidFill>
                  <a:srgbClr val="231F20"/>
                </a:solidFill>
                <a:latin typeface="Arial"/>
                <a:ea typeface="Arial"/>
                <a:cs typeface="Arial"/>
              </a:defRPr>
            </a:lvl1pPr>
            <a:lvl2pPr algn="l">
              <a:defRPr sz="503" b="0">
                <a:solidFill>
                  <a:srgbClr val="231F20"/>
                </a:solidFill>
                <a:latin typeface="Arial"/>
                <a:ea typeface="Arial"/>
                <a:cs typeface="Arial"/>
              </a:defRPr>
            </a:lvl2pPr>
            <a:lvl3pPr algn="l">
              <a:defRPr sz="503" b="0">
                <a:solidFill>
                  <a:srgbClr val="231F20"/>
                </a:solidFill>
                <a:latin typeface="Arial"/>
                <a:ea typeface="Arial"/>
                <a:cs typeface="Arial"/>
              </a:defRPr>
            </a:lvl3pPr>
            <a:lvl4pPr algn="l">
              <a:defRPr sz="503" b="0">
                <a:solidFill>
                  <a:srgbClr val="231F20"/>
                </a:solidFill>
                <a:latin typeface="Arial"/>
                <a:ea typeface="Arial"/>
                <a:cs typeface="Arial"/>
              </a:defRPr>
            </a:lvl4pPr>
            <a:lvl5pPr algn="l">
              <a:defRPr sz="503" b="0">
                <a:solidFill>
                  <a:srgbClr val="231F20"/>
                </a:solidFill>
                <a:latin typeface="Arial"/>
                <a:ea typeface="Arial"/>
                <a:cs typeface="Arial"/>
              </a:defRPr>
            </a:lvl5pPr>
            <a:lvl6pPr algn="l">
              <a:defRPr sz="503" b="0">
                <a:solidFill>
                  <a:srgbClr val="231F20"/>
                </a:solidFill>
                <a:latin typeface="Arial"/>
                <a:ea typeface="Arial"/>
                <a:cs typeface="Arial"/>
              </a:defRPr>
            </a:lvl6pPr>
            <a:lvl7pPr algn="l">
              <a:defRPr sz="503" b="0">
                <a:solidFill>
                  <a:srgbClr val="231F20"/>
                </a:solidFill>
                <a:latin typeface="Arial"/>
                <a:ea typeface="Arial"/>
                <a:cs typeface="Arial"/>
              </a:defRPr>
            </a:lvl7pPr>
            <a:lvl8pPr algn="l">
              <a:defRPr sz="503" b="0">
                <a:solidFill>
                  <a:srgbClr val="231F20"/>
                </a:solidFill>
                <a:latin typeface="Arial"/>
                <a:ea typeface="Arial"/>
                <a:cs typeface="Arial"/>
              </a:defRPr>
            </a:lvl8pPr>
            <a:lvl9pPr algn="l">
              <a:defRPr sz="503" b="0">
                <a:solidFill>
                  <a:srgbClr val="231F20"/>
                </a:solidFill>
                <a:latin typeface="Arial"/>
                <a:ea typeface="Arial"/>
                <a:cs typeface="Arial"/>
              </a:defRPr>
            </a:lvl9pPr>
          </a:lstStyle>
          <a:p xmlns:a="http://schemas.openxmlformats.org/drawingml/2006/main">
            <a:pPr algn="l">
              <a:defRPr sz="503" b="0">
                <a:solidFill>
                  <a:srgbClr val="231F20"/>
                </a:solidFill>
                <a:latin typeface="Arial"/>
                <a:ea typeface="Arial"/>
                <a:cs typeface="Arial"/>
              </a:defRPr>
            </a:pPr>
            <a:r>
              <a:rPr sz="503" b="0">
                <a:solidFill>
                  <a:srgbClr val="231F20"/>
                </a:solidFill>
                <a:latin typeface="Arial"/>
                <a:ea typeface="Arial"/>
                <a:cs typeface="Arial"/>
              </a:rPr>
              <a:t>WE3</a:t>
            </a:r>
          </a:p>
        </p:txBody>
      </p:sp>
      <p:sp>
        <p:nvSpPr>
          <p:cNvPr id="189" name="circuit-784">
            <a:extLst xmlns:a="http://schemas.openxmlformats.org/drawingml/2006/main">
              <a:ext uri="{FF2B5EF4-FFF2-40B4-BE49-F238E27FC236}">
                <a16:creationId xmlns:a16="http://schemas.microsoft.com/office/drawing/2014/main" id="{9BD1FEB1-2B72-4ABA-A809-E8EB7876E39D}"/>
              </a:ext>
            </a:extLst>
          </p:cNvPr>
          <p:cNvSpPr>
            <a:spLocks xmlns:a="http://schemas.openxmlformats.org/drawingml/2006/main" noGrp="1"/>
          </p:cNvSpPr>
          <p:nvPr/>
        </p:nvSpPr>
        <p:spPr>
          <a:xfrm xmlns:a="http://schemas.openxmlformats.org/drawingml/2006/main">
            <a:off x="2189512" y="4139089"/>
            <a:ext cx="51054" cy="31909"/>
          </a:xfrm>
          <a:custGeom xmlns:a="http://schemas.openxmlformats.org/drawingml/2006/main">
            <a:pathLst>
              <a:path w="51054" h="31909">
                <a:moveTo>
                  <a:pt x="0" y="0"/>
                </a:moveTo>
                <a:lnTo>
                  <a:pt x="25527" y="31909"/>
                </a:lnTo>
                <a:lnTo>
                  <a:pt x="51054" y="0"/>
                </a:lnTo>
                <a:close/>
              </a:path>
            </a:pathLst>
          </a:custGeom>
          <a:noFill xmlns:a="http://schemas.openxmlformats.org/drawingml/2006/main"/>
          <a:ln xmlns:a="http://schemas.openxmlformats.org/drawingml/2006/main" w="9573">
            <a:solidFill>
              <a:srgbClr val="231F20"/>
            </a:solidFill>
          </a:ln>
        </p:spPr>
      </p:sp>
      <p:sp>
        <p:nvSpPr>
          <p:cNvPr id="190" name="circuit-785">
            <a:extLst xmlns:a="http://schemas.openxmlformats.org/drawingml/2006/main">
              <a:ext uri="{FF2B5EF4-FFF2-40B4-BE49-F238E27FC236}">
                <a16:creationId xmlns:a16="http://schemas.microsoft.com/office/drawing/2014/main" id="{B9CBA5AE-0A55-47C3-8053-3580C148261D}"/>
              </a:ext>
            </a:extLst>
          </p:cNvPr>
          <p:cNvSpPr>
            <a:spLocks xmlns:a="http://schemas.openxmlformats.org/drawingml/2006/main" noGrp="1"/>
          </p:cNvSpPr>
          <p:nvPr/>
        </p:nvSpPr>
        <p:spPr>
          <a:xfrm xmlns:a="http://schemas.openxmlformats.org/drawingml/2006/main">
            <a:off x="1825752" y="4853845"/>
            <a:ext cx="650938" cy="185071"/>
          </a:xfrm>
          <a:custGeom xmlns:a="http://schemas.openxmlformats.org/drawingml/2006/main">
            <a:pathLst>
              <a:path w="650938" h="185071">
                <a:moveTo>
                  <a:pt x="0" y="70199"/>
                </a:moveTo>
                <a:lnTo>
                  <a:pt x="650938" y="0"/>
                </a:lnTo>
                <a:lnTo>
                  <a:pt x="650938" y="185071"/>
                </a:lnTo>
                <a:lnTo>
                  <a:pt x="0" y="185071"/>
                </a:lnTo>
                <a:close/>
              </a:path>
            </a:pathLst>
          </a:custGeom>
          <a:solidFill xmlns:a="http://schemas.openxmlformats.org/drawingml/2006/main">
            <a:srgbClr val="77A3DC"/>
          </a:solidFill>
          <a:ln xmlns:a="http://schemas.openxmlformats.org/drawingml/2006/main" w="9573">
            <a:solidFill>
              <a:srgbClr val="231F20"/>
            </a:solidFill>
          </a:ln>
        </p:spPr>
      </p:sp>
      <p:sp>
        <p:nvSpPr>
          <p:cNvPr id="191" name="text-786">
            <a:extLst xmlns:a="http://schemas.openxmlformats.org/drawingml/2006/main">
              <a:ext uri="{FF2B5EF4-FFF2-40B4-BE49-F238E27FC236}">
                <a16:creationId xmlns:a16="http://schemas.microsoft.com/office/drawing/2014/main" id="{23748FB6-A659-40E5-928E-E76198CF3BF0}"/>
              </a:ext>
            </a:extLst>
          </p:cNvPr>
          <p:cNvSpPr>
            <a:spLocks xmlns:a="http://schemas.openxmlformats.org/drawingml/2006/main" noGrp="1"/>
          </p:cNvSpPr>
          <p:nvPr/>
        </p:nvSpPr>
        <p:spPr>
          <a:xfrm xmlns:a="http://schemas.openxmlformats.org/drawingml/2006/main">
            <a:off x="2004441" y="4898517"/>
            <a:ext cx="459486" cy="1212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704" b="1">
                <a:solidFill>
                  <a:srgbClr val="231F20"/>
                </a:solidFill>
                <a:latin typeface="Arial"/>
                <a:ea typeface="Arial"/>
                <a:cs typeface="Arial"/>
              </a:defRPr>
            </a:defPPr>
            <a:lvl1pPr algn="l">
              <a:defRPr sz="704" b="1">
                <a:solidFill>
                  <a:srgbClr val="231F20"/>
                </a:solidFill>
                <a:latin typeface="Arial"/>
                <a:ea typeface="Arial"/>
                <a:cs typeface="Arial"/>
              </a:defRPr>
            </a:lvl1pPr>
            <a:lvl2pPr algn="l">
              <a:defRPr sz="704" b="1">
                <a:solidFill>
                  <a:srgbClr val="231F20"/>
                </a:solidFill>
                <a:latin typeface="Arial"/>
                <a:ea typeface="Arial"/>
                <a:cs typeface="Arial"/>
              </a:defRPr>
            </a:lvl2pPr>
            <a:lvl3pPr algn="l">
              <a:defRPr sz="704" b="1">
                <a:solidFill>
                  <a:srgbClr val="231F20"/>
                </a:solidFill>
                <a:latin typeface="Arial"/>
                <a:ea typeface="Arial"/>
                <a:cs typeface="Arial"/>
              </a:defRPr>
            </a:lvl3pPr>
            <a:lvl4pPr algn="l">
              <a:defRPr sz="704" b="1">
                <a:solidFill>
                  <a:srgbClr val="231F20"/>
                </a:solidFill>
                <a:latin typeface="Arial"/>
                <a:ea typeface="Arial"/>
                <a:cs typeface="Arial"/>
              </a:defRPr>
            </a:lvl4pPr>
            <a:lvl5pPr algn="l">
              <a:defRPr sz="704" b="1">
                <a:solidFill>
                  <a:srgbClr val="231F20"/>
                </a:solidFill>
                <a:latin typeface="Arial"/>
                <a:ea typeface="Arial"/>
                <a:cs typeface="Arial"/>
              </a:defRPr>
            </a:lvl5pPr>
            <a:lvl6pPr algn="l">
              <a:defRPr sz="704" b="1">
                <a:solidFill>
                  <a:srgbClr val="231F20"/>
                </a:solidFill>
                <a:latin typeface="Arial"/>
                <a:ea typeface="Arial"/>
                <a:cs typeface="Arial"/>
              </a:defRPr>
            </a:lvl6pPr>
            <a:lvl7pPr algn="l">
              <a:defRPr sz="704" b="1">
                <a:solidFill>
                  <a:srgbClr val="231F20"/>
                </a:solidFill>
                <a:latin typeface="Arial"/>
                <a:ea typeface="Arial"/>
                <a:cs typeface="Arial"/>
              </a:defRPr>
            </a:lvl7pPr>
            <a:lvl8pPr algn="l">
              <a:defRPr sz="704" b="1">
                <a:solidFill>
                  <a:srgbClr val="231F20"/>
                </a:solidFill>
                <a:latin typeface="Arial"/>
                <a:ea typeface="Arial"/>
                <a:cs typeface="Arial"/>
              </a:defRPr>
            </a:lvl8pPr>
            <a:lvl9pPr algn="l">
              <a:defRPr sz="704" b="1">
                <a:solidFill>
                  <a:srgbClr val="231F20"/>
                </a:solidFill>
                <a:latin typeface="Arial"/>
                <a:ea typeface="Arial"/>
                <a:cs typeface="Arial"/>
              </a:defRPr>
            </a:lvl9pPr>
          </a:lstStyle>
          <a:p xmlns:a="http://schemas.openxmlformats.org/drawingml/2006/main">
            <a:pPr algn="l">
              <a:defRPr sz="704" b="1">
                <a:solidFill>
                  <a:srgbClr val="231F20"/>
                </a:solidFill>
                <a:latin typeface="Arial"/>
                <a:ea typeface="Arial"/>
                <a:cs typeface="Arial"/>
              </a:defRPr>
            </a:pPr>
            <a:r>
              <a:rPr sz="704" b="1">
                <a:solidFill>
                  <a:srgbClr val="231F20"/>
                </a:solidFill>
                <a:latin typeface="Arial"/>
                <a:ea typeface="Arial"/>
                <a:cs typeface="Arial"/>
              </a:rPr>
              <a:t>extend</a:t>
            </a:r>
          </a:p>
        </p:txBody>
      </p:sp>
      <p:sp>
        <p:nvSpPr>
          <p:cNvPr id="192" name="block-787">
            <a:extLst xmlns:a="http://schemas.openxmlformats.org/drawingml/2006/main">
              <a:ext uri="{FF2B5EF4-FFF2-40B4-BE49-F238E27FC236}">
                <a16:creationId xmlns:a16="http://schemas.microsoft.com/office/drawing/2014/main" id="{C9597394-BD0E-47BF-9052-CFC338234F55}"/>
              </a:ext>
            </a:extLst>
          </p:cNvPr>
          <p:cNvSpPr>
            <a:spLocks xmlns:a="http://schemas.openxmlformats.org/drawingml/2006/main" noGrp="1"/>
          </p:cNvSpPr>
          <p:nvPr/>
        </p:nvSpPr>
        <p:spPr>
          <a:xfrm xmlns:a="http://schemas.openxmlformats.org/drawingml/2006/main">
            <a:off x="2597944" y="4170998"/>
            <a:ext cx="76581" cy="172307"/>
          </a:xfrm>
          <a:prstGeom xmlns:a="http://schemas.openxmlformats.org/drawingml/2006/main" prst="rect">
            <a:avLst/>
          </a:prstGeom>
          <a:solidFill xmlns:a="http://schemas.openxmlformats.org/drawingml/2006/main">
            <a:srgbClr val="FFFFFF"/>
          </a:solidFill>
          <a:ln xmlns:a="http://schemas.openxmlformats.org/drawingml/2006/main" w="9573">
            <a:solidFill>
              <a:srgbClr val="231F20"/>
            </a:solidFill>
          </a:ln>
        </p:spPr>
      </p:sp>
      <p:sp>
        <p:nvSpPr>
          <p:cNvPr id="193" name="circuit-788">
            <a:extLst xmlns:a="http://schemas.openxmlformats.org/drawingml/2006/main">
              <a:ext uri="{FF2B5EF4-FFF2-40B4-BE49-F238E27FC236}">
                <a16:creationId xmlns:a16="http://schemas.microsoft.com/office/drawing/2014/main" id="{793BF9D1-2D26-44FF-A6D6-EA5EF512A9CD}"/>
              </a:ext>
            </a:extLst>
          </p:cNvPr>
          <p:cNvSpPr>
            <a:spLocks xmlns:a="http://schemas.openxmlformats.org/drawingml/2006/main" noGrp="1"/>
          </p:cNvSpPr>
          <p:nvPr/>
        </p:nvSpPr>
        <p:spPr>
          <a:xfrm xmlns:a="http://schemas.openxmlformats.org/drawingml/2006/main">
            <a:off x="2610707" y="4170998"/>
            <a:ext cx="51054" cy="31909"/>
          </a:xfrm>
          <a:custGeom xmlns:a="http://schemas.openxmlformats.org/drawingml/2006/main">
            <a:pathLst>
              <a:path w="51054" h="31909">
                <a:moveTo>
                  <a:pt x="0" y="0"/>
                </a:moveTo>
                <a:lnTo>
                  <a:pt x="25527" y="31909"/>
                </a:lnTo>
                <a:lnTo>
                  <a:pt x="51054" y="0"/>
                </a:lnTo>
                <a:close/>
              </a:path>
            </a:pathLst>
          </a:custGeom>
          <a:noFill xmlns:a="http://schemas.openxmlformats.org/drawingml/2006/main"/>
          <a:ln xmlns:a="http://schemas.openxmlformats.org/drawingml/2006/main" w="9573">
            <a:solidFill>
              <a:srgbClr val="231F20"/>
            </a:solidFill>
          </a:ln>
        </p:spPr>
      </p:sp>
      <p:sp>
        <p:nvSpPr>
          <p:cNvPr id="194" name="wire-789">
            <a:extLst xmlns:a="http://schemas.openxmlformats.org/drawingml/2006/main">
              <a:ext uri="{FF2B5EF4-FFF2-40B4-BE49-F238E27FC236}">
                <a16:creationId xmlns:a16="http://schemas.microsoft.com/office/drawing/2014/main" id="{BD075DB3-ECE5-41C3-8775-18BB948FBA21}"/>
              </a:ext>
            </a:extLst>
          </p:cNvPr>
          <p:cNvSpPr>
            <a:spLocks xmlns:a="http://schemas.openxmlformats.org/drawingml/2006/main" noGrp="1"/>
          </p:cNvSpPr>
          <p:nvPr/>
        </p:nvSpPr>
        <p:spPr>
          <a:xfrm xmlns:a="http://schemas.openxmlformats.org/drawingml/2006/main">
            <a:off x="2636234" y="4132707"/>
            <a:ext cx="9525" cy="38290"/>
          </a:xfrm>
          <a:custGeom xmlns:a="http://schemas.openxmlformats.org/drawingml/2006/main">
            <a:pathLst>
              <a:path w="9525" h="38290">
                <a:moveTo>
                  <a:pt x="0" y="0"/>
                </a:moveTo>
                <a:lnTo>
                  <a:pt x="0" y="38290"/>
                </a:lnTo>
              </a:path>
            </a:pathLst>
          </a:custGeom>
          <a:noFill xmlns:a="http://schemas.openxmlformats.org/drawingml/2006/main"/>
          <a:ln xmlns:a="http://schemas.openxmlformats.org/drawingml/2006/main" w="5105">
            <a:solidFill>
              <a:srgbClr val="231F20"/>
            </a:solidFill>
          </a:ln>
        </p:spPr>
      </p:sp>
      <p:sp>
        <p:nvSpPr>
          <p:cNvPr id="195" name="block-790">
            <a:extLst xmlns:a="http://schemas.openxmlformats.org/drawingml/2006/main">
              <a:ext uri="{FF2B5EF4-FFF2-40B4-BE49-F238E27FC236}">
                <a16:creationId xmlns:a16="http://schemas.microsoft.com/office/drawing/2014/main" id="{B7A61992-9919-4AD3-9C43-4110E3801E7C}"/>
              </a:ext>
            </a:extLst>
          </p:cNvPr>
          <p:cNvSpPr>
            <a:spLocks xmlns:a="http://schemas.openxmlformats.org/drawingml/2006/main" noGrp="1"/>
          </p:cNvSpPr>
          <p:nvPr/>
        </p:nvSpPr>
        <p:spPr>
          <a:xfrm xmlns:a="http://schemas.openxmlformats.org/drawingml/2006/main">
            <a:off x="2597944" y="4394359"/>
            <a:ext cx="76581" cy="172307"/>
          </a:xfrm>
          <a:prstGeom xmlns:a="http://schemas.openxmlformats.org/drawingml/2006/main" prst="rect">
            <a:avLst/>
          </a:prstGeom>
          <a:solidFill xmlns:a="http://schemas.openxmlformats.org/drawingml/2006/main">
            <a:srgbClr val="FFFFFF"/>
          </a:solidFill>
          <a:ln xmlns:a="http://schemas.openxmlformats.org/drawingml/2006/main" w="9573">
            <a:solidFill>
              <a:srgbClr val="231F20"/>
            </a:solidFill>
          </a:ln>
        </p:spPr>
      </p:sp>
      <p:sp>
        <p:nvSpPr>
          <p:cNvPr id="196" name="circuit-791">
            <a:extLst xmlns:a="http://schemas.openxmlformats.org/drawingml/2006/main">
              <a:ext uri="{FF2B5EF4-FFF2-40B4-BE49-F238E27FC236}">
                <a16:creationId xmlns:a16="http://schemas.microsoft.com/office/drawing/2014/main" id="{4C09746A-6F2F-4C6B-97B5-32BE98C8BC73}"/>
              </a:ext>
            </a:extLst>
          </p:cNvPr>
          <p:cNvSpPr>
            <a:spLocks xmlns:a="http://schemas.openxmlformats.org/drawingml/2006/main" noGrp="1"/>
          </p:cNvSpPr>
          <p:nvPr/>
        </p:nvSpPr>
        <p:spPr>
          <a:xfrm xmlns:a="http://schemas.openxmlformats.org/drawingml/2006/main">
            <a:off x="2610707" y="4394359"/>
            <a:ext cx="51054" cy="31909"/>
          </a:xfrm>
          <a:custGeom xmlns:a="http://schemas.openxmlformats.org/drawingml/2006/main">
            <a:pathLst>
              <a:path w="51054" h="31909">
                <a:moveTo>
                  <a:pt x="0" y="0"/>
                </a:moveTo>
                <a:lnTo>
                  <a:pt x="25527" y="31909"/>
                </a:lnTo>
                <a:lnTo>
                  <a:pt x="51054" y="0"/>
                </a:lnTo>
                <a:close/>
              </a:path>
            </a:pathLst>
          </a:custGeom>
          <a:noFill xmlns:a="http://schemas.openxmlformats.org/drawingml/2006/main"/>
          <a:ln xmlns:a="http://schemas.openxmlformats.org/drawingml/2006/main" w="9573">
            <a:solidFill>
              <a:srgbClr val="231F20"/>
            </a:solidFill>
          </a:ln>
        </p:spPr>
      </p:sp>
      <p:sp>
        <p:nvSpPr>
          <p:cNvPr id="197" name="wire-792">
            <a:extLst xmlns:a="http://schemas.openxmlformats.org/drawingml/2006/main">
              <a:ext uri="{FF2B5EF4-FFF2-40B4-BE49-F238E27FC236}">
                <a16:creationId xmlns:a16="http://schemas.microsoft.com/office/drawing/2014/main" id="{C53EA4FD-A401-4F24-A91C-58D44D088F1A}"/>
              </a:ext>
            </a:extLst>
          </p:cNvPr>
          <p:cNvSpPr>
            <a:spLocks xmlns:a="http://schemas.openxmlformats.org/drawingml/2006/main" noGrp="1"/>
          </p:cNvSpPr>
          <p:nvPr/>
        </p:nvSpPr>
        <p:spPr>
          <a:xfrm xmlns:a="http://schemas.openxmlformats.org/drawingml/2006/main">
            <a:off x="2636234" y="4356068"/>
            <a:ext cx="9525" cy="38290"/>
          </a:xfrm>
          <a:custGeom xmlns:a="http://schemas.openxmlformats.org/drawingml/2006/main">
            <a:pathLst>
              <a:path w="9525" h="38290">
                <a:moveTo>
                  <a:pt x="0" y="0"/>
                </a:moveTo>
                <a:lnTo>
                  <a:pt x="0" y="38290"/>
                </a:lnTo>
              </a:path>
            </a:pathLst>
          </a:custGeom>
          <a:noFill xmlns:a="http://schemas.openxmlformats.org/drawingml/2006/main"/>
          <a:ln xmlns:a="http://schemas.openxmlformats.org/drawingml/2006/main" w="5105">
            <a:solidFill>
              <a:srgbClr val="231F20"/>
            </a:solidFill>
          </a:ln>
        </p:spPr>
      </p:sp>
      <p:sp>
        <p:nvSpPr>
          <p:cNvPr id="198" name="block-793">
            <a:extLst xmlns:a="http://schemas.openxmlformats.org/drawingml/2006/main">
              <a:ext uri="{FF2B5EF4-FFF2-40B4-BE49-F238E27FC236}">
                <a16:creationId xmlns:a16="http://schemas.microsoft.com/office/drawing/2014/main" id="{FC3F0DD8-4F03-41E3-A0AC-236CF3659010}"/>
              </a:ext>
            </a:extLst>
          </p:cNvPr>
          <p:cNvSpPr>
            <a:spLocks xmlns:a="http://schemas.openxmlformats.org/drawingml/2006/main" noGrp="1"/>
          </p:cNvSpPr>
          <p:nvPr/>
        </p:nvSpPr>
        <p:spPr>
          <a:xfrm xmlns:a="http://schemas.openxmlformats.org/drawingml/2006/main">
            <a:off x="2597944" y="4879372"/>
            <a:ext cx="76581" cy="172307"/>
          </a:xfrm>
          <a:prstGeom xmlns:a="http://schemas.openxmlformats.org/drawingml/2006/main" prst="rect">
            <a:avLst/>
          </a:prstGeom>
          <a:solidFill xmlns:a="http://schemas.openxmlformats.org/drawingml/2006/main">
            <a:srgbClr val="FFFFFF"/>
          </a:solidFill>
          <a:ln xmlns:a="http://schemas.openxmlformats.org/drawingml/2006/main" w="9573">
            <a:solidFill>
              <a:srgbClr val="231F20"/>
            </a:solidFill>
          </a:ln>
        </p:spPr>
      </p:sp>
      <p:sp>
        <p:nvSpPr>
          <p:cNvPr id="199" name="circuit-794">
            <a:extLst xmlns:a="http://schemas.openxmlformats.org/drawingml/2006/main">
              <a:ext uri="{FF2B5EF4-FFF2-40B4-BE49-F238E27FC236}">
                <a16:creationId xmlns:a16="http://schemas.microsoft.com/office/drawing/2014/main" id="{21F1AE5D-9928-453E-96E0-546AE6B15977}"/>
              </a:ext>
            </a:extLst>
          </p:cNvPr>
          <p:cNvSpPr>
            <a:spLocks xmlns:a="http://schemas.openxmlformats.org/drawingml/2006/main" noGrp="1"/>
          </p:cNvSpPr>
          <p:nvPr/>
        </p:nvSpPr>
        <p:spPr>
          <a:xfrm xmlns:a="http://schemas.openxmlformats.org/drawingml/2006/main">
            <a:off x="2610707" y="4879372"/>
            <a:ext cx="51054" cy="31909"/>
          </a:xfrm>
          <a:custGeom xmlns:a="http://schemas.openxmlformats.org/drawingml/2006/main">
            <a:pathLst>
              <a:path w="51054" h="31909">
                <a:moveTo>
                  <a:pt x="0" y="0"/>
                </a:moveTo>
                <a:lnTo>
                  <a:pt x="25527" y="31909"/>
                </a:lnTo>
                <a:lnTo>
                  <a:pt x="51054" y="0"/>
                </a:lnTo>
                <a:close/>
              </a:path>
            </a:pathLst>
          </a:custGeom>
          <a:noFill xmlns:a="http://schemas.openxmlformats.org/drawingml/2006/main"/>
          <a:ln xmlns:a="http://schemas.openxmlformats.org/drawingml/2006/main" w="9573">
            <a:solidFill>
              <a:srgbClr val="231F20"/>
            </a:solidFill>
          </a:ln>
        </p:spPr>
      </p:sp>
      <p:sp>
        <p:nvSpPr>
          <p:cNvPr id="200" name="wire-795">
            <a:extLst xmlns:a="http://schemas.openxmlformats.org/drawingml/2006/main">
              <a:ext uri="{FF2B5EF4-FFF2-40B4-BE49-F238E27FC236}">
                <a16:creationId xmlns:a16="http://schemas.microsoft.com/office/drawing/2014/main" id="{120715B7-5A86-419C-B29A-D47060C8ACAE}"/>
              </a:ext>
            </a:extLst>
          </p:cNvPr>
          <p:cNvSpPr>
            <a:spLocks xmlns:a="http://schemas.openxmlformats.org/drawingml/2006/main" noGrp="1"/>
          </p:cNvSpPr>
          <p:nvPr/>
        </p:nvSpPr>
        <p:spPr>
          <a:xfrm xmlns:a="http://schemas.openxmlformats.org/drawingml/2006/main">
            <a:off x="2636234" y="4841081"/>
            <a:ext cx="9525" cy="38290"/>
          </a:xfrm>
          <a:custGeom xmlns:a="http://schemas.openxmlformats.org/drawingml/2006/main">
            <a:pathLst>
              <a:path w="9525" h="38290">
                <a:moveTo>
                  <a:pt x="0" y="0"/>
                </a:moveTo>
                <a:lnTo>
                  <a:pt x="0" y="38290"/>
                </a:lnTo>
              </a:path>
            </a:pathLst>
          </a:custGeom>
          <a:noFill xmlns:a="http://schemas.openxmlformats.org/drawingml/2006/main"/>
          <a:ln xmlns:a="http://schemas.openxmlformats.org/drawingml/2006/main" w="5105">
            <a:solidFill>
              <a:srgbClr val="231F20"/>
            </a:solidFill>
          </a:ln>
        </p:spPr>
      </p:sp>
      <p:sp>
        <p:nvSpPr>
          <p:cNvPr id="201" name="wire-796">
            <a:extLst xmlns:a="http://schemas.openxmlformats.org/drawingml/2006/main">
              <a:ext uri="{FF2B5EF4-FFF2-40B4-BE49-F238E27FC236}">
                <a16:creationId xmlns:a16="http://schemas.microsoft.com/office/drawing/2014/main" id="{084D00C5-9E82-40AE-ABE1-8E9293B4CF66}"/>
              </a:ext>
            </a:extLst>
          </p:cNvPr>
          <p:cNvSpPr>
            <a:spLocks xmlns:a="http://schemas.openxmlformats.org/drawingml/2006/main" noGrp="1"/>
          </p:cNvSpPr>
          <p:nvPr/>
        </p:nvSpPr>
        <p:spPr>
          <a:xfrm xmlns:a="http://schemas.openxmlformats.org/drawingml/2006/main">
            <a:off x="2476691" y="4260342"/>
            <a:ext cx="121253" cy="9525"/>
          </a:xfrm>
          <a:custGeom xmlns:a="http://schemas.openxmlformats.org/drawingml/2006/main">
            <a:pathLst>
              <a:path w="121253" h="9525">
                <a:moveTo>
                  <a:pt x="0" y="0"/>
                </a:moveTo>
                <a:lnTo>
                  <a:pt x="121253" y="0"/>
                </a:lnTo>
              </a:path>
            </a:pathLst>
          </a:custGeom>
          <a:noFill xmlns:a="http://schemas.openxmlformats.org/drawingml/2006/main"/>
          <a:ln xmlns:a="http://schemas.openxmlformats.org/drawingml/2006/main" w="11487">
            <a:solidFill>
              <a:srgbClr val="1572C3"/>
            </a:solidFill>
          </a:ln>
        </p:spPr>
      </p:sp>
      <p:sp>
        <p:nvSpPr>
          <p:cNvPr id="202" name="wire-797">
            <a:extLst xmlns:a="http://schemas.openxmlformats.org/drawingml/2006/main">
              <a:ext uri="{FF2B5EF4-FFF2-40B4-BE49-F238E27FC236}">
                <a16:creationId xmlns:a16="http://schemas.microsoft.com/office/drawing/2014/main" id="{2636B383-058E-4D9F-8DCF-8390CBC04C0E}"/>
              </a:ext>
            </a:extLst>
          </p:cNvPr>
          <p:cNvSpPr>
            <a:spLocks xmlns:a="http://schemas.openxmlformats.org/drawingml/2006/main" noGrp="1"/>
          </p:cNvSpPr>
          <p:nvPr/>
        </p:nvSpPr>
        <p:spPr>
          <a:xfrm xmlns:a="http://schemas.openxmlformats.org/drawingml/2006/main">
            <a:off x="2476691" y="4483703"/>
            <a:ext cx="121253" cy="9525"/>
          </a:xfrm>
          <a:custGeom xmlns:a="http://schemas.openxmlformats.org/drawingml/2006/main">
            <a:pathLst>
              <a:path w="121253" h="9525">
                <a:moveTo>
                  <a:pt x="0" y="0"/>
                </a:moveTo>
                <a:lnTo>
                  <a:pt x="121253" y="0"/>
                </a:lnTo>
              </a:path>
            </a:pathLst>
          </a:custGeom>
          <a:noFill xmlns:a="http://schemas.openxmlformats.org/drawingml/2006/main"/>
          <a:ln xmlns:a="http://schemas.openxmlformats.org/drawingml/2006/main" w="11487">
            <a:solidFill>
              <a:srgbClr val="1572C3"/>
            </a:solidFill>
          </a:ln>
        </p:spPr>
      </p:sp>
      <p:sp>
        <p:nvSpPr>
          <p:cNvPr id="203" name="wire-798">
            <a:extLst xmlns:a="http://schemas.openxmlformats.org/drawingml/2006/main">
              <a:ext uri="{FF2B5EF4-FFF2-40B4-BE49-F238E27FC236}">
                <a16:creationId xmlns:a16="http://schemas.microsoft.com/office/drawing/2014/main" id="{0EC3D1D9-9939-4B7F-A359-197C80D6AA2E}"/>
              </a:ext>
            </a:extLst>
          </p:cNvPr>
          <p:cNvSpPr>
            <a:spLocks xmlns:a="http://schemas.openxmlformats.org/drawingml/2006/main" noGrp="1"/>
          </p:cNvSpPr>
          <p:nvPr/>
        </p:nvSpPr>
        <p:spPr>
          <a:xfrm xmlns:a="http://schemas.openxmlformats.org/drawingml/2006/main">
            <a:off x="2476691" y="4968716"/>
            <a:ext cx="121253" cy="9525"/>
          </a:xfrm>
          <a:custGeom xmlns:a="http://schemas.openxmlformats.org/drawingml/2006/main">
            <a:pathLst>
              <a:path w="121253" h="9525">
                <a:moveTo>
                  <a:pt x="0" y="0"/>
                </a:moveTo>
                <a:lnTo>
                  <a:pt x="121253" y="0"/>
                </a:lnTo>
              </a:path>
            </a:pathLst>
          </a:custGeom>
          <a:noFill xmlns:a="http://schemas.openxmlformats.org/drawingml/2006/main"/>
          <a:ln xmlns:a="http://schemas.openxmlformats.org/drawingml/2006/main" w="11487">
            <a:solidFill>
              <a:srgbClr val="1572C3"/>
            </a:solidFill>
          </a:ln>
        </p:spPr>
      </p:sp>
      <p:sp>
        <p:nvSpPr>
          <p:cNvPr id="204" name="circuit-799">
            <a:extLst xmlns:a="http://schemas.openxmlformats.org/drawingml/2006/main">
              <a:ext uri="{FF2B5EF4-FFF2-40B4-BE49-F238E27FC236}">
                <a16:creationId xmlns:a16="http://schemas.microsoft.com/office/drawing/2014/main" id="{253E7703-C80F-488D-A682-70023BA64EA5}"/>
              </a:ext>
            </a:extLst>
          </p:cNvPr>
          <p:cNvSpPr>
            <a:spLocks xmlns:a="http://schemas.openxmlformats.org/drawingml/2006/main" noGrp="1"/>
          </p:cNvSpPr>
          <p:nvPr/>
        </p:nvSpPr>
        <p:spPr>
          <a:xfrm xmlns:a="http://schemas.openxmlformats.org/drawingml/2006/main">
            <a:off x="2821305" y="4145471"/>
            <a:ext cx="108490" cy="242506"/>
          </a:xfrm>
          <a:custGeom xmlns:a="http://schemas.openxmlformats.org/drawingml/2006/main">
            <a:pathLst>
              <a:path w="108490" h="242506">
                <a:moveTo>
                  <a:pt x="0" y="0"/>
                </a:moveTo>
                <a:lnTo>
                  <a:pt x="108490" y="38290"/>
                </a:lnTo>
                <a:lnTo>
                  <a:pt x="108490" y="204216"/>
                </a:lnTo>
                <a:lnTo>
                  <a:pt x="0" y="242506"/>
                </a:lnTo>
                <a:close/>
              </a:path>
            </a:pathLst>
          </a:custGeom>
          <a:solidFill xmlns:a="http://schemas.openxmlformats.org/drawingml/2006/main">
            <a:srgbClr val="FFFFFF"/>
          </a:solidFill>
          <a:ln xmlns:a="http://schemas.openxmlformats.org/drawingml/2006/main" w="9573">
            <a:solidFill>
              <a:srgbClr val="231F20"/>
            </a:solidFill>
          </a:ln>
        </p:spPr>
      </p:sp>
      <p:sp>
        <p:nvSpPr>
          <p:cNvPr id="205" name="text-800">
            <a:extLst xmlns:a="http://schemas.openxmlformats.org/drawingml/2006/main">
              <a:ext uri="{FF2B5EF4-FFF2-40B4-BE49-F238E27FC236}">
                <a16:creationId xmlns:a16="http://schemas.microsoft.com/office/drawing/2014/main" id="{304B250E-4741-471B-942E-27199DE132A2}"/>
              </a:ext>
            </a:extLst>
          </p:cNvPr>
          <p:cNvSpPr>
            <a:spLocks xmlns:a="http://schemas.openxmlformats.org/drawingml/2006/main" noGrp="1"/>
          </p:cNvSpPr>
          <p:nvPr/>
        </p:nvSpPr>
        <p:spPr>
          <a:xfrm xmlns:a="http://schemas.openxmlformats.org/drawingml/2006/main">
            <a:off x="2827687" y="4164616"/>
            <a:ext cx="82963" cy="893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553" b="0">
                <a:solidFill>
                  <a:srgbClr val="231F20"/>
                </a:solidFill>
                <a:latin typeface="Arial"/>
                <a:ea typeface="Arial"/>
                <a:cs typeface="Arial"/>
              </a:defRPr>
            </a:defPPr>
            <a:lvl1pPr algn="l">
              <a:defRPr sz="553" b="0">
                <a:solidFill>
                  <a:srgbClr val="231F20"/>
                </a:solidFill>
                <a:latin typeface="Arial"/>
                <a:ea typeface="Arial"/>
                <a:cs typeface="Arial"/>
              </a:defRPr>
            </a:lvl1pPr>
            <a:lvl2pPr algn="l">
              <a:defRPr sz="553" b="0">
                <a:solidFill>
                  <a:srgbClr val="231F20"/>
                </a:solidFill>
                <a:latin typeface="Arial"/>
                <a:ea typeface="Arial"/>
                <a:cs typeface="Arial"/>
              </a:defRPr>
            </a:lvl2pPr>
            <a:lvl3pPr algn="l">
              <a:defRPr sz="553" b="0">
                <a:solidFill>
                  <a:srgbClr val="231F20"/>
                </a:solidFill>
                <a:latin typeface="Arial"/>
                <a:ea typeface="Arial"/>
                <a:cs typeface="Arial"/>
              </a:defRPr>
            </a:lvl3pPr>
            <a:lvl4pPr algn="l">
              <a:defRPr sz="553" b="0">
                <a:solidFill>
                  <a:srgbClr val="231F20"/>
                </a:solidFill>
                <a:latin typeface="Arial"/>
                <a:ea typeface="Arial"/>
                <a:cs typeface="Arial"/>
              </a:defRPr>
            </a:lvl4pPr>
            <a:lvl5pPr algn="l">
              <a:defRPr sz="553" b="0">
                <a:solidFill>
                  <a:srgbClr val="231F20"/>
                </a:solidFill>
                <a:latin typeface="Arial"/>
                <a:ea typeface="Arial"/>
                <a:cs typeface="Arial"/>
              </a:defRPr>
            </a:lvl5pPr>
            <a:lvl6pPr algn="l">
              <a:defRPr sz="553" b="0">
                <a:solidFill>
                  <a:srgbClr val="231F20"/>
                </a:solidFill>
                <a:latin typeface="Arial"/>
                <a:ea typeface="Arial"/>
                <a:cs typeface="Arial"/>
              </a:defRPr>
            </a:lvl6pPr>
            <a:lvl7pPr algn="l">
              <a:defRPr sz="553" b="0">
                <a:solidFill>
                  <a:srgbClr val="231F20"/>
                </a:solidFill>
                <a:latin typeface="Arial"/>
                <a:ea typeface="Arial"/>
                <a:cs typeface="Arial"/>
              </a:defRPr>
            </a:lvl7pPr>
            <a:lvl8pPr algn="l">
              <a:defRPr sz="553" b="0">
                <a:solidFill>
                  <a:srgbClr val="231F20"/>
                </a:solidFill>
                <a:latin typeface="Arial"/>
                <a:ea typeface="Arial"/>
                <a:cs typeface="Arial"/>
              </a:defRPr>
            </a:lvl8pPr>
            <a:lvl9pPr algn="l">
              <a:defRPr sz="553" b="0">
                <a:solidFill>
                  <a:srgbClr val="231F20"/>
                </a:solidFill>
                <a:latin typeface="Arial"/>
                <a:ea typeface="Arial"/>
                <a:cs typeface="Arial"/>
              </a:defRPr>
            </a:lvl9pPr>
          </a:lstStyle>
          <a:p xmlns:a="http://schemas.openxmlformats.org/drawingml/2006/main">
            <a:pPr algn="l">
              <a:defRPr sz="553" b="0">
                <a:solidFill>
                  <a:srgbClr val="231F20"/>
                </a:solidFill>
                <a:latin typeface="Arial"/>
                <a:ea typeface="Arial"/>
                <a:cs typeface="Arial"/>
              </a:defRPr>
            </a:pPr>
            <a:r>
              <a:rPr sz="553" b="0">
                <a:solidFill>
                  <a:srgbClr val="231F20"/>
                </a:solidFill>
                <a:latin typeface="Arial"/>
                <a:ea typeface="Arial"/>
                <a:cs typeface="Arial"/>
              </a:rPr>
              <a:t>0</a:t>
            </a:r>
          </a:p>
        </p:txBody>
      </p:sp>
      <p:sp>
        <p:nvSpPr>
          <p:cNvPr id="206" name="text-801">
            <a:extLst xmlns:a="http://schemas.openxmlformats.org/drawingml/2006/main">
              <a:ext uri="{FF2B5EF4-FFF2-40B4-BE49-F238E27FC236}">
                <a16:creationId xmlns:a16="http://schemas.microsoft.com/office/drawing/2014/main" id="{67D98221-2C1C-41AA-9C3C-C05FF8BAF1D0}"/>
              </a:ext>
            </a:extLst>
          </p:cNvPr>
          <p:cNvSpPr>
            <a:spLocks xmlns:a="http://schemas.openxmlformats.org/drawingml/2006/main" noGrp="1"/>
          </p:cNvSpPr>
          <p:nvPr/>
        </p:nvSpPr>
        <p:spPr>
          <a:xfrm xmlns:a="http://schemas.openxmlformats.org/drawingml/2006/main">
            <a:off x="2827687" y="4273106"/>
            <a:ext cx="82963" cy="893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553" b="0">
                <a:solidFill>
                  <a:srgbClr val="231F20"/>
                </a:solidFill>
                <a:latin typeface="Arial"/>
                <a:ea typeface="Arial"/>
                <a:cs typeface="Arial"/>
              </a:defRPr>
            </a:defPPr>
            <a:lvl1pPr algn="l">
              <a:defRPr sz="553" b="0">
                <a:solidFill>
                  <a:srgbClr val="231F20"/>
                </a:solidFill>
                <a:latin typeface="Arial"/>
                <a:ea typeface="Arial"/>
                <a:cs typeface="Arial"/>
              </a:defRPr>
            </a:lvl1pPr>
            <a:lvl2pPr algn="l">
              <a:defRPr sz="553" b="0">
                <a:solidFill>
                  <a:srgbClr val="231F20"/>
                </a:solidFill>
                <a:latin typeface="Arial"/>
                <a:ea typeface="Arial"/>
                <a:cs typeface="Arial"/>
              </a:defRPr>
            </a:lvl2pPr>
            <a:lvl3pPr algn="l">
              <a:defRPr sz="553" b="0">
                <a:solidFill>
                  <a:srgbClr val="231F20"/>
                </a:solidFill>
                <a:latin typeface="Arial"/>
                <a:ea typeface="Arial"/>
                <a:cs typeface="Arial"/>
              </a:defRPr>
            </a:lvl3pPr>
            <a:lvl4pPr algn="l">
              <a:defRPr sz="553" b="0">
                <a:solidFill>
                  <a:srgbClr val="231F20"/>
                </a:solidFill>
                <a:latin typeface="Arial"/>
                <a:ea typeface="Arial"/>
                <a:cs typeface="Arial"/>
              </a:defRPr>
            </a:lvl4pPr>
            <a:lvl5pPr algn="l">
              <a:defRPr sz="553" b="0">
                <a:solidFill>
                  <a:srgbClr val="231F20"/>
                </a:solidFill>
                <a:latin typeface="Arial"/>
                <a:ea typeface="Arial"/>
                <a:cs typeface="Arial"/>
              </a:defRPr>
            </a:lvl5pPr>
            <a:lvl6pPr algn="l">
              <a:defRPr sz="553" b="0">
                <a:solidFill>
                  <a:srgbClr val="231F20"/>
                </a:solidFill>
                <a:latin typeface="Arial"/>
                <a:ea typeface="Arial"/>
                <a:cs typeface="Arial"/>
              </a:defRPr>
            </a:lvl6pPr>
            <a:lvl7pPr algn="l">
              <a:defRPr sz="553" b="0">
                <a:solidFill>
                  <a:srgbClr val="231F20"/>
                </a:solidFill>
                <a:latin typeface="Arial"/>
                <a:ea typeface="Arial"/>
                <a:cs typeface="Arial"/>
              </a:defRPr>
            </a:lvl7pPr>
            <a:lvl8pPr algn="l">
              <a:defRPr sz="553" b="0">
                <a:solidFill>
                  <a:srgbClr val="231F20"/>
                </a:solidFill>
                <a:latin typeface="Arial"/>
                <a:ea typeface="Arial"/>
                <a:cs typeface="Arial"/>
              </a:defRPr>
            </a:lvl8pPr>
            <a:lvl9pPr algn="l">
              <a:defRPr sz="553" b="0">
                <a:solidFill>
                  <a:srgbClr val="231F20"/>
                </a:solidFill>
                <a:latin typeface="Arial"/>
                <a:ea typeface="Arial"/>
                <a:cs typeface="Arial"/>
              </a:defRPr>
            </a:lvl9pPr>
          </a:lstStyle>
          <a:p xmlns:a="http://schemas.openxmlformats.org/drawingml/2006/main">
            <a:pPr algn="l">
              <a:defRPr sz="553" b="0">
                <a:solidFill>
                  <a:srgbClr val="231F20"/>
                </a:solidFill>
                <a:latin typeface="Arial"/>
                <a:ea typeface="Arial"/>
                <a:cs typeface="Arial"/>
              </a:defRPr>
            </a:pPr>
            <a:r>
              <a:rPr sz="553" b="0">
                <a:solidFill>
                  <a:srgbClr val="231F20"/>
                </a:solidFill>
                <a:latin typeface="Arial"/>
                <a:ea typeface="Arial"/>
                <a:cs typeface="Arial"/>
              </a:rPr>
              <a:t>1</a:t>
            </a:r>
          </a:p>
        </p:txBody>
      </p:sp>
      <p:sp>
        <p:nvSpPr>
          <p:cNvPr id="207" name="circuit-802">
            <a:extLst xmlns:a="http://schemas.openxmlformats.org/drawingml/2006/main">
              <a:ext uri="{FF2B5EF4-FFF2-40B4-BE49-F238E27FC236}">
                <a16:creationId xmlns:a16="http://schemas.microsoft.com/office/drawing/2014/main" id="{F96294B5-C366-466F-9D9D-97654873756C}"/>
              </a:ext>
            </a:extLst>
          </p:cNvPr>
          <p:cNvSpPr>
            <a:spLocks xmlns:a="http://schemas.openxmlformats.org/drawingml/2006/main" noGrp="1"/>
          </p:cNvSpPr>
          <p:nvPr/>
        </p:nvSpPr>
        <p:spPr>
          <a:xfrm xmlns:a="http://schemas.openxmlformats.org/drawingml/2006/main">
            <a:off x="2821305" y="4407122"/>
            <a:ext cx="108490" cy="287179"/>
          </a:xfrm>
          <a:custGeom xmlns:a="http://schemas.openxmlformats.org/drawingml/2006/main">
            <a:pathLst>
              <a:path w="108490" h="287179">
                <a:moveTo>
                  <a:pt x="0" y="0"/>
                </a:moveTo>
                <a:lnTo>
                  <a:pt x="108490" y="38291"/>
                </a:lnTo>
                <a:lnTo>
                  <a:pt x="108490" y="248888"/>
                </a:lnTo>
                <a:lnTo>
                  <a:pt x="0" y="287179"/>
                </a:lnTo>
                <a:close/>
              </a:path>
            </a:pathLst>
          </a:custGeom>
          <a:solidFill xmlns:a="http://schemas.openxmlformats.org/drawingml/2006/main">
            <a:srgbClr val="FFFFFF"/>
          </a:solidFill>
          <a:ln xmlns:a="http://schemas.openxmlformats.org/drawingml/2006/main" w="9573">
            <a:solidFill>
              <a:srgbClr val="231F20"/>
            </a:solidFill>
          </a:ln>
        </p:spPr>
      </p:sp>
      <p:sp>
        <p:nvSpPr>
          <p:cNvPr id="208" name="text-803">
            <a:extLst xmlns:a="http://schemas.openxmlformats.org/drawingml/2006/main">
              <a:ext uri="{FF2B5EF4-FFF2-40B4-BE49-F238E27FC236}">
                <a16:creationId xmlns:a16="http://schemas.microsoft.com/office/drawing/2014/main" id="{223C7F23-95E2-4746-B39C-461080EA7153}"/>
              </a:ext>
            </a:extLst>
          </p:cNvPr>
          <p:cNvSpPr>
            <a:spLocks xmlns:a="http://schemas.openxmlformats.org/drawingml/2006/main" noGrp="1"/>
          </p:cNvSpPr>
          <p:nvPr/>
        </p:nvSpPr>
        <p:spPr>
          <a:xfrm xmlns:a="http://schemas.openxmlformats.org/drawingml/2006/main">
            <a:off x="2827687" y="4426268"/>
            <a:ext cx="82963" cy="893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553" b="0">
                <a:solidFill>
                  <a:srgbClr val="231F20"/>
                </a:solidFill>
                <a:latin typeface="Arial"/>
                <a:ea typeface="Arial"/>
                <a:cs typeface="Arial"/>
              </a:defRPr>
            </a:defPPr>
            <a:lvl1pPr algn="l">
              <a:defRPr sz="553" b="0">
                <a:solidFill>
                  <a:srgbClr val="231F20"/>
                </a:solidFill>
                <a:latin typeface="Arial"/>
                <a:ea typeface="Arial"/>
                <a:cs typeface="Arial"/>
              </a:defRPr>
            </a:lvl1pPr>
            <a:lvl2pPr algn="l">
              <a:defRPr sz="553" b="0">
                <a:solidFill>
                  <a:srgbClr val="231F20"/>
                </a:solidFill>
                <a:latin typeface="Arial"/>
                <a:ea typeface="Arial"/>
                <a:cs typeface="Arial"/>
              </a:defRPr>
            </a:lvl2pPr>
            <a:lvl3pPr algn="l">
              <a:defRPr sz="553" b="0">
                <a:solidFill>
                  <a:srgbClr val="231F20"/>
                </a:solidFill>
                <a:latin typeface="Arial"/>
                <a:ea typeface="Arial"/>
                <a:cs typeface="Arial"/>
              </a:defRPr>
            </a:lvl3pPr>
            <a:lvl4pPr algn="l">
              <a:defRPr sz="553" b="0">
                <a:solidFill>
                  <a:srgbClr val="231F20"/>
                </a:solidFill>
                <a:latin typeface="Arial"/>
                <a:ea typeface="Arial"/>
                <a:cs typeface="Arial"/>
              </a:defRPr>
            </a:lvl4pPr>
            <a:lvl5pPr algn="l">
              <a:defRPr sz="553" b="0">
                <a:solidFill>
                  <a:srgbClr val="231F20"/>
                </a:solidFill>
                <a:latin typeface="Arial"/>
                <a:ea typeface="Arial"/>
                <a:cs typeface="Arial"/>
              </a:defRPr>
            </a:lvl5pPr>
            <a:lvl6pPr algn="l">
              <a:defRPr sz="553" b="0">
                <a:solidFill>
                  <a:srgbClr val="231F20"/>
                </a:solidFill>
                <a:latin typeface="Arial"/>
                <a:ea typeface="Arial"/>
                <a:cs typeface="Arial"/>
              </a:defRPr>
            </a:lvl6pPr>
            <a:lvl7pPr algn="l">
              <a:defRPr sz="553" b="0">
                <a:solidFill>
                  <a:srgbClr val="231F20"/>
                </a:solidFill>
                <a:latin typeface="Arial"/>
                <a:ea typeface="Arial"/>
                <a:cs typeface="Arial"/>
              </a:defRPr>
            </a:lvl7pPr>
            <a:lvl8pPr algn="l">
              <a:defRPr sz="553" b="0">
                <a:solidFill>
                  <a:srgbClr val="231F20"/>
                </a:solidFill>
                <a:latin typeface="Arial"/>
                <a:ea typeface="Arial"/>
                <a:cs typeface="Arial"/>
              </a:defRPr>
            </a:lvl8pPr>
            <a:lvl9pPr algn="l">
              <a:defRPr sz="553" b="0">
                <a:solidFill>
                  <a:srgbClr val="231F20"/>
                </a:solidFill>
                <a:latin typeface="Arial"/>
                <a:ea typeface="Arial"/>
                <a:cs typeface="Arial"/>
              </a:defRPr>
            </a:lvl9pPr>
          </a:lstStyle>
          <a:p xmlns:a="http://schemas.openxmlformats.org/drawingml/2006/main">
            <a:pPr algn="l">
              <a:defRPr sz="553" b="0">
                <a:solidFill>
                  <a:srgbClr val="231F20"/>
                </a:solidFill>
                <a:latin typeface="Arial"/>
                <a:ea typeface="Arial"/>
                <a:cs typeface="Arial"/>
              </a:defRPr>
            </a:pPr>
            <a:r>
              <a:rPr sz="553" b="0">
                <a:solidFill>
                  <a:srgbClr val="231F20"/>
                </a:solidFill>
                <a:latin typeface="Arial"/>
                <a:ea typeface="Arial"/>
                <a:cs typeface="Arial"/>
              </a:rPr>
              <a:t>0</a:t>
            </a:r>
          </a:p>
        </p:txBody>
      </p:sp>
      <p:sp>
        <p:nvSpPr>
          <p:cNvPr id="209" name="text-804">
            <a:extLst xmlns:a="http://schemas.openxmlformats.org/drawingml/2006/main">
              <a:ext uri="{FF2B5EF4-FFF2-40B4-BE49-F238E27FC236}">
                <a16:creationId xmlns:a16="http://schemas.microsoft.com/office/drawing/2014/main" id="{C7470D9A-775E-4E2F-8F4B-2C8A3E7905A0}"/>
              </a:ext>
            </a:extLst>
          </p:cNvPr>
          <p:cNvSpPr>
            <a:spLocks xmlns:a="http://schemas.openxmlformats.org/drawingml/2006/main" noGrp="1"/>
          </p:cNvSpPr>
          <p:nvPr/>
        </p:nvSpPr>
        <p:spPr>
          <a:xfrm xmlns:a="http://schemas.openxmlformats.org/drawingml/2006/main">
            <a:off x="2827687" y="4579430"/>
            <a:ext cx="82963" cy="893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553" b="0">
                <a:solidFill>
                  <a:srgbClr val="231F20"/>
                </a:solidFill>
                <a:latin typeface="Arial"/>
                <a:ea typeface="Arial"/>
                <a:cs typeface="Arial"/>
              </a:defRPr>
            </a:defPPr>
            <a:lvl1pPr algn="l">
              <a:defRPr sz="553" b="0">
                <a:solidFill>
                  <a:srgbClr val="231F20"/>
                </a:solidFill>
                <a:latin typeface="Arial"/>
                <a:ea typeface="Arial"/>
                <a:cs typeface="Arial"/>
              </a:defRPr>
            </a:lvl1pPr>
            <a:lvl2pPr algn="l">
              <a:defRPr sz="553" b="0">
                <a:solidFill>
                  <a:srgbClr val="231F20"/>
                </a:solidFill>
                <a:latin typeface="Arial"/>
                <a:ea typeface="Arial"/>
                <a:cs typeface="Arial"/>
              </a:defRPr>
            </a:lvl2pPr>
            <a:lvl3pPr algn="l">
              <a:defRPr sz="553" b="0">
                <a:solidFill>
                  <a:srgbClr val="231F20"/>
                </a:solidFill>
                <a:latin typeface="Arial"/>
                <a:ea typeface="Arial"/>
                <a:cs typeface="Arial"/>
              </a:defRPr>
            </a:lvl3pPr>
            <a:lvl4pPr algn="l">
              <a:defRPr sz="553" b="0">
                <a:solidFill>
                  <a:srgbClr val="231F20"/>
                </a:solidFill>
                <a:latin typeface="Arial"/>
                <a:ea typeface="Arial"/>
                <a:cs typeface="Arial"/>
              </a:defRPr>
            </a:lvl4pPr>
            <a:lvl5pPr algn="l">
              <a:defRPr sz="553" b="0">
                <a:solidFill>
                  <a:srgbClr val="231F20"/>
                </a:solidFill>
                <a:latin typeface="Arial"/>
                <a:ea typeface="Arial"/>
                <a:cs typeface="Arial"/>
              </a:defRPr>
            </a:lvl5pPr>
            <a:lvl6pPr algn="l">
              <a:defRPr sz="553" b="0">
                <a:solidFill>
                  <a:srgbClr val="231F20"/>
                </a:solidFill>
                <a:latin typeface="Arial"/>
                <a:ea typeface="Arial"/>
                <a:cs typeface="Arial"/>
              </a:defRPr>
            </a:lvl6pPr>
            <a:lvl7pPr algn="l">
              <a:defRPr sz="553" b="0">
                <a:solidFill>
                  <a:srgbClr val="231F20"/>
                </a:solidFill>
                <a:latin typeface="Arial"/>
                <a:ea typeface="Arial"/>
                <a:cs typeface="Arial"/>
              </a:defRPr>
            </a:lvl7pPr>
            <a:lvl8pPr algn="l">
              <a:defRPr sz="553" b="0">
                <a:solidFill>
                  <a:srgbClr val="231F20"/>
                </a:solidFill>
                <a:latin typeface="Arial"/>
                <a:ea typeface="Arial"/>
                <a:cs typeface="Arial"/>
              </a:defRPr>
            </a:lvl8pPr>
            <a:lvl9pPr algn="l">
              <a:defRPr sz="553" b="0">
                <a:solidFill>
                  <a:srgbClr val="231F20"/>
                </a:solidFill>
                <a:latin typeface="Arial"/>
                <a:ea typeface="Arial"/>
                <a:cs typeface="Arial"/>
              </a:defRPr>
            </a:lvl9pPr>
          </a:lstStyle>
          <a:p xmlns:a="http://schemas.openxmlformats.org/drawingml/2006/main">
            <a:pPr algn="l">
              <a:defRPr sz="553" b="0">
                <a:solidFill>
                  <a:srgbClr val="231F20"/>
                </a:solidFill>
                <a:latin typeface="Arial"/>
                <a:ea typeface="Arial"/>
                <a:cs typeface="Arial"/>
              </a:defRPr>
            </a:pPr>
            <a:r>
              <a:rPr sz="553" b="0">
                <a:solidFill>
                  <a:srgbClr val="231F20"/>
                </a:solidFill>
                <a:latin typeface="Arial"/>
                <a:ea typeface="Arial"/>
                <a:cs typeface="Arial"/>
              </a:rPr>
              <a:t>1</a:t>
            </a:r>
          </a:p>
        </p:txBody>
      </p:sp>
      <p:sp>
        <p:nvSpPr>
          <p:cNvPr id="210" name="circuit-805">
            <a:extLst xmlns:a="http://schemas.openxmlformats.org/drawingml/2006/main">
              <a:ext uri="{FF2B5EF4-FFF2-40B4-BE49-F238E27FC236}">
                <a16:creationId xmlns:a16="http://schemas.microsoft.com/office/drawing/2014/main" id="{E143FEDD-358C-4D05-A85D-2D4803CE7233}"/>
              </a:ext>
            </a:extLst>
          </p:cNvPr>
          <p:cNvSpPr>
            <a:spLocks xmlns:a="http://schemas.openxmlformats.org/drawingml/2006/main" noGrp="1"/>
          </p:cNvSpPr>
          <p:nvPr/>
        </p:nvSpPr>
        <p:spPr>
          <a:xfrm xmlns:a="http://schemas.openxmlformats.org/drawingml/2006/main">
            <a:off x="3108484" y="4100798"/>
            <a:ext cx="108490" cy="306324"/>
          </a:xfrm>
          <a:custGeom xmlns:a="http://schemas.openxmlformats.org/drawingml/2006/main">
            <a:pathLst>
              <a:path w="108490" h="306324">
                <a:moveTo>
                  <a:pt x="0" y="0"/>
                </a:moveTo>
                <a:lnTo>
                  <a:pt x="108490" y="38291"/>
                </a:lnTo>
                <a:lnTo>
                  <a:pt x="108490" y="268034"/>
                </a:lnTo>
                <a:lnTo>
                  <a:pt x="0" y="306324"/>
                </a:lnTo>
                <a:close/>
              </a:path>
            </a:pathLst>
          </a:custGeom>
          <a:solidFill xmlns:a="http://schemas.openxmlformats.org/drawingml/2006/main">
            <a:srgbClr val="FFFFFF"/>
          </a:solidFill>
          <a:ln xmlns:a="http://schemas.openxmlformats.org/drawingml/2006/main" w="9573">
            <a:solidFill>
              <a:srgbClr val="231F20"/>
            </a:solidFill>
          </a:ln>
        </p:spPr>
      </p:sp>
      <p:sp>
        <p:nvSpPr>
          <p:cNvPr id="211" name="text-806">
            <a:extLst xmlns:a="http://schemas.openxmlformats.org/drawingml/2006/main">
              <a:ext uri="{FF2B5EF4-FFF2-40B4-BE49-F238E27FC236}">
                <a16:creationId xmlns:a16="http://schemas.microsoft.com/office/drawing/2014/main" id="{247996DB-6C41-411E-B1DC-D6A19FDFA6EE}"/>
              </a:ext>
            </a:extLst>
          </p:cNvPr>
          <p:cNvSpPr>
            <a:spLocks xmlns:a="http://schemas.openxmlformats.org/drawingml/2006/main" noGrp="1"/>
          </p:cNvSpPr>
          <p:nvPr/>
        </p:nvSpPr>
        <p:spPr>
          <a:xfrm xmlns:a="http://schemas.openxmlformats.org/drawingml/2006/main">
            <a:off x="3114866" y="4119944"/>
            <a:ext cx="82963" cy="893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553" b="0">
                <a:solidFill>
                  <a:srgbClr val="231F20"/>
                </a:solidFill>
                <a:latin typeface="Arial"/>
                <a:ea typeface="Arial"/>
                <a:cs typeface="Arial"/>
              </a:defRPr>
            </a:defPPr>
            <a:lvl1pPr algn="l">
              <a:defRPr sz="553" b="0">
                <a:solidFill>
                  <a:srgbClr val="231F20"/>
                </a:solidFill>
                <a:latin typeface="Arial"/>
                <a:ea typeface="Arial"/>
                <a:cs typeface="Arial"/>
              </a:defRPr>
            </a:lvl1pPr>
            <a:lvl2pPr algn="l">
              <a:defRPr sz="553" b="0">
                <a:solidFill>
                  <a:srgbClr val="231F20"/>
                </a:solidFill>
                <a:latin typeface="Arial"/>
                <a:ea typeface="Arial"/>
                <a:cs typeface="Arial"/>
              </a:defRPr>
            </a:lvl2pPr>
            <a:lvl3pPr algn="l">
              <a:defRPr sz="553" b="0">
                <a:solidFill>
                  <a:srgbClr val="231F20"/>
                </a:solidFill>
                <a:latin typeface="Arial"/>
                <a:ea typeface="Arial"/>
                <a:cs typeface="Arial"/>
              </a:defRPr>
            </a:lvl3pPr>
            <a:lvl4pPr algn="l">
              <a:defRPr sz="553" b="0">
                <a:solidFill>
                  <a:srgbClr val="231F20"/>
                </a:solidFill>
                <a:latin typeface="Arial"/>
                <a:ea typeface="Arial"/>
                <a:cs typeface="Arial"/>
              </a:defRPr>
            </a:lvl4pPr>
            <a:lvl5pPr algn="l">
              <a:defRPr sz="553" b="0">
                <a:solidFill>
                  <a:srgbClr val="231F20"/>
                </a:solidFill>
                <a:latin typeface="Arial"/>
                <a:ea typeface="Arial"/>
                <a:cs typeface="Arial"/>
              </a:defRPr>
            </a:lvl5pPr>
            <a:lvl6pPr algn="l">
              <a:defRPr sz="553" b="0">
                <a:solidFill>
                  <a:srgbClr val="231F20"/>
                </a:solidFill>
                <a:latin typeface="Arial"/>
                <a:ea typeface="Arial"/>
                <a:cs typeface="Arial"/>
              </a:defRPr>
            </a:lvl6pPr>
            <a:lvl7pPr algn="l">
              <a:defRPr sz="553" b="0">
                <a:solidFill>
                  <a:srgbClr val="231F20"/>
                </a:solidFill>
                <a:latin typeface="Arial"/>
                <a:ea typeface="Arial"/>
                <a:cs typeface="Arial"/>
              </a:defRPr>
            </a:lvl7pPr>
            <a:lvl8pPr algn="l">
              <a:defRPr sz="553" b="0">
                <a:solidFill>
                  <a:srgbClr val="231F20"/>
                </a:solidFill>
                <a:latin typeface="Arial"/>
                <a:ea typeface="Arial"/>
                <a:cs typeface="Arial"/>
              </a:defRPr>
            </a:lvl8pPr>
            <a:lvl9pPr algn="l">
              <a:defRPr sz="553" b="0">
                <a:solidFill>
                  <a:srgbClr val="231F20"/>
                </a:solidFill>
                <a:latin typeface="Arial"/>
                <a:ea typeface="Arial"/>
                <a:cs typeface="Arial"/>
              </a:defRPr>
            </a:lvl9pPr>
          </a:lstStyle>
          <a:p xmlns:a="http://schemas.openxmlformats.org/drawingml/2006/main">
            <a:pPr algn="l">
              <a:defRPr sz="553" b="0">
                <a:solidFill>
                  <a:srgbClr val="231F20"/>
                </a:solidFill>
                <a:latin typeface="Arial"/>
                <a:ea typeface="Arial"/>
                <a:cs typeface="Arial"/>
              </a:defRPr>
            </a:pPr>
            <a:r>
              <a:rPr sz="553" b="0">
                <a:solidFill>
                  <a:srgbClr val="231F20"/>
                </a:solidFill>
                <a:latin typeface="Arial"/>
                <a:ea typeface="Arial"/>
                <a:cs typeface="Arial"/>
              </a:rPr>
              <a:t>0</a:t>
            </a:r>
          </a:p>
        </p:txBody>
      </p:sp>
      <p:sp>
        <p:nvSpPr>
          <p:cNvPr id="212" name="text-807">
            <a:extLst xmlns:a="http://schemas.openxmlformats.org/drawingml/2006/main">
              <a:ext uri="{FF2B5EF4-FFF2-40B4-BE49-F238E27FC236}">
                <a16:creationId xmlns:a16="http://schemas.microsoft.com/office/drawing/2014/main" id="{1AE0499C-E16D-4B15-A9F8-5C7840111022}"/>
              </a:ext>
            </a:extLst>
          </p:cNvPr>
          <p:cNvSpPr>
            <a:spLocks xmlns:a="http://schemas.openxmlformats.org/drawingml/2006/main" noGrp="1"/>
          </p:cNvSpPr>
          <p:nvPr/>
        </p:nvSpPr>
        <p:spPr>
          <a:xfrm xmlns:a="http://schemas.openxmlformats.org/drawingml/2006/main">
            <a:off x="3114866" y="4292251"/>
            <a:ext cx="82963" cy="893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553" b="0">
                <a:solidFill>
                  <a:srgbClr val="231F20"/>
                </a:solidFill>
                <a:latin typeface="Arial"/>
                <a:ea typeface="Arial"/>
                <a:cs typeface="Arial"/>
              </a:defRPr>
            </a:defPPr>
            <a:lvl1pPr algn="l">
              <a:defRPr sz="553" b="0">
                <a:solidFill>
                  <a:srgbClr val="231F20"/>
                </a:solidFill>
                <a:latin typeface="Arial"/>
                <a:ea typeface="Arial"/>
                <a:cs typeface="Arial"/>
              </a:defRPr>
            </a:lvl1pPr>
            <a:lvl2pPr algn="l">
              <a:defRPr sz="553" b="0">
                <a:solidFill>
                  <a:srgbClr val="231F20"/>
                </a:solidFill>
                <a:latin typeface="Arial"/>
                <a:ea typeface="Arial"/>
                <a:cs typeface="Arial"/>
              </a:defRPr>
            </a:lvl2pPr>
            <a:lvl3pPr algn="l">
              <a:defRPr sz="553" b="0">
                <a:solidFill>
                  <a:srgbClr val="231F20"/>
                </a:solidFill>
                <a:latin typeface="Arial"/>
                <a:ea typeface="Arial"/>
                <a:cs typeface="Arial"/>
              </a:defRPr>
            </a:lvl3pPr>
            <a:lvl4pPr algn="l">
              <a:defRPr sz="553" b="0">
                <a:solidFill>
                  <a:srgbClr val="231F20"/>
                </a:solidFill>
                <a:latin typeface="Arial"/>
                <a:ea typeface="Arial"/>
                <a:cs typeface="Arial"/>
              </a:defRPr>
            </a:lvl4pPr>
            <a:lvl5pPr algn="l">
              <a:defRPr sz="553" b="0">
                <a:solidFill>
                  <a:srgbClr val="231F20"/>
                </a:solidFill>
                <a:latin typeface="Arial"/>
                <a:ea typeface="Arial"/>
                <a:cs typeface="Arial"/>
              </a:defRPr>
            </a:lvl5pPr>
            <a:lvl6pPr algn="l">
              <a:defRPr sz="553" b="0">
                <a:solidFill>
                  <a:srgbClr val="231F20"/>
                </a:solidFill>
                <a:latin typeface="Arial"/>
                <a:ea typeface="Arial"/>
                <a:cs typeface="Arial"/>
              </a:defRPr>
            </a:lvl6pPr>
            <a:lvl7pPr algn="l">
              <a:defRPr sz="553" b="0">
                <a:solidFill>
                  <a:srgbClr val="231F20"/>
                </a:solidFill>
                <a:latin typeface="Arial"/>
                <a:ea typeface="Arial"/>
                <a:cs typeface="Arial"/>
              </a:defRPr>
            </a:lvl7pPr>
            <a:lvl8pPr algn="l">
              <a:defRPr sz="553" b="0">
                <a:solidFill>
                  <a:srgbClr val="231F20"/>
                </a:solidFill>
                <a:latin typeface="Arial"/>
                <a:ea typeface="Arial"/>
                <a:cs typeface="Arial"/>
              </a:defRPr>
            </a:lvl8pPr>
            <a:lvl9pPr algn="l">
              <a:defRPr sz="553" b="0">
                <a:solidFill>
                  <a:srgbClr val="231F20"/>
                </a:solidFill>
                <a:latin typeface="Arial"/>
                <a:ea typeface="Arial"/>
                <a:cs typeface="Arial"/>
              </a:defRPr>
            </a:lvl9pPr>
          </a:lstStyle>
          <a:p xmlns:a="http://schemas.openxmlformats.org/drawingml/2006/main">
            <a:pPr algn="l">
              <a:defRPr sz="553" b="0">
                <a:solidFill>
                  <a:srgbClr val="231F20"/>
                </a:solidFill>
                <a:latin typeface="Arial"/>
                <a:ea typeface="Arial"/>
                <a:cs typeface="Arial"/>
              </a:defRPr>
            </a:pPr>
            <a:r>
              <a:rPr sz="553" b="0">
                <a:solidFill>
                  <a:srgbClr val="231F20"/>
                </a:solidFill>
                <a:latin typeface="Arial"/>
                <a:ea typeface="Arial"/>
                <a:cs typeface="Arial"/>
              </a:rPr>
              <a:t>1</a:t>
            </a:r>
          </a:p>
        </p:txBody>
      </p:sp>
      <p:sp>
        <p:nvSpPr>
          <p:cNvPr id="213" name="circuit-808">
            <a:extLst xmlns:a="http://schemas.openxmlformats.org/drawingml/2006/main">
              <a:ext uri="{FF2B5EF4-FFF2-40B4-BE49-F238E27FC236}">
                <a16:creationId xmlns:a16="http://schemas.microsoft.com/office/drawing/2014/main" id="{90B2BF29-CA65-44E4-95A8-48A355003525}"/>
              </a:ext>
            </a:extLst>
          </p:cNvPr>
          <p:cNvSpPr>
            <a:spLocks xmlns:a="http://schemas.openxmlformats.org/drawingml/2006/main" noGrp="1"/>
          </p:cNvSpPr>
          <p:nvPr/>
        </p:nvSpPr>
        <p:spPr>
          <a:xfrm xmlns:a="http://schemas.openxmlformats.org/drawingml/2006/main">
            <a:off x="3108484" y="4496467"/>
            <a:ext cx="108490" cy="299942"/>
          </a:xfrm>
          <a:custGeom xmlns:a="http://schemas.openxmlformats.org/drawingml/2006/main">
            <a:pathLst>
              <a:path w="108490" h="299942">
                <a:moveTo>
                  <a:pt x="0" y="0"/>
                </a:moveTo>
                <a:lnTo>
                  <a:pt x="108490" y="38291"/>
                </a:lnTo>
                <a:lnTo>
                  <a:pt x="108490" y="261652"/>
                </a:lnTo>
                <a:lnTo>
                  <a:pt x="0" y="299942"/>
                </a:lnTo>
                <a:close/>
              </a:path>
            </a:pathLst>
          </a:custGeom>
          <a:solidFill xmlns:a="http://schemas.openxmlformats.org/drawingml/2006/main">
            <a:srgbClr val="FFFFFF"/>
          </a:solidFill>
          <a:ln xmlns:a="http://schemas.openxmlformats.org/drawingml/2006/main" w="9573">
            <a:solidFill>
              <a:srgbClr val="231F20"/>
            </a:solidFill>
          </a:ln>
        </p:spPr>
      </p:sp>
      <p:sp>
        <p:nvSpPr>
          <p:cNvPr id="214" name="text-809">
            <a:extLst xmlns:a="http://schemas.openxmlformats.org/drawingml/2006/main">
              <a:ext uri="{FF2B5EF4-FFF2-40B4-BE49-F238E27FC236}">
                <a16:creationId xmlns:a16="http://schemas.microsoft.com/office/drawing/2014/main" id="{2057C5A0-0A9D-41E8-AF14-15C3DE4C8705}"/>
              </a:ext>
            </a:extLst>
          </p:cNvPr>
          <p:cNvSpPr>
            <a:spLocks xmlns:a="http://schemas.openxmlformats.org/drawingml/2006/main" noGrp="1"/>
          </p:cNvSpPr>
          <p:nvPr/>
        </p:nvSpPr>
        <p:spPr>
          <a:xfrm xmlns:a="http://schemas.openxmlformats.org/drawingml/2006/main">
            <a:off x="3114866" y="4515612"/>
            <a:ext cx="82963" cy="893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553" b="0">
                <a:solidFill>
                  <a:srgbClr val="231F20"/>
                </a:solidFill>
                <a:latin typeface="Arial"/>
                <a:ea typeface="Arial"/>
                <a:cs typeface="Arial"/>
              </a:defRPr>
            </a:defPPr>
            <a:lvl1pPr algn="l">
              <a:defRPr sz="553" b="0">
                <a:solidFill>
                  <a:srgbClr val="231F20"/>
                </a:solidFill>
                <a:latin typeface="Arial"/>
                <a:ea typeface="Arial"/>
                <a:cs typeface="Arial"/>
              </a:defRPr>
            </a:lvl1pPr>
            <a:lvl2pPr algn="l">
              <a:defRPr sz="553" b="0">
                <a:solidFill>
                  <a:srgbClr val="231F20"/>
                </a:solidFill>
                <a:latin typeface="Arial"/>
                <a:ea typeface="Arial"/>
                <a:cs typeface="Arial"/>
              </a:defRPr>
            </a:lvl2pPr>
            <a:lvl3pPr algn="l">
              <a:defRPr sz="553" b="0">
                <a:solidFill>
                  <a:srgbClr val="231F20"/>
                </a:solidFill>
                <a:latin typeface="Arial"/>
                <a:ea typeface="Arial"/>
                <a:cs typeface="Arial"/>
              </a:defRPr>
            </a:lvl3pPr>
            <a:lvl4pPr algn="l">
              <a:defRPr sz="553" b="0">
                <a:solidFill>
                  <a:srgbClr val="231F20"/>
                </a:solidFill>
                <a:latin typeface="Arial"/>
                <a:ea typeface="Arial"/>
                <a:cs typeface="Arial"/>
              </a:defRPr>
            </a:lvl4pPr>
            <a:lvl5pPr algn="l">
              <a:defRPr sz="553" b="0">
                <a:solidFill>
                  <a:srgbClr val="231F20"/>
                </a:solidFill>
                <a:latin typeface="Arial"/>
                <a:ea typeface="Arial"/>
                <a:cs typeface="Arial"/>
              </a:defRPr>
            </a:lvl5pPr>
            <a:lvl6pPr algn="l">
              <a:defRPr sz="553" b="0">
                <a:solidFill>
                  <a:srgbClr val="231F20"/>
                </a:solidFill>
                <a:latin typeface="Arial"/>
                <a:ea typeface="Arial"/>
                <a:cs typeface="Arial"/>
              </a:defRPr>
            </a:lvl6pPr>
            <a:lvl7pPr algn="l">
              <a:defRPr sz="553" b="0">
                <a:solidFill>
                  <a:srgbClr val="231F20"/>
                </a:solidFill>
                <a:latin typeface="Arial"/>
                <a:ea typeface="Arial"/>
                <a:cs typeface="Arial"/>
              </a:defRPr>
            </a:lvl7pPr>
            <a:lvl8pPr algn="l">
              <a:defRPr sz="553" b="0">
                <a:solidFill>
                  <a:srgbClr val="231F20"/>
                </a:solidFill>
                <a:latin typeface="Arial"/>
                <a:ea typeface="Arial"/>
                <a:cs typeface="Arial"/>
              </a:defRPr>
            </a:lvl8pPr>
            <a:lvl9pPr algn="l">
              <a:defRPr sz="553" b="0">
                <a:solidFill>
                  <a:srgbClr val="231F20"/>
                </a:solidFill>
                <a:latin typeface="Arial"/>
                <a:ea typeface="Arial"/>
                <a:cs typeface="Arial"/>
              </a:defRPr>
            </a:lvl9pPr>
          </a:lstStyle>
          <a:p xmlns:a="http://schemas.openxmlformats.org/drawingml/2006/main">
            <a:pPr algn="l">
              <a:defRPr sz="553" b="0">
                <a:solidFill>
                  <a:srgbClr val="231F20"/>
                </a:solidFill>
                <a:latin typeface="Arial"/>
                <a:ea typeface="Arial"/>
                <a:cs typeface="Arial"/>
              </a:defRPr>
            </a:pPr>
            <a:r>
              <a:rPr sz="553" b="0">
                <a:solidFill>
                  <a:srgbClr val="231F20"/>
                </a:solidFill>
                <a:latin typeface="Arial"/>
                <a:ea typeface="Arial"/>
                <a:cs typeface="Arial"/>
              </a:rPr>
              <a:t>0</a:t>
            </a:r>
          </a:p>
        </p:txBody>
      </p:sp>
      <p:sp>
        <p:nvSpPr>
          <p:cNvPr id="215" name="text-810">
            <a:extLst xmlns:a="http://schemas.openxmlformats.org/drawingml/2006/main">
              <a:ext uri="{FF2B5EF4-FFF2-40B4-BE49-F238E27FC236}">
                <a16:creationId xmlns:a16="http://schemas.microsoft.com/office/drawing/2014/main" id="{BC94934A-4CAA-468D-947F-BD2F499DAFDC}"/>
              </a:ext>
            </a:extLst>
          </p:cNvPr>
          <p:cNvSpPr>
            <a:spLocks xmlns:a="http://schemas.openxmlformats.org/drawingml/2006/main" noGrp="1"/>
          </p:cNvSpPr>
          <p:nvPr/>
        </p:nvSpPr>
        <p:spPr>
          <a:xfrm xmlns:a="http://schemas.openxmlformats.org/drawingml/2006/main">
            <a:off x="3114866" y="4681538"/>
            <a:ext cx="82963" cy="893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553" b="0">
                <a:solidFill>
                  <a:srgbClr val="231F20"/>
                </a:solidFill>
                <a:latin typeface="Arial"/>
                <a:ea typeface="Arial"/>
                <a:cs typeface="Arial"/>
              </a:defRPr>
            </a:defPPr>
            <a:lvl1pPr algn="l">
              <a:defRPr sz="553" b="0">
                <a:solidFill>
                  <a:srgbClr val="231F20"/>
                </a:solidFill>
                <a:latin typeface="Arial"/>
                <a:ea typeface="Arial"/>
                <a:cs typeface="Arial"/>
              </a:defRPr>
            </a:lvl1pPr>
            <a:lvl2pPr algn="l">
              <a:defRPr sz="553" b="0">
                <a:solidFill>
                  <a:srgbClr val="231F20"/>
                </a:solidFill>
                <a:latin typeface="Arial"/>
                <a:ea typeface="Arial"/>
                <a:cs typeface="Arial"/>
              </a:defRPr>
            </a:lvl2pPr>
            <a:lvl3pPr algn="l">
              <a:defRPr sz="553" b="0">
                <a:solidFill>
                  <a:srgbClr val="231F20"/>
                </a:solidFill>
                <a:latin typeface="Arial"/>
                <a:ea typeface="Arial"/>
                <a:cs typeface="Arial"/>
              </a:defRPr>
            </a:lvl3pPr>
            <a:lvl4pPr algn="l">
              <a:defRPr sz="553" b="0">
                <a:solidFill>
                  <a:srgbClr val="231F20"/>
                </a:solidFill>
                <a:latin typeface="Arial"/>
                <a:ea typeface="Arial"/>
                <a:cs typeface="Arial"/>
              </a:defRPr>
            </a:lvl4pPr>
            <a:lvl5pPr algn="l">
              <a:defRPr sz="553" b="0">
                <a:solidFill>
                  <a:srgbClr val="231F20"/>
                </a:solidFill>
                <a:latin typeface="Arial"/>
                <a:ea typeface="Arial"/>
                <a:cs typeface="Arial"/>
              </a:defRPr>
            </a:lvl5pPr>
            <a:lvl6pPr algn="l">
              <a:defRPr sz="553" b="0">
                <a:solidFill>
                  <a:srgbClr val="231F20"/>
                </a:solidFill>
                <a:latin typeface="Arial"/>
                <a:ea typeface="Arial"/>
                <a:cs typeface="Arial"/>
              </a:defRPr>
            </a:lvl6pPr>
            <a:lvl7pPr algn="l">
              <a:defRPr sz="553" b="0">
                <a:solidFill>
                  <a:srgbClr val="231F20"/>
                </a:solidFill>
                <a:latin typeface="Arial"/>
                <a:ea typeface="Arial"/>
                <a:cs typeface="Arial"/>
              </a:defRPr>
            </a:lvl7pPr>
            <a:lvl8pPr algn="l">
              <a:defRPr sz="553" b="0">
                <a:solidFill>
                  <a:srgbClr val="231F20"/>
                </a:solidFill>
                <a:latin typeface="Arial"/>
                <a:ea typeface="Arial"/>
                <a:cs typeface="Arial"/>
              </a:defRPr>
            </a:lvl8pPr>
            <a:lvl9pPr algn="l">
              <a:defRPr sz="553" b="0">
                <a:solidFill>
                  <a:srgbClr val="231F20"/>
                </a:solidFill>
                <a:latin typeface="Arial"/>
                <a:ea typeface="Arial"/>
                <a:cs typeface="Arial"/>
              </a:defRPr>
            </a:lvl9pPr>
          </a:lstStyle>
          <a:p xmlns:a="http://schemas.openxmlformats.org/drawingml/2006/main">
            <a:pPr algn="l">
              <a:defRPr sz="553" b="0">
                <a:solidFill>
                  <a:srgbClr val="231F20"/>
                </a:solidFill>
                <a:latin typeface="Arial"/>
                <a:ea typeface="Arial"/>
                <a:cs typeface="Arial"/>
              </a:defRPr>
            </a:pPr>
            <a:r>
              <a:rPr sz="553" b="0">
                <a:solidFill>
                  <a:srgbClr val="231F20"/>
                </a:solidFill>
                <a:latin typeface="Arial"/>
                <a:ea typeface="Arial"/>
                <a:cs typeface="Arial"/>
              </a:rPr>
              <a:t>1</a:t>
            </a:r>
          </a:p>
        </p:txBody>
      </p:sp>
      <p:sp>
        <p:nvSpPr>
          <p:cNvPr id="216" name="text-811">
            <a:extLst xmlns:a="http://schemas.openxmlformats.org/drawingml/2006/main">
              <a:ext uri="{FF2B5EF4-FFF2-40B4-BE49-F238E27FC236}">
                <a16:creationId xmlns:a16="http://schemas.microsoft.com/office/drawing/2014/main" id="{F55451FB-FB46-4189-81F6-8BFFFD17A46C}"/>
              </a:ext>
            </a:extLst>
          </p:cNvPr>
          <p:cNvSpPr>
            <a:spLocks xmlns:a="http://schemas.openxmlformats.org/drawingml/2006/main" noGrp="1"/>
          </p:cNvSpPr>
          <p:nvPr/>
        </p:nvSpPr>
        <p:spPr>
          <a:xfrm xmlns:a="http://schemas.openxmlformats.org/drawingml/2006/main">
            <a:off x="2674525" y="3985927"/>
            <a:ext cx="414814" cy="893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452" b="0">
                <a:solidFill>
                  <a:srgbClr val="231F20"/>
                </a:solidFill>
                <a:latin typeface="Arial"/>
                <a:ea typeface="Arial"/>
                <a:cs typeface="Arial"/>
              </a:defRPr>
            </a:defPPr>
            <a:lvl1pPr algn="l">
              <a:defRPr sz="452" b="0">
                <a:solidFill>
                  <a:srgbClr val="231F20"/>
                </a:solidFill>
                <a:latin typeface="Arial"/>
                <a:ea typeface="Arial"/>
                <a:cs typeface="Arial"/>
              </a:defRPr>
            </a:lvl1pPr>
            <a:lvl2pPr algn="l">
              <a:defRPr sz="452" b="0">
                <a:solidFill>
                  <a:srgbClr val="231F20"/>
                </a:solidFill>
                <a:latin typeface="Arial"/>
                <a:ea typeface="Arial"/>
                <a:cs typeface="Arial"/>
              </a:defRPr>
            </a:lvl2pPr>
            <a:lvl3pPr algn="l">
              <a:defRPr sz="452" b="0">
                <a:solidFill>
                  <a:srgbClr val="231F20"/>
                </a:solidFill>
                <a:latin typeface="Arial"/>
                <a:ea typeface="Arial"/>
                <a:cs typeface="Arial"/>
              </a:defRPr>
            </a:lvl3pPr>
            <a:lvl4pPr algn="l">
              <a:defRPr sz="452" b="0">
                <a:solidFill>
                  <a:srgbClr val="231F20"/>
                </a:solidFill>
                <a:latin typeface="Arial"/>
                <a:ea typeface="Arial"/>
                <a:cs typeface="Arial"/>
              </a:defRPr>
            </a:lvl4pPr>
            <a:lvl5pPr algn="l">
              <a:defRPr sz="452" b="0">
                <a:solidFill>
                  <a:srgbClr val="231F20"/>
                </a:solidFill>
                <a:latin typeface="Arial"/>
                <a:ea typeface="Arial"/>
                <a:cs typeface="Arial"/>
              </a:defRPr>
            </a:lvl5pPr>
            <a:lvl6pPr algn="l">
              <a:defRPr sz="452" b="0">
                <a:solidFill>
                  <a:srgbClr val="231F20"/>
                </a:solidFill>
                <a:latin typeface="Arial"/>
                <a:ea typeface="Arial"/>
                <a:cs typeface="Arial"/>
              </a:defRPr>
            </a:lvl6pPr>
            <a:lvl7pPr algn="l">
              <a:defRPr sz="452" b="0">
                <a:solidFill>
                  <a:srgbClr val="231F20"/>
                </a:solidFill>
                <a:latin typeface="Arial"/>
                <a:ea typeface="Arial"/>
                <a:cs typeface="Arial"/>
              </a:defRPr>
            </a:lvl7pPr>
            <a:lvl8pPr algn="l">
              <a:defRPr sz="452" b="0">
                <a:solidFill>
                  <a:srgbClr val="231F20"/>
                </a:solidFill>
                <a:latin typeface="Arial"/>
                <a:ea typeface="Arial"/>
                <a:cs typeface="Arial"/>
              </a:defRPr>
            </a:lvl8pPr>
            <a:lvl9pPr algn="l">
              <a:defRPr sz="452" b="0">
                <a:solidFill>
                  <a:srgbClr val="231F20"/>
                </a:solidFill>
                <a:latin typeface="Arial"/>
                <a:ea typeface="Arial"/>
                <a:cs typeface="Arial"/>
              </a:defRPr>
            </a:lvl9pPr>
          </a:lstStyle>
          <a:p xmlns:a="http://schemas.openxmlformats.org/drawingml/2006/main">
            <a:pPr algn="l">
              <a:defRPr sz="452" b="0">
                <a:solidFill>
                  <a:srgbClr val="231F20"/>
                </a:solidFill>
                <a:latin typeface="Arial"/>
                <a:ea typeface="Arial"/>
                <a:cs typeface="Arial"/>
              </a:defRPr>
            </a:pPr>
            <a:r>
              <a:rPr sz="452" b="0">
                <a:solidFill>
                  <a:srgbClr val="231F20"/>
                </a:solidFill>
                <a:latin typeface="Arial"/>
                <a:ea typeface="Arial"/>
                <a:cs typeface="Arial"/>
              </a:rPr>
              <a:t>ForwardAE</a:t>
            </a:r>
          </a:p>
        </p:txBody>
      </p:sp>
      <p:sp>
        <p:nvSpPr>
          <p:cNvPr id="217" name="text-812">
            <a:extLst xmlns:a="http://schemas.openxmlformats.org/drawingml/2006/main">
              <a:ext uri="{FF2B5EF4-FFF2-40B4-BE49-F238E27FC236}">
                <a16:creationId xmlns:a16="http://schemas.microsoft.com/office/drawing/2014/main" id="{4B2A39E4-31C4-41EC-8B4D-99B8B6E06809}"/>
              </a:ext>
            </a:extLst>
          </p:cNvPr>
          <p:cNvSpPr>
            <a:spLocks xmlns:a="http://schemas.openxmlformats.org/drawingml/2006/main" noGrp="1"/>
          </p:cNvSpPr>
          <p:nvPr/>
        </p:nvSpPr>
        <p:spPr>
          <a:xfrm xmlns:a="http://schemas.openxmlformats.org/drawingml/2006/main">
            <a:off x="2674525" y="4745355"/>
            <a:ext cx="414814" cy="893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452" b="0">
                <a:solidFill>
                  <a:srgbClr val="231F20"/>
                </a:solidFill>
                <a:latin typeface="Arial"/>
                <a:ea typeface="Arial"/>
                <a:cs typeface="Arial"/>
              </a:defRPr>
            </a:defPPr>
            <a:lvl1pPr algn="l">
              <a:defRPr sz="452" b="0">
                <a:solidFill>
                  <a:srgbClr val="231F20"/>
                </a:solidFill>
                <a:latin typeface="Arial"/>
                <a:ea typeface="Arial"/>
                <a:cs typeface="Arial"/>
              </a:defRPr>
            </a:lvl1pPr>
            <a:lvl2pPr algn="l">
              <a:defRPr sz="452" b="0">
                <a:solidFill>
                  <a:srgbClr val="231F20"/>
                </a:solidFill>
                <a:latin typeface="Arial"/>
                <a:ea typeface="Arial"/>
                <a:cs typeface="Arial"/>
              </a:defRPr>
            </a:lvl2pPr>
            <a:lvl3pPr algn="l">
              <a:defRPr sz="452" b="0">
                <a:solidFill>
                  <a:srgbClr val="231F20"/>
                </a:solidFill>
                <a:latin typeface="Arial"/>
                <a:ea typeface="Arial"/>
                <a:cs typeface="Arial"/>
              </a:defRPr>
            </a:lvl3pPr>
            <a:lvl4pPr algn="l">
              <a:defRPr sz="452" b="0">
                <a:solidFill>
                  <a:srgbClr val="231F20"/>
                </a:solidFill>
                <a:latin typeface="Arial"/>
                <a:ea typeface="Arial"/>
                <a:cs typeface="Arial"/>
              </a:defRPr>
            </a:lvl4pPr>
            <a:lvl5pPr algn="l">
              <a:defRPr sz="452" b="0">
                <a:solidFill>
                  <a:srgbClr val="231F20"/>
                </a:solidFill>
                <a:latin typeface="Arial"/>
                <a:ea typeface="Arial"/>
                <a:cs typeface="Arial"/>
              </a:defRPr>
            </a:lvl5pPr>
            <a:lvl6pPr algn="l">
              <a:defRPr sz="452" b="0">
                <a:solidFill>
                  <a:srgbClr val="231F20"/>
                </a:solidFill>
                <a:latin typeface="Arial"/>
                <a:ea typeface="Arial"/>
                <a:cs typeface="Arial"/>
              </a:defRPr>
            </a:lvl6pPr>
            <a:lvl7pPr algn="l">
              <a:defRPr sz="452" b="0">
                <a:solidFill>
                  <a:srgbClr val="231F20"/>
                </a:solidFill>
                <a:latin typeface="Arial"/>
                <a:ea typeface="Arial"/>
                <a:cs typeface="Arial"/>
              </a:defRPr>
            </a:lvl7pPr>
            <a:lvl8pPr algn="l">
              <a:defRPr sz="452" b="0">
                <a:solidFill>
                  <a:srgbClr val="231F20"/>
                </a:solidFill>
                <a:latin typeface="Arial"/>
                <a:ea typeface="Arial"/>
                <a:cs typeface="Arial"/>
              </a:defRPr>
            </a:lvl8pPr>
            <a:lvl9pPr algn="l">
              <a:defRPr sz="452" b="0">
                <a:solidFill>
                  <a:srgbClr val="231F20"/>
                </a:solidFill>
                <a:latin typeface="Arial"/>
                <a:ea typeface="Arial"/>
                <a:cs typeface="Arial"/>
              </a:defRPr>
            </a:lvl9pPr>
          </a:lstStyle>
          <a:p xmlns:a="http://schemas.openxmlformats.org/drawingml/2006/main">
            <a:pPr algn="l">
              <a:defRPr sz="452" b="0">
                <a:solidFill>
                  <a:srgbClr val="231F20"/>
                </a:solidFill>
                <a:latin typeface="Arial"/>
                <a:ea typeface="Arial"/>
                <a:cs typeface="Arial"/>
              </a:defRPr>
            </a:pPr>
            <a:r>
              <a:rPr sz="452" b="0">
                <a:solidFill>
                  <a:srgbClr val="231F20"/>
                </a:solidFill>
                <a:latin typeface="Arial"/>
                <a:ea typeface="Arial"/>
                <a:cs typeface="Arial"/>
              </a:rPr>
              <a:t>ForwardBE</a:t>
            </a:r>
          </a:p>
        </p:txBody>
      </p:sp>
      <p:sp>
        <p:nvSpPr>
          <p:cNvPr id="218" name="wire-813">
            <a:extLst xmlns:a="http://schemas.openxmlformats.org/drawingml/2006/main">
              <a:ext uri="{FF2B5EF4-FFF2-40B4-BE49-F238E27FC236}">
                <a16:creationId xmlns:a16="http://schemas.microsoft.com/office/drawing/2014/main" id="{A6243227-1526-4839-B578-BD4FA492082F}"/>
              </a:ext>
            </a:extLst>
          </p:cNvPr>
          <p:cNvSpPr>
            <a:spLocks xmlns:a="http://schemas.openxmlformats.org/drawingml/2006/main" noGrp="1"/>
          </p:cNvSpPr>
          <p:nvPr/>
        </p:nvSpPr>
        <p:spPr>
          <a:xfrm xmlns:a="http://schemas.openxmlformats.org/drawingml/2006/main">
            <a:off x="2674525" y="4260342"/>
            <a:ext cx="82963" cy="9525"/>
          </a:xfrm>
          <a:custGeom xmlns:a="http://schemas.openxmlformats.org/drawingml/2006/main">
            <a:pathLst>
              <a:path w="82963" h="9525">
                <a:moveTo>
                  <a:pt x="0" y="0"/>
                </a:moveTo>
                <a:lnTo>
                  <a:pt x="82963" y="0"/>
                </a:lnTo>
              </a:path>
            </a:pathLst>
          </a:custGeom>
          <a:noFill xmlns:a="http://schemas.openxmlformats.org/drawingml/2006/main"/>
          <a:ln xmlns:a="http://schemas.openxmlformats.org/drawingml/2006/main" w="11487">
            <a:solidFill>
              <a:srgbClr val="1572C3"/>
            </a:solidFill>
          </a:ln>
        </p:spPr>
      </p:sp>
      <p:sp>
        <p:nvSpPr>
          <p:cNvPr id="219" name="wire-814">
            <a:extLst xmlns:a="http://schemas.openxmlformats.org/drawingml/2006/main">
              <a:ext uri="{FF2B5EF4-FFF2-40B4-BE49-F238E27FC236}">
                <a16:creationId xmlns:a16="http://schemas.microsoft.com/office/drawing/2014/main" id="{F18EB4C9-CCB9-4901-9D07-C58AAAD8A5FC}"/>
              </a:ext>
            </a:extLst>
          </p:cNvPr>
          <p:cNvSpPr>
            <a:spLocks xmlns:a="http://schemas.openxmlformats.org/drawingml/2006/main" noGrp="1"/>
          </p:cNvSpPr>
          <p:nvPr/>
        </p:nvSpPr>
        <p:spPr>
          <a:xfrm xmlns:a="http://schemas.openxmlformats.org/drawingml/2006/main">
            <a:off x="2757488" y="4222052"/>
            <a:ext cx="9525" cy="38291"/>
          </a:xfrm>
          <a:custGeom xmlns:a="http://schemas.openxmlformats.org/drawingml/2006/main">
            <a:pathLst>
              <a:path w="9525" h="38291">
                <a:moveTo>
                  <a:pt x="0" y="38291"/>
                </a:moveTo>
                <a:lnTo>
                  <a:pt x="0" y="0"/>
                </a:lnTo>
              </a:path>
            </a:pathLst>
          </a:custGeom>
          <a:noFill xmlns:a="http://schemas.openxmlformats.org/drawingml/2006/main"/>
          <a:ln xmlns:a="http://schemas.openxmlformats.org/drawingml/2006/main" w="11487">
            <a:solidFill>
              <a:srgbClr val="1572C3"/>
            </a:solidFill>
          </a:ln>
        </p:spPr>
      </p:sp>
      <p:sp>
        <p:nvSpPr>
          <p:cNvPr id="220" name="wire-815">
            <a:extLst xmlns:a="http://schemas.openxmlformats.org/drawingml/2006/main">
              <a:ext uri="{FF2B5EF4-FFF2-40B4-BE49-F238E27FC236}">
                <a16:creationId xmlns:a16="http://schemas.microsoft.com/office/drawing/2014/main" id="{8E786CDC-3912-470F-AE05-8A1FB531904E}"/>
              </a:ext>
            </a:extLst>
          </p:cNvPr>
          <p:cNvSpPr>
            <a:spLocks xmlns:a="http://schemas.openxmlformats.org/drawingml/2006/main" noGrp="1"/>
          </p:cNvSpPr>
          <p:nvPr/>
        </p:nvSpPr>
        <p:spPr>
          <a:xfrm xmlns:a="http://schemas.openxmlformats.org/drawingml/2006/main">
            <a:off x="2757488" y="4222052"/>
            <a:ext cx="63818" cy="9525"/>
          </a:xfrm>
          <a:custGeom xmlns:a="http://schemas.openxmlformats.org/drawingml/2006/main">
            <a:pathLst>
              <a:path w="63818" h="9525">
                <a:moveTo>
                  <a:pt x="0" y="0"/>
                </a:moveTo>
                <a:lnTo>
                  <a:pt x="63818" y="0"/>
                </a:lnTo>
              </a:path>
            </a:pathLst>
          </a:custGeom>
          <a:noFill xmlns:a="http://schemas.openxmlformats.org/drawingml/2006/main"/>
          <a:ln xmlns:a="http://schemas.openxmlformats.org/drawingml/2006/main" w="11487">
            <a:solidFill>
              <a:srgbClr val="1572C3"/>
            </a:solidFill>
          </a:ln>
        </p:spPr>
      </p:sp>
      <p:sp>
        <p:nvSpPr>
          <p:cNvPr id="221" name="circuit-816">
            <a:extLst xmlns:a="http://schemas.openxmlformats.org/drawingml/2006/main">
              <a:ext uri="{FF2B5EF4-FFF2-40B4-BE49-F238E27FC236}">
                <a16:creationId xmlns:a16="http://schemas.microsoft.com/office/drawing/2014/main" id="{6D593495-59E9-4DC8-998F-8177135836D5}"/>
              </a:ext>
            </a:extLst>
          </p:cNvPr>
          <p:cNvSpPr>
            <a:spLocks xmlns:a="http://schemas.openxmlformats.org/drawingml/2006/main" noGrp="1"/>
          </p:cNvSpPr>
          <p:nvPr/>
        </p:nvSpPr>
        <p:spPr>
          <a:xfrm xmlns:a="http://schemas.openxmlformats.org/drawingml/2006/main">
            <a:off x="2789396" y="4208650"/>
            <a:ext cx="31909" cy="26803"/>
          </a:xfrm>
          <a:custGeom xmlns:a="http://schemas.openxmlformats.org/drawingml/2006/main">
            <a:pathLst>
              <a:path w="31909" h="26803">
                <a:moveTo>
                  <a:pt x="31909" y="13402"/>
                </a:moveTo>
                <a:lnTo>
                  <a:pt x="0" y="0"/>
                </a:lnTo>
                <a:lnTo>
                  <a:pt x="0" y="26803"/>
                </a:lnTo>
                <a:close/>
              </a:path>
            </a:pathLst>
          </a:custGeom>
          <a:solidFill xmlns:a="http://schemas.openxmlformats.org/drawingml/2006/main">
            <a:srgbClr val="1572C3"/>
          </a:solidFill>
          <a:ln xmlns:a="http://schemas.openxmlformats.org/drawingml/2006/main" w="3191">
            <a:solidFill>
              <a:srgbClr val="1572C3"/>
            </a:solidFill>
          </a:ln>
        </p:spPr>
      </p:sp>
      <p:sp>
        <p:nvSpPr>
          <p:cNvPr id="222" name="wire-817">
            <a:extLst xmlns:a="http://schemas.openxmlformats.org/drawingml/2006/main">
              <a:ext uri="{FF2B5EF4-FFF2-40B4-BE49-F238E27FC236}">
                <a16:creationId xmlns:a16="http://schemas.microsoft.com/office/drawing/2014/main" id="{C3094007-FA58-49C4-991B-24E60045A208}"/>
              </a:ext>
            </a:extLst>
          </p:cNvPr>
          <p:cNvSpPr>
            <a:spLocks xmlns:a="http://schemas.openxmlformats.org/drawingml/2006/main" noGrp="1"/>
          </p:cNvSpPr>
          <p:nvPr/>
        </p:nvSpPr>
        <p:spPr>
          <a:xfrm xmlns:a="http://schemas.openxmlformats.org/drawingml/2006/main">
            <a:off x="2674525" y="4483703"/>
            <a:ext cx="146780" cy="9525"/>
          </a:xfrm>
          <a:custGeom xmlns:a="http://schemas.openxmlformats.org/drawingml/2006/main">
            <a:pathLst>
              <a:path w="146780" h="9525">
                <a:moveTo>
                  <a:pt x="0" y="0"/>
                </a:moveTo>
                <a:lnTo>
                  <a:pt x="146780" y="0"/>
                </a:lnTo>
              </a:path>
            </a:pathLst>
          </a:custGeom>
          <a:noFill xmlns:a="http://schemas.openxmlformats.org/drawingml/2006/main"/>
          <a:ln xmlns:a="http://schemas.openxmlformats.org/drawingml/2006/main" w="11487">
            <a:solidFill>
              <a:srgbClr val="1572C3"/>
            </a:solidFill>
          </a:ln>
        </p:spPr>
      </p:sp>
      <p:sp>
        <p:nvSpPr>
          <p:cNvPr id="223" name="circuit-818">
            <a:extLst xmlns:a="http://schemas.openxmlformats.org/drawingml/2006/main">
              <a:ext uri="{FF2B5EF4-FFF2-40B4-BE49-F238E27FC236}">
                <a16:creationId xmlns:a16="http://schemas.microsoft.com/office/drawing/2014/main" id="{AC78BA89-EE43-4C33-B840-BFDB7C4AE5A1}"/>
              </a:ext>
            </a:extLst>
          </p:cNvPr>
          <p:cNvSpPr>
            <a:spLocks xmlns:a="http://schemas.openxmlformats.org/drawingml/2006/main" noGrp="1"/>
          </p:cNvSpPr>
          <p:nvPr/>
        </p:nvSpPr>
        <p:spPr>
          <a:xfrm xmlns:a="http://schemas.openxmlformats.org/drawingml/2006/main">
            <a:off x="2789396" y="4470302"/>
            <a:ext cx="31909" cy="26803"/>
          </a:xfrm>
          <a:custGeom xmlns:a="http://schemas.openxmlformats.org/drawingml/2006/main">
            <a:pathLst>
              <a:path w="31909" h="26803">
                <a:moveTo>
                  <a:pt x="31909" y="13402"/>
                </a:moveTo>
                <a:lnTo>
                  <a:pt x="0" y="0"/>
                </a:lnTo>
                <a:lnTo>
                  <a:pt x="0" y="26803"/>
                </a:lnTo>
                <a:close/>
              </a:path>
            </a:pathLst>
          </a:custGeom>
          <a:solidFill xmlns:a="http://schemas.openxmlformats.org/drawingml/2006/main">
            <a:srgbClr val="1572C3"/>
          </a:solidFill>
          <a:ln xmlns:a="http://schemas.openxmlformats.org/drawingml/2006/main" w="3191">
            <a:solidFill>
              <a:srgbClr val="1572C3"/>
            </a:solidFill>
          </a:ln>
        </p:spPr>
      </p:sp>
      <p:sp>
        <p:nvSpPr>
          <p:cNvPr id="224" name="wire-819">
            <a:extLst xmlns:a="http://schemas.openxmlformats.org/drawingml/2006/main">
              <a:ext uri="{FF2B5EF4-FFF2-40B4-BE49-F238E27FC236}">
                <a16:creationId xmlns:a16="http://schemas.microsoft.com/office/drawing/2014/main" id="{02C7D06F-2AAF-4CD8-900D-1B1A2DDD6408}"/>
              </a:ext>
            </a:extLst>
          </p:cNvPr>
          <p:cNvSpPr>
            <a:spLocks xmlns:a="http://schemas.openxmlformats.org/drawingml/2006/main" noGrp="1"/>
          </p:cNvSpPr>
          <p:nvPr/>
        </p:nvSpPr>
        <p:spPr>
          <a:xfrm xmlns:a="http://schemas.openxmlformats.org/drawingml/2006/main">
            <a:off x="2929795" y="4266724"/>
            <a:ext cx="102108" cy="9525"/>
          </a:xfrm>
          <a:custGeom xmlns:a="http://schemas.openxmlformats.org/drawingml/2006/main">
            <a:pathLst>
              <a:path w="102108" h="9525">
                <a:moveTo>
                  <a:pt x="0" y="0"/>
                </a:moveTo>
                <a:lnTo>
                  <a:pt x="102108" y="0"/>
                </a:lnTo>
              </a:path>
            </a:pathLst>
          </a:custGeom>
          <a:noFill xmlns:a="http://schemas.openxmlformats.org/drawingml/2006/main"/>
          <a:ln xmlns:a="http://schemas.openxmlformats.org/drawingml/2006/main" w="11487">
            <a:solidFill>
              <a:srgbClr val="1572C3"/>
            </a:solidFill>
          </a:ln>
        </p:spPr>
      </p:sp>
      <p:sp>
        <p:nvSpPr>
          <p:cNvPr id="225" name="wire-820">
            <a:extLst xmlns:a="http://schemas.openxmlformats.org/drawingml/2006/main">
              <a:ext uri="{FF2B5EF4-FFF2-40B4-BE49-F238E27FC236}">
                <a16:creationId xmlns:a16="http://schemas.microsoft.com/office/drawing/2014/main" id="{7D86C499-F9FB-46FF-8F97-7DA60F09D94B}"/>
              </a:ext>
            </a:extLst>
          </p:cNvPr>
          <p:cNvSpPr>
            <a:spLocks xmlns:a="http://schemas.openxmlformats.org/drawingml/2006/main" noGrp="1"/>
          </p:cNvSpPr>
          <p:nvPr/>
        </p:nvSpPr>
        <p:spPr>
          <a:xfrm xmlns:a="http://schemas.openxmlformats.org/drawingml/2006/main">
            <a:off x="3031903" y="4183761"/>
            <a:ext cx="9525" cy="82963"/>
          </a:xfrm>
          <a:custGeom xmlns:a="http://schemas.openxmlformats.org/drawingml/2006/main">
            <a:pathLst>
              <a:path w="9525" h="82963">
                <a:moveTo>
                  <a:pt x="0" y="82963"/>
                </a:moveTo>
                <a:lnTo>
                  <a:pt x="0" y="0"/>
                </a:lnTo>
              </a:path>
            </a:pathLst>
          </a:custGeom>
          <a:noFill xmlns:a="http://schemas.openxmlformats.org/drawingml/2006/main"/>
          <a:ln xmlns:a="http://schemas.openxmlformats.org/drawingml/2006/main" w="11487">
            <a:solidFill>
              <a:srgbClr val="1572C3"/>
            </a:solidFill>
          </a:ln>
        </p:spPr>
      </p:sp>
      <p:sp>
        <p:nvSpPr>
          <p:cNvPr id="226" name="wire-821">
            <a:extLst xmlns:a="http://schemas.openxmlformats.org/drawingml/2006/main">
              <a:ext uri="{FF2B5EF4-FFF2-40B4-BE49-F238E27FC236}">
                <a16:creationId xmlns:a16="http://schemas.microsoft.com/office/drawing/2014/main" id="{E8956900-BB39-4414-9494-232D2CD9CC34}"/>
              </a:ext>
            </a:extLst>
          </p:cNvPr>
          <p:cNvSpPr>
            <a:spLocks xmlns:a="http://schemas.openxmlformats.org/drawingml/2006/main" noGrp="1"/>
          </p:cNvSpPr>
          <p:nvPr/>
        </p:nvSpPr>
        <p:spPr>
          <a:xfrm xmlns:a="http://schemas.openxmlformats.org/drawingml/2006/main">
            <a:off x="3031903" y="4183761"/>
            <a:ext cx="76581" cy="9525"/>
          </a:xfrm>
          <a:custGeom xmlns:a="http://schemas.openxmlformats.org/drawingml/2006/main">
            <a:pathLst>
              <a:path w="76581" h="9525">
                <a:moveTo>
                  <a:pt x="0" y="0"/>
                </a:moveTo>
                <a:lnTo>
                  <a:pt x="76581" y="0"/>
                </a:lnTo>
              </a:path>
            </a:pathLst>
          </a:custGeom>
          <a:noFill xmlns:a="http://schemas.openxmlformats.org/drawingml/2006/main"/>
          <a:ln xmlns:a="http://schemas.openxmlformats.org/drawingml/2006/main" w="11487">
            <a:solidFill>
              <a:srgbClr val="1572C3"/>
            </a:solidFill>
          </a:ln>
        </p:spPr>
      </p:sp>
      <p:sp>
        <p:nvSpPr>
          <p:cNvPr id="227" name="circuit-822">
            <a:extLst xmlns:a="http://schemas.openxmlformats.org/drawingml/2006/main">
              <a:ext uri="{FF2B5EF4-FFF2-40B4-BE49-F238E27FC236}">
                <a16:creationId xmlns:a16="http://schemas.microsoft.com/office/drawing/2014/main" id="{8A019CA9-3B88-45A1-9A3C-55E328C641E1}"/>
              </a:ext>
            </a:extLst>
          </p:cNvPr>
          <p:cNvSpPr>
            <a:spLocks xmlns:a="http://schemas.openxmlformats.org/drawingml/2006/main" noGrp="1"/>
          </p:cNvSpPr>
          <p:nvPr/>
        </p:nvSpPr>
        <p:spPr>
          <a:xfrm xmlns:a="http://schemas.openxmlformats.org/drawingml/2006/main">
            <a:off x="3076575" y="4170359"/>
            <a:ext cx="31909" cy="26803"/>
          </a:xfrm>
          <a:custGeom xmlns:a="http://schemas.openxmlformats.org/drawingml/2006/main">
            <a:pathLst>
              <a:path w="31909" h="26803">
                <a:moveTo>
                  <a:pt x="31909" y="13402"/>
                </a:moveTo>
                <a:lnTo>
                  <a:pt x="0" y="0"/>
                </a:lnTo>
                <a:lnTo>
                  <a:pt x="0" y="26803"/>
                </a:lnTo>
                <a:close/>
              </a:path>
            </a:pathLst>
          </a:custGeom>
          <a:solidFill xmlns:a="http://schemas.openxmlformats.org/drawingml/2006/main">
            <a:srgbClr val="1572C3"/>
          </a:solidFill>
          <a:ln xmlns:a="http://schemas.openxmlformats.org/drawingml/2006/main" w="3191">
            <a:solidFill>
              <a:srgbClr val="1572C3"/>
            </a:solidFill>
          </a:ln>
        </p:spPr>
      </p:sp>
      <p:sp>
        <p:nvSpPr>
          <p:cNvPr id="228" name="wire-823">
            <a:extLst xmlns:a="http://schemas.openxmlformats.org/drawingml/2006/main">
              <a:ext uri="{FF2B5EF4-FFF2-40B4-BE49-F238E27FC236}">
                <a16:creationId xmlns:a16="http://schemas.microsoft.com/office/drawing/2014/main" id="{7A4E5BB3-085A-4858-8111-A3731ED6D351}"/>
              </a:ext>
            </a:extLst>
          </p:cNvPr>
          <p:cNvSpPr>
            <a:spLocks xmlns:a="http://schemas.openxmlformats.org/drawingml/2006/main" noGrp="1"/>
          </p:cNvSpPr>
          <p:nvPr/>
        </p:nvSpPr>
        <p:spPr>
          <a:xfrm xmlns:a="http://schemas.openxmlformats.org/drawingml/2006/main">
            <a:off x="2929795" y="4553903"/>
            <a:ext cx="178689" cy="9525"/>
          </a:xfrm>
          <a:custGeom xmlns:a="http://schemas.openxmlformats.org/drawingml/2006/main">
            <a:pathLst>
              <a:path w="178689" h="9525">
                <a:moveTo>
                  <a:pt x="0" y="0"/>
                </a:moveTo>
                <a:lnTo>
                  <a:pt x="178689" y="0"/>
                </a:lnTo>
              </a:path>
            </a:pathLst>
          </a:custGeom>
          <a:noFill xmlns:a="http://schemas.openxmlformats.org/drawingml/2006/main"/>
          <a:ln xmlns:a="http://schemas.openxmlformats.org/drawingml/2006/main" w="11487">
            <a:solidFill>
              <a:srgbClr val="1572C3"/>
            </a:solidFill>
          </a:ln>
        </p:spPr>
      </p:sp>
      <p:sp>
        <p:nvSpPr>
          <p:cNvPr id="229" name="circuit-824">
            <a:extLst xmlns:a="http://schemas.openxmlformats.org/drawingml/2006/main">
              <a:ext uri="{FF2B5EF4-FFF2-40B4-BE49-F238E27FC236}">
                <a16:creationId xmlns:a16="http://schemas.microsoft.com/office/drawing/2014/main" id="{E9349C22-7255-4176-AB62-CF2A89184A66}"/>
              </a:ext>
            </a:extLst>
          </p:cNvPr>
          <p:cNvSpPr>
            <a:spLocks xmlns:a="http://schemas.openxmlformats.org/drawingml/2006/main" noGrp="1"/>
          </p:cNvSpPr>
          <p:nvPr/>
        </p:nvSpPr>
        <p:spPr>
          <a:xfrm xmlns:a="http://schemas.openxmlformats.org/drawingml/2006/main">
            <a:off x="3076575" y="4540501"/>
            <a:ext cx="31909" cy="26803"/>
          </a:xfrm>
          <a:custGeom xmlns:a="http://schemas.openxmlformats.org/drawingml/2006/main">
            <a:pathLst>
              <a:path w="31909" h="26803">
                <a:moveTo>
                  <a:pt x="31909" y="13402"/>
                </a:moveTo>
                <a:lnTo>
                  <a:pt x="0" y="0"/>
                </a:lnTo>
                <a:lnTo>
                  <a:pt x="0" y="26803"/>
                </a:lnTo>
                <a:close/>
              </a:path>
            </a:pathLst>
          </a:custGeom>
          <a:solidFill xmlns:a="http://schemas.openxmlformats.org/drawingml/2006/main">
            <a:srgbClr val="1572C3"/>
          </a:solidFill>
          <a:ln xmlns:a="http://schemas.openxmlformats.org/drawingml/2006/main" w="3191">
            <a:solidFill>
              <a:srgbClr val="1572C3"/>
            </a:solidFill>
          </a:ln>
        </p:spPr>
      </p:sp>
      <p:sp>
        <p:nvSpPr>
          <p:cNvPr id="230" name="wire-825">
            <a:extLst xmlns:a="http://schemas.openxmlformats.org/drawingml/2006/main">
              <a:ext uri="{FF2B5EF4-FFF2-40B4-BE49-F238E27FC236}">
                <a16:creationId xmlns:a16="http://schemas.microsoft.com/office/drawing/2014/main" id="{F54FB687-3876-42D4-9633-D80EABFEDA06}"/>
              </a:ext>
            </a:extLst>
          </p:cNvPr>
          <p:cNvSpPr>
            <a:spLocks xmlns:a="http://schemas.openxmlformats.org/drawingml/2006/main" noGrp="1"/>
          </p:cNvSpPr>
          <p:nvPr/>
        </p:nvSpPr>
        <p:spPr>
          <a:xfrm xmlns:a="http://schemas.openxmlformats.org/drawingml/2006/main">
            <a:off x="2674525" y="4968716"/>
            <a:ext cx="344615" cy="9525"/>
          </a:xfrm>
          <a:custGeom xmlns:a="http://schemas.openxmlformats.org/drawingml/2006/main">
            <a:pathLst>
              <a:path w="344615" h="9525">
                <a:moveTo>
                  <a:pt x="0" y="0"/>
                </a:moveTo>
                <a:lnTo>
                  <a:pt x="344615" y="0"/>
                </a:lnTo>
              </a:path>
            </a:pathLst>
          </a:custGeom>
          <a:noFill xmlns:a="http://schemas.openxmlformats.org/drawingml/2006/main"/>
          <a:ln xmlns:a="http://schemas.openxmlformats.org/drawingml/2006/main" w="11487">
            <a:solidFill>
              <a:srgbClr val="1572C3"/>
            </a:solidFill>
          </a:ln>
        </p:spPr>
      </p:sp>
      <p:sp>
        <p:nvSpPr>
          <p:cNvPr id="231" name="wire-826">
            <a:extLst xmlns:a="http://schemas.openxmlformats.org/drawingml/2006/main">
              <a:ext uri="{FF2B5EF4-FFF2-40B4-BE49-F238E27FC236}">
                <a16:creationId xmlns:a16="http://schemas.microsoft.com/office/drawing/2014/main" id="{E44487E7-F501-492D-B6C8-A9649554644E}"/>
              </a:ext>
            </a:extLst>
          </p:cNvPr>
          <p:cNvSpPr>
            <a:spLocks xmlns:a="http://schemas.openxmlformats.org/drawingml/2006/main" noGrp="1"/>
          </p:cNvSpPr>
          <p:nvPr/>
        </p:nvSpPr>
        <p:spPr>
          <a:xfrm xmlns:a="http://schemas.openxmlformats.org/drawingml/2006/main">
            <a:off x="3019139" y="4707065"/>
            <a:ext cx="9525" cy="261652"/>
          </a:xfrm>
          <a:custGeom xmlns:a="http://schemas.openxmlformats.org/drawingml/2006/main">
            <a:pathLst>
              <a:path w="9525" h="261652">
                <a:moveTo>
                  <a:pt x="0" y="261652"/>
                </a:moveTo>
                <a:lnTo>
                  <a:pt x="0" y="0"/>
                </a:lnTo>
              </a:path>
            </a:pathLst>
          </a:custGeom>
          <a:noFill xmlns:a="http://schemas.openxmlformats.org/drawingml/2006/main"/>
          <a:ln xmlns:a="http://schemas.openxmlformats.org/drawingml/2006/main" w="11487">
            <a:solidFill>
              <a:srgbClr val="1572C3"/>
            </a:solidFill>
          </a:ln>
        </p:spPr>
      </p:sp>
      <p:sp>
        <p:nvSpPr>
          <p:cNvPr id="232" name="wire-827">
            <a:extLst xmlns:a="http://schemas.openxmlformats.org/drawingml/2006/main">
              <a:ext uri="{FF2B5EF4-FFF2-40B4-BE49-F238E27FC236}">
                <a16:creationId xmlns:a16="http://schemas.microsoft.com/office/drawing/2014/main" id="{ACE37CCC-AFDE-4CD8-90A0-A6408E01D8AF}"/>
              </a:ext>
            </a:extLst>
          </p:cNvPr>
          <p:cNvSpPr>
            <a:spLocks xmlns:a="http://schemas.openxmlformats.org/drawingml/2006/main" noGrp="1"/>
          </p:cNvSpPr>
          <p:nvPr/>
        </p:nvSpPr>
        <p:spPr>
          <a:xfrm xmlns:a="http://schemas.openxmlformats.org/drawingml/2006/main">
            <a:off x="3019139" y="4707065"/>
            <a:ext cx="89344" cy="9525"/>
          </a:xfrm>
          <a:custGeom xmlns:a="http://schemas.openxmlformats.org/drawingml/2006/main">
            <a:pathLst>
              <a:path w="89344" h="9525">
                <a:moveTo>
                  <a:pt x="0" y="0"/>
                </a:moveTo>
                <a:lnTo>
                  <a:pt x="89344" y="0"/>
                </a:lnTo>
              </a:path>
            </a:pathLst>
          </a:custGeom>
          <a:noFill xmlns:a="http://schemas.openxmlformats.org/drawingml/2006/main"/>
          <a:ln xmlns:a="http://schemas.openxmlformats.org/drawingml/2006/main" w="11487">
            <a:solidFill>
              <a:srgbClr val="1572C3"/>
            </a:solidFill>
          </a:ln>
        </p:spPr>
      </p:sp>
      <p:sp>
        <p:nvSpPr>
          <p:cNvPr id="233" name="circuit-828">
            <a:extLst xmlns:a="http://schemas.openxmlformats.org/drawingml/2006/main">
              <a:ext uri="{FF2B5EF4-FFF2-40B4-BE49-F238E27FC236}">
                <a16:creationId xmlns:a16="http://schemas.microsoft.com/office/drawing/2014/main" id="{02B96AC2-F5AE-4E39-B344-D216A8A61DA8}"/>
              </a:ext>
            </a:extLst>
          </p:cNvPr>
          <p:cNvSpPr>
            <a:spLocks xmlns:a="http://schemas.openxmlformats.org/drawingml/2006/main" noGrp="1"/>
          </p:cNvSpPr>
          <p:nvPr/>
        </p:nvSpPr>
        <p:spPr>
          <a:xfrm xmlns:a="http://schemas.openxmlformats.org/drawingml/2006/main">
            <a:off x="3076575" y="4693663"/>
            <a:ext cx="31909" cy="26803"/>
          </a:xfrm>
          <a:custGeom xmlns:a="http://schemas.openxmlformats.org/drawingml/2006/main">
            <a:pathLst>
              <a:path w="31909" h="26803">
                <a:moveTo>
                  <a:pt x="31909" y="13402"/>
                </a:moveTo>
                <a:lnTo>
                  <a:pt x="0" y="0"/>
                </a:lnTo>
                <a:lnTo>
                  <a:pt x="0" y="26803"/>
                </a:lnTo>
                <a:close/>
              </a:path>
            </a:pathLst>
          </a:custGeom>
          <a:solidFill xmlns:a="http://schemas.openxmlformats.org/drawingml/2006/main">
            <a:srgbClr val="1572C3"/>
          </a:solidFill>
          <a:ln xmlns:a="http://schemas.openxmlformats.org/drawingml/2006/main" w="3191">
            <a:solidFill>
              <a:srgbClr val="1572C3"/>
            </a:solidFill>
          </a:ln>
        </p:spPr>
      </p:sp>
      <p:sp>
        <p:nvSpPr>
          <p:cNvPr id="234" name="wire-829">
            <a:extLst xmlns:a="http://schemas.openxmlformats.org/drawingml/2006/main">
              <a:ext uri="{FF2B5EF4-FFF2-40B4-BE49-F238E27FC236}">
                <a16:creationId xmlns:a16="http://schemas.microsoft.com/office/drawing/2014/main" id="{0F1D0950-76B7-4EAC-AA45-A306EB756705}"/>
              </a:ext>
            </a:extLst>
          </p:cNvPr>
          <p:cNvSpPr>
            <a:spLocks xmlns:a="http://schemas.openxmlformats.org/drawingml/2006/main" noGrp="1"/>
          </p:cNvSpPr>
          <p:nvPr/>
        </p:nvSpPr>
        <p:spPr>
          <a:xfrm xmlns:a="http://schemas.openxmlformats.org/drawingml/2006/main">
            <a:off x="2974467" y="4330541"/>
            <a:ext cx="134017" cy="9525"/>
          </a:xfrm>
          <a:custGeom xmlns:a="http://schemas.openxmlformats.org/drawingml/2006/main">
            <a:pathLst>
              <a:path w="134017" h="9525">
                <a:moveTo>
                  <a:pt x="0" y="0"/>
                </a:moveTo>
                <a:lnTo>
                  <a:pt x="134017" y="0"/>
                </a:lnTo>
              </a:path>
            </a:pathLst>
          </a:custGeom>
          <a:noFill xmlns:a="http://schemas.openxmlformats.org/drawingml/2006/main"/>
          <a:ln xmlns:a="http://schemas.openxmlformats.org/drawingml/2006/main" w="7658">
            <a:solidFill>
              <a:srgbClr val="231F20"/>
            </a:solidFill>
          </a:ln>
        </p:spPr>
      </p:sp>
      <p:sp>
        <p:nvSpPr>
          <p:cNvPr id="235" name="circuit-830">
            <a:extLst xmlns:a="http://schemas.openxmlformats.org/drawingml/2006/main">
              <a:ext uri="{FF2B5EF4-FFF2-40B4-BE49-F238E27FC236}">
                <a16:creationId xmlns:a16="http://schemas.microsoft.com/office/drawing/2014/main" id="{2FC78398-3AE9-40A7-B4C5-2CAE0AE1D7EA}"/>
              </a:ext>
            </a:extLst>
          </p:cNvPr>
          <p:cNvSpPr>
            <a:spLocks xmlns:a="http://schemas.openxmlformats.org/drawingml/2006/main" noGrp="1"/>
          </p:cNvSpPr>
          <p:nvPr/>
        </p:nvSpPr>
        <p:spPr>
          <a:xfrm xmlns:a="http://schemas.openxmlformats.org/drawingml/2006/main">
            <a:off x="3076575" y="4317140"/>
            <a:ext cx="31909" cy="26803"/>
          </a:xfrm>
          <a:custGeom xmlns:a="http://schemas.openxmlformats.org/drawingml/2006/main">
            <a:pathLst>
              <a:path w="31909" h="26803">
                <a:moveTo>
                  <a:pt x="31909" y="13402"/>
                </a:moveTo>
                <a:lnTo>
                  <a:pt x="0" y="0"/>
                </a:lnTo>
                <a:lnTo>
                  <a:pt x="0" y="26803"/>
                </a:lnTo>
                <a:close/>
              </a:path>
            </a:pathLst>
          </a:custGeom>
          <a:solidFill xmlns:a="http://schemas.openxmlformats.org/drawingml/2006/main">
            <a:srgbClr val="231F20"/>
          </a:solidFill>
          <a:ln xmlns:a="http://schemas.openxmlformats.org/drawingml/2006/main" w="3191">
            <a:solidFill>
              <a:srgbClr val="231F20"/>
            </a:solidFill>
          </a:ln>
        </p:spPr>
      </p:sp>
      <p:sp>
        <p:nvSpPr>
          <p:cNvPr id="236" name="text-831">
            <a:extLst xmlns:a="http://schemas.openxmlformats.org/drawingml/2006/main">
              <a:ext uri="{FF2B5EF4-FFF2-40B4-BE49-F238E27FC236}">
                <a16:creationId xmlns:a16="http://schemas.microsoft.com/office/drawing/2014/main" id="{F931B49E-92F5-4032-8158-2EC3FCBEDA07}"/>
              </a:ext>
            </a:extLst>
          </p:cNvPr>
          <p:cNvSpPr>
            <a:spLocks xmlns:a="http://schemas.openxmlformats.org/drawingml/2006/main" noGrp="1"/>
          </p:cNvSpPr>
          <p:nvPr/>
        </p:nvSpPr>
        <p:spPr>
          <a:xfrm xmlns:a="http://schemas.openxmlformats.org/drawingml/2006/main">
            <a:off x="2904268" y="4349687"/>
            <a:ext cx="197834" cy="893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503" b="0">
                <a:solidFill>
                  <a:srgbClr val="231F20"/>
                </a:solidFill>
                <a:latin typeface="Arial"/>
                <a:ea typeface="Arial"/>
                <a:cs typeface="Arial"/>
              </a:defRPr>
            </a:defPPr>
            <a:lvl1pPr algn="l">
              <a:defRPr sz="503" b="0">
                <a:solidFill>
                  <a:srgbClr val="231F20"/>
                </a:solidFill>
                <a:latin typeface="Arial"/>
                <a:ea typeface="Arial"/>
                <a:cs typeface="Arial"/>
              </a:defRPr>
            </a:lvl1pPr>
            <a:lvl2pPr algn="l">
              <a:defRPr sz="503" b="0">
                <a:solidFill>
                  <a:srgbClr val="231F20"/>
                </a:solidFill>
                <a:latin typeface="Arial"/>
                <a:ea typeface="Arial"/>
                <a:cs typeface="Arial"/>
              </a:defRPr>
            </a:lvl2pPr>
            <a:lvl3pPr algn="l">
              <a:defRPr sz="503" b="0">
                <a:solidFill>
                  <a:srgbClr val="231F20"/>
                </a:solidFill>
                <a:latin typeface="Arial"/>
                <a:ea typeface="Arial"/>
                <a:cs typeface="Arial"/>
              </a:defRPr>
            </a:lvl3pPr>
            <a:lvl4pPr algn="l">
              <a:defRPr sz="503" b="0">
                <a:solidFill>
                  <a:srgbClr val="231F20"/>
                </a:solidFill>
                <a:latin typeface="Arial"/>
                <a:ea typeface="Arial"/>
                <a:cs typeface="Arial"/>
              </a:defRPr>
            </a:lvl4pPr>
            <a:lvl5pPr algn="l">
              <a:defRPr sz="503" b="0">
                <a:solidFill>
                  <a:srgbClr val="231F20"/>
                </a:solidFill>
                <a:latin typeface="Arial"/>
                <a:ea typeface="Arial"/>
                <a:cs typeface="Arial"/>
              </a:defRPr>
            </a:lvl5pPr>
            <a:lvl6pPr algn="l">
              <a:defRPr sz="503" b="0">
                <a:solidFill>
                  <a:srgbClr val="231F20"/>
                </a:solidFill>
                <a:latin typeface="Arial"/>
                <a:ea typeface="Arial"/>
                <a:cs typeface="Arial"/>
              </a:defRPr>
            </a:lvl6pPr>
            <a:lvl7pPr algn="l">
              <a:defRPr sz="503" b="0">
                <a:solidFill>
                  <a:srgbClr val="231F20"/>
                </a:solidFill>
                <a:latin typeface="Arial"/>
                <a:ea typeface="Arial"/>
                <a:cs typeface="Arial"/>
              </a:defRPr>
            </a:lvl7pPr>
            <a:lvl8pPr algn="l">
              <a:defRPr sz="503" b="0">
                <a:solidFill>
                  <a:srgbClr val="231F20"/>
                </a:solidFill>
                <a:latin typeface="Arial"/>
                <a:ea typeface="Arial"/>
                <a:cs typeface="Arial"/>
              </a:defRPr>
            </a:lvl8pPr>
            <a:lvl9pPr algn="l">
              <a:defRPr sz="503" b="0">
                <a:solidFill>
                  <a:srgbClr val="231F20"/>
                </a:solidFill>
                <a:latin typeface="Arial"/>
                <a:ea typeface="Arial"/>
                <a:cs typeface="Arial"/>
              </a:defRPr>
            </a:lvl9pPr>
          </a:lstStyle>
          <a:p xmlns:a="http://schemas.openxmlformats.org/drawingml/2006/main">
            <a:pPr algn="l">
              <a:defRPr sz="503" b="0">
                <a:solidFill>
                  <a:srgbClr val="231F20"/>
                </a:solidFill>
                <a:latin typeface="Arial"/>
                <a:ea typeface="Arial"/>
                <a:cs typeface="Arial"/>
              </a:defRPr>
            </a:pPr>
            <a:r>
              <a:rPr sz="503" b="0">
                <a:solidFill>
                  <a:srgbClr val="231F20"/>
                </a:solidFill>
                <a:latin typeface="Arial"/>
                <a:ea typeface="Arial"/>
                <a:cs typeface="Arial"/>
              </a:rPr>
              <a:t>PCE</a:t>
            </a:r>
          </a:p>
        </p:txBody>
      </p:sp>
      <p:sp>
        <p:nvSpPr>
          <p:cNvPr id="237" name="block-832">
            <a:extLst xmlns:a="http://schemas.openxmlformats.org/drawingml/2006/main">
              <a:ext uri="{FF2B5EF4-FFF2-40B4-BE49-F238E27FC236}">
                <a16:creationId xmlns:a16="http://schemas.microsoft.com/office/drawing/2014/main" id="{E1A33835-A91E-4B1F-BED1-2DA78B1388AB}"/>
              </a:ext>
            </a:extLst>
          </p:cNvPr>
          <p:cNvSpPr>
            <a:spLocks xmlns:a="http://schemas.openxmlformats.org/drawingml/2006/main" noGrp="1"/>
          </p:cNvSpPr>
          <p:nvPr/>
        </p:nvSpPr>
        <p:spPr>
          <a:xfrm xmlns:a="http://schemas.openxmlformats.org/drawingml/2006/main">
            <a:off x="3382899" y="3890201"/>
            <a:ext cx="421196" cy="172307"/>
          </a:xfrm>
          <a:prstGeom xmlns:a="http://schemas.openxmlformats.org/drawingml/2006/main" prst="rect">
            <a:avLst/>
          </a:prstGeom>
          <a:solidFill xmlns:a="http://schemas.openxmlformats.org/drawingml/2006/main">
            <a:srgbClr val="FFFFFF"/>
          </a:solidFill>
          <a:ln xmlns:a="http://schemas.openxmlformats.org/drawingml/2006/main" w="9573">
            <a:solidFill>
              <a:srgbClr val="231F20"/>
            </a:solidFill>
          </a:ln>
        </p:spPr>
      </p:sp>
      <p:sp>
        <p:nvSpPr>
          <p:cNvPr id="238" name="text-833">
            <a:extLst xmlns:a="http://schemas.openxmlformats.org/drawingml/2006/main">
              <a:ext uri="{FF2B5EF4-FFF2-40B4-BE49-F238E27FC236}">
                <a16:creationId xmlns:a16="http://schemas.microsoft.com/office/drawing/2014/main" id="{ED1D5F12-DA50-404B-AF15-C99BB5542C43}"/>
              </a:ext>
            </a:extLst>
          </p:cNvPr>
          <p:cNvSpPr>
            <a:spLocks xmlns:a="http://schemas.openxmlformats.org/drawingml/2006/main" noGrp="1"/>
          </p:cNvSpPr>
          <p:nvPr/>
        </p:nvSpPr>
        <p:spPr>
          <a:xfrm xmlns:a="http://schemas.openxmlformats.org/drawingml/2006/main">
            <a:off x="3402044" y="3896582"/>
            <a:ext cx="382905" cy="1595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653" b="1">
                <a:solidFill>
                  <a:srgbClr val="231F20"/>
                </a:solidFill>
                <a:latin typeface="Arial"/>
                <a:ea typeface="Arial"/>
                <a:cs typeface="Arial"/>
              </a:defRPr>
            </a:defPPr>
            <a:lvl1pPr algn="ctr">
              <a:defRPr sz="653" b="1">
                <a:solidFill>
                  <a:srgbClr val="231F20"/>
                </a:solidFill>
                <a:latin typeface="Arial"/>
                <a:ea typeface="Arial"/>
                <a:cs typeface="Arial"/>
              </a:defRPr>
            </a:lvl1pPr>
            <a:lvl2pPr algn="ctr">
              <a:defRPr sz="653" b="1">
                <a:solidFill>
                  <a:srgbClr val="231F20"/>
                </a:solidFill>
                <a:latin typeface="Arial"/>
                <a:ea typeface="Arial"/>
                <a:cs typeface="Arial"/>
              </a:defRPr>
            </a:lvl2pPr>
            <a:lvl3pPr algn="ctr">
              <a:defRPr sz="653" b="1">
                <a:solidFill>
                  <a:srgbClr val="231F20"/>
                </a:solidFill>
                <a:latin typeface="Arial"/>
                <a:ea typeface="Arial"/>
                <a:cs typeface="Arial"/>
              </a:defRPr>
            </a:lvl3pPr>
            <a:lvl4pPr algn="ctr">
              <a:defRPr sz="653" b="1">
                <a:solidFill>
                  <a:srgbClr val="231F20"/>
                </a:solidFill>
                <a:latin typeface="Arial"/>
                <a:ea typeface="Arial"/>
                <a:cs typeface="Arial"/>
              </a:defRPr>
            </a:lvl4pPr>
            <a:lvl5pPr algn="ctr">
              <a:defRPr sz="653" b="1">
                <a:solidFill>
                  <a:srgbClr val="231F20"/>
                </a:solidFill>
                <a:latin typeface="Arial"/>
                <a:ea typeface="Arial"/>
                <a:cs typeface="Arial"/>
              </a:defRPr>
            </a:lvl5pPr>
            <a:lvl6pPr algn="ctr">
              <a:defRPr sz="653" b="1">
                <a:solidFill>
                  <a:srgbClr val="231F20"/>
                </a:solidFill>
                <a:latin typeface="Arial"/>
                <a:ea typeface="Arial"/>
                <a:cs typeface="Arial"/>
              </a:defRPr>
            </a:lvl6pPr>
            <a:lvl7pPr algn="ctr">
              <a:defRPr sz="653" b="1">
                <a:solidFill>
                  <a:srgbClr val="231F20"/>
                </a:solidFill>
                <a:latin typeface="Arial"/>
                <a:ea typeface="Arial"/>
                <a:cs typeface="Arial"/>
              </a:defRPr>
            </a:lvl7pPr>
            <a:lvl8pPr algn="ctr">
              <a:defRPr sz="653" b="1">
                <a:solidFill>
                  <a:srgbClr val="231F20"/>
                </a:solidFill>
                <a:latin typeface="Arial"/>
                <a:ea typeface="Arial"/>
                <a:cs typeface="Arial"/>
              </a:defRPr>
            </a:lvl8pPr>
            <a:lvl9pPr algn="ctr">
              <a:defRPr sz="653" b="1">
                <a:solidFill>
                  <a:srgbClr val="231F20"/>
                </a:solidFill>
                <a:latin typeface="Arial"/>
                <a:ea typeface="Arial"/>
                <a:cs typeface="Arial"/>
              </a:defRPr>
            </a:lvl9pPr>
          </a:lstStyle>
          <a:p xmlns:a="http://schemas.openxmlformats.org/drawingml/2006/main">
            <a:pPr algn="ctr">
              <a:defRPr sz="653" b="1">
                <a:solidFill>
                  <a:srgbClr val="231F20"/>
                </a:solidFill>
                <a:latin typeface="Arial"/>
                <a:ea typeface="Arial"/>
                <a:cs typeface="Arial"/>
              </a:defRPr>
            </a:pPr>
            <a:r>
              <a:rPr sz="653" b="1">
                <a:solidFill>
                  <a:srgbClr val="231F20"/>
                </a:solidFill>
                <a:latin typeface="Arial"/>
                <a:ea typeface="Arial"/>
                <a:cs typeface="Arial"/>
              </a:rPr>
              <a:t>comp</a:t>
            </a:r>
          </a:p>
        </p:txBody>
      </p:sp>
      <p:sp>
        <p:nvSpPr>
          <p:cNvPr id="239" name="wire-834">
            <a:extLst xmlns:a="http://schemas.openxmlformats.org/drawingml/2006/main">
              <a:ext uri="{FF2B5EF4-FFF2-40B4-BE49-F238E27FC236}">
                <a16:creationId xmlns:a16="http://schemas.microsoft.com/office/drawing/2014/main" id="{EBD080AB-D06E-47E3-A1DF-9A7AD6B7FC2D}"/>
              </a:ext>
            </a:extLst>
          </p:cNvPr>
          <p:cNvSpPr>
            <a:spLocks xmlns:a="http://schemas.openxmlformats.org/drawingml/2006/main" noGrp="1"/>
          </p:cNvSpPr>
          <p:nvPr/>
        </p:nvSpPr>
        <p:spPr>
          <a:xfrm xmlns:a="http://schemas.openxmlformats.org/drawingml/2006/main">
            <a:off x="2993612" y="3960400"/>
            <a:ext cx="9525" cy="306324"/>
          </a:xfrm>
          <a:custGeom xmlns:a="http://schemas.openxmlformats.org/drawingml/2006/main">
            <a:pathLst>
              <a:path w="9525" h="306324">
                <a:moveTo>
                  <a:pt x="0" y="306324"/>
                </a:moveTo>
                <a:lnTo>
                  <a:pt x="0" y="0"/>
                </a:lnTo>
              </a:path>
            </a:pathLst>
          </a:custGeom>
          <a:noFill xmlns:a="http://schemas.openxmlformats.org/drawingml/2006/main"/>
          <a:ln xmlns:a="http://schemas.openxmlformats.org/drawingml/2006/main" w="6382">
            <a:solidFill>
              <a:srgbClr val="231F20"/>
            </a:solidFill>
          </a:ln>
        </p:spPr>
      </p:sp>
      <p:sp>
        <p:nvSpPr>
          <p:cNvPr id="240" name="wire-835">
            <a:extLst xmlns:a="http://schemas.openxmlformats.org/drawingml/2006/main">
              <a:ext uri="{FF2B5EF4-FFF2-40B4-BE49-F238E27FC236}">
                <a16:creationId xmlns:a16="http://schemas.microsoft.com/office/drawing/2014/main" id="{DA8A9F59-1BD7-4E66-B07F-D17131BB75E8}"/>
              </a:ext>
            </a:extLst>
          </p:cNvPr>
          <p:cNvSpPr>
            <a:spLocks xmlns:a="http://schemas.openxmlformats.org/drawingml/2006/main" noGrp="1"/>
          </p:cNvSpPr>
          <p:nvPr/>
        </p:nvSpPr>
        <p:spPr>
          <a:xfrm xmlns:a="http://schemas.openxmlformats.org/drawingml/2006/main">
            <a:off x="2993612" y="3960400"/>
            <a:ext cx="389287" cy="9525"/>
          </a:xfrm>
          <a:custGeom xmlns:a="http://schemas.openxmlformats.org/drawingml/2006/main">
            <a:pathLst>
              <a:path w="389287" h="9525">
                <a:moveTo>
                  <a:pt x="0" y="0"/>
                </a:moveTo>
                <a:lnTo>
                  <a:pt x="389287" y="0"/>
                </a:lnTo>
              </a:path>
            </a:pathLst>
          </a:custGeom>
          <a:noFill xmlns:a="http://schemas.openxmlformats.org/drawingml/2006/main"/>
          <a:ln xmlns:a="http://schemas.openxmlformats.org/drawingml/2006/main" w="6382">
            <a:solidFill>
              <a:srgbClr val="231F20"/>
            </a:solidFill>
          </a:ln>
        </p:spPr>
      </p:sp>
      <p:sp>
        <p:nvSpPr>
          <p:cNvPr id="241" name="circuit-836">
            <a:extLst xmlns:a="http://schemas.openxmlformats.org/drawingml/2006/main">
              <a:ext uri="{FF2B5EF4-FFF2-40B4-BE49-F238E27FC236}">
                <a16:creationId xmlns:a16="http://schemas.microsoft.com/office/drawing/2014/main" id="{7F105B47-D29B-4FC7-BED5-681B27A2139B}"/>
              </a:ext>
            </a:extLst>
          </p:cNvPr>
          <p:cNvSpPr>
            <a:spLocks xmlns:a="http://schemas.openxmlformats.org/drawingml/2006/main" noGrp="1"/>
          </p:cNvSpPr>
          <p:nvPr/>
        </p:nvSpPr>
        <p:spPr>
          <a:xfrm xmlns:a="http://schemas.openxmlformats.org/drawingml/2006/main">
            <a:off x="3350990" y="3946998"/>
            <a:ext cx="31909" cy="26803"/>
          </a:xfrm>
          <a:custGeom xmlns:a="http://schemas.openxmlformats.org/drawingml/2006/main">
            <a:pathLst>
              <a:path w="31909" h="26803">
                <a:moveTo>
                  <a:pt x="31909" y="13402"/>
                </a:moveTo>
                <a:lnTo>
                  <a:pt x="0" y="0"/>
                </a:lnTo>
                <a:lnTo>
                  <a:pt x="0" y="26803"/>
                </a:lnTo>
                <a:close/>
              </a:path>
            </a:pathLst>
          </a:custGeom>
          <a:solidFill xmlns:a="http://schemas.openxmlformats.org/drawingml/2006/main">
            <a:srgbClr val="231F20"/>
          </a:solidFill>
          <a:ln xmlns:a="http://schemas.openxmlformats.org/drawingml/2006/main" w="3191">
            <a:solidFill>
              <a:srgbClr val="231F20"/>
            </a:solidFill>
          </a:ln>
        </p:spPr>
      </p:sp>
      <p:sp>
        <p:nvSpPr>
          <p:cNvPr id="242" name="wire-837">
            <a:extLst xmlns:a="http://schemas.openxmlformats.org/drawingml/2006/main">
              <a:ext uri="{FF2B5EF4-FFF2-40B4-BE49-F238E27FC236}">
                <a16:creationId xmlns:a16="http://schemas.microsoft.com/office/drawing/2014/main" id="{0E31F630-6EE5-43E9-9D44-81AA26CB875C}"/>
              </a:ext>
            </a:extLst>
          </p:cNvPr>
          <p:cNvSpPr>
            <a:spLocks xmlns:a="http://schemas.openxmlformats.org/drawingml/2006/main" noGrp="1"/>
          </p:cNvSpPr>
          <p:nvPr/>
        </p:nvSpPr>
        <p:spPr>
          <a:xfrm xmlns:a="http://schemas.openxmlformats.org/drawingml/2006/main">
            <a:off x="2987231" y="4030599"/>
            <a:ext cx="9525" cy="523304"/>
          </a:xfrm>
          <a:custGeom xmlns:a="http://schemas.openxmlformats.org/drawingml/2006/main">
            <a:pathLst>
              <a:path w="9525" h="523304">
                <a:moveTo>
                  <a:pt x="0" y="523304"/>
                </a:moveTo>
                <a:lnTo>
                  <a:pt x="0" y="0"/>
                </a:lnTo>
              </a:path>
            </a:pathLst>
          </a:custGeom>
          <a:noFill xmlns:a="http://schemas.openxmlformats.org/drawingml/2006/main"/>
          <a:ln xmlns:a="http://schemas.openxmlformats.org/drawingml/2006/main" w="6382">
            <a:solidFill>
              <a:srgbClr val="231F20"/>
            </a:solidFill>
          </a:ln>
        </p:spPr>
      </p:sp>
      <p:sp>
        <p:nvSpPr>
          <p:cNvPr id="243" name="wire-838">
            <a:extLst xmlns:a="http://schemas.openxmlformats.org/drawingml/2006/main">
              <a:ext uri="{FF2B5EF4-FFF2-40B4-BE49-F238E27FC236}">
                <a16:creationId xmlns:a16="http://schemas.microsoft.com/office/drawing/2014/main" id="{1DCD6913-143F-4861-9D50-A71DA9B54BBC}"/>
              </a:ext>
            </a:extLst>
          </p:cNvPr>
          <p:cNvSpPr>
            <a:spLocks xmlns:a="http://schemas.openxmlformats.org/drawingml/2006/main" noGrp="1"/>
          </p:cNvSpPr>
          <p:nvPr/>
        </p:nvSpPr>
        <p:spPr>
          <a:xfrm xmlns:a="http://schemas.openxmlformats.org/drawingml/2006/main">
            <a:off x="2987231" y="4030599"/>
            <a:ext cx="395669" cy="9525"/>
          </a:xfrm>
          <a:custGeom xmlns:a="http://schemas.openxmlformats.org/drawingml/2006/main">
            <a:pathLst>
              <a:path w="395669" h="9525">
                <a:moveTo>
                  <a:pt x="0" y="0"/>
                </a:moveTo>
                <a:lnTo>
                  <a:pt x="395669" y="0"/>
                </a:lnTo>
              </a:path>
            </a:pathLst>
          </a:custGeom>
          <a:noFill xmlns:a="http://schemas.openxmlformats.org/drawingml/2006/main"/>
          <a:ln xmlns:a="http://schemas.openxmlformats.org/drawingml/2006/main" w="6382">
            <a:solidFill>
              <a:srgbClr val="231F20"/>
            </a:solidFill>
          </a:ln>
        </p:spPr>
      </p:sp>
      <p:sp>
        <p:nvSpPr>
          <p:cNvPr id="244" name="circuit-839">
            <a:extLst xmlns:a="http://schemas.openxmlformats.org/drawingml/2006/main">
              <a:ext uri="{FF2B5EF4-FFF2-40B4-BE49-F238E27FC236}">
                <a16:creationId xmlns:a16="http://schemas.microsoft.com/office/drawing/2014/main" id="{0964D362-BB88-414C-8BA7-A89DCCC07280}"/>
              </a:ext>
            </a:extLst>
          </p:cNvPr>
          <p:cNvSpPr>
            <a:spLocks xmlns:a="http://schemas.openxmlformats.org/drawingml/2006/main" noGrp="1"/>
          </p:cNvSpPr>
          <p:nvPr/>
        </p:nvSpPr>
        <p:spPr>
          <a:xfrm xmlns:a="http://schemas.openxmlformats.org/drawingml/2006/main">
            <a:off x="3350990" y="4017197"/>
            <a:ext cx="31909" cy="26803"/>
          </a:xfrm>
          <a:custGeom xmlns:a="http://schemas.openxmlformats.org/drawingml/2006/main">
            <a:pathLst>
              <a:path w="31909" h="26803">
                <a:moveTo>
                  <a:pt x="31909" y="13402"/>
                </a:moveTo>
                <a:lnTo>
                  <a:pt x="0" y="0"/>
                </a:lnTo>
                <a:lnTo>
                  <a:pt x="0" y="26803"/>
                </a:lnTo>
                <a:close/>
              </a:path>
            </a:pathLst>
          </a:custGeom>
          <a:solidFill xmlns:a="http://schemas.openxmlformats.org/drawingml/2006/main">
            <a:srgbClr val="231F20"/>
          </a:solidFill>
          <a:ln xmlns:a="http://schemas.openxmlformats.org/drawingml/2006/main" w="3191">
            <a:solidFill>
              <a:srgbClr val="231F20"/>
            </a:solidFill>
          </a:ln>
        </p:spPr>
      </p:sp>
      <p:sp>
        <p:nvSpPr>
          <p:cNvPr id="245" name="text-840">
            <a:extLst xmlns:a="http://schemas.openxmlformats.org/drawingml/2006/main">
              <a:ext uri="{FF2B5EF4-FFF2-40B4-BE49-F238E27FC236}">
                <a16:creationId xmlns:a16="http://schemas.microsoft.com/office/drawing/2014/main" id="{0BF842E1-6DB1-411F-B91A-38E1B174D787}"/>
              </a:ext>
            </a:extLst>
          </p:cNvPr>
          <p:cNvSpPr>
            <a:spLocks xmlns:a="http://schemas.openxmlformats.org/drawingml/2006/main" noGrp="1"/>
          </p:cNvSpPr>
          <p:nvPr/>
        </p:nvSpPr>
        <p:spPr>
          <a:xfrm xmlns:a="http://schemas.openxmlformats.org/drawingml/2006/main">
            <a:off x="3536061" y="3775329"/>
            <a:ext cx="427577" cy="957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503" b="0">
                <a:solidFill>
                  <a:srgbClr val="231F20"/>
                </a:solidFill>
                <a:latin typeface="Arial"/>
                <a:ea typeface="Arial"/>
                <a:cs typeface="Arial"/>
              </a:defRPr>
            </a:defPPr>
            <a:lvl1pPr algn="l">
              <a:defRPr sz="503" b="0">
                <a:solidFill>
                  <a:srgbClr val="231F20"/>
                </a:solidFill>
                <a:latin typeface="Arial"/>
                <a:ea typeface="Arial"/>
                <a:cs typeface="Arial"/>
              </a:defRPr>
            </a:lvl1pPr>
            <a:lvl2pPr algn="l">
              <a:defRPr sz="503" b="0">
                <a:solidFill>
                  <a:srgbClr val="231F20"/>
                </a:solidFill>
                <a:latin typeface="Arial"/>
                <a:ea typeface="Arial"/>
                <a:cs typeface="Arial"/>
              </a:defRPr>
            </a:lvl2pPr>
            <a:lvl3pPr algn="l">
              <a:defRPr sz="503" b="0">
                <a:solidFill>
                  <a:srgbClr val="231F20"/>
                </a:solidFill>
                <a:latin typeface="Arial"/>
                <a:ea typeface="Arial"/>
                <a:cs typeface="Arial"/>
              </a:defRPr>
            </a:lvl3pPr>
            <a:lvl4pPr algn="l">
              <a:defRPr sz="503" b="0">
                <a:solidFill>
                  <a:srgbClr val="231F20"/>
                </a:solidFill>
                <a:latin typeface="Arial"/>
                <a:ea typeface="Arial"/>
                <a:cs typeface="Arial"/>
              </a:defRPr>
            </a:lvl4pPr>
            <a:lvl5pPr algn="l">
              <a:defRPr sz="503" b="0">
                <a:solidFill>
                  <a:srgbClr val="231F20"/>
                </a:solidFill>
                <a:latin typeface="Arial"/>
                <a:ea typeface="Arial"/>
                <a:cs typeface="Arial"/>
              </a:defRPr>
            </a:lvl5pPr>
            <a:lvl6pPr algn="l">
              <a:defRPr sz="503" b="0">
                <a:solidFill>
                  <a:srgbClr val="231F20"/>
                </a:solidFill>
                <a:latin typeface="Arial"/>
                <a:ea typeface="Arial"/>
                <a:cs typeface="Arial"/>
              </a:defRPr>
            </a:lvl6pPr>
            <a:lvl7pPr algn="l">
              <a:defRPr sz="503" b="0">
                <a:solidFill>
                  <a:srgbClr val="231F20"/>
                </a:solidFill>
                <a:latin typeface="Arial"/>
                <a:ea typeface="Arial"/>
                <a:cs typeface="Arial"/>
              </a:defRPr>
            </a:lvl7pPr>
            <a:lvl8pPr algn="l">
              <a:defRPr sz="503" b="0">
                <a:solidFill>
                  <a:srgbClr val="231F20"/>
                </a:solidFill>
                <a:latin typeface="Arial"/>
                <a:ea typeface="Arial"/>
                <a:cs typeface="Arial"/>
              </a:defRPr>
            </a:lvl8pPr>
            <a:lvl9pPr algn="l">
              <a:defRPr sz="503" b="0">
                <a:solidFill>
                  <a:srgbClr val="231F20"/>
                </a:solidFill>
                <a:latin typeface="Arial"/>
                <a:ea typeface="Arial"/>
                <a:cs typeface="Arial"/>
              </a:defRPr>
            </a:lvl9pPr>
          </a:lstStyle>
          <a:p xmlns:a="http://schemas.openxmlformats.org/drawingml/2006/main">
            <a:pPr algn="l">
              <a:defRPr sz="503" b="0">
                <a:solidFill>
                  <a:srgbClr val="231F20"/>
                </a:solidFill>
                <a:latin typeface="Arial"/>
                <a:ea typeface="Arial"/>
                <a:cs typeface="Arial"/>
              </a:defRPr>
            </a:pPr>
            <a:r>
              <a:rPr sz="503" b="0">
                <a:solidFill>
                  <a:srgbClr val="231F20"/>
                </a:solidFill>
                <a:latin typeface="Arial"/>
                <a:ea typeface="Arial"/>
                <a:cs typeface="Arial"/>
              </a:rPr>
              <a:t>FlagsE</a:t>
            </a:r>
          </a:p>
        </p:txBody>
      </p:sp>
      <p:sp>
        <p:nvSpPr>
          <p:cNvPr id="246" name="wire-841">
            <a:extLst xmlns:a="http://schemas.openxmlformats.org/drawingml/2006/main">
              <a:ext uri="{FF2B5EF4-FFF2-40B4-BE49-F238E27FC236}">
                <a16:creationId xmlns:a16="http://schemas.microsoft.com/office/drawing/2014/main" id="{32158E7E-7D0C-4577-B2A9-3182BB526399}"/>
              </a:ext>
            </a:extLst>
          </p:cNvPr>
          <p:cNvSpPr>
            <a:spLocks xmlns:a="http://schemas.openxmlformats.org/drawingml/2006/main" noGrp="1"/>
          </p:cNvSpPr>
          <p:nvPr/>
        </p:nvSpPr>
        <p:spPr>
          <a:xfrm xmlns:a="http://schemas.openxmlformats.org/drawingml/2006/main">
            <a:off x="3593497" y="3864674"/>
            <a:ext cx="9525" cy="25527"/>
          </a:xfrm>
          <a:custGeom xmlns:a="http://schemas.openxmlformats.org/drawingml/2006/main">
            <a:pathLst>
              <a:path w="9525" h="25527">
                <a:moveTo>
                  <a:pt x="0" y="25527"/>
                </a:moveTo>
                <a:lnTo>
                  <a:pt x="0" y="0"/>
                </a:lnTo>
              </a:path>
            </a:pathLst>
          </a:custGeom>
          <a:noFill xmlns:a="http://schemas.openxmlformats.org/drawingml/2006/main"/>
          <a:ln xmlns:a="http://schemas.openxmlformats.org/drawingml/2006/main" w="5105">
            <a:solidFill>
              <a:srgbClr val="231F20"/>
            </a:solidFill>
          </a:ln>
        </p:spPr>
      </p:sp>
      <p:sp>
        <p:nvSpPr>
          <p:cNvPr id="247" name="circuit-842">
            <a:extLst xmlns:a="http://schemas.openxmlformats.org/drawingml/2006/main">
              <a:ext uri="{FF2B5EF4-FFF2-40B4-BE49-F238E27FC236}">
                <a16:creationId xmlns:a16="http://schemas.microsoft.com/office/drawing/2014/main" id="{D68207FA-9765-4128-B044-22ADB2D5D466}"/>
              </a:ext>
            </a:extLst>
          </p:cNvPr>
          <p:cNvSpPr>
            <a:spLocks xmlns:a="http://schemas.openxmlformats.org/drawingml/2006/main" noGrp="1"/>
          </p:cNvSpPr>
          <p:nvPr/>
        </p:nvSpPr>
        <p:spPr>
          <a:xfrm xmlns:a="http://schemas.openxmlformats.org/drawingml/2006/main">
            <a:off x="3580095" y="3864674"/>
            <a:ext cx="26803" cy="31909"/>
          </a:xfrm>
          <a:custGeom xmlns:a="http://schemas.openxmlformats.org/drawingml/2006/main">
            <a:pathLst>
              <a:path w="26803" h="31909">
                <a:moveTo>
                  <a:pt x="13402" y="0"/>
                </a:moveTo>
                <a:lnTo>
                  <a:pt x="0" y="31909"/>
                </a:lnTo>
                <a:lnTo>
                  <a:pt x="26803" y="31909"/>
                </a:lnTo>
                <a:close/>
              </a:path>
            </a:pathLst>
          </a:custGeom>
          <a:solidFill xmlns:a="http://schemas.openxmlformats.org/drawingml/2006/main">
            <a:srgbClr val="231F20"/>
          </a:solidFill>
          <a:ln xmlns:a="http://schemas.openxmlformats.org/drawingml/2006/main" w="3191">
            <a:solidFill>
              <a:srgbClr val="231F20"/>
            </a:solidFill>
          </a:ln>
        </p:spPr>
      </p:sp>
      <p:sp>
        <p:nvSpPr>
          <p:cNvPr id="248" name="circuit-843">
            <a:extLst xmlns:a="http://schemas.openxmlformats.org/drawingml/2006/main">
              <a:ext uri="{FF2B5EF4-FFF2-40B4-BE49-F238E27FC236}">
                <a16:creationId xmlns:a16="http://schemas.microsoft.com/office/drawing/2014/main" id="{746AE434-C063-4A8F-8F77-FF5159089D8F}"/>
              </a:ext>
            </a:extLst>
          </p:cNvPr>
          <p:cNvSpPr>
            <a:spLocks xmlns:a="http://schemas.openxmlformats.org/drawingml/2006/main" noGrp="1"/>
          </p:cNvSpPr>
          <p:nvPr/>
        </p:nvSpPr>
        <p:spPr>
          <a:xfrm xmlns:a="http://schemas.openxmlformats.org/drawingml/2006/main">
            <a:off x="3389281" y="4202906"/>
            <a:ext cx="395668" cy="516922"/>
          </a:xfrm>
          <a:custGeom xmlns:a="http://schemas.openxmlformats.org/drawingml/2006/main">
            <a:pathLst>
              <a:path w="395668" h="516922">
                <a:moveTo>
                  <a:pt x="0" y="0"/>
                </a:moveTo>
                <a:lnTo>
                  <a:pt x="395668" y="102108"/>
                </a:lnTo>
                <a:lnTo>
                  <a:pt x="395668" y="421196"/>
                </a:lnTo>
                <a:lnTo>
                  <a:pt x="0" y="516922"/>
                </a:lnTo>
                <a:lnTo>
                  <a:pt x="0" y="344615"/>
                </a:lnTo>
                <a:lnTo>
                  <a:pt x="108490" y="261652"/>
                </a:lnTo>
                <a:lnTo>
                  <a:pt x="0" y="178689"/>
                </a:lnTo>
                <a:close/>
              </a:path>
            </a:pathLst>
          </a:custGeom>
          <a:solidFill xmlns:a="http://schemas.openxmlformats.org/drawingml/2006/main">
            <a:srgbClr val="77A3DC"/>
          </a:solidFill>
          <a:ln xmlns:a="http://schemas.openxmlformats.org/drawingml/2006/main" w="9573">
            <a:solidFill>
              <a:srgbClr val="231F20"/>
            </a:solidFill>
          </a:ln>
        </p:spPr>
      </p:sp>
      <p:sp>
        <p:nvSpPr>
          <p:cNvPr id="249" name="text-844">
            <a:extLst xmlns:a="http://schemas.openxmlformats.org/drawingml/2006/main">
              <a:ext uri="{FF2B5EF4-FFF2-40B4-BE49-F238E27FC236}">
                <a16:creationId xmlns:a16="http://schemas.microsoft.com/office/drawing/2014/main" id="{EEDAF0C4-05C5-4F87-8CCE-DF49852EB18D}"/>
              </a:ext>
            </a:extLst>
          </p:cNvPr>
          <p:cNvSpPr>
            <a:spLocks xmlns:a="http://schemas.openxmlformats.org/drawingml/2006/main" noGrp="1"/>
          </p:cNvSpPr>
          <p:nvPr/>
        </p:nvSpPr>
        <p:spPr>
          <a:xfrm xmlns:a="http://schemas.openxmlformats.org/drawingml/2006/main">
            <a:off x="3516916" y="4368832"/>
            <a:ext cx="248888" cy="1595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905" b="1">
                <a:solidFill>
                  <a:srgbClr val="231F20"/>
                </a:solidFill>
                <a:latin typeface="Arial"/>
                <a:ea typeface="Arial"/>
                <a:cs typeface="Arial"/>
              </a:defRPr>
            </a:defPPr>
            <a:lvl1pPr algn="l">
              <a:defRPr sz="905" b="1">
                <a:solidFill>
                  <a:srgbClr val="231F20"/>
                </a:solidFill>
                <a:latin typeface="Arial"/>
                <a:ea typeface="Arial"/>
                <a:cs typeface="Arial"/>
              </a:defRPr>
            </a:lvl1pPr>
            <a:lvl2pPr algn="l">
              <a:defRPr sz="905" b="1">
                <a:solidFill>
                  <a:srgbClr val="231F20"/>
                </a:solidFill>
                <a:latin typeface="Arial"/>
                <a:ea typeface="Arial"/>
                <a:cs typeface="Arial"/>
              </a:defRPr>
            </a:lvl2pPr>
            <a:lvl3pPr algn="l">
              <a:defRPr sz="905" b="1">
                <a:solidFill>
                  <a:srgbClr val="231F20"/>
                </a:solidFill>
                <a:latin typeface="Arial"/>
                <a:ea typeface="Arial"/>
                <a:cs typeface="Arial"/>
              </a:defRPr>
            </a:lvl3pPr>
            <a:lvl4pPr algn="l">
              <a:defRPr sz="905" b="1">
                <a:solidFill>
                  <a:srgbClr val="231F20"/>
                </a:solidFill>
                <a:latin typeface="Arial"/>
                <a:ea typeface="Arial"/>
                <a:cs typeface="Arial"/>
              </a:defRPr>
            </a:lvl4pPr>
            <a:lvl5pPr algn="l">
              <a:defRPr sz="905" b="1">
                <a:solidFill>
                  <a:srgbClr val="231F20"/>
                </a:solidFill>
                <a:latin typeface="Arial"/>
                <a:ea typeface="Arial"/>
                <a:cs typeface="Arial"/>
              </a:defRPr>
            </a:lvl5pPr>
            <a:lvl6pPr algn="l">
              <a:defRPr sz="905" b="1">
                <a:solidFill>
                  <a:srgbClr val="231F20"/>
                </a:solidFill>
                <a:latin typeface="Arial"/>
                <a:ea typeface="Arial"/>
                <a:cs typeface="Arial"/>
              </a:defRPr>
            </a:lvl6pPr>
            <a:lvl7pPr algn="l">
              <a:defRPr sz="905" b="1">
                <a:solidFill>
                  <a:srgbClr val="231F20"/>
                </a:solidFill>
                <a:latin typeface="Arial"/>
                <a:ea typeface="Arial"/>
                <a:cs typeface="Arial"/>
              </a:defRPr>
            </a:lvl7pPr>
            <a:lvl8pPr algn="l">
              <a:defRPr sz="905" b="1">
                <a:solidFill>
                  <a:srgbClr val="231F20"/>
                </a:solidFill>
                <a:latin typeface="Arial"/>
                <a:ea typeface="Arial"/>
                <a:cs typeface="Arial"/>
              </a:defRPr>
            </a:lvl8pPr>
            <a:lvl9pPr algn="l">
              <a:defRPr sz="905" b="1">
                <a:solidFill>
                  <a:srgbClr val="231F20"/>
                </a:solidFill>
                <a:latin typeface="Arial"/>
                <a:ea typeface="Arial"/>
                <a:cs typeface="Arial"/>
              </a:defRPr>
            </a:lvl9pPr>
          </a:lstStyle>
          <a:p xmlns:a="http://schemas.openxmlformats.org/drawingml/2006/main">
            <a:pPr algn="l">
              <a:defRPr sz="905" b="1">
                <a:solidFill>
                  <a:srgbClr val="231F20"/>
                </a:solidFill>
                <a:latin typeface="Arial"/>
                <a:ea typeface="Arial"/>
                <a:cs typeface="Arial"/>
              </a:defRPr>
            </a:pPr>
            <a:r>
              <a:rPr sz="905" b="1">
                <a:solidFill>
                  <a:srgbClr val="231F20"/>
                </a:solidFill>
                <a:latin typeface="Arial"/>
                <a:ea typeface="Arial"/>
                <a:cs typeface="Arial"/>
              </a:rPr>
              <a:t>alu</a:t>
            </a:r>
          </a:p>
        </p:txBody>
      </p:sp>
      <p:sp>
        <p:nvSpPr>
          <p:cNvPr id="250" name="wire-845">
            <a:extLst xmlns:a="http://schemas.openxmlformats.org/drawingml/2006/main">
              <a:ext uri="{FF2B5EF4-FFF2-40B4-BE49-F238E27FC236}">
                <a16:creationId xmlns:a16="http://schemas.microsoft.com/office/drawing/2014/main" id="{C0255220-9809-4BDB-ADA9-740948BB0B64}"/>
              </a:ext>
            </a:extLst>
          </p:cNvPr>
          <p:cNvSpPr>
            <a:spLocks xmlns:a="http://schemas.openxmlformats.org/drawingml/2006/main" noGrp="1"/>
          </p:cNvSpPr>
          <p:nvPr/>
        </p:nvSpPr>
        <p:spPr>
          <a:xfrm xmlns:a="http://schemas.openxmlformats.org/drawingml/2006/main">
            <a:off x="3216974" y="4253960"/>
            <a:ext cx="172307" cy="44672"/>
          </a:xfrm>
          <a:custGeom xmlns:a="http://schemas.openxmlformats.org/drawingml/2006/main">
            <a:pathLst>
              <a:path w="172307" h="44672">
                <a:moveTo>
                  <a:pt x="0" y="0"/>
                </a:moveTo>
                <a:lnTo>
                  <a:pt x="172307" y="44672"/>
                </a:lnTo>
              </a:path>
            </a:pathLst>
          </a:custGeom>
          <a:noFill xmlns:a="http://schemas.openxmlformats.org/drawingml/2006/main"/>
          <a:ln xmlns:a="http://schemas.openxmlformats.org/drawingml/2006/main" w="11487">
            <a:solidFill>
              <a:srgbClr val="1572C3"/>
            </a:solidFill>
          </a:ln>
        </p:spPr>
      </p:sp>
      <p:sp>
        <p:nvSpPr>
          <p:cNvPr id="251" name="circuit-846">
            <a:extLst xmlns:a="http://schemas.openxmlformats.org/drawingml/2006/main">
              <a:ext uri="{FF2B5EF4-FFF2-40B4-BE49-F238E27FC236}">
                <a16:creationId xmlns:a16="http://schemas.microsoft.com/office/drawing/2014/main" id="{3E8D4E18-AD70-48CF-9219-A9713A37D6A1}"/>
              </a:ext>
            </a:extLst>
          </p:cNvPr>
          <p:cNvSpPr>
            <a:spLocks xmlns:a="http://schemas.openxmlformats.org/drawingml/2006/main" noGrp="1"/>
          </p:cNvSpPr>
          <p:nvPr/>
        </p:nvSpPr>
        <p:spPr>
          <a:xfrm xmlns:a="http://schemas.openxmlformats.org/drawingml/2006/main">
            <a:off x="3355030" y="4277652"/>
            <a:ext cx="34251" cy="25946"/>
          </a:xfrm>
          <a:custGeom xmlns:a="http://schemas.openxmlformats.org/drawingml/2006/main">
            <a:pathLst>
              <a:path w="34251" h="25946">
                <a:moveTo>
                  <a:pt x="34251" y="20981"/>
                </a:moveTo>
                <a:lnTo>
                  <a:pt x="6727" y="0"/>
                </a:lnTo>
                <a:lnTo>
                  <a:pt x="0" y="25946"/>
                </a:lnTo>
                <a:close/>
              </a:path>
            </a:pathLst>
          </a:custGeom>
          <a:solidFill xmlns:a="http://schemas.openxmlformats.org/drawingml/2006/main">
            <a:srgbClr val="1572C3"/>
          </a:solidFill>
          <a:ln xmlns:a="http://schemas.openxmlformats.org/drawingml/2006/main" w="3191">
            <a:solidFill>
              <a:srgbClr val="1572C3"/>
            </a:solidFill>
          </a:ln>
        </p:spPr>
      </p:sp>
      <p:sp>
        <p:nvSpPr>
          <p:cNvPr id="252" name="wire-847">
            <a:extLst xmlns:a="http://schemas.openxmlformats.org/drawingml/2006/main">
              <a:ext uri="{FF2B5EF4-FFF2-40B4-BE49-F238E27FC236}">
                <a16:creationId xmlns:a16="http://schemas.microsoft.com/office/drawing/2014/main" id="{877EFD51-C012-4E80-8690-2E3FA6D82109}"/>
              </a:ext>
            </a:extLst>
          </p:cNvPr>
          <p:cNvSpPr>
            <a:spLocks xmlns:a="http://schemas.openxmlformats.org/drawingml/2006/main" noGrp="1"/>
          </p:cNvSpPr>
          <p:nvPr/>
        </p:nvSpPr>
        <p:spPr>
          <a:xfrm xmlns:a="http://schemas.openxmlformats.org/drawingml/2006/main">
            <a:off x="3216974" y="4643247"/>
            <a:ext cx="82963" cy="9525"/>
          </a:xfrm>
          <a:custGeom xmlns:a="http://schemas.openxmlformats.org/drawingml/2006/main">
            <a:pathLst>
              <a:path w="82963" h="9525">
                <a:moveTo>
                  <a:pt x="0" y="0"/>
                </a:moveTo>
                <a:lnTo>
                  <a:pt x="82963" y="0"/>
                </a:lnTo>
              </a:path>
            </a:pathLst>
          </a:custGeom>
          <a:noFill xmlns:a="http://schemas.openxmlformats.org/drawingml/2006/main"/>
          <a:ln xmlns:a="http://schemas.openxmlformats.org/drawingml/2006/main" w="11487">
            <a:solidFill>
              <a:srgbClr val="1572C3"/>
            </a:solidFill>
          </a:ln>
        </p:spPr>
      </p:sp>
      <p:sp>
        <p:nvSpPr>
          <p:cNvPr id="253" name="wire-848">
            <a:extLst xmlns:a="http://schemas.openxmlformats.org/drawingml/2006/main">
              <a:ext uri="{FF2B5EF4-FFF2-40B4-BE49-F238E27FC236}">
                <a16:creationId xmlns:a16="http://schemas.microsoft.com/office/drawing/2014/main" id="{B1BC6C90-1E1A-4431-AAD8-C71FD5611805}"/>
              </a:ext>
            </a:extLst>
          </p:cNvPr>
          <p:cNvSpPr>
            <a:spLocks xmlns:a="http://schemas.openxmlformats.org/drawingml/2006/main" noGrp="1"/>
          </p:cNvSpPr>
          <p:nvPr/>
        </p:nvSpPr>
        <p:spPr>
          <a:xfrm xmlns:a="http://schemas.openxmlformats.org/drawingml/2006/main">
            <a:off x="3299936" y="4617720"/>
            <a:ext cx="9525" cy="25527"/>
          </a:xfrm>
          <a:custGeom xmlns:a="http://schemas.openxmlformats.org/drawingml/2006/main">
            <a:pathLst>
              <a:path w="9525" h="25527">
                <a:moveTo>
                  <a:pt x="0" y="25527"/>
                </a:moveTo>
                <a:lnTo>
                  <a:pt x="0" y="0"/>
                </a:lnTo>
              </a:path>
            </a:pathLst>
          </a:custGeom>
          <a:noFill xmlns:a="http://schemas.openxmlformats.org/drawingml/2006/main"/>
          <a:ln xmlns:a="http://schemas.openxmlformats.org/drawingml/2006/main" w="11487">
            <a:solidFill>
              <a:srgbClr val="1572C3"/>
            </a:solidFill>
          </a:ln>
        </p:spPr>
      </p:sp>
      <p:sp>
        <p:nvSpPr>
          <p:cNvPr id="254" name="wire-849">
            <a:extLst xmlns:a="http://schemas.openxmlformats.org/drawingml/2006/main">
              <a:ext uri="{FF2B5EF4-FFF2-40B4-BE49-F238E27FC236}">
                <a16:creationId xmlns:a16="http://schemas.microsoft.com/office/drawing/2014/main" id="{94929A92-AF12-4A19-BACD-0881E2E7969C}"/>
              </a:ext>
            </a:extLst>
          </p:cNvPr>
          <p:cNvSpPr>
            <a:spLocks xmlns:a="http://schemas.openxmlformats.org/drawingml/2006/main" noGrp="1"/>
          </p:cNvSpPr>
          <p:nvPr/>
        </p:nvSpPr>
        <p:spPr>
          <a:xfrm xmlns:a="http://schemas.openxmlformats.org/drawingml/2006/main">
            <a:off x="3299936" y="4617720"/>
            <a:ext cx="89344" cy="9525"/>
          </a:xfrm>
          <a:custGeom xmlns:a="http://schemas.openxmlformats.org/drawingml/2006/main">
            <a:pathLst>
              <a:path w="89344" h="9525">
                <a:moveTo>
                  <a:pt x="0" y="0"/>
                </a:moveTo>
                <a:lnTo>
                  <a:pt x="89344" y="0"/>
                </a:lnTo>
              </a:path>
            </a:pathLst>
          </a:custGeom>
          <a:noFill xmlns:a="http://schemas.openxmlformats.org/drawingml/2006/main"/>
          <a:ln xmlns:a="http://schemas.openxmlformats.org/drawingml/2006/main" w="11487">
            <a:solidFill>
              <a:srgbClr val="1572C3"/>
            </a:solidFill>
          </a:ln>
        </p:spPr>
      </p:sp>
      <p:sp>
        <p:nvSpPr>
          <p:cNvPr id="255" name="circuit-850">
            <a:extLst xmlns:a="http://schemas.openxmlformats.org/drawingml/2006/main">
              <a:ext uri="{FF2B5EF4-FFF2-40B4-BE49-F238E27FC236}">
                <a16:creationId xmlns:a16="http://schemas.microsoft.com/office/drawing/2014/main" id="{DB944B90-9CF6-4875-BA4B-D204E8781301}"/>
              </a:ext>
            </a:extLst>
          </p:cNvPr>
          <p:cNvSpPr>
            <a:spLocks xmlns:a="http://schemas.openxmlformats.org/drawingml/2006/main" noGrp="1"/>
          </p:cNvSpPr>
          <p:nvPr/>
        </p:nvSpPr>
        <p:spPr>
          <a:xfrm xmlns:a="http://schemas.openxmlformats.org/drawingml/2006/main">
            <a:off x="3357372" y="4604318"/>
            <a:ext cx="31909" cy="26803"/>
          </a:xfrm>
          <a:custGeom xmlns:a="http://schemas.openxmlformats.org/drawingml/2006/main">
            <a:pathLst>
              <a:path w="31909" h="26803">
                <a:moveTo>
                  <a:pt x="31909" y="13402"/>
                </a:moveTo>
                <a:lnTo>
                  <a:pt x="0" y="0"/>
                </a:lnTo>
                <a:lnTo>
                  <a:pt x="0" y="26803"/>
                </a:lnTo>
                <a:close/>
              </a:path>
            </a:pathLst>
          </a:custGeom>
          <a:solidFill xmlns:a="http://schemas.openxmlformats.org/drawingml/2006/main">
            <a:srgbClr val="1572C3"/>
          </a:solidFill>
          <a:ln xmlns:a="http://schemas.openxmlformats.org/drawingml/2006/main" w="3191">
            <a:solidFill>
              <a:srgbClr val="1572C3"/>
            </a:solidFill>
          </a:ln>
        </p:spPr>
      </p:sp>
      <p:sp>
        <p:nvSpPr>
          <p:cNvPr id="256" name="text-851">
            <a:extLst xmlns:a="http://schemas.openxmlformats.org/drawingml/2006/main">
              <a:ext uri="{FF2B5EF4-FFF2-40B4-BE49-F238E27FC236}">
                <a16:creationId xmlns:a16="http://schemas.microsoft.com/office/drawing/2014/main" id="{56F26DA8-B2F3-48AB-AC07-7C01D4655834}"/>
              </a:ext>
            </a:extLst>
          </p:cNvPr>
          <p:cNvSpPr>
            <a:spLocks xmlns:a="http://schemas.openxmlformats.org/drawingml/2006/main" noGrp="1"/>
          </p:cNvSpPr>
          <p:nvPr/>
        </p:nvSpPr>
        <p:spPr>
          <a:xfrm xmlns:a="http://schemas.openxmlformats.org/drawingml/2006/main">
            <a:off x="3236119" y="4145471"/>
            <a:ext cx="382905" cy="1021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553" b="0">
                <a:solidFill>
                  <a:srgbClr val="231F20"/>
                </a:solidFill>
                <a:latin typeface="Arial"/>
                <a:ea typeface="Arial"/>
                <a:cs typeface="Arial"/>
              </a:defRPr>
            </a:defPPr>
            <a:lvl1pPr algn="l">
              <a:defRPr sz="553" b="0">
                <a:solidFill>
                  <a:srgbClr val="231F20"/>
                </a:solidFill>
                <a:latin typeface="Arial"/>
                <a:ea typeface="Arial"/>
                <a:cs typeface="Arial"/>
              </a:defRPr>
            </a:lvl1pPr>
            <a:lvl2pPr algn="l">
              <a:defRPr sz="553" b="0">
                <a:solidFill>
                  <a:srgbClr val="231F20"/>
                </a:solidFill>
                <a:latin typeface="Arial"/>
                <a:ea typeface="Arial"/>
                <a:cs typeface="Arial"/>
              </a:defRPr>
            </a:lvl2pPr>
            <a:lvl3pPr algn="l">
              <a:defRPr sz="553" b="0">
                <a:solidFill>
                  <a:srgbClr val="231F20"/>
                </a:solidFill>
                <a:latin typeface="Arial"/>
                <a:ea typeface="Arial"/>
                <a:cs typeface="Arial"/>
              </a:defRPr>
            </a:lvl3pPr>
            <a:lvl4pPr algn="l">
              <a:defRPr sz="553" b="0">
                <a:solidFill>
                  <a:srgbClr val="231F20"/>
                </a:solidFill>
                <a:latin typeface="Arial"/>
                <a:ea typeface="Arial"/>
                <a:cs typeface="Arial"/>
              </a:defRPr>
            </a:lvl4pPr>
            <a:lvl5pPr algn="l">
              <a:defRPr sz="553" b="0">
                <a:solidFill>
                  <a:srgbClr val="231F20"/>
                </a:solidFill>
                <a:latin typeface="Arial"/>
                <a:ea typeface="Arial"/>
                <a:cs typeface="Arial"/>
              </a:defRPr>
            </a:lvl5pPr>
            <a:lvl6pPr algn="l">
              <a:defRPr sz="553" b="0">
                <a:solidFill>
                  <a:srgbClr val="231F20"/>
                </a:solidFill>
                <a:latin typeface="Arial"/>
                <a:ea typeface="Arial"/>
                <a:cs typeface="Arial"/>
              </a:defRPr>
            </a:lvl6pPr>
            <a:lvl7pPr algn="l">
              <a:defRPr sz="553" b="0">
                <a:solidFill>
                  <a:srgbClr val="231F20"/>
                </a:solidFill>
                <a:latin typeface="Arial"/>
                <a:ea typeface="Arial"/>
                <a:cs typeface="Arial"/>
              </a:defRPr>
            </a:lvl7pPr>
            <a:lvl8pPr algn="l">
              <a:defRPr sz="553" b="0">
                <a:solidFill>
                  <a:srgbClr val="231F20"/>
                </a:solidFill>
                <a:latin typeface="Arial"/>
                <a:ea typeface="Arial"/>
                <a:cs typeface="Arial"/>
              </a:defRPr>
            </a:lvl8pPr>
            <a:lvl9pPr algn="l">
              <a:defRPr sz="553" b="0">
                <a:solidFill>
                  <a:srgbClr val="231F20"/>
                </a:solidFill>
                <a:latin typeface="Arial"/>
                <a:ea typeface="Arial"/>
                <a:cs typeface="Arial"/>
              </a:defRPr>
            </a:lvl9pPr>
          </a:lstStyle>
          <a:p xmlns:a="http://schemas.openxmlformats.org/drawingml/2006/main">
            <a:pPr algn="l">
              <a:defRPr sz="553" b="0">
                <a:solidFill>
                  <a:srgbClr val="231F20"/>
                </a:solidFill>
                <a:latin typeface="Arial"/>
                <a:ea typeface="Arial"/>
                <a:cs typeface="Arial"/>
              </a:defRPr>
            </a:pPr>
            <a:r>
              <a:rPr sz="553" b="0">
                <a:solidFill>
                  <a:srgbClr val="231F20"/>
                </a:solidFill>
                <a:latin typeface="Arial"/>
                <a:ea typeface="Arial"/>
                <a:cs typeface="Arial"/>
              </a:rPr>
              <a:t>SrcAE</a:t>
            </a:r>
          </a:p>
        </p:txBody>
      </p:sp>
      <p:sp>
        <p:nvSpPr>
          <p:cNvPr id="257" name="text-852">
            <a:extLst xmlns:a="http://schemas.openxmlformats.org/drawingml/2006/main">
              <a:ext uri="{FF2B5EF4-FFF2-40B4-BE49-F238E27FC236}">
                <a16:creationId xmlns:a16="http://schemas.microsoft.com/office/drawing/2014/main" id="{5A485084-913E-4F11-A864-B38176E81875}"/>
              </a:ext>
            </a:extLst>
          </p:cNvPr>
          <p:cNvSpPr>
            <a:spLocks xmlns:a="http://schemas.openxmlformats.org/drawingml/2006/main" noGrp="1"/>
          </p:cNvSpPr>
          <p:nvPr/>
        </p:nvSpPr>
        <p:spPr>
          <a:xfrm xmlns:a="http://schemas.openxmlformats.org/drawingml/2006/main">
            <a:off x="3236119" y="4719828"/>
            <a:ext cx="395669" cy="1021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553" b="0">
                <a:solidFill>
                  <a:srgbClr val="231F20"/>
                </a:solidFill>
                <a:latin typeface="Arial"/>
                <a:ea typeface="Arial"/>
                <a:cs typeface="Arial"/>
              </a:defRPr>
            </a:defPPr>
            <a:lvl1pPr algn="l">
              <a:defRPr sz="553" b="0">
                <a:solidFill>
                  <a:srgbClr val="231F20"/>
                </a:solidFill>
                <a:latin typeface="Arial"/>
                <a:ea typeface="Arial"/>
                <a:cs typeface="Arial"/>
              </a:defRPr>
            </a:lvl1pPr>
            <a:lvl2pPr algn="l">
              <a:defRPr sz="553" b="0">
                <a:solidFill>
                  <a:srgbClr val="231F20"/>
                </a:solidFill>
                <a:latin typeface="Arial"/>
                <a:ea typeface="Arial"/>
                <a:cs typeface="Arial"/>
              </a:defRPr>
            </a:lvl2pPr>
            <a:lvl3pPr algn="l">
              <a:defRPr sz="553" b="0">
                <a:solidFill>
                  <a:srgbClr val="231F20"/>
                </a:solidFill>
                <a:latin typeface="Arial"/>
                <a:ea typeface="Arial"/>
                <a:cs typeface="Arial"/>
              </a:defRPr>
            </a:lvl3pPr>
            <a:lvl4pPr algn="l">
              <a:defRPr sz="553" b="0">
                <a:solidFill>
                  <a:srgbClr val="231F20"/>
                </a:solidFill>
                <a:latin typeface="Arial"/>
                <a:ea typeface="Arial"/>
                <a:cs typeface="Arial"/>
              </a:defRPr>
            </a:lvl4pPr>
            <a:lvl5pPr algn="l">
              <a:defRPr sz="553" b="0">
                <a:solidFill>
                  <a:srgbClr val="231F20"/>
                </a:solidFill>
                <a:latin typeface="Arial"/>
                <a:ea typeface="Arial"/>
                <a:cs typeface="Arial"/>
              </a:defRPr>
            </a:lvl5pPr>
            <a:lvl6pPr algn="l">
              <a:defRPr sz="553" b="0">
                <a:solidFill>
                  <a:srgbClr val="231F20"/>
                </a:solidFill>
                <a:latin typeface="Arial"/>
                <a:ea typeface="Arial"/>
                <a:cs typeface="Arial"/>
              </a:defRPr>
            </a:lvl6pPr>
            <a:lvl7pPr algn="l">
              <a:defRPr sz="553" b="0">
                <a:solidFill>
                  <a:srgbClr val="231F20"/>
                </a:solidFill>
                <a:latin typeface="Arial"/>
                <a:ea typeface="Arial"/>
                <a:cs typeface="Arial"/>
              </a:defRPr>
            </a:lvl7pPr>
            <a:lvl8pPr algn="l">
              <a:defRPr sz="553" b="0">
                <a:solidFill>
                  <a:srgbClr val="231F20"/>
                </a:solidFill>
                <a:latin typeface="Arial"/>
                <a:ea typeface="Arial"/>
                <a:cs typeface="Arial"/>
              </a:defRPr>
            </a:lvl8pPr>
            <a:lvl9pPr algn="l">
              <a:defRPr sz="553" b="0">
                <a:solidFill>
                  <a:srgbClr val="231F20"/>
                </a:solidFill>
                <a:latin typeface="Arial"/>
                <a:ea typeface="Arial"/>
                <a:cs typeface="Arial"/>
              </a:defRPr>
            </a:lvl9pPr>
          </a:lstStyle>
          <a:p xmlns:a="http://schemas.openxmlformats.org/drawingml/2006/main">
            <a:pPr algn="l">
              <a:defRPr sz="553" b="0">
                <a:solidFill>
                  <a:srgbClr val="231F20"/>
                </a:solidFill>
                <a:latin typeface="Arial"/>
                <a:ea typeface="Arial"/>
                <a:cs typeface="Arial"/>
              </a:defRPr>
            </a:pPr>
            <a:r>
              <a:rPr sz="553" b="0">
                <a:solidFill>
                  <a:srgbClr val="231F20"/>
                </a:solidFill>
                <a:latin typeface="Arial"/>
                <a:ea typeface="Arial"/>
                <a:cs typeface="Arial"/>
              </a:rPr>
              <a:t>SrcBE</a:t>
            </a:r>
          </a:p>
        </p:txBody>
      </p:sp>
      <p:sp>
        <p:nvSpPr>
          <p:cNvPr id="258" name="block-853">
            <a:extLst xmlns:a="http://schemas.openxmlformats.org/drawingml/2006/main">
              <a:ext uri="{FF2B5EF4-FFF2-40B4-BE49-F238E27FC236}">
                <a16:creationId xmlns:a16="http://schemas.microsoft.com/office/drawing/2014/main" id="{C3845FE4-26E4-42D1-A123-6517D9EE1624}"/>
              </a:ext>
            </a:extLst>
          </p:cNvPr>
          <p:cNvSpPr>
            <a:spLocks xmlns:a="http://schemas.openxmlformats.org/drawingml/2006/main" noGrp="1"/>
          </p:cNvSpPr>
          <p:nvPr/>
        </p:nvSpPr>
        <p:spPr>
          <a:xfrm xmlns:a="http://schemas.openxmlformats.org/drawingml/2006/main">
            <a:off x="4021074" y="3947636"/>
            <a:ext cx="76581" cy="178689"/>
          </a:xfrm>
          <a:prstGeom xmlns:a="http://schemas.openxmlformats.org/drawingml/2006/main" prst="rect">
            <a:avLst/>
          </a:prstGeom>
          <a:solidFill xmlns:a="http://schemas.openxmlformats.org/drawingml/2006/main">
            <a:srgbClr val="FFFFFF"/>
          </a:solidFill>
          <a:ln xmlns:a="http://schemas.openxmlformats.org/drawingml/2006/main" w="9573">
            <a:solidFill>
              <a:srgbClr val="231F20"/>
            </a:solidFill>
          </a:ln>
        </p:spPr>
      </p:sp>
      <p:sp>
        <p:nvSpPr>
          <p:cNvPr id="259" name="circuit-854">
            <a:extLst xmlns:a="http://schemas.openxmlformats.org/drawingml/2006/main">
              <a:ext uri="{FF2B5EF4-FFF2-40B4-BE49-F238E27FC236}">
                <a16:creationId xmlns:a16="http://schemas.microsoft.com/office/drawing/2014/main" id="{74D62B03-8232-4DEF-A82B-9C86C7E2780D}"/>
              </a:ext>
            </a:extLst>
          </p:cNvPr>
          <p:cNvSpPr>
            <a:spLocks xmlns:a="http://schemas.openxmlformats.org/drawingml/2006/main" noGrp="1"/>
          </p:cNvSpPr>
          <p:nvPr/>
        </p:nvSpPr>
        <p:spPr>
          <a:xfrm xmlns:a="http://schemas.openxmlformats.org/drawingml/2006/main">
            <a:off x="4033838" y="3947636"/>
            <a:ext cx="51054" cy="31909"/>
          </a:xfrm>
          <a:custGeom xmlns:a="http://schemas.openxmlformats.org/drawingml/2006/main">
            <a:pathLst>
              <a:path w="51054" h="31909">
                <a:moveTo>
                  <a:pt x="0" y="0"/>
                </a:moveTo>
                <a:lnTo>
                  <a:pt x="25527" y="31909"/>
                </a:lnTo>
                <a:lnTo>
                  <a:pt x="51054" y="0"/>
                </a:lnTo>
                <a:close/>
              </a:path>
            </a:pathLst>
          </a:custGeom>
          <a:noFill xmlns:a="http://schemas.openxmlformats.org/drawingml/2006/main"/>
          <a:ln xmlns:a="http://schemas.openxmlformats.org/drawingml/2006/main" w="9573">
            <a:solidFill>
              <a:srgbClr val="231F20"/>
            </a:solidFill>
          </a:ln>
        </p:spPr>
      </p:sp>
      <p:sp>
        <p:nvSpPr>
          <p:cNvPr id="260" name="wire-855">
            <a:extLst xmlns:a="http://schemas.openxmlformats.org/drawingml/2006/main">
              <a:ext uri="{FF2B5EF4-FFF2-40B4-BE49-F238E27FC236}">
                <a16:creationId xmlns:a16="http://schemas.microsoft.com/office/drawing/2014/main" id="{92607D73-9143-49FE-A578-BAA835306541}"/>
              </a:ext>
            </a:extLst>
          </p:cNvPr>
          <p:cNvSpPr>
            <a:spLocks xmlns:a="http://schemas.openxmlformats.org/drawingml/2006/main" noGrp="1"/>
          </p:cNvSpPr>
          <p:nvPr/>
        </p:nvSpPr>
        <p:spPr>
          <a:xfrm xmlns:a="http://schemas.openxmlformats.org/drawingml/2006/main">
            <a:off x="4059365" y="3909346"/>
            <a:ext cx="9525" cy="38291"/>
          </a:xfrm>
          <a:custGeom xmlns:a="http://schemas.openxmlformats.org/drawingml/2006/main">
            <a:pathLst>
              <a:path w="9525" h="38291">
                <a:moveTo>
                  <a:pt x="0" y="0"/>
                </a:moveTo>
                <a:lnTo>
                  <a:pt x="0" y="38291"/>
                </a:lnTo>
              </a:path>
            </a:pathLst>
          </a:custGeom>
          <a:noFill xmlns:a="http://schemas.openxmlformats.org/drawingml/2006/main"/>
          <a:ln xmlns:a="http://schemas.openxmlformats.org/drawingml/2006/main" w="5105">
            <a:solidFill>
              <a:srgbClr val="231F20"/>
            </a:solidFill>
          </a:ln>
        </p:spPr>
      </p:sp>
      <p:sp>
        <p:nvSpPr>
          <p:cNvPr id="261" name="block-856">
            <a:extLst xmlns:a="http://schemas.openxmlformats.org/drawingml/2006/main">
              <a:ext uri="{FF2B5EF4-FFF2-40B4-BE49-F238E27FC236}">
                <a16:creationId xmlns:a16="http://schemas.microsoft.com/office/drawing/2014/main" id="{8C0B1064-6663-4C0D-B043-897F1F75348A}"/>
              </a:ext>
            </a:extLst>
          </p:cNvPr>
          <p:cNvSpPr>
            <a:spLocks xmlns:a="http://schemas.openxmlformats.org/drawingml/2006/main" noGrp="1"/>
          </p:cNvSpPr>
          <p:nvPr/>
        </p:nvSpPr>
        <p:spPr>
          <a:xfrm xmlns:a="http://schemas.openxmlformats.org/drawingml/2006/main">
            <a:off x="4021074" y="4464558"/>
            <a:ext cx="76581" cy="178689"/>
          </a:xfrm>
          <a:prstGeom xmlns:a="http://schemas.openxmlformats.org/drawingml/2006/main" prst="rect">
            <a:avLst/>
          </a:prstGeom>
          <a:solidFill xmlns:a="http://schemas.openxmlformats.org/drawingml/2006/main">
            <a:srgbClr val="FFFFFF"/>
          </a:solidFill>
          <a:ln xmlns:a="http://schemas.openxmlformats.org/drawingml/2006/main" w="9573">
            <a:solidFill>
              <a:srgbClr val="231F20"/>
            </a:solidFill>
          </a:ln>
        </p:spPr>
      </p:sp>
      <p:sp>
        <p:nvSpPr>
          <p:cNvPr id="262" name="circuit-857">
            <a:extLst xmlns:a="http://schemas.openxmlformats.org/drawingml/2006/main">
              <a:ext uri="{FF2B5EF4-FFF2-40B4-BE49-F238E27FC236}">
                <a16:creationId xmlns:a16="http://schemas.microsoft.com/office/drawing/2014/main" id="{EFAE1C99-85C5-430F-8DB9-92DCDBFA2E60}"/>
              </a:ext>
            </a:extLst>
          </p:cNvPr>
          <p:cNvSpPr>
            <a:spLocks xmlns:a="http://schemas.openxmlformats.org/drawingml/2006/main" noGrp="1"/>
          </p:cNvSpPr>
          <p:nvPr/>
        </p:nvSpPr>
        <p:spPr>
          <a:xfrm xmlns:a="http://schemas.openxmlformats.org/drawingml/2006/main">
            <a:off x="4033838" y="4464558"/>
            <a:ext cx="51054" cy="31909"/>
          </a:xfrm>
          <a:custGeom xmlns:a="http://schemas.openxmlformats.org/drawingml/2006/main">
            <a:pathLst>
              <a:path w="51054" h="31909">
                <a:moveTo>
                  <a:pt x="0" y="0"/>
                </a:moveTo>
                <a:lnTo>
                  <a:pt x="25527" y="31909"/>
                </a:lnTo>
                <a:lnTo>
                  <a:pt x="51054" y="0"/>
                </a:lnTo>
                <a:close/>
              </a:path>
            </a:pathLst>
          </a:custGeom>
          <a:noFill xmlns:a="http://schemas.openxmlformats.org/drawingml/2006/main"/>
          <a:ln xmlns:a="http://schemas.openxmlformats.org/drawingml/2006/main" w="9573">
            <a:solidFill>
              <a:srgbClr val="231F20"/>
            </a:solidFill>
          </a:ln>
        </p:spPr>
      </p:sp>
      <p:sp>
        <p:nvSpPr>
          <p:cNvPr id="263" name="wire-858">
            <a:extLst xmlns:a="http://schemas.openxmlformats.org/drawingml/2006/main">
              <a:ext uri="{FF2B5EF4-FFF2-40B4-BE49-F238E27FC236}">
                <a16:creationId xmlns:a16="http://schemas.microsoft.com/office/drawing/2014/main" id="{63A6CBFC-84E4-4A58-AC7F-0C134AFE9F5C}"/>
              </a:ext>
            </a:extLst>
          </p:cNvPr>
          <p:cNvSpPr>
            <a:spLocks xmlns:a="http://schemas.openxmlformats.org/drawingml/2006/main" noGrp="1"/>
          </p:cNvSpPr>
          <p:nvPr/>
        </p:nvSpPr>
        <p:spPr>
          <a:xfrm xmlns:a="http://schemas.openxmlformats.org/drawingml/2006/main">
            <a:off x="4059365" y="4426268"/>
            <a:ext cx="9525" cy="38291"/>
          </a:xfrm>
          <a:custGeom xmlns:a="http://schemas.openxmlformats.org/drawingml/2006/main">
            <a:pathLst>
              <a:path w="9525" h="38291">
                <a:moveTo>
                  <a:pt x="0" y="0"/>
                </a:moveTo>
                <a:lnTo>
                  <a:pt x="0" y="38291"/>
                </a:lnTo>
              </a:path>
            </a:pathLst>
          </a:custGeom>
          <a:noFill xmlns:a="http://schemas.openxmlformats.org/drawingml/2006/main"/>
          <a:ln xmlns:a="http://schemas.openxmlformats.org/drawingml/2006/main" w="5105">
            <a:solidFill>
              <a:srgbClr val="231F20"/>
            </a:solidFill>
          </a:ln>
        </p:spPr>
      </p:sp>
      <p:sp>
        <p:nvSpPr>
          <p:cNvPr id="264" name="block-859">
            <a:extLst xmlns:a="http://schemas.openxmlformats.org/drawingml/2006/main">
              <a:ext uri="{FF2B5EF4-FFF2-40B4-BE49-F238E27FC236}">
                <a16:creationId xmlns:a16="http://schemas.microsoft.com/office/drawing/2014/main" id="{C32B75D8-E12F-4B7A-B8E1-40C65D42FD3F}"/>
              </a:ext>
            </a:extLst>
          </p:cNvPr>
          <p:cNvSpPr>
            <a:spLocks xmlns:a="http://schemas.openxmlformats.org/drawingml/2006/main" noGrp="1"/>
          </p:cNvSpPr>
          <p:nvPr/>
        </p:nvSpPr>
        <p:spPr>
          <a:xfrm xmlns:a="http://schemas.openxmlformats.org/drawingml/2006/main">
            <a:off x="4021074" y="4930426"/>
            <a:ext cx="76581" cy="178689"/>
          </a:xfrm>
          <a:prstGeom xmlns:a="http://schemas.openxmlformats.org/drawingml/2006/main" prst="rect">
            <a:avLst/>
          </a:prstGeom>
          <a:solidFill xmlns:a="http://schemas.openxmlformats.org/drawingml/2006/main">
            <a:srgbClr val="FFFFFF"/>
          </a:solidFill>
          <a:ln xmlns:a="http://schemas.openxmlformats.org/drawingml/2006/main" w="9573">
            <a:solidFill>
              <a:srgbClr val="231F20"/>
            </a:solidFill>
          </a:ln>
        </p:spPr>
      </p:sp>
      <p:sp>
        <p:nvSpPr>
          <p:cNvPr id="265" name="circuit-860">
            <a:extLst xmlns:a="http://schemas.openxmlformats.org/drawingml/2006/main">
              <a:ext uri="{FF2B5EF4-FFF2-40B4-BE49-F238E27FC236}">
                <a16:creationId xmlns:a16="http://schemas.microsoft.com/office/drawing/2014/main" id="{364E046D-02F9-408B-A262-48004B5CDF40}"/>
              </a:ext>
            </a:extLst>
          </p:cNvPr>
          <p:cNvSpPr>
            <a:spLocks xmlns:a="http://schemas.openxmlformats.org/drawingml/2006/main" noGrp="1"/>
          </p:cNvSpPr>
          <p:nvPr/>
        </p:nvSpPr>
        <p:spPr>
          <a:xfrm xmlns:a="http://schemas.openxmlformats.org/drawingml/2006/main">
            <a:off x="4033838" y="4930426"/>
            <a:ext cx="51054" cy="31909"/>
          </a:xfrm>
          <a:custGeom xmlns:a="http://schemas.openxmlformats.org/drawingml/2006/main">
            <a:pathLst>
              <a:path w="51054" h="31909">
                <a:moveTo>
                  <a:pt x="0" y="0"/>
                </a:moveTo>
                <a:lnTo>
                  <a:pt x="25527" y="31909"/>
                </a:lnTo>
                <a:lnTo>
                  <a:pt x="51054" y="0"/>
                </a:lnTo>
                <a:close/>
              </a:path>
            </a:pathLst>
          </a:custGeom>
          <a:noFill xmlns:a="http://schemas.openxmlformats.org/drawingml/2006/main"/>
          <a:ln xmlns:a="http://schemas.openxmlformats.org/drawingml/2006/main" w="9573">
            <a:solidFill>
              <a:srgbClr val="231F20"/>
            </a:solidFill>
          </a:ln>
        </p:spPr>
      </p:sp>
      <p:sp>
        <p:nvSpPr>
          <p:cNvPr id="266" name="wire-861">
            <a:extLst xmlns:a="http://schemas.openxmlformats.org/drawingml/2006/main">
              <a:ext uri="{FF2B5EF4-FFF2-40B4-BE49-F238E27FC236}">
                <a16:creationId xmlns:a16="http://schemas.microsoft.com/office/drawing/2014/main" id="{F353CF55-6EA8-4DEE-BE37-DE1B3FBA7F0E}"/>
              </a:ext>
            </a:extLst>
          </p:cNvPr>
          <p:cNvSpPr>
            <a:spLocks xmlns:a="http://schemas.openxmlformats.org/drawingml/2006/main" noGrp="1"/>
          </p:cNvSpPr>
          <p:nvPr/>
        </p:nvSpPr>
        <p:spPr>
          <a:xfrm xmlns:a="http://schemas.openxmlformats.org/drawingml/2006/main">
            <a:off x="4059365" y="4892135"/>
            <a:ext cx="9525" cy="38290"/>
          </a:xfrm>
          <a:custGeom xmlns:a="http://schemas.openxmlformats.org/drawingml/2006/main">
            <a:pathLst>
              <a:path w="9525" h="38290">
                <a:moveTo>
                  <a:pt x="0" y="0"/>
                </a:moveTo>
                <a:lnTo>
                  <a:pt x="0" y="38290"/>
                </a:lnTo>
              </a:path>
            </a:pathLst>
          </a:custGeom>
          <a:noFill xmlns:a="http://schemas.openxmlformats.org/drawingml/2006/main"/>
          <a:ln xmlns:a="http://schemas.openxmlformats.org/drawingml/2006/main" w="5105">
            <a:solidFill>
              <a:srgbClr val="231F20"/>
            </a:solidFill>
          </a:ln>
        </p:spPr>
      </p:sp>
      <p:sp>
        <p:nvSpPr>
          <p:cNvPr id="267" name="wire-862">
            <a:extLst xmlns:a="http://schemas.openxmlformats.org/drawingml/2006/main">
              <a:ext uri="{FF2B5EF4-FFF2-40B4-BE49-F238E27FC236}">
                <a16:creationId xmlns:a16="http://schemas.microsoft.com/office/drawing/2014/main" id="{32F15D9E-4CF3-4BAD-A931-F53A62513257}"/>
              </a:ext>
            </a:extLst>
          </p:cNvPr>
          <p:cNvSpPr>
            <a:spLocks xmlns:a="http://schemas.openxmlformats.org/drawingml/2006/main" noGrp="1"/>
          </p:cNvSpPr>
          <p:nvPr/>
        </p:nvSpPr>
        <p:spPr>
          <a:xfrm xmlns:a="http://schemas.openxmlformats.org/drawingml/2006/main">
            <a:off x="3784949" y="4349687"/>
            <a:ext cx="121253" cy="9525"/>
          </a:xfrm>
          <a:custGeom xmlns:a="http://schemas.openxmlformats.org/drawingml/2006/main">
            <a:pathLst>
              <a:path w="121253" h="9525">
                <a:moveTo>
                  <a:pt x="0" y="0"/>
                </a:moveTo>
                <a:lnTo>
                  <a:pt x="121253" y="0"/>
                </a:lnTo>
              </a:path>
            </a:pathLst>
          </a:custGeom>
          <a:noFill xmlns:a="http://schemas.openxmlformats.org/drawingml/2006/main"/>
          <a:ln xmlns:a="http://schemas.openxmlformats.org/drawingml/2006/main" w="11487">
            <a:solidFill>
              <a:srgbClr val="1572C3"/>
            </a:solidFill>
          </a:ln>
        </p:spPr>
      </p:sp>
      <p:sp>
        <p:nvSpPr>
          <p:cNvPr id="268" name="wire-863">
            <a:extLst xmlns:a="http://schemas.openxmlformats.org/drawingml/2006/main">
              <a:ext uri="{FF2B5EF4-FFF2-40B4-BE49-F238E27FC236}">
                <a16:creationId xmlns:a16="http://schemas.microsoft.com/office/drawing/2014/main" id="{BBA3C81B-DB05-426A-A782-7CE2B0D7E72A}"/>
              </a:ext>
            </a:extLst>
          </p:cNvPr>
          <p:cNvSpPr>
            <a:spLocks xmlns:a="http://schemas.openxmlformats.org/drawingml/2006/main" noGrp="1"/>
          </p:cNvSpPr>
          <p:nvPr/>
        </p:nvSpPr>
        <p:spPr>
          <a:xfrm xmlns:a="http://schemas.openxmlformats.org/drawingml/2006/main">
            <a:off x="3906203" y="4036981"/>
            <a:ext cx="9525" cy="312706"/>
          </a:xfrm>
          <a:custGeom xmlns:a="http://schemas.openxmlformats.org/drawingml/2006/main">
            <a:pathLst>
              <a:path w="9525" h="312706">
                <a:moveTo>
                  <a:pt x="0" y="312706"/>
                </a:moveTo>
                <a:lnTo>
                  <a:pt x="0" y="0"/>
                </a:lnTo>
              </a:path>
            </a:pathLst>
          </a:custGeom>
          <a:noFill xmlns:a="http://schemas.openxmlformats.org/drawingml/2006/main"/>
          <a:ln xmlns:a="http://schemas.openxmlformats.org/drawingml/2006/main" w="11487">
            <a:solidFill>
              <a:srgbClr val="1572C3"/>
            </a:solidFill>
          </a:ln>
        </p:spPr>
      </p:sp>
      <p:sp>
        <p:nvSpPr>
          <p:cNvPr id="269" name="wire-864">
            <a:extLst xmlns:a="http://schemas.openxmlformats.org/drawingml/2006/main">
              <a:ext uri="{FF2B5EF4-FFF2-40B4-BE49-F238E27FC236}">
                <a16:creationId xmlns:a16="http://schemas.microsoft.com/office/drawing/2014/main" id="{23F697DF-7F9B-44CA-ADCA-FFDBB9536688}"/>
              </a:ext>
            </a:extLst>
          </p:cNvPr>
          <p:cNvSpPr>
            <a:spLocks xmlns:a="http://schemas.openxmlformats.org/drawingml/2006/main" noGrp="1"/>
          </p:cNvSpPr>
          <p:nvPr/>
        </p:nvSpPr>
        <p:spPr>
          <a:xfrm xmlns:a="http://schemas.openxmlformats.org/drawingml/2006/main">
            <a:off x="3906203" y="4036981"/>
            <a:ext cx="114872" cy="9525"/>
          </a:xfrm>
          <a:custGeom xmlns:a="http://schemas.openxmlformats.org/drawingml/2006/main">
            <a:pathLst>
              <a:path w="114872" h="9525">
                <a:moveTo>
                  <a:pt x="0" y="0"/>
                </a:moveTo>
                <a:lnTo>
                  <a:pt x="114872" y="0"/>
                </a:lnTo>
              </a:path>
            </a:pathLst>
          </a:custGeom>
          <a:noFill xmlns:a="http://schemas.openxmlformats.org/drawingml/2006/main"/>
          <a:ln xmlns:a="http://schemas.openxmlformats.org/drawingml/2006/main" w="11487">
            <a:solidFill>
              <a:srgbClr val="1572C3"/>
            </a:solidFill>
          </a:ln>
        </p:spPr>
      </p:sp>
      <p:sp>
        <p:nvSpPr>
          <p:cNvPr id="270" name="circuit-865">
            <a:extLst xmlns:a="http://schemas.openxmlformats.org/drawingml/2006/main">
              <a:ext uri="{FF2B5EF4-FFF2-40B4-BE49-F238E27FC236}">
                <a16:creationId xmlns:a16="http://schemas.microsoft.com/office/drawing/2014/main" id="{C3A874AE-3253-4C0B-8D16-E94E3A423325}"/>
              </a:ext>
            </a:extLst>
          </p:cNvPr>
          <p:cNvSpPr>
            <a:spLocks xmlns:a="http://schemas.openxmlformats.org/drawingml/2006/main" noGrp="1"/>
          </p:cNvSpPr>
          <p:nvPr/>
        </p:nvSpPr>
        <p:spPr>
          <a:xfrm xmlns:a="http://schemas.openxmlformats.org/drawingml/2006/main">
            <a:off x="3989165" y="4023579"/>
            <a:ext cx="31909" cy="26803"/>
          </a:xfrm>
          <a:custGeom xmlns:a="http://schemas.openxmlformats.org/drawingml/2006/main">
            <a:pathLst>
              <a:path w="31909" h="26803">
                <a:moveTo>
                  <a:pt x="31909" y="13402"/>
                </a:moveTo>
                <a:lnTo>
                  <a:pt x="0" y="0"/>
                </a:lnTo>
                <a:lnTo>
                  <a:pt x="0" y="26803"/>
                </a:lnTo>
                <a:close/>
              </a:path>
            </a:pathLst>
          </a:custGeom>
          <a:solidFill xmlns:a="http://schemas.openxmlformats.org/drawingml/2006/main">
            <a:srgbClr val="1572C3"/>
          </a:solidFill>
          <a:ln xmlns:a="http://schemas.openxmlformats.org/drawingml/2006/main" w="3191">
            <a:solidFill>
              <a:srgbClr val="1572C3"/>
            </a:solidFill>
          </a:ln>
        </p:spPr>
      </p:sp>
      <p:sp>
        <p:nvSpPr>
          <p:cNvPr id="271" name="text-866">
            <a:extLst xmlns:a="http://schemas.openxmlformats.org/drawingml/2006/main">
              <a:ext uri="{FF2B5EF4-FFF2-40B4-BE49-F238E27FC236}">
                <a16:creationId xmlns:a16="http://schemas.microsoft.com/office/drawing/2014/main" id="{2CBCC591-B53F-497F-AA04-9D76F63B2387}"/>
              </a:ext>
            </a:extLst>
          </p:cNvPr>
          <p:cNvSpPr>
            <a:spLocks xmlns:a="http://schemas.openxmlformats.org/drawingml/2006/main" noGrp="1"/>
          </p:cNvSpPr>
          <p:nvPr/>
        </p:nvSpPr>
        <p:spPr>
          <a:xfrm xmlns:a="http://schemas.openxmlformats.org/drawingml/2006/main">
            <a:off x="3593497" y="4075271"/>
            <a:ext cx="402050" cy="1021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553" b="0">
                <a:solidFill>
                  <a:srgbClr val="1572C3"/>
                </a:solidFill>
                <a:latin typeface="Arial"/>
                <a:ea typeface="Arial"/>
                <a:cs typeface="Arial"/>
              </a:defRPr>
            </a:defPPr>
            <a:lvl1pPr algn="l">
              <a:defRPr sz="553" b="0">
                <a:solidFill>
                  <a:srgbClr val="1572C3"/>
                </a:solidFill>
                <a:latin typeface="Arial"/>
                <a:ea typeface="Arial"/>
                <a:cs typeface="Arial"/>
              </a:defRPr>
            </a:lvl1pPr>
            <a:lvl2pPr algn="l">
              <a:defRPr sz="553" b="0">
                <a:solidFill>
                  <a:srgbClr val="1572C3"/>
                </a:solidFill>
                <a:latin typeface="Arial"/>
                <a:ea typeface="Arial"/>
                <a:cs typeface="Arial"/>
              </a:defRPr>
            </a:lvl2pPr>
            <a:lvl3pPr algn="l">
              <a:defRPr sz="553" b="0">
                <a:solidFill>
                  <a:srgbClr val="1572C3"/>
                </a:solidFill>
                <a:latin typeface="Arial"/>
                <a:ea typeface="Arial"/>
                <a:cs typeface="Arial"/>
              </a:defRPr>
            </a:lvl3pPr>
            <a:lvl4pPr algn="l">
              <a:defRPr sz="553" b="0">
                <a:solidFill>
                  <a:srgbClr val="1572C3"/>
                </a:solidFill>
                <a:latin typeface="Arial"/>
                <a:ea typeface="Arial"/>
                <a:cs typeface="Arial"/>
              </a:defRPr>
            </a:lvl4pPr>
            <a:lvl5pPr algn="l">
              <a:defRPr sz="553" b="0">
                <a:solidFill>
                  <a:srgbClr val="1572C3"/>
                </a:solidFill>
                <a:latin typeface="Arial"/>
                <a:ea typeface="Arial"/>
                <a:cs typeface="Arial"/>
              </a:defRPr>
            </a:lvl5pPr>
            <a:lvl6pPr algn="l">
              <a:defRPr sz="553" b="0">
                <a:solidFill>
                  <a:srgbClr val="1572C3"/>
                </a:solidFill>
                <a:latin typeface="Arial"/>
                <a:ea typeface="Arial"/>
                <a:cs typeface="Arial"/>
              </a:defRPr>
            </a:lvl6pPr>
            <a:lvl7pPr algn="l">
              <a:defRPr sz="553" b="0">
                <a:solidFill>
                  <a:srgbClr val="1572C3"/>
                </a:solidFill>
                <a:latin typeface="Arial"/>
                <a:ea typeface="Arial"/>
                <a:cs typeface="Arial"/>
              </a:defRPr>
            </a:lvl7pPr>
            <a:lvl8pPr algn="l">
              <a:defRPr sz="553" b="0">
                <a:solidFill>
                  <a:srgbClr val="1572C3"/>
                </a:solidFill>
                <a:latin typeface="Arial"/>
                <a:ea typeface="Arial"/>
                <a:cs typeface="Arial"/>
              </a:defRPr>
            </a:lvl8pPr>
            <a:lvl9pPr algn="l">
              <a:defRPr sz="553" b="0">
                <a:solidFill>
                  <a:srgbClr val="1572C3"/>
                </a:solidFill>
                <a:latin typeface="Arial"/>
                <a:ea typeface="Arial"/>
                <a:cs typeface="Arial"/>
              </a:defRPr>
            </a:lvl9pPr>
          </a:lstStyle>
          <a:p xmlns:a="http://schemas.openxmlformats.org/drawingml/2006/main">
            <a:pPr algn="l">
              <a:defRPr sz="553" b="0">
                <a:solidFill>
                  <a:srgbClr val="1572C3"/>
                </a:solidFill>
                <a:latin typeface="Arial"/>
                <a:ea typeface="Arial"/>
                <a:cs typeface="Arial"/>
              </a:defRPr>
            </a:pPr>
            <a:r>
              <a:rPr sz="553" b="0">
                <a:solidFill>
                  <a:srgbClr val="1572C3"/>
                </a:solidFill>
                <a:latin typeface="Arial"/>
                <a:ea typeface="Arial"/>
                <a:cs typeface="Arial"/>
              </a:rPr>
              <a:t>IEUAdrE</a:t>
            </a:r>
          </a:p>
        </p:txBody>
      </p:sp>
      <p:sp>
        <p:nvSpPr>
          <p:cNvPr id="272" name="wire-867">
            <a:extLst xmlns:a="http://schemas.openxmlformats.org/drawingml/2006/main">
              <a:ext uri="{FF2B5EF4-FFF2-40B4-BE49-F238E27FC236}">
                <a16:creationId xmlns:a16="http://schemas.microsoft.com/office/drawing/2014/main" id="{5F09EBD7-4B9B-45B1-B6E6-9CE45FB33230}"/>
              </a:ext>
            </a:extLst>
          </p:cNvPr>
          <p:cNvSpPr>
            <a:spLocks xmlns:a="http://schemas.openxmlformats.org/drawingml/2006/main" noGrp="1"/>
          </p:cNvSpPr>
          <p:nvPr/>
        </p:nvSpPr>
        <p:spPr>
          <a:xfrm xmlns:a="http://schemas.openxmlformats.org/drawingml/2006/main">
            <a:off x="4097655" y="4036981"/>
            <a:ext cx="127635" cy="9525"/>
          </a:xfrm>
          <a:custGeom xmlns:a="http://schemas.openxmlformats.org/drawingml/2006/main">
            <a:pathLst>
              <a:path w="127635" h="9525">
                <a:moveTo>
                  <a:pt x="0" y="0"/>
                </a:moveTo>
                <a:lnTo>
                  <a:pt x="127635" y="0"/>
                </a:lnTo>
              </a:path>
            </a:pathLst>
          </a:custGeom>
          <a:noFill xmlns:a="http://schemas.openxmlformats.org/drawingml/2006/main"/>
          <a:ln xmlns:a="http://schemas.openxmlformats.org/drawingml/2006/main" w="11487">
            <a:solidFill>
              <a:srgbClr val="1572C3"/>
            </a:solidFill>
          </a:ln>
        </p:spPr>
      </p:sp>
      <p:sp>
        <p:nvSpPr>
          <p:cNvPr id="273" name="circuit-868">
            <a:extLst xmlns:a="http://schemas.openxmlformats.org/drawingml/2006/main">
              <a:ext uri="{FF2B5EF4-FFF2-40B4-BE49-F238E27FC236}">
                <a16:creationId xmlns:a16="http://schemas.microsoft.com/office/drawing/2014/main" id="{C87467E6-A4AC-447E-8CBC-A77DAE93F2D0}"/>
              </a:ext>
            </a:extLst>
          </p:cNvPr>
          <p:cNvSpPr>
            <a:spLocks xmlns:a="http://schemas.openxmlformats.org/drawingml/2006/main" noGrp="1"/>
          </p:cNvSpPr>
          <p:nvPr/>
        </p:nvSpPr>
        <p:spPr>
          <a:xfrm xmlns:a="http://schemas.openxmlformats.org/drawingml/2006/main">
            <a:off x="4193381" y="4023579"/>
            <a:ext cx="31909" cy="26803"/>
          </a:xfrm>
          <a:custGeom xmlns:a="http://schemas.openxmlformats.org/drawingml/2006/main">
            <a:pathLst>
              <a:path w="31909" h="26803">
                <a:moveTo>
                  <a:pt x="31909" y="13402"/>
                </a:moveTo>
                <a:lnTo>
                  <a:pt x="0" y="0"/>
                </a:lnTo>
                <a:lnTo>
                  <a:pt x="0" y="26803"/>
                </a:lnTo>
                <a:close/>
              </a:path>
            </a:pathLst>
          </a:custGeom>
          <a:solidFill xmlns:a="http://schemas.openxmlformats.org/drawingml/2006/main">
            <a:srgbClr val="1572C3"/>
          </a:solidFill>
          <a:ln xmlns:a="http://schemas.openxmlformats.org/drawingml/2006/main" w="3191">
            <a:solidFill>
              <a:srgbClr val="1572C3"/>
            </a:solidFill>
          </a:ln>
        </p:spPr>
      </p:sp>
      <p:sp>
        <p:nvSpPr>
          <p:cNvPr id="274" name="block-869">
            <a:extLst xmlns:a="http://schemas.openxmlformats.org/drawingml/2006/main">
              <a:ext uri="{FF2B5EF4-FFF2-40B4-BE49-F238E27FC236}">
                <a16:creationId xmlns:a16="http://schemas.microsoft.com/office/drawing/2014/main" id="{B7354218-2E42-47B0-8351-171349FE6953}"/>
              </a:ext>
            </a:extLst>
          </p:cNvPr>
          <p:cNvSpPr>
            <a:spLocks xmlns:a="http://schemas.openxmlformats.org/drawingml/2006/main" noGrp="1"/>
          </p:cNvSpPr>
          <p:nvPr/>
        </p:nvSpPr>
        <p:spPr>
          <a:xfrm xmlns:a="http://schemas.openxmlformats.org/drawingml/2006/main">
            <a:off x="4225290" y="3934873"/>
            <a:ext cx="1021080" cy="191453"/>
          </a:xfrm>
          <a:prstGeom xmlns:a="http://schemas.openxmlformats.org/drawingml/2006/main" prst="rect">
            <a:avLst/>
          </a:prstGeom>
          <a:solidFill xmlns:a="http://schemas.openxmlformats.org/drawingml/2006/main">
            <a:srgbClr val="FFFFFF"/>
          </a:solidFill>
          <a:ln xmlns:a="http://schemas.openxmlformats.org/drawingml/2006/main" w="9573">
            <a:solidFill>
              <a:srgbClr val="231F20"/>
            </a:solidFill>
          </a:ln>
        </p:spPr>
      </p:sp>
      <p:sp>
        <p:nvSpPr>
          <p:cNvPr id="275" name="text-870">
            <a:extLst xmlns:a="http://schemas.openxmlformats.org/drawingml/2006/main">
              <a:ext uri="{FF2B5EF4-FFF2-40B4-BE49-F238E27FC236}">
                <a16:creationId xmlns:a16="http://schemas.microsoft.com/office/drawing/2014/main" id="{9DAC4BBD-55A0-48A7-B5AB-F2F0F09B32CA}"/>
              </a:ext>
            </a:extLst>
          </p:cNvPr>
          <p:cNvSpPr>
            <a:spLocks xmlns:a="http://schemas.openxmlformats.org/drawingml/2006/main" noGrp="1"/>
          </p:cNvSpPr>
          <p:nvPr/>
        </p:nvSpPr>
        <p:spPr>
          <a:xfrm xmlns:a="http://schemas.openxmlformats.org/drawingml/2006/main">
            <a:off x="4244435" y="3941254"/>
            <a:ext cx="982790" cy="1786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754" b="1">
                <a:solidFill>
                  <a:srgbClr val="231F20"/>
                </a:solidFill>
                <a:latin typeface="Arial"/>
                <a:ea typeface="Arial"/>
                <a:cs typeface="Arial"/>
              </a:defRPr>
            </a:defPPr>
            <a:lvl1pPr algn="ctr">
              <a:defRPr sz="754" b="1">
                <a:solidFill>
                  <a:srgbClr val="231F20"/>
                </a:solidFill>
                <a:latin typeface="Arial"/>
                <a:ea typeface="Arial"/>
                <a:cs typeface="Arial"/>
              </a:defRPr>
            </a:lvl1pPr>
            <a:lvl2pPr algn="ctr">
              <a:defRPr sz="754" b="1">
                <a:solidFill>
                  <a:srgbClr val="231F20"/>
                </a:solidFill>
                <a:latin typeface="Arial"/>
                <a:ea typeface="Arial"/>
                <a:cs typeface="Arial"/>
              </a:defRPr>
            </a:lvl2pPr>
            <a:lvl3pPr algn="ctr">
              <a:defRPr sz="754" b="1">
                <a:solidFill>
                  <a:srgbClr val="231F20"/>
                </a:solidFill>
                <a:latin typeface="Arial"/>
                <a:ea typeface="Arial"/>
                <a:cs typeface="Arial"/>
              </a:defRPr>
            </a:lvl3pPr>
            <a:lvl4pPr algn="ctr">
              <a:defRPr sz="754" b="1">
                <a:solidFill>
                  <a:srgbClr val="231F20"/>
                </a:solidFill>
                <a:latin typeface="Arial"/>
                <a:ea typeface="Arial"/>
                <a:cs typeface="Arial"/>
              </a:defRPr>
            </a:lvl4pPr>
            <a:lvl5pPr algn="ctr">
              <a:defRPr sz="754" b="1">
                <a:solidFill>
                  <a:srgbClr val="231F20"/>
                </a:solidFill>
                <a:latin typeface="Arial"/>
                <a:ea typeface="Arial"/>
                <a:cs typeface="Arial"/>
              </a:defRPr>
            </a:lvl5pPr>
            <a:lvl6pPr algn="ctr">
              <a:defRPr sz="754" b="1">
                <a:solidFill>
                  <a:srgbClr val="231F20"/>
                </a:solidFill>
                <a:latin typeface="Arial"/>
                <a:ea typeface="Arial"/>
                <a:cs typeface="Arial"/>
              </a:defRPr>
            </a:lvl6pPr>
            <a:lvl7pPr algn="ctr">
              <a:defRPr sz="754" b="1">
                <a:solidFill>
                  <a:srgbClr val="231F20"/>
                </a:solidFill>
                <a:latin typeface="Arial"/>
                <a:ea typeface="Arial"/>
                <a:cs typeface="Arial"/>
              </a:defRPr>
            </a:lvl7pPr>
            <a:lvl8pPr algn="ctr">
              <a:defRPr sz="754" b="1">
                <a:solidFill>
                  <a:srgbClr val="231F20"/>
                </a:solidFill>
                <a:latin typeface="Arial"/>
                <a:ea typeface="Arial"/>
                <a:cs typeface="Arial"/>
              </a:defRPr>
            </a:lvl8pPr>
            <a:lvl9pPr algn="ctr">
              <a:defRPr sz="754" b="1">
                <a:solidFill>
                  <a:srgbClr val="231F20"/>
                </a:solidFill>
                <a:latin typeface="Arial"/>
                <a:ea typeface="Arial"/>
                <a:cs typeface="Arial"/>
              </a:defRPr>
            </a:lvl9pPr>
          </a:lstStyle>
          <a:p xmlns:a="http://schemas.openxmlformats.org/drawingml/2006/main">
            <a:pPr algn="ctr">
              <a:defRPr sz="754" b="1">
                <a:solidFill>
                  <a:srgbClr val="231F20"/>
                </a:solidFill>
                <a:latin typeface="Arial"/>
                <a:ea typeface="Arial"/>
                <a:cs typeface="Arial"/>
              </a:defRPr>
            </a:pPr>
            <a:r>
              <a:rPr sz="754" b="1">
                <a:solidFill>
                  <a:srgbClr val="231F20"/>
                </a:solidFill>
                <a:latin typeface="Arial"/>
                <a:ea typeface="Arial"/>
                <a:cs typeface="Arial"/>
              </a:rPr>
              <a:t>MMU</a:t>
            </a:r>
          </a:p>
        </p:txBody>
      </p:sp>
      <p:sp>
        <p:nvSpPr>
          <p:cNvPr id="276" name="text-871">
            <a:extLst xmlns:a="http://schemas.openxmlformats.org/drawingml/2006/main">
              <a:ext uri="{FF2B5EF4-FFF2-40B4-BE49-F238E27FC236}">
                <a16:creationId xmlns:a16="http://schemas.microsoft.com/office/drawing/2014/main" id="{6AC6D068-CD3B-49C8-871B-3D3C205A6243}"/>
              </a:ext>
            </a:extLst>
          </p:cNvPr>
          <p:cNvSpPr>
            <a:spLocks xmlns:a="http://schemas.openxmlformats.org/drawingml/2006/main" noGrp="1"/>
          </p:cNvSpPr>
          <p:nvPr/>
        </p:nvSpPr>
        <p:spPr>
          <a:xfrm xmlns:a="http://schemas.openxmlformats.org/drawingml/2006/main">
            <a:off x="4914519" y="4222052"/>
            <a:ext cx="446723" cy="765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503" b="0">
                <a:solidFill>
                  <a:srgbClr val="231F20"/>
                </a:solidFill>
                <a:latin typeface="Arial"/>
                <a:ea typeface="Arial"/>
                <a:cs typeface="Arial"/>
              </a:defRPr>
            </a:defPPr>
            <a:lvl1pPr algn="l">
              <a:defRPr sz="503" b="0">
                <a:solidFill>
                  <a:srgbClr val="231F20"/>
                </a:solidFill>
                <a:latin typeface="Arial"/>
                <a:ea typeface="Arial"/>
                <a:cs typeface="Arial"/>
              </a:defRPr>
            </a:lvl1pPr>
            <a:lvl2pPr algn="l">
              <a:defRPr sz="503" b="0">
                <a:solidFill>
                  <a:srgbClr val="231F20"/>
                </a:solidFill>
                <a:latin typeface="Arial"/>
                <a:ea typeface="Arial"/>
                <a:cs typeface="Arial"/>
              </a:defRPr>
            </a:lvl2pPr>
            <a:lvl3pPr algn="l">
              <a:defRPr sz="503" b="0">
                <a:solidFill>
                  <a:srgbClr val="231F20"/>
                </a:solidFill>
                <a:latin typeface="Arial"/>
                <a:ea typeface="Arial"/>
                <a:cs typeface="Arial"/>
              </a:defRPr>
            </a:lvl3pPr>
            <a:lvl4pPr algn="l">
              <a:defRPr sz="503" b="0">
                <a:solidFill>
                  <a:srgbClr val="231F20"/>
                </a:solidFill>
                <a:latin typeface="Arial"/>
                <a:ea typeface="Arial"/>
                <a:cs typeface="Arial"/>
              </a:defRPr>
            </a:lvl4pPr>
            <a:lvl5pPr algn="l">
              <a:defRPr sz="503" b="0">
                <a:solidFill>
                  <a:srgbClr val="231F20"/>
                </a:solidFill>
                <a:latin typeface="Arial"/>
                <a:ea typeface="Arial"/>
                <a:cs typeface="Arial"/>
              </a:defRPr>
            </a:lvl5pPr>
            <a:lvl6pPr algn="l">
              <a:defRPr sz="503" b="0">
                <a:solidFill>
                  <a:srgbClr val="231F20"/>
                </a:solidFill>
                <a:latin typeface="Arial"/>
                <a:ea typeface="Arial"/>
                <a:cs typeface="Arial"/>
              </a:defRPr>
            </a:lvl6pPr>
            <a:lvl7pPr algn="l">
              <a:defRPr sz="503" b="0">
                <a:solidFill>
                  <a:srgbClr val="231F20"/>
                </a:solidFill>
                <a:latin typeface="Arial"/>
                <a:ea typeface="Arial"/>
                <a:cs typeface="Arial"/>
              </a:defRPr>
            </a:lvl7pPr>
            <a:lvl8pPr algn="l">
              <a:defRPr sz="503" b="0">
                <a:solidFill>
                  <a:srgbClr val="231F20"/>
                </a:solidFill>
                <a:latin typeface="Arial"/>
                <a:ea typeface="Arial"/>
                <a:cs typeface="Arial"/>
              </a:defRPr>
            </a:lvl8pPr>
            <a:lvl9pPr algn="l">
              <a:defRPr sz="503" b="0">
                <a:solidFill>
                  <a:srgbClr val="231F20"/>
                </a:solidFill>
                <a:latin typeface="Arial"/>
                <a:ea typeface="Arial"/>
                <a:cs typeface="Arial"/>
              </a:defRPr>
            </a:lvl9pPr>
          </a:lstStyle>
          <a:p xmlns:a="http://schemas.openxmlformats.org/drawingml/2006/main">
            <a:pPr algn="l">
              <a:defRPr sz="503" b="0">
                <a:solidFill>
                  <a:srgbClr val="231F20"/>
                </a:solidFill>
                <a:latin typeface="Arial"/>
                <a:ea typeface="Arial"/>
                <a:cs typeface="Arial"/>
              </a:defRPr>
            </a:pPr>
            <a:r>
              <a:rPr sz="503" b="0">
                <a:solidFill>
                  <a:srgbClr val="231F20"/>
                </a:solidFill>
                <a:latin typeface="Arial"/>
                <a:ea typeface="Arial"/>
                <a:cs typeface="Arial"/>
              </a:rPr>
              <a:t>PAdrM</a:t>
            </a:r>
          </a:p>
        </p:txBody>
      </p:sp>
      <p:sp>
        <p:nvSpPr>
          <p:cNvPr id="277" name="wire-872">
            <a:extLst xmlns:a="http://schemas.openxmlformats.org/drawingml/2006/main">
              <a:ext uri="{FF2B5EF4-FFF2-40B4-BE49-F238E27FC236}">
                <a16:creationId xmlns:a16="http://schemas.microsoft.com/office/drawing/2014/main" id="{DAB8A264-D517-4628-BE53-112E59D341EF}"/>
              </a:ext>
            </a:extLst>
          </p:cNvPr>
          <p:cNvSpPr>
            <a:spLocks xmlns:a="http://schemas.openxmlformats.org/drawingml/2006/main" noGrp="1"/>
          </p:cNvSpPr>
          <p:nvPr/>
        </p:nvSpPr>
        <p:spPr>
          <a:xfrm xmlns:a="http://schemas.openxmlformats.org/drawingml/2006/main">
            <a:off x="3784949" y="4560284"/>
            <a:ext cx="236125" cy="9525"/>
          </a:xfrm>
          <a:custGeom xmlns:a="http://schemas.openxmlformats.org/drawingml/2006/main">
            <a:pathLst>
              <a:path w="236125" h="9525">
                <a:moveTo>
                  <a:pt x="0" y="0"/>
                </a:moveTo>
                <a:lnTo>
                  <a:pt x="236125" y="0"/>
                </a:lnTo>
              </a:path>
            </a:pathLst>
          </a:custGeom>
          <a:noFill xmlns:a="http://schemas.openxmlformats.org/drawingml/2006/main"/>
          <a:ln xmlns:a="http://schemas.openxmlformats.org/drawingml/2006/main" w="9573">
            <a:solidFill>
              <a:srgbClr val="231F20"/>
            </a:solidFill>
          </a:ln>
        </p:spPr>
      </p:sp>
      <p:sp>
        <p:nvSpPr>
          <p:cNvPr id="278" name="wire-873">
            <a:extLst xmlns:a="http://schemas.openxmlformats.org/drawingml/2006/main">
              <a:ext uri="{FF2B5EF4-FFF2-40B4-BE49-F238E27FC236}">
                <a16:creationId xmlns:a16="http://schemas.microsoft.com/office/drawing/2014/main" id="{C2314B6A-E635-4BDB-A52B-2585046BF95E}"/>
              </a:ext>
            </a:extLst>
          </p:cNvPr>
          <p:cNvSpPr>
            <a:spLocks xmlns:a="http://schemas.openxmlformats.org/drawingml/2006/main" noGrp="1"/>
          </p:cNvSpPr>
          <p:nvPr/>
        </p:nvSpPr>
        <p:spPr>
          <a:xfrm xmlns:a="http://schemas.openxmlformats.org/drawingml/2006/main">
            <a:off x="4097655" y="4560284"/>
            <a:ext cx="44672" cy="9525"/>
          </a:xfrm>
          <a:custGeom xmlns:a="http://schemas.openxmlformats.org/drawingml/2006/main">
            <a:pathLst>
              <a:path w="44672" h="9525">
                <a:moveTo>
                  <a:pt x="0" y="0"/>
                </a:moveTo>
                <a:lnTo>
                  <a:pt x="44672" y="0"/>
                </a:lnTo>
              </a:path>
            </a:pathLst>
          </a:custGeom>
          <a:noFill xmlns:a="http://schemas.openxmlformats.org/drawingml/2006/main"/>
          <a:ln xmlns:a="http://schemas.openxmlformats.org/drawingml/2006/main" w="8296">
            <a:solidFill>
              <a:srgbClr val="231F20"/>
            </a:solidFill>
          </a:ln>
        </p:spPr>
      </p:sp>
      <p:sp>
        <p:nvSpPr>
          <p:cNvPr id="279" name="wire-874">
            <a:extLst xmlns:a="http://schemas.openxmlformats.org/drawingml/2006/main">
              <a:ext uri="{FF2B5EF4-FFF2-40B4-BE49-F238E27FC236}">
                <a16:creationId xmlns:a16="http://schemas.microsoft.com/office/drawing/2014/main" id="{71D239EE-A83D-4EB1-B9C9-CA22F2F36748}"/>
              </a:ext>
            </a:extLst>
          </p:cNvPr>
          <p:cNvSpPr>
            <a:spLocks xmlns:a="http://schemas.openxmlformats.org/drawingml/2006/main" noGrp="1"/>
          </p:cNvSpPr>
          <p:nvPr/>
        </p:nvSpPr>
        <p:spPr>
          <a:xfrm xmlns:a="http://schemas.openxmlformats.org/drawingml/2006/main">
            <a:off x="4142327" y="3839147"/>
            <a:ext cx="9525" cy="721138"/>
          </a:xfrm>
          <a:custGeom xmlns:a="http://schemas.openxmlformats.org/drawingml/2006/main">
            <a:pathLst>
              <a:path w="9525" h="721138">
                <a:moveTo>
                  <a:pt x="0" y="721138"/>
                </a:moveTo>
                <a:lnTo>
                  <a:pt x="0" y="0"/>
                </a:lnTo>
              </a:path>
            </a:pathLst>
          </a:custGeom>
          <a:noFill xmlns:a="http://schemas.openxmlformats.org/drawingml/2006/main"/>
          <a:ln xmlns:a="http://schemas.openxmlformats.org/drawingml/2006/main" w="8296">
            <a:solidFill>
              <a:srgbClr val="231F20"/>
            </a:solidFill>
          </a:ln>
        </p:spPr>
      </p:sp>
      <p:sp>
        <p:nvSpPr>
          <p:cNvPr id="280" name="wire-875">
            <a:extLst xmlns:a="http://schemas.openxmlformats.org/drawingml/2006/main">
              <a:ext uri="{FF2B5EF4-FFF2-40B4-BE49-F238E27FC236}">
                <a16:creationId xmlns:a16="http://schemas.microsoft.com/office/drawing/2014/main" id="{769C601F-F498-461F-BCCD-77F853E368AD}"/>
              </a:ext>
            </a:extLst>
          </p:cNvPr>
          <p:cNvSpPr>
            <a:spLocks xmlns:a="http://schemas.openxmlformats.org/drawingml/2006/main" noGrp="1"/>
          </p:cNvSpPr>
          <p:nvPr/>
        </p:nvSpPr>
        <p:spPr>
          <a:xfrm xmlns:a="http://schemas.openxmlformats.org/drawingml/2006/main">
            <a:off x="4142327" y="3839147"/>
            <a:ext cx="1352931" cy="9525"/>
          </a:xfrm>
          <a:custGeom xmlns:a="http://schemas.openxmlformats.org/drawingml/2006/main">
            <a:pathLst>
              <a:path w="1352931" h="9525">
                <a:moveTo>
                  <a:pt x="0" y="0"/>
                </a:moveTo>
                <a:lnTo>
                  <a:pt x="1352931" y="0"/>
                </a:lnTo>
              </a:path>
            </a:pathLst>
          </a:custGeom>
          <a:noFill xmlns:a="http://schemas.openxmlformats.org/drawingml/2006/main"/>
          <a:ln xmlns:a="http://schemas.openxmlformats.org/drawingml/2006/main" w="8296">
            <a:solidFill>
              <a:srgbClr val="231F20"/>
            </a:solidFill>
          </a:ln>
        </p:spPr>
      </p:sp>
      <p:sp>
        <p:nvSpPr>
          <p:cNvPr id="281" name="block-876">
            <a:extLst xmlns:a="http://schemas.openxmlformats.org/drawingml/2006/main">
              <a:ext uri="{FF2B5EF4-FFF2-40B4-BE49-F238E27FC236}">
                <a16:creationId xmlns:a16="http://schemas.microsoft.com/office/drawing/2014/main" id="{7E06062F-6D0D-4434-B873-8DF86B3F5FE6}"/>
              </a:ext>
            </a:extLst>
          </p:cNvPr>
          <p:cNvSpPr>
            <a:spLocks xmlns:a="http://schemas.openxmlformats.org/drawingml/2006/main" noGrp="1"/>
          </p:cNvSpPr>
          <p:nvPr/>
        </p:nvSpPr>
        <p:spPr>
          <a:xfrm xmlns:a="http://schemas.openxmlformats.org/drawingml/2006/main">
            <a:off x="5495258" y="3749802"/>
            <a:ext cx="76581" cy="178689"/>
          </a:xfrm>
          <a:prstGeom xmlns:a="http://schemas.openxmlformats.org/drawingml/2006/main" prst="rect">
            <a:avLst/>
          </a:prstGeom>
          <a:solidFill xmlns:a="http://schemas.openxmlformats.org/drawingml/2006/main">
            <a:srgbClr val="FFFFFF"/>
          </a:solidFill>
          <a:ln xmlns:a="http://schemas.openxmlformats.org/drawingml/2006/main" w="9573">
            <a:solidFill>
              <a:srgbClr val="231F20"/>
            </a:solidFill>
          </a:ln>
        </p:spPr>
      </p:sp>
      <p:sp>
        <p:nvSpPr>
          <p:cNvPr id="282" name="circuit-877">
            <a:extLst xmlns:a="http://schemas.openxmlformats.org/drawingml/2006/main">
              <a:ext uri="{FF2B5EF4-FFF2-40B4-BE49-F238E27FC236}">
                <a16:creationId xmlns:a16="http://schemas.microsoft.com/office/drawing/2014/main" id="{B9DA9265-2135-4ACD-AE9A-5D794C536C9E}"/>
              </a:ext>
            </a:extLst>
          </p:cNvPr>
          <p:cNvSpPr>
            <a:spLocks xmlns:a="http://schemas.openxmlformats.org/drawingml/2006/main" noGrp="1"/>
          </p:cNvSpPr>
          <p:nvPr/>
        </p:nvSpPr>
        <p:spPr>
          <a:xfrm xmlns:a="http://schemas.openxmlformats.org/drawingml/2006/main">
            <a:off x="5508022" y="3749802"/>
            <a:ext cx="51054" cy="31909"/>
          </a:xfrm>
          <a:custGeom xmlns:a="http://schemas.openxmlformats.org/drawingml/2006/main">
            <a:pathLst>
              <a:path w="51054" h="31909">
                <a:moveTo>
                  <a:pt x="0" y="0"/>
                </a:moveTo>
                <a:lnTo>
                  <a:pt x="25527" y="31909"/>
                </a:lnTo>
                <a:lnTo>
                  <a:pt x="51054" y="0"/>
                </a:lnTo>
                <a:close/>
              </a:path>
            </a:pathLst>
          </a:custGeom>
          <a:noFill xmlns:a="http://schemas.openxmlformats.org/drawingml/2006/main"/>
          <a:ln xmlns:a="http://schemas.openxmlformats.org/drawingml/2006/main" w="9573">
            <a:solidFill>
              <a:srgbClr val="231F20"/>
            </a:solidFill>
          </a:ln>
        </p:spPr>
      </p:sp>
      <p:sp>
        <p:nvSpPr>
          <p:cNvPr id="283" name="wire-878">
            <a:extLst xmlns:a="http://schemas.openxmlformats.org/drawingml/2006/main">
              <a:ext uri="{FF2B5EF4-FFF2-40B4-BE49-F238E27FC236}">
                <a16:creationId xmlns:a16="http://schemas.microsoft.com/office/drawing/2014/main" id="{E661D9D6-E30C-4E4B-98F1-1A13E70439FF}"/>
              </a:ext>
            </a:extLst>
          </p:cNvPr>
          <p:cNvSpPr>
            <a:spLocks xmlns:a="http://schemas.openxmlformats.org/drawingml/2006/main" noGrp="1"/>
          </p:cNvSpPr>
          <p:nvPr/>
        </p:nvSpPr>
        <p:spPr>
          <a:xfrm xmlns:a="http://schemas.openxmlformats.org/drawingml/2006/main">
            <a:off x="5533549" y="3711512"/>
            <a:ext cx="9525" cy="38290"/>
          </a:xfrm>
          <a:custGeom xmlns:a="http://schemas.openxmlformats.org/drawingml/2006/main">
            <a:pathLst>
              <a:path w="9525" h="38290">
                <a:moveTo>
                  <a:pt x="0" y="0"/>
                </a:moveTo>
                <a:lnTo>
                  <a:pt x="0" y="38290"/>
                </a:lnTo>
              </a:path>
            </a:pathLst>
          </a:custGeom>
          <a:noFill xmlns:a="http://schemas.openxmlformats.org/drawingml/2006/main"/>
          <a:ln xmlns:a="http://schemas.openxmlformats.org/drawingml/2006/main" w="5105">
            <a:solidFill>
              <a:srgbClr val="231F20"/>
            </a:solidFill>
          </a:ln>
        </p:spPr>
      </p:sp>
      <p:sp>
        <p:nvSpPr>
          <p:cNvPr id="284" name="wire-879">
            <a:extLst xmlns:a="http://schemas.openxmlformats.org/drawingml/2006/main">
              <a:ext uri="{FF2B5EF4-FFF2-40B4-BE49-F238E27FC236}">
                <a16:creationId xmlns:a16="http://schemas.microsoft.com/office/drawing/2014/main" id="{57D59011-03C7-4760-B3CE-1617016AD7AE}"/>
              </a:ext>
            </a:extLst>
          </p:cNvPr>
          <p:cNvSpPr>
            <a:spLocks xmlns:a="http://schemas.openxmlformats.org/drawingml/2006/main" noGrp="1"/>
          </p:cNvSpPr>
          <p:nvPr/>
        </p:nvSpPr>
        <p:spPr>
          <a:xfrm xmlns:a="http://schemas.openxmlformats.org/drawingml/2006/main">
            <a:off x="5571839" y="3839147"/>
            <a:ext cx="25527" cy="9525"/>
          </a:xfrm>
          <a:custGeom xmlns:a="http://schemas.openxmlformats.org/drawingml/2006/main">
            <a:pathLst>
              <a:path w="25527" h="9525">
                <a:moveTo>
                  <a:pt x="0" y="0"/>
                </a:moveTo>
                <a:lnTo>
                  <a:pt x="25527" y="0"/>
                </a:lnTo>
              </a:path>
            </a:pathLst>
          </a:custGeom>
          <a:noFill xmlns:a="http://schemas.openxmlformats.org/drawingml/2006/main"/>
          <a:ln xmlns:a="http://schemas.openxmlformats.org/drawingml/2006/main" w="8296">
            <a:solidFill>
              <a:srgbClr val="231F20"/>
            </a:solidFill>
          </a:ln>
        </p:spPr>
      </p:sp>
      <p:sp>
        <p:nvSpPr>
          <p:cNvPr id="285" name="wire-880">
            <a:extLst xmlns:a="http://schemas.openxmlformats.org/drawingml/2006/main">
              <a:ext uri="{FF2B5EF4-FFF2-40B4-BE49-F238E27FC236}">
                <a16:creationId xmlns:a16="http://schemas.microsoft.com/office/drawing/2014/main" id="{CCF94B09-81A5-493B-B5C8-916172D6A4AC}"/>
              </a:ext>
            </a:extLst>
          </p:cNvPr>
          <p:cNvSpPr>
            <a:spLocks xmlns:a="http://schemas.openxmlformats.org/drawingml/2006/main" noGrp="1"/>
          </p:cNvSpPr>
          <p:nvPr/>
        </p:nvSpPr>
        <p:spPr>
          <a:xfrm xmlns:a="http://schemas.openxmlformats.org/drawingml/2006/main">
            <a:off x="5597366" y="3839147"/>
            <a:ext cx="9525" cy="268034"/>
          </a:xfrm>
          <a:custGeom xmlns:a="http://schemas.openxmlformats.org/drawingml/2006/main">
            <a:pathLst>
              <a:path w="9525" h="268034">
                <a:moveTo>
                  <a:pt x="0" y="0"/>
                </a:moveTo>
                <a:lnTo>
                  <a:pt x="0" y="268034"/>
                </a:lnTo>
              </a:path>
            </a:pathLst>
          </a:custGeom>
          <a:noFill xmlns:a="http://schemas.openxmlformats.org/drawingml/2006/main"/>
          <a:ln xmlns:a="http://schemas.openxmlformats.org/drawingml/2006/main" w="8296">
            <a:solidFill>
              <a:srgbClr val="231F20"/>
            </a:solidFill>
          </a:ln>
        </p:spPr>
      </p:sp>
      <p:sp>
        <p:nvSpPr>
          <p:cNvPr id="286" name="wire-881">
            <a:extLst xmlns:a="http://schemas.openxmlformats.org/drawingml/2006/main">
              <a:ext uri="{FF2B5EF4-FFF2-40B4-BE49-F238E27FC236}">
                <a16:creationId xmlns:a16="http://schemas.microsoft.com/office/drawing/2014/main" id="{512BE30A-A020-44F0-9E0E-E363CF8A0E3E}"/>
              </a:ext>
            </a:extLst>
          </p:cNvPr>
          <p:cNvSpPr>
            <a:spLocks xmlns:a="http://schemas.openxmlformats.org/drawingml/2006/main" noGrp="1"/>
          </p:cNvSpPr>
          <p:nvPr/>
        </p:nvSpPr>
        <p:spPr>
          <a:xfrm xmlns:a="http://schemas.openxmlformats.org/drawingml/2006/main">
            <a:off x="5597366" y="4107180"/>
            <a:ext cx="134017" cy="9525"/>
          </a:xfrm>
          <a:custGeom xmlns:a="http://schemas.openxmlformats.org/drawingml/2006/main">
            <a:pathLst>
              <a:path w="134017" h="9525">
                <a:moveTo>
                  <a:pt x="0" y="0"/>
                </a:moveTo>
                <a:lnTo>
                  <a:pt x="134017" y="0"/>
                </a:lnTo>
              </a:path>
            </a:pathLst>
          </a:custGeom>
          <a:noFill xmlns:a="http://schemas.openxmlformats.org/drawingml/2006/main"/>
          <a:ln xmlns:a="http://schemas.openxmlformats.org/drawingml/2006/main" w="8296">
            <a:solidFill>
              <a:srgbClr val="231F20"/>
            </a:solidFill>
          </a:ln>
        </p:spPr>
      </p:sp>
      <p:sp>
        <p:nvSpPr>
          <p:cNvPr id="287" name="circuit-882">
            <a:extLst xmlns:a="http://schemas.openxmlformats.org/drawingml/2006/main">
              <a:ext uri="{FF2B5EF4-FFF2-40B4-BE49-F238E27FC236}">
                <a16:creationId xmlns:a16="http://schemas.microsoft.com/office/drawing/2014/main" id="{90BB1C50-2363-4861-B6DD-D238103471F8}"/>
              </a:ext>
            </a:extLst>
          </p:cNvPr>
          <p:cNvSpPr>
            <a:spLocks xmlns:a="http://schemas.openxmlformats.org/drawingml/2006/main" noGrp="1"/>
          </p:cNvSpPr>
          <p:nvPr/>
        </p:nvSpPr>
        <p:spPr>
          <a:xfrm xmlns:a="http://schemas.openxmlformats.org/drawingml/2006/main">
            <a:off x="5699474" y="4093778"/>
            <a:ext cx="31909" cy="26803"/>
          </a:xfrm>
          <a:custGeom xmlns:a="http://schemas.openxmlformats.org/drawingml/2006/main">
            <a:pathLst>
              <a:path w="31909" h="26803">
                <a:moveTo>
                  <a:pt x="31909" y="13402"/>
                </a:moveTo>
                <a:lnTo>
                  <a:pt x="0" y="0"/>
                </a:lnTo>
                <a:lnTo>
                  <a:pt x="0" y="26803"/>
                </a:lnTo>
                <a:close/>
              </a:path>
            </a:pathLst>
          </a:custGeom>
          <a:solidFill xmlns:a="http://schemas.openxmlformats.org/drawingml/2006/main">
            <a:srgbClr val="231F20"/>
          </a:solidFill>
          <a:ln xmlns:a="http://schemas.openxmlformats.org/drawingml/2006/main" w="3191">
            <a:solidFill>
              <a:srgbClr val="231F20"/>
            </a:solidFill>
          </a:ln>
        </p:spPr>
      </p:sp>
      <p:sp>
        <p:nvSpPr>
          <p:cNvPr id="288" name="text-883">
            <a:extLst xmlns:a="http://schemas.openxmlformats.org/drawingml/2006/main">
              <a:ext uri="{FF2B5EF4-FFF2-40B4-BE49-F238E27FC236}">
                <a16:creationId xmlns:a16="http://schemas.microsoft.com/office/drawing/2014/main" id="{11CAFBE9-5B05-4B41-AECE-DBDE3868423C}"/>
              </a:ext>
            </a:extLst>
          </p:cNvPr>
          <p:cNvSpPr>
            <a:spLocks xmlns:a="http://schemas.openxmlformats.org/drawingml/2006/main" noGrp="1"/>
          </p:cNvSpPr>
          <p:nvPr/>
        </p:nvSpPr>
        <p:spPr>
          <a:xfrm xmlns:a="http://schemas.openxmlformats.org/drawingml/2006/main">
            <a:off x="4257199" y="3845528"/>
            <a:ext cx="1155097" cy="765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503" b="0">
                <a:solidFill>
                  <a:srgbClr val="231F20"/>
                </a:solidFill>
                <a:latin typeface="Arial"/>
                <a:ea typeface="Arial"/>
                <a:cs typeface="Arial"/>
              </a:defRPr>
            </a:defPPr>
            <a:lvl1pPr algn="l">
              <a:defRPr sz="503" b="0">
                <a:solidFill>
                  <a:srgbClr val="231F20"/>
                </a:solidFill>
                <a:latin typeface="Arial"/>
                <a:ea typeface="Arial"/>
                <a:cs typeface="Arial"/>
              </a:defRPr>
            </a:lvl1pPr>
            <a:lvl2pPr algn="l">
              <a:defRPr sz="503" b="0">
                <a:solidFill>
                  <a:srgbClr val="231F20"/>
                </a:solidFill>
                <a:latin typeface="Arial"/>
                <a:ea typeface="Arial"/>
                <a:cs typeface="Arial"/>
              </a:defRPr>
            </a:lvl2pPr>
            <a:lvl3pPr algn="l">
              <a:defRPr sz="503" b="0">
                <a:solidFill>
                  <a:srgbClr val="231F20"/>
                </a:solidFill>
                <a:latin typeface="Arial"/>
                <a:ea typeface="Arial"/>
                <a:cs typeface="Arial"/>
              </a:defRPr>
            </a:lvl3pPr>
            <a:lvl4pPr algn="l">
              <a:defRPr sz="503" b="0">
                <a:solidFill>
                  <a:srgbClr val="231F20"/>
                </a:solidFill>
                <a:latin typeface="Arial"/>
                <a:ea typeface="Arial"/>
                <a:cs typeface="Arial"/>
              </a:defRPr>
            </a:lvl4pPr>
            <a:lvl5pPr algn="l">
              <a:defRPr sz="503" b="0">
                <a:solidFill>
                  <a:srgbClr val="231F20"/>
                </a:solidFill>
                <a:latin typeface="Arial"/>
                <a:ea typeface="Arial"/>
                <a:cs typeface="Arial"/>
              </a:defRPr>
            </a:lvl5pPr>
            <a:lvl6pPr algn="l">
              <a:defRPr sz="503" b="0">
                <a:solidFill>
                  <a:srgbClr val="231F20"/>
                </a:solidFill>
                <a:latin typeface="Arial"/>
                <a:ea typeface="Arial"/>
                <a:cs typeface="Arial"/>
              </a:defRPr>
            </a:lvl6pPr>
            <a:lvl7pPr algn="l">
              <a:defRPr sz="503" b="0">
                <a:solidFill>
                  <a:srgbClr val="231F20"/>
                </a:solidFill>
                <a:latin typeface="Arial"/>
                <a:ea typeface="Arial"/>
                <a:cs typeface="Arial"/>
              </a:defRPr>
            </a:lvl7pPr>
            <a:lvl8pPr algn="l">
              <a:defRPr sz="503" b="0">
                <a:solidFill>
                  <a:srgbClr val="231F20"/>
                </a:solidFill>
                <a:latin typeface="Arial"/>
                <a:ea typeface="Arial"/>
                <a:cs typeface="Arial"/>
              </a:defRPr>
            </a:lvl8pPr>
            <a:lvl9pPr algn="l">
              <a:defRPr sz="503" b="0">
                <a:solidFill>
                  <a:srgbClr val="231F20"/>
                </a:solidFill>
                <a:latin typeface="Arial"/>
                <a:ea typeface="Arial"/>
                <a:cs typeface="Arial"/>
              </a:defRPr>
            </a:lvl9pPr>
          </a:lstStyle>
          <a:p xmlns:a="http://schemas.openxmlformats.org/drawingml/2006/main">
            <a:pPr algn="l">
              <a:defRPr sz="503" b="0">
                <a:solidFill>
                  <a:srgbClr val="231F20"/>
                </a:solidFill>
                <a:latin typeface="Arial"/>
                <a:ea typeface="Arial"/>
                <a:cs typeface="Arial"/>
              </a:defRPr>
            </a:pPr>
            <a:r>
              <a:rPr sz="503" b="0">
                <a:solidFill>
                  <a:srgbClr val="231F20"/>
                </a:solidFill>
                <a:latin typeface="Arial"/>
                <a:ea typeface="Arial"/>
                <a:cs typeface="Arial"/>
              </a:rPr>
              <a:t>IEUResultM / IFResultW</a:t>
            </a:r>
          </a:p>
        </p:txBody>
      </p:sp>
      <p:sp>
        <p:nvSpPr>
          <p:cNvPr id="289" name="wire-884">
            <a:extLst xmlns:a="http://schemas.openxmlformats.org/drawingml/2006/main">
              <a:ext uri="{FF2B5EF4-FFF2-40B4-BE49-F238E27FC236}">
                <a16:creationId xmlns:a16="http://schemas.microsoft.com/office/drawing/2014/main" id="{3C5745B3-5955-462E-843A-639B37587556}"/>
              </a:ext>
            </a:extLst>
          </p:cNvPr>
          <p:cNvSpPr>
            <a:spLocks xmlns:a="http://schemas.openxmlformats.org/drawingml/2006/main" noGrp="1"/>
          </p:cNvSpPr>
          <p:nvPr/>
        </p:nvSpPr>
        <p:spPr>
          <a:xfrm xmlns:a="http://schemas.openxmlformats.org/drawingml/2006/main">
            <a:off x="2987231" y="4553903"/>
            <a:ext cx="9525" cy="555212"/>
          </a:xfrm>
          <a:custGeom xmlns:a="http://schemas.openxmlformats.org/drawingml/2006/main">
            <a:pathLst>
              <a:path w="9525" h="555212">
                <a:moveTo>
                  <a:pt x="0" y="0"/>
                </a:moveTo>
                <a:lnTo>
                  <a:pt x="0" y="555212"/>
                </a:lnTo>
              </a:path>
            </a:pathLst>
          </a:custGeom>
          <a:noFill xmlns:a="http://schemas.openxmlformats.org/drawingml/2006/main"/>
          <a:ln xmlns:a="http://schemas.openxmlformats.org/drawingml/2006/main" w="13402">
            <a:solidFill>
              <a:srgbClr val="1572C3"/>
            </a:solidFill>
          </a:ln>
        </p:spPr>
      </p:sp>
      <p:sp>
        <p:nvSpPr>
          <p:cNvPr id="290" name="wire-885">
            <a:extLst xmlns:a="http://schemas.openxmlformats.org/drawingml/2006/main">
              <a:ext uri="{FF2B5EF4-FFF2-40B4-BE49-F238E27FC236}">
                <a16:creationId xmlns:a16="http://schemas.microsoft.com/office/drawing/2014/main" id="{B35968DA-E084-4345-90FA-5A7281D376A2}"/>
              </a:ext>
            </a:extLst>
          </p:cNvPr>
          <p:cNvSpPr>
            <a:spLocks xmlns:a="http://schemas.openxmlformats.org/drawingml/2006/main" noGrp="1"/>
          </p:cNvSpPr>
          <p:nvPr/>
        </p:nvSpPr>
        <p:spPr>
          <a:xfrm xmlns:a="http://schemas.openxmlformats.org/drawingml/2006/main">
            <a:off x="2987231" y="5109115"/>
            <a:ext cx="912590" cy="9525"/>
          </a:xfrm>
          <a:custGeom xmlns:a="http://schemas.openxmlformats.org/drawingml/2006/main">
            <a:pathLst>
              <a:path w="912590" h="9525">
                <a:moveTo>
                  <a:pt x="0" y="0"/>
                </a:moveTo>
                <a:lnTo>
                  <a:pt x="912590" y="0"/>
                </a:lnTo>
              </a:path>
            </a:pathLst>
          </a:custGeom>
          <a:noFill xmlns:a="http://schemas.openxmlformats.org/drawingml/2006/main"/>
          <a:ln xmlns:a="http://schemas.openxmlformats.org/drawingml/2006/main" w="13402">
            <a:solidFill>
              <a:srgbClr val="1572C3"/>
            </a:solidFill>
          </a:ln>
        </p:spPr>
      </p:sp>
      <p:sp>
        <p:nvSpPr>
          <p:cNvPr id="291" name="wire-886">
            <a:extLst xmlns:a="http://schemas.openxmlformats.org/drawingml/2006/main">
              <a:ext uri="{FF2B5EF4-FFF2-40B4-BE49-F238E27FC236}">
                <a16:creationId xmlns:a16="http://schemas.microsoft.com/office/drawing/2014/main" id="{DC09386E-3B02-4C58-8718-DA67A4D87A51}"/>
              </a:ext>
            </a:extLst>
          </p:cNvPr>
          <p:cNvSpPr>
            <a:spLocks xmlns:a="http://schemas.openxmlformats.org/drawingml/2006/main" noGrp="1"/>
          </p:cNvSpPr>
          <p:nvPr/>
        </p:nvSpPr>
        <p:spPr>
          <a:xfrm xmlns:a="http://schemas.openxmlformats.org/drawingml/2006/main">
            <a:off x="3899821" y="5019770"/>
            <a:ext cx="9525" cy="89345"/>
          </a:xfrm>
          <a:custGeom xmlns:a="http://schemas.openxmlformats.org/drawingml/2006/main">
            <a:pathLst>
              <a:path w="9525" h="89345">
                <a:moveTo>
                  <a:pt x="0" y="89345"/>
                </a:moveTo>
                <a:lnTo>
                  <a:pt x="0" y="0"/>
                </a:lnTo>
              </a:path>
            </a:pathLst>
          </a:custGeom>
          <a:noFill xmlns:a="http://schemas.openxmlformats.org/drawingml/2006/main"/>
          <a:ln xmlns:a="http://schemas.openxmlformats.org/drawingml/2006/main" w="13402">
            <a:solidFill>
              <a:srgbClr val="1572C3"/>
            </a:solidFill>
          </a:ln>
        </p:spPr>
      </p:sp>
      <p:sp>
        <p:nvSpPr>
          <p:cNvPr id="292" name="wire-887">
            <a:extLst xmlns:a="http://schemas.openxmlformats.org/drawingml/2006/main">
              <a:ext uri="{FF2B5EF4-FFF2-40B4-BE49-F238E27FC236}">
                <a16:creationId xmlns:a16="http://schemas.microsoft.com/office/drawing/2014/main" id="{79BE1042-5AA3-43C6-9151-5452E217ACA5}"/>
              </a:ext>
            </a:extLst>
          </p:cNvPr>
          <p:cNvSpPr>
            <a:spLocks xmlns:a="http://schemas.openxmlformats.org/drawingml/2006/main" noGrp="1"/>
          </p:cNvSpPr>
          <p:nvPr/>
        </p:nvSpPr>
        <p:spPr>
          <a:xfrm xmlns:a="http://schemas.openxmlformats.org/drawingml/2006/main">
            <a:off x="3899821" y="5019770"/>
            <a:ext cx="121253" cy="9525"/>
          </a:xfrm>
          <a:custGeom xmlns:a="http://schemas.openxmlformats.org/drawingml/2006/main">
            <a:pathLst>
              <a:path w="121253" h="9525">
                <a:moveTo>
                  <a:pt x="0" y="0"/>
                </a:moveTo>
                <a:lnTo>
                  <a:pt x="121253" y="0"/>
                </a:lnTo>
              </a:path>
            </a:pathLst>
          </a:custGeom>
          <a:noFill xmlns:a="http://schemas.openxmlformats.org/drawingml/2006/main"/>
          <a:ln xmlns:a="http://schemas.openxmlformats.org/drawingml/2006/main" w="13402">
            <a:solidFill>
              <a:srgbClr val="1572C3"/>
            </a:solidFill>
          </a:ln>
        </p:spPr>
      </p:sp>
      <p:sp>
        <p:nvSpPr>
          <p:cNvPr id="293" name="wire-888">
            <a:extLst xmlns:a="http://schemas.openxmlformats.org/drawingml/2006/main">
              <a:ext uri="{FF2B5EF4-FFF2-40B4-BE49-F238E27FC236}">
                <a16:creationId xmlns:a16="http://schemas.microsoft.com/office/drawing/2014/main" id="{9FD5A363-71D2-4559-8C98-C3CF95D267F1}"/>
              </a:ext>
            </a:extLst>
          </p:cNvPr>
          <p:cNvSpPr>
            <a:spLocks xmlns:a="http://schemas.openxmlformats.org/drawingml/2006/main" noGrp="1"/>
          </p:cNvSpPr>
          <p:nvPr/>
        </p:nvSpPr>
        <p:spPr>
          <a:xfrm xmlns:a="http://schemas.openxmlformats.org/drawingml/2006/main">
            <a:off x="4097655" y="5019770"/>
            <a:ext cx="82963" cy="9525"/>
          </a:xfrm>
          <a:custGeom xmlns:a="http://schemas.openxmlformats.org/drawingml/2006/main">
            <a:pathLst>
              <a:path w="82963" h="9525">
                <a:moveTo>
                  <a:pt x="0" y="0"/>
                </a:moveTo>
                <a:lnTo>
                  <a:pt x="82963" y="0"/>
                </a:lnTo>
              </a:path>
            </a:pathLst>
          </a:custGeom>
          <a:noFill xmlns:a="http://schemas.openxmlformats.org/drawingml/2006/main"/>
          <a:ln xmlns:a="http://schemas.openxmlformats.org/drawingml/2006/main" w="13402">
            <a:solidFill>
              <a:srgbClr val="1572C3"/>
            </a:solidFill>
          </a:ln>
        </p:spPr>
      </p:sp>
      <p:sp>
        <p:nvSpPr>
          <p:cNvPr id="294" name="wire-889">
            <a:extLst xmlns:a="http://schemas.openxmlformats.org/drawingml/2006/main">
              <a:ext uri="{FF2B5EF4-FFF2-40B4-BE49-F238E27FC236}">
                <a16:creationId xmlns:a16="http://schemas.microsoft.com/office/drawing/2014/main" id="{46409B14-A2B5-463C-A262-7648F99F6FD2}"/>
              </a:ext>
            </a:extLst>
          </p:cNvPr>
          <p:cNvSpPr>
            <a:spLocks xmlns:a="http://schemas.openxmlformats.org/drawingml/2006/main" noGrp="1"/>
          </p:cNvSpPr>
          <p:nvPr/>
        </p:nvSpPr>
        <p:spPr>
          <a:xfrm xmlns:a="http://schemas.openxmlformats.org/drawingml/2006/main">
            <a:off x="4180618" y="4911281"/>
            <a:ext cx="9525" cy="108490"/>
          </a:xfrm>
          <a:custGeom xmlns:a="http://schemas.openxmlformats.org/drawingml/2006/main">
            <a:pathLst>
              <a:path w="9525" h="108490">
                <a:moveTo>
                  <a:pt x="0" y="108490"/>
                </a:moveTo>
                <a:lnTo>
                  <a:pt x="0" y="0"/>
                </a:lnTo>
              </a:path>
            </a:pathLst>
          </a:custGeom>
          <a:noFill xmlns:a="http://schemas.openxmlformats.org/drawingml/2006/main"/>
          <a:ln xmlns:a="http://schemas.openxmlformats.org/drawingml/2006/main" w="13402">
            <a:solidFill>
              <a:srgbClr val="1572C3"/>
            </a:solidFill>
          </a:ln>
        </p:spPr>
      </p:sp>
      <p:sp>
        <p:nvSpPr>
          <p:cNvPr id="295" name="wire-890">
            <a:extLst xmlns:a="http://schemas.openxmlformats.org/drawingml/2006/main">
              <a:ext uri="{FF2B5EF4-FFF2-40B4-BE49-F238E27FC236}">
                <a16:creationId xmlns:a16="http://schemas.microsoft.com/office/drawing/2014/main" id="{4C08E655-34CF-484F-8BC2-DAA8E6B0935B}"/>
              </a:ext>
            </a:extLst>
          </p:cNvPr>
          <p:cNvSpPr>
            <a:spLocks xmlns:a="http://schemas.openxmlformats.org/drawingml/2006/main" noGrp="1"/>
          </p:cNvSpPr>
          <p:nvPr/>
        </p:nvSpPr>
        <p:spPr>
          <a:xfrm xmlns:a="http://schemas.openxmlformats.org/drawingml/2006/main">
            <a:off x="4180618" y="4911281"/>
            <a:ext cx="44672" cy="9525"/>
          </a:xfrm>
          <a:custGeom xmlns:a="http://schemas.openxmlformats.org/drawingml/2006/main">
            <a:pathLst>
              <a:path w="44672" h="9525">
                <a:moveTo>
                  <a:pt x="0" y="0"/>
                </a:moveTo>
                <a:lnTo>
                  <a:pt x="44672" y="0"/>
                </a:lnTo>
              </a:path>
            </a:pathLst>
          </a:custGeom>
          <a:noFill xmlns:a="http://schemas.openxmlformats.org/drawingml/2006/main"/>
          <a:ln xmlns:a="http://schemas.openxmlformats.org/drawingml/2006/main" w="13402">
            <a:solidFill>
              <a:srgbClr val="1572C3"/>
            </a:solidFill>
          </a:ln>
        </p:spPr>
      </p:sp>
      <p:sp>
        <p:nvSpPr>
          <p:cNvPr id="296" name="circuit-891">
            <a:extLst xmlns:a="http://schemas.openxmlformats.org/drawingml/2006/main">
              <a:ext uri="{FF2B5EF4-FFF2-40B4-BE49-F238E27FC236}">
                <a16:creationId xmlns:a16="http://schemas.microsoft.com/office/drawing/2014/main" id="{A4B8747E-576F-4701-B786-1A96DFFF979B}"/>
              </a:ext>
            </a:extLst>
          </p:cNvPr>
          <p:cNvSpPr>
            <a:spLocks xmlns:a="http://schemas.openxmlformats.org/drawingml/2006/main" noGrp="1"/>
          </p:cNvSpPr>
          <p:nvPr/>
        </p:nvSpPr>
        <p:spPr>
          <a:xfrm xmlns:a="http://schemas.openxmlformats.org/drawingml/2006/main">
            <a:off x="4193381" y="4897879"/>
            <a:ext cx="31909" cy="26803"/>
          </a:xfrm>
          <a:custGeom xmlns:a="http://schemas.openxmlformats.org/drawingml/2006/main">
            <a:pathLst>
              <a:path w="31909" h="26803">
                <a:moveTo>
                  <a:pt x="31909" y="13402"/>
                </a:moveTo>
                <a:lnTo>
                  <a:pt x="0" y="0"/>
                </a:lnTo>
                <a:lnTo>
                  <a:pt x="0" y="26803"/>
                </a:lnTo>
                <a:close/>
              </a:path>
            </a:pathLst>
          </a:custGeom>
          <a:solidFill xmlns:a="http://schemas.openxmlformats.org/drawingml/2006/main">
            <a:srgbClr val="1572C3"/>
          </a:solidFill>
          <a:ln xmlns:a="http://schemas.openxmlformats.org/drawingml/2006/main" w="3191">
            <a:solidFill>
              <a:srgbClr val="1572C3"/>
            </a:solidFill>
          </a:ln>
        </p:spPr>
      </p:sp>
      <p:sp>
        <p:nvSpPr>
          <p:cNvPr id="297" name="text-892">
            <a:extLst xmlns:a="http://schemas.openxmlformats.org/drawingml/2006/main">
              <a:ext uri="{FF2B5EF4-FFF2-40B4-BE49-F238E27FC236}">
                <a16:creationId xmlns:a16="http://schemas.microsoft.com/office/drawing/2014/main" id="{D06B6774-CE5A-40A1-908A-34C8AB2C6F50}"/>
              </a:ext>
            </a:extLst>
          </p:cNvPr>
          <p:cNvSpPr>
            <a:spLocks xmlns:a="http://schemas.openxmlformats.org/drawingml/2006/main" noGrp="1"/>
          </p:cNvSpPr>
          <p:nvPr/>
        </p:nvSpPr>
        <p:spPr>
          <a:xfrm xmlns:a="http://schemas.openxmlformats.org/drawingml/2006/main">
            <a:off x="3331845" y="4981480"/>
            <a:ext cx="593503" cy="10849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553" b="0">
                <a:solidFill>
                  <a:srgbClr val="1572C3"/>
                </a:solidFill>
                <a:latin typeface="Arial"/>
                <a:ea typeface="Arial"/>
                <a:cs typeface="Arial"/>
              </a:defRPr>
            </a:defPPr>
            <a:lvl1pPr algn="l">
              <a:defRPr sz="553" b="0">
                <a:solidFill>
                  <a:srgbClr val="1572C3"/>
                </a:solidFill>
                <a:latin typeface="Arial"/>
                <a:ea typeface="Arial"/>
                <a:cs typeface="Arial"/>
              </a:defRPr>
            </a:lvl1pPr>
            <a:lvl2pPr algn="l">
              <a:defRPr sz="553" b="0">
                <a:solidFill>
                  <a:srgbClr val="1572C3"/>
                </a:solidFill>
                <a:latin typeface="Arial"/>
                <a:ea typeface="Arial"/>
                <a:cs typeface="Arial"/>
              </a:defRPr>
            </a:lvl2pPr>
            <a:lvl3pPr algn="l">
              <a:defRPr sz="553" b="0">
                <a:solidFill>
                  <a:srgbClr val="1572C3"/>
                </a:solidFill>
                <a:latin typeface="Arial"/>
                <a:ea typeface="Arial"/>
                <a:cs typeface="Arial"/>
              </a:defRPr>
            </a:lvl3pPr>
            <a:lvl4pPr algn="l">
              <a:defRPr sz="553" b="0">
                <a:solidFill>
                  <a:srgbClr val="1572C3"/>
                </a:solidFill>
                <a:latin typeface="Arial"/>
                <a:ea typeface="Arial"/>
                <a:cs typeface="Arial"/>
              </a:defRPr>
            </a:lvl4pPr>
            <a:lvl5pPr algn="l">
              <a:defRPr sz="553" b="0">
                <a:solidFill>
                  <a:srgbClr val="1572C3"/>
                </a:solidFill>
                <a:latin typeface="Arial"/>
                <a:ea typeface="Arial"/>
                <a:cs typeface="Arial"/>
              </a:defRPr>
            </a:lvl5pPr>
            <a:lvl6pPr algn="l">
              <a:defRPr sz="553" b="0">
                <a:solidFill>
                  <a:srgbClr val="1572C3"/>
                </a:solidFill>
                <a:latin typeface="Arial"/>
                <a:ea typeface="Arial"/>
                <a:cs typeface="Arial"/>
              </a:defRPr>
            </a:lvl6pPr>
            <a:lvl7pPr algn="l">
              <a:defRPr sz="553" b="0">
                <a:solidFill>
                  <a:srgbClr val="1572C3"/>
                </a:solidFill>
                <a:latin typeface="Arial"/>
                <a:ea typeface="Arial"/>
                <a:cs typeface="Arial"/>
              </a:defRPr>
            </a:lvl7pPr>
            <a:lvl8pPr algn="l">
              <a:defRPr sz="553" b="0">
                <a:solidFill>
                  <a:srgbClr val="1572C3"/>
                </a:solidFill>
                <a:latin typeface="Arial"/>
                <a:ea typeface="Arial"/>
                <a:cs typeface="Arial"/>
              </a:defRPr>
            </a:lvl8pPr>
            <a:lvl9pPr algn="l">
              <a:defRPr sz="553" b="0">
                <a:solidFill>
                  <a:srgbClr val="1572C3"/>
                </a:solidFill>
                <a:latin typeface="Arial"/>
                <a:ea typeface="Arial"/>
                <a:cs typeface="Arial"/>
              </a:defRPr>
            </a:lvl9pPr>
          </a:lstStyle>
          <a:p xmlns:a="http://schemas.openxmlformats.org/drawingml/2006/main">
            <a:pPr algn="l">
              <a:defRPr sz="553" b="0">
                <a:solidFill>
                  <a:srgbClr val="1572C3"/>
                </a:solidFill>
                <a:latin typeface="Arial"/>
                <a:ea typeface="Arial"/>
                <a:cs typeface="Arial"/>
              </a:defRPr>
            </a:pPr>
            <a:r>
              <a:rPr sz="553" b="0">
                <a:solidFill>
                  <a:srgbClr val="1572C3"/>
                </a:solidFill>
                <a:latin typeface="Arial"/>
                <a:ea typeface="Arial"/>
                <a:cs typeface="Arial"/>
              </a:rPr>
              <a:t>WriteDataM</a:t>
            </a:r>
          </a:p>
        </p:txBody>
      </p:sp>
      <p:sp>
        <p:nvSpPr>
          <p:cNvPr id="298" name="block-893">
            <a:extLst xmlns:a="http://schemas.openxmlformats.org/drawingml/2006/main">
              <a:ext uri="{FF2B5EF4-FFF2-40B4-BE49-F238E27FC236}">
                <a16:creationId xmlns:a16="http://schemas.microsoft.com/office/drawing/2014/main" id="{45945C56-00AC-49E9-AC9C-95B2D781AC75}"/>
              </a:ext>
            </a:extLst>
          </p:cNvPr>
          <p:cNvSpPr>
            <a:spLocks xmlns:a="http://schemas.openxmlformats.org/drawingml/2006/main" noGrp="1"/>
          </p:cNvSpPr>
          <p:nvPr/>
        </p:nvSpPr>
        <p:spPr>
          <a:xfrm xmlns:a="http://schemas.openxmlformats.org/drawingml/2006/main">
            <a:off x="4225290" y="4330541"/>
            <a:ext cx="529685" cy="325469"/>
          </a:xfrm>
          <a:prstGeom xmlns:a="http://schemas.openxmlformats.org/drawingml/2006/main" prst="rect">
            <a:avLst/>
          </a:prstGeom>
          <a:solidFill xmlns:a="http://schemas.openxmlformats.org/drawingml/2006/main">
            <a:srgbClr val="FFFFFF"/>
          </a:solidFill>
          <a:ln xmlns:a="http://schemas.openxmlformats.org/drawingml/2006/main" w="9573">
            <a:solidFill>
              <a:srgbClr val="231F20"/>
            </a:solidFill>
          </a:ln>
        </p:spPr>
      </p:sp>
      <p:sp>
        <p:nvSpPr>
          <p:cNvPr id="299" name="text-894">
            <a:extLst xmlns:a="http://schemas.openxmlformats.org/drawingml/2006/main">
              <a:ext uri="{FF2B5EF4-FFF2-40B4-BE49-F238E27FC236}">
                <a16:creationId xmlns:a16="http://schemas.microsoft.com/office/drawing/2014/main" id="{DE9DA151-A7B5-4071-89EF-CD11747FDE5F}"/>
              </a:ext>
            </a:extLst>
          </p:cNvPr>
          <p:cNvSpPr>
            <a:spLocks xmlns:a="http://schemas.openxmlformats.org/drawingml/2006/main" noGrp="1"/>
          </p:cNvSpPr>
          <p:nvPr/>
        </p:nvSpPr>
        <p:spPr>
          <a:xfrm xmlns:a="http://schemas.openxmlformats.org/drawingml/2006/main">
            <a:off x="4244435" y="4336923"/>
            <a:ext cx="491395" cy="3127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704" b="1">
                <a:solidFill>
                  <a:srgbClr val="231F20"/>
                </a:solidFill>
                <a:latin typeface="Arial"/>
                <a:ea typeface="Arial"/>
                <a:cs typeface="Arial"/>
              </a:defRPr>
            </a:defPPr>
            <a:lvl1pPr algn="ctr">
              <a:defRPr sz="704" b="1">
                <a:solidFill>
                  <a:srgbClr val="231F20"/>
                </a:solidFill>
                <a:latin typeface="Arial"/>
                <a:ea typeface="Arial"/>
                <a:cs typeface="Arial"/>
              </a:defRPr>
            </a:lvl1pPr>
            <a:lvl2pPr algn="ctr">
              <a:defRPr sz="704" b="1">
                <a:solidFill>
                  <a:srgbClr val="231F20"/>
                </a:solidFill>
                <a:latin typeface="Arial"/>
                <a:ea typeface="Arial"/>
                <a:cs typeface="Arial"/>
              </a:defRPr>
            </a:lvl2pPr>
            <a:lvl3pPr algn="ctr">
              <a:defRPr sz="704" b="1">
                <a:solidFill>
                  <a:srgbClr val="231F20"/>
                </a:solidFill>
                <a:latin typeface="Arial"/>
                <a:ea typeface="Arial"/>
                <a:cs typeface="Arial"/>
              </a:defRPr>
            </a:lvl3pPr>
            <a:lvl4pPr algn="ctr">
              <a:defRPr sz="704" b="1">
                <a:solidFill>
                  <a:srgbClr val="231F20"/>
                </a:solidFill>
                <a:latin typeface="Arial"/>
                <a:ea typeface="Arial"/>
                <a:cs typeface="Arial"/>
              </a:defRPr>
            </a:lvl4pPr>
            <a:lvl5pPr algn="ctr">
              <a:defRPr sz="704" b="1">
                <a:solidFill>
                  <a:srgbClr val="231F20"/>
                </a:solidFill>
                <a:latin typeface="Arial"/>
                <a:ea typeface="Arial"/>
                <a:cs typeface="Arial"/>
              </a:defRPr>
            </a:lvl5pPr>
            <a:lvl6pPr algn="ctr">
              <a:defRPr sz="704" b="1">
                <a:solidFill>
                  <a:srgbClr val="231F20"/>
                </a:solidFill>
                <a:latin typeface="Arial"/>
                <a:ea typeface="Arial"/>
                <a:cs typeface="Arial"/>
              </a:defRPr>
            </a:lvl6pPr>
            <a:lvl7pPr algn="ctr">
              <a:defRPr sz="704" b="1">
                <a:solidFill>
                  <a:srgbClr val="231F20"/>
                </a:solidFill>
                <a:latin typeface="Arial"/>
                <a:ea typeface="Arial"/>
                <a:cs typeface="Arial"/>
              </a:defRPr>
            </a:lvl7pPr>
            <a:lvl8pPr algn="ctr">
              <a:defRPr sz="704" b="1">
                <a:solidFill>
                  <a:srgbClr val="231F20"/>
                </a:solidFill>
                <a:latin typeface="Arial"/>
                <a:ea typeface="Arial"/>
                <a:cs typeface="Arial"/>
              </a:defRPr>
            </a:lvl8pPr>
            <a:lvl9pPr algn="ctr">
              <a:defRPr sz="704" b="1">
                <a:solidFill>
                  <a:srgbClr val="231F20"/>
                </a:solidFill>
                <a:latin typeface="Arial"/>
                <a:ea typeface="Arial"/>
                <a:cs typeface="Arial"/>
              </a:defRPr>
            </a:lvl9pPr>
          </a:lstStyle>
          <a:p xmlns:a="http://schemas.openxmlformats.org/drawingml/2006/main">
            <a:pPr algn="ctr">
              <a:defRPr sz="704" b="1">
                <a:solidFill>
                  <a:srgbClr val="231F20"/>
                </a:solidFill>
                <a:latin typeface="Arial"/>
                <a:ea typeface="Arial"/>
                <a:cs typeface="Arial"/>
              </a:defRPr>
            </a:pPr>
            <a:r>
              <a:rPr sz="704" b="1">
                <a:solidFill>
                  <a:srgbClr val="231F20"/>
                </a:solidFill>
                <a:latin typeface="Arial"/>
                <a:ea typeface="Arial"/>
                <a:cs typeface="Arial"/>
              </a:rPr>
              <a:t>D-cache</a:t>
            </a:r>
          </a:p>
        </p:txBody>
      </p:sp>
      <p:sp>
        <p:nvSpPr>
          <p:cNvPr id="300" name="block-895">
            <a:extLst xmlns:a="http://schemas.openxmlformats.org/drawingml/2006/main">
              <a:ext uri="{FF2B5EF4-FFF2-40B4-BE49-F238E27FC236}">
                <a16:creationId xmlns:a16="http://schemas.microsoft.com/office/drawing/2014/main" id="{FE440CD5-D169-4892-B300-5E21C96335E9}"/>
              </a:ext>
            </a:extLst>
          </p:cNvPr>
          <p:cNvSpPr>
            <a:spLocks xmlns:a="http://schemas.openxmlformats.org/drawingml/2006/main" noGrp="1"/>
          </p:cNvSpPr>
          <p:nvPr/>
        </p:nvSpPr>
        <p:spPr>
          <a:xfrm xmlns:a="http://schemas.openxmlformats.org/drawingml/2006/main">
            <a:off x="4225290" y="4841081"/>
            <a:ext cx="1021080" cy="210598"/>
          </a:xfrm>
          <a:prstGeom xmlns:a="http://schemas.openxmlformats.org/drawingml/2006/main" prst="rect">
            <a:avLst/>
          </a:prstGeom>
          <a:solidFill xmlns:a="http://schemas.openxmlformats.org/drawingml/2006/main">
            <a:srgbClr val="77A3DC"/>
          </a:solidFill>
          <a:ln xmlns:a="http://schemas.openxmlformats.org/drawingml/2006/main" w="9573">
            <a:solidFill>
              <a:srgbClr val="231F20"/>
            </a:solidFill>
          </a:ln>
        </p:spPr>
      </p:sp>
      <p:sp>
        <p:nvSpPr>
          <p:cNvPr id="301" name="text-896">
            <a:extLst xmlns:a="http://schemas.openxmlformats.org/drawingml/2006/main">
              <a:ext uri="{FF2B5EF4-FFF2-40B4-BE49-F238E27FC236}">
                <a16:creationId xmlns:a16="http://schemas.microsoft.com/office/drawing/2014/main" id="{F5FC4A22-96B7-427C-8334-ED7AB4C0ED0A}"/>
              </a:ext>
            </a:extLst>
          </p:cNvPr>
          <p:cNvSpPr>
            <a:spLocks xmlns:a="http://schemas.openxmlformats.org/drawingml/2006/main" noGrp="1"/>
          </p:cNvSpPr>
          <p:nvPr/>
        </p:nvSpPr>
        <p:spPr>
          <a:xfrm xmlns:a="http://schemas.openxmlformats.org/drawingml/2006/main">
            <a:off x="4244435" y="4847463"/>
            <a:ext cx="982790" cy="19783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603" b="1">
                <a:solidFill>
                  <a:srgbClr val="231F20"/>
                </a:solidFill>
                <a:latin typeface="Arial"/>
                <a:ea typeface="Arial"/>
                <a:cs typeface="Arial"/>
              </a:defRPr>
            </a:defPPr>
            <a:lvl1pPr algn="ctr">
              <a:defRPr sz="603" b="1">
                <a:solidFill>
                  <a:srgbClr val="231F20"/>
                </a:solidFill>
                <a:latin typeface="Arial"/>
                <a:ea typeface="Arial"/>
                <a:cs typeface="Arial"/>
              </a:defRPr>
            </a:lvl1pPr>
            <a:lvl2pPr algn="ctr">
              <a:defRPr sz="603" b="1">
                <a:solidFill>
                  <a:srgbClr val="231F20"/>
                </a:solidFill>
                <a:latin typeface="Arial"/>
                <a:ea typeface="Arial"/>
                <a:cs typeface="Arial"/>
              </a:defRPr>
            </a:lvl2pPr>
            <a:lvl3pPr algn="ctr">
              <a:defRPr sz="603" b="1">
                <a:solidFill>
                  <a:srgbClr val="231F20"/>
                </a:solidFill>
                <a:latin typeface="Arial"/>
                <a:ea typeface="Arial"/>
                <a:cs typeface="Arial"/>
              </a:defRPr>
            </a:lvl3pPr>
            <a:lvl4pPr algn="ctr">
              <a:defRPr sz="603" b="1">
                <a:solidFill>
                  <a:srgbClr val="231F20"/>
                </a:solidFill>
                <a:latin typeface="Arial"/>
                <a:ea typeface="Arial"/>
                <a:cs typeface="Arial"/>
              </a:defRPr>
            </a:lvl4pPr>
            <a:lvl5pPr algn="ctr">
              <a:defRPr sz="603" b="1">
                <a:solidFill>
                  <a:srgbClr val="231F20"/>
                </a:solidFill>
                <a:latin typeface="Arial"/>
                <a:ea typeface="Arial"/>
                <a:cs typeface="Arial"/>
              </a:defRPr>
            </a:lvl5pPr>
            <a:lvl6pPr algn="ctr">
              <a:defRPr sz="603" b="1">
                <a:solidFill>
                  <a:srgbClr val="231F20"/>
                </a:solidFill>
                <a:latin typeface="Arial"/>
                <a:ea typeface="Arial"/>
                <a:cs typeface="Arial"/>
              </a:defRPr>
            </a:lvl6pPr>
            <a:lvl7pPr algn="ctr">
              <a:defRPr sz="603" b="1">
                <a:solidFill>
                  <a:srgbClr val="231F20"/>
                </a:solidFill>
                <a:latin typeface="Arial"/>
                <a:ea typeface="Arial"/>
                <a:cs typeface="Arial"/>
              </a:defRPr>
            </a:lvl7pPr>
            <a:lvl8pPr algn="ctr">
              <a:defRPr sz="603" b="1">
                <a:solidFill>
                  <a:srgbClr val="231F20"/>
                </a:solidFill>
                <a:latin typeface="Arial"/>
                <a:ea typeface="Arial"/>
                <a:cs typeface="Arial"/>
              </a:defRPr>
            </a:lvl8pPr>
            <a:lvl9pPr algn="ctr">
              <a:defRPr sz="603" b="1">
                <a:solidFill>
                  <a:srgbClr val="231F20"/>
                </a:solidFill>
                <a:latin typeface="Arial"/>
                <a:ea typeface="Arial"/>
                <a:cs typeface="Arial"/>
              </a:defRPr>
            </a:lvl9pPr>
          </a:lstStyle>
          <a:p xmlns:a="http://schemas.openxmlformats.org/drawingml/2006/main">
            <a:pPr algn="ctr">
              <a:defRPr sz="603" b="1">
                <a:solidFill>
                  <a:srgbClr val="231F20"/>
                </a:solidFill>
                <a:latin typeface="Arial"/>
                <a:ea typeface="Arial"/>
                <a:cs typeface="Arial"/>
              </a:defRPr>
            </a:pPr>
            <a:r>
              <a:rPr sz="603" b="1">
                <a:solidFill>
                  <a:srgbClr val="231F20"/>
                </a:solidFill>
                <a:latin typeface="Arial"/>
                <a:ea typeface="Arial"/>
                <a:cs typeface="Arial"/>
              </a:rPr>
              <a:t>ahbcacheinterface</a:t>
            </a:r>
          </a:p>
        </p:txBody>
      </p:sp>
      <p:sp>
        <p:nvSpPr>
          <p:cNvPr id="302" name="wire-897">
            <a:extLst xmlns:a="http://schemas.openxmlformats.org/drawingml/2006/main">
              <a:ext uri="{FF2B5EF4-FFF2-40B4-BE49-F238E27FC236}">
                <a16:creationId xmlns:a16="http://schemas.microsoft.com/office/drawing/2014/main" id="{F98F9F91-0B9B-4F4A-8045-F41B65AACA14}"/>
              </a:ext>
            </a:extLst>
          </p:cNvPr>
          <p:cNvSpPr>
            <a:spLocks xmlns:a="http://schemas.openxmlformats.org/drawingml/2006/main" noGrp="1"/>
          </p:cNvSpPr>
          <p:nvPr/>
        </p:nvSpPr>
        <p:spPr>
          <a:xfrm xmlns:a="http://schemas.openxmlformats.org/drawingml/2006/main">
            <a:off x="4735830" y="4126325"/>
            <a:ext cx="9525" cy="76581"/>
          </a:xfrm>
          <a:custGeom xmlns:a="http://schemas.openxmlformats.org/drawingml/2006/main">
            <a:pathLst>
              <a:path w="9525" h="76581">
                <a:moveTo>
                  <a:pt x="0" y="0"/>
                </a:moveTo>
                <a:lnTo>
                  <a:pt x="0" y="76581"/>
                </a:lnTo>
              </a:path>
            </a:pathLst>
          </a:custGeom>
          <a:noFill xmlns:a="http://schemas.openxmlformats.org/drawingml/2006/main"/>
          <a:ln xmlns:a="http://schemas.openxmlformats.org/drawingml/2006/main" w="8934">
            <a:solidFill>
              <a:srgbClr val="231F20"/>
            </a:solidFill>
          </a:ln>
        </p:spPr>
      </p:sp>
      <p:sp>
        <p:nvSpPr>
          <p:cNvPr id="303" name="wire-898">
            <a:extLst xmlns:a="http://schemas.openxmlformats.org/drawingml/2006/main">
              <a:ext uri="{FF2B5EF4-FFF2-40B4-BE49-F238E27FC236}">
                <a16:creationId xmlns:a16="http://schemas.microsoft.com/office/drawing/2014/main" id="{469784BE-9124-430F-BCA1-4F894A4A8C19}"/>
              </a:ext>
            </a:extLst>
          </p:cNvPr>
          <p:cNvSpPr>
            <a:spLocks xmlns:a="http://schemas.openxmlformats.org/drawingml/2006/main" noGrp="1"/>
          </p:cNvSpPr>
          <p:nvPr/>
        </p:nvSpPr>
        <p:spPr>
          <a:xfrm xmlns:a="http://schemas.openxmlformats.org/drawingml/2006/main">
            <a:off x="4467797" y="4202906"/>
            <a:ext cx="268034" cy="9525"/>
          </a:xfrm>
          <a:custGeom xmlns:a="http://schemas.openxmlformats.org/drawingml/2006/main">
            <a:pathLst>
              <a:path w="268034" h="9525">
                <a:moveTo>
                  <a:pt x="268034" y="0"/>
                </a:moveTo>
                <a:lnTo>
                  <a:pt x="0" y="0"/>
                </a:lnTo>
              </a:path>
            </a:pathLst>
          </a:custGeom>
          <a:noFill xmlns:a="http://schemas.openxmlformats.org/drawingml/2006/main"/>
          <a:ln xmlns:a="http://schemas.openxmlformats.org/drawingml/2006/main" w="8934">
            <a:solidFill>
              <a:srgbClr val="231F20"/>
            </a:solidFill>
          </a:ln>
        </p:spPr>
      </p:sp>
      <p:sp>
        <p:nvSpPr>
          <p:cNvPr id="304" name="wire-899">
            <a:extLst xmlns:a="http://schemas.openxmlformats.org/drawingml/2006/main">
              <a:ext uri="{FF2B5EF4-FFF2-40B4-BE49-F238E27FC236}">
                <a16:creationId xmlns:a16="http://schemas.microsoft.com/office/drawing/2014/main" id="{24BB5482-DC28-4AB0-9D9C-657C78E429FC}"/>
              </a:ext>
            </a:extLst>
          </p:cNvPr>
          <p:cNvSpPr>
            <a:spLocks xmlns:a="http://schemas.openxmlformats.org/drawingml/2006/main" noGrp="1"/>
          </p:cNvSpPr>
          <p:nvPr/>
        </p:nvSpPr>
        <p:spPr>
          <a:xfrm xmlns:a="http://schemas.openxmlformats.org/drawingml/2006/main">
            <a:off x="4467797" y="4202906"/>
            <a:ext cx="9525" cy="127635"/>
          </a:xfrm>
          <a:custGeom xmlns:a="http://schemas.openxmlformats.org/drawingml/2006/main">
            <a:pathLst>
              <a:path w="9525" h="127635">
                <a:moveTo>
                  <a:pt x="0" y="0"/>
                </a:moveTo>
                <a:lnTo>
                  <a:pt x="0" y="127635"/>
                </a:lnTo>
              </a:path>
            </a:pathLst>
          </a:custGeom>
          <a:noFill xmlns:a="http://schemas.openxmlformats.org/drawingml/2006/main"/>
          <a:ln xmlns:a="http://schemas.openxmlformats.org/drawingml/2006/main" w="8934">
            <a:solidFill>
              <a:srgbClr val="231F20"/>
            </a:solidFill>
          </a:ln>
        </p:spPr>
      </p:sp>
      <p:sp>
        <p:nvSpPr>
          <p:cNvPr id="305" name="circuit-900">
            <a:extLst xmlns:a="http://schemas.openxmlformats.org/drawingml/2006/main">
              <a:ext uri="{FF2B5EF4-FFF2-40B4-BE49-F238E27FC236}">
                <a16:creationId xmlns:a16="http://schemas.microsoft.com/office/drawing/2014/main" id="{FC4A78F8-F209-45E0-A79E-0417EBB701B7}"/>
              </a:ext>
            </a:extLst>
          </p:cNvPr>
          <p:cNvSpPr>
            <a:spLocks xmlns:a="http://schemas.openxmlformats.org/drawingml/2006/main" noGrp="1"/>
          </p:cNvSpPr>
          <p:nvPr/>
        </p:nvSpPr>
        <p:spPr>
          <a:xfrm xmlns:a="http://schemas.openxmlformats.org/drawingml/2006/main">
            <a:off x="4454395" y="4298633"/>
            <a:ext cx="26803" cy="31909"/>
          </a:xfrm>
          <a:custGeom xmlns:a="http://schemas.openxmlformats.org/drawingml/2006/main">
            <a:pathLst>
              <a:path w="26803" h="31909">
                <a:moveTo>
                  <a:pt x="13402" y="31909"/>
                </a:moveTo>
                <a:lnTo>
                  <a:pt x="26803" y="0"/>
                </a:lnTo>
                <a:lnTo>
                  <a:pt x="0" y="0"/>
                </a:lnTo>
                <a:close/>
              </a:path>
            </a:pathLst>
          </a:custGeom>
          <a:solidFill xmlns:a="http://schemas.openxmlformats.org/drawingml/2006/main">
            <a:srgbClr val="231F20"/>
          </a:solidFill>
          <a:ln xmlns:a="http://schemas.openxmlformats.org/drawingml/2006/main" w="3191">
            <a:solidFill>
              <a:srgbClr val="231F20"/>
            </a:solidFill>
          </a:ln>
        </p:spPr>
      </p:sp>
      <p:sp>
        <p:nvSpPr>
          <p:cNvPr id="306" name="wire-901">
            <a:extLst xmlns:a="http://schemas.openxmlformats.org/drawingml/2006/main">
              <a:ext uri="{FF2B5EF4-FFF2-40B4-BE49-F238E27FC236}">
                <a16:creationId xmlns:a16="http://schemas.microsoft.com/office/drawing/2014/main" id="{556E093B-5DA5-498C-A72F-D3C0E82FAFC8}"/>
              </a:ext>
            </a:extLst>
          </p:cNvPr>
          <p:cNvSpPr>
            <a:spLocks xmlns:a="http://schemas.openxmlformats.org/drawingml/2006/main" noGrp="1"/>
          </p:cNvSpPr>
          <p:nvPr/>
        </p:nvSpPr>
        <p:spPr>
          <a:xfrm xmlns:a="http://schemas.openxmlformats.org/drawingml/2006/main">
            <a:off x="4735830" y="4202906"/>
            <a:ext cx="580739" cy="9525"/>
          </a:xfrm>
          <a:custGeom xmlns:a="http://schemas.openxmlformats.org/drawingml/2006/main">
            <a:pathLst>
              <a:path w="580739" h="9525">
                <a:moveTo>
                  <a:pt x="0" y="0"/>
                </a:moveTo>
                <a:lnTo>
                  <a:pt x="580739" y="0"/>
                </a:lnTo>
              </a:path>
            </a:pathLst>
          </a:custGeom>
          <a:noFill xmlns:a="http://schemas.openxmlformats.org/drawingml/2006/main"/>
          <a:ln xmlns:a="http://schemas.openxmlformats.org/drawingml/2006/main" w="10849">
            <a:solidFill>
              <a:srgbClr val="1572C3"/>
            </a:solidFill>
          </a:ln>
        </p:spPr>
      </p:sp>
      <p:sp>
        <p:nvSpPr>
          <p:cNvPr id="307" name="wire-902">
            <a:extLst xmlns:a="http://schemas.openxmlformats.org/drawingml/2006/main">
              <a:ext uri="{FF2B5EF4-FFF2-40B4-BE49-F238E27FC236}">
                <a16:creationId xmlns:a16="http://schemas.microsoft.com/office/drawing/2014/main" id="{69CF208B-CFD5-48DE-B735-6CF3BD9AA587}"/>
              </a:ext>
            </a:extLst>
          </p:cNvPr>
          <p:cNvSpPr>
            <a:spLocks xmlns:a="http://schemas.openxmlformats.org/drawingml/2006/main" noGrp="1"/>
          </p:cNvSpPr>
          <p:nvPr/>
        </p:nvSpPr>
        <p:spPr>
          <a:xfrm xmlns:a="http://schemas.openxmlformats.org/drawingml/2006/main">
            <a:off x="5316569" y="4202906"/>
            <a:ext cx="9525" cy="695611"/>
          </a:xfrm>
          <a:custGeom xmlns:a="http://schemas.openxmlformats.org/drawingml/2006/main">
            <a:pathLst>
              <a:path w="9525" h="695611">
                <a:moveTo>
                  <a:pt x="0" y="0"/>
                </a:moveTo>
                <a:lnTo>
                  <a:pt x="0" y="695611"/>
                </a:lnTo>
              </a:path>
            </a:pathLst>
          </a:custGeom>
          <a:noFill xmlns:a="http://schemas.openxmlformats.org/drawingml/2006/main"/>
          <a:ln xmlns:a="http://schemas.openxmlformats.org/drawingml/2006/main" w="10849">
            <a:solidFill>
              <a:srgbClr val="1572C3"/>
            </a:solidFill>
          </a:ln>
        </p:spPr>
      </p:sp>
      <p:sp>
        <p:nvSpPr>
          <p:cNvPr id="308" name="wire-903">
            <a:extLst xmlns:a="http://schemas.openxmlformats.org/drawingml/2006/main">
              <a:ext uri="{FF2B5EF4-FFF2-40B4-BE49-F238E27FC236}">
                <a16:creationId xmlns:a16="http://schemas.microsoft.com/office/drawing/2014/main" id="{496FF0F5-200C-4891-B2F8-E796C0A0729A}"/>
              </a:ext>
            </a:extLst>
          </p:cNvPr>
          <p:cNvSpPr>
            <a:spLocks xmlns:a="http://schemas.openxmlformats.org/drawingml/2006/main" noGrp="1"/>
          </p:cNvSpPr>
          <p:nvPr/>
        </p:nvSpPr>
        <p:spPr>
          <a:xfrm xmlns:a="http://schemas.openxmlformats.org/drawingml/2006/main">
            <a:off x="5246370" y="4898517"/>
            <a:ext cx="70199" cy="9525"/>
          </a:xfrm>
          <a:custGeom xmlns:a="http://schemas.openxmlformats.org/drawingml/2006/main">
            <a:pathLst>
              <a:path w="70199" h="9525">
                <a:moveTo>
                  <a:pt x="70199" y="0"/>
                </a:moveTo>
                <a:lnTo>
                  <a:pt x="0" y="0"/>
                </a:lnTo>
              </a:path>
            </a:pathLst>
          </a:custGeom>
          <a:noFill xmlns:a="http://schemas.openxmlformats.org/drawingml/2006/main"/>
          <a:ln xmlns:a="http://schemas.openxmlformats.org/drawingml/2006/main" w="10849">
            <a:solidFill>
              <a:srgbClr val="1572C3"/>
            </a:solidFill>
          </a:ln>
        </p:spPr>
      </p:sp>
      <p:sp>
        <p:nvSpPr>
          <p:cNvPr id="309" name="circuit-904">
            <a:extLst xmlns:a="http://schemas.openxmlformats.org/drawingml/2006/main">
              <a:ext uri="{FF2B5EF4-FFF2-40B4-BE49-F238E27FC236}">
                <a16:creationId xmlns:a16="http://schemas.microsoft.com/office/drawing/2014/main" id="{261D0E82-EE98-4654-90BC-2DB5CE59EEDA}"/>
              </a:ext>
            </a:extLst>
          </p:cNvPr>
          <p:cNvSpPr>
            <a:spLocks xmlns:a="http://schemas.openxmlformats.org/drawingml/2006/main" noGrp="1"/>
          </p:cNvSpPr>
          <p:nvPr/>
        </p:nvSpPr>
        <p:spPr>
          <a:xfrm xmlns:a="http://schemas.openxmlformats.org/drawingml/2006/main">
            <a:off x="5246370" y="4885115"/>
            <a:ext cx="31909" cy="26803"/>
          </a:xfrm>
          <a:custGeom xmlns:a="http://schemas.openxmlformats.org/drawingml/2006/main">
            <a:pathLst>
              <a:path w="31909" h="26803">
                <a:moveTo>
                  <a:pt x="0" y="13402"/>
                </a:moveTo>
                <a:lnTo>
                  <a:pt x="31909" y="26803"/>
                </a:lnTo>
                <a:lnTo>
                  <a:pt x="31909" y="0"/>
                </a:lnTo>
                <a:close/>
              </a:path>
            </a:pathLst>
          </a:custGeom>
          <a:solidFill xmlns:a="http://schemas.openxmlformats.org/drawingml/2006/main">
            <a:srgbClr val="1572C3"/>
          </a:solidFill>
          <a:ln xmlns:a="http://schemas.openxmlformats.org/drawingml/2006/main" w="3191">
            <a:solidFill>
              <a:srgbClr val="1572C3"/>
            </a:solidFill>
          </a:ln>
        </p:spPr>
      </p:sp>
      <p:sp>
        <p:nvSpPr>
          <p:cNvPr id="310" name="">
            <a:extLst xmlns:a="http://schemas.openxmlformats.org/drawingml/2006/main">
              <a:ext uri="{FF2B5EF4-FFF2-40B4-BE49-F238E27FC236}">
                <a16:creationId xmlns:a16="http://schemas.microsoft.com/office/drawing/2014/main" id="{CDEAE8ED-13E5-4F8C-88B6-D11F2FD680E3}"/>
              </a:ext>
            </a:extLst>
          </p:cNvPr>
          <p:cNvSpPr>
            <a:spLocks xmlns:a="http://schemas.openxmlformats.org/drawingml/2006/main" noGrp="1"/>
          </p:cNvSpPr>
          <p:nvPr/>
        </p:nvSpPr>
        <p:spPr>
          <a:xfrm xmlns:a="http://schemas.openxmlformats.org/drawingml/2006/main">
            <a:off x="4726257" y="4193334"/>
            <a:ext cx="19145" cy="19145"/>
          </a:xfrm>
          <a:prstGeom xmlns:a="http://schemas.openxmlformats.org/drawingml/2006/main" prst="ellipse">
            <a:avLst/>
          </a:prstGeom>
          <a:solidFill xmlns:a="http://schemas.openxmlformats.org/drawingml/2006/main">
            <a:srgbClr val="231F20"/>
          </a:solidFill>
          <a:ln xmlns:a="http://schemas.openxmlformats.org/drawingml/2006/main" w="0">
            <a:solidFill>
              <a:srgbClr val="231F20"/>
            </a:solidFill>
          </a:ln>
        </p:spPr>
      </p:sp>
      <p:sp>
        <p:nvSpPr>
          <p:cNvPr id="311" name="text-905">
            <a:extLst xmlns:a="http://schemas.openxmlformats.org/drawingml/2006/main">
              <a:ext uri="{FF2B5EF4-FFF2-40B4-BE49-F238E27FC236}">
                <a16:creationId xmlns:a16="http://schemas.microsoft.com/office/drawing/2014/main" id="{51EDC6BC-198F-4AF5-AB9B-698D3CCB1B1B}"/>
              </a:ext>
            </a:extLst>
          </p:cNvPr>
          <p:cNvSpPr>
            <a:spLocks xmlns:a="http://schemas.openxmlformats.org/drawingml/2006/main" noGrp="1"/>
          </p:cNvSpPr>
          <p:nvPr/>
        </p:nvSpPr>
        <p:spPr>
          <a:xfrm xmlns:a="http://schemas.openxmlformats.org/drawingml/2006/main">
            <a:off x="4933664" y="4336923"/>
            <a:ext cx="395669" cy="10849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553" b="0">
                <a:solidFill>
                  <a:srgbClr val="1572C3"/>
                </a:solidFill>
                <a:latin typeface="Arial"/>
                <a:ea typeface="Arial"/>
                <a:cs typeface="Arial"/>
              </a:defRPr>
            </a:defPPr>
            <a:lvl1pPr algn="l">
              <a:defRPr sz="553" b="0">
                <a:solidFill>
                  <a:srgbClr val="1572C3"/>
                </a:solidFill>
                <a:latin typeface="Arial"/>
                <a:ea typeface="Arial"/>
                <a:cs typeface="Arial"/>
              </a:defRPr>
            </a:lvl1pPr>
            <a:lvl2pPr algn="l">
              <a:defRPr sz="553" b="0">
                <a:solidFill>
                  <a:srgbClr val="1572C3"/>
                </a:solidFill>
                <a:latin typeface="Arial"/>
                <a:ea typeface="Arial"/>
                <a:cs typeface="Arial"/>
              </a:defRPr>
            </a:lvl2pPr>
            <a:lvl3pPr algn="l">
              <a:defRPr sz="553" b="0">
                <a:solidFill>
                  <a:srgbClr val="1572C3"/>
                </a:solidFill>
                <a:latin typeface="Arial"/>
                <a:ea typeface="Arial"/>
                <a:cs typeface="Arial"/>
              </a:defRPr>
            </a:lvl3pPr>
            <a:lvl4pPr algn="l">
              <a:defRPr sz="553" b="0">
                <a:solidFill>
                  <a:srgbClr val="1572C3"/>
                </a:solidFill>
                <a:latin typeface="Arial"/>
                <a:ea typeface="Arial"/>
                <a:cs typeface="Arial"/>
              </a:defRPr>
            </a:lvl4pPr>
            <a:lvl5pPr algn="l">
              <a:defRPr sz="553" b="0">
                <a:solidFill>
                  <a:srgbClr val="1572C3"/>
                </a:solidFill>
                <a:latin typeface="Arial"/>
                <a:ea typeface="Arial"/>
                <a:cs typeface="Arial"/>
              </a:defRPr>
            </a:lvl5pPr>
            <a:lvl6pPr algn="l">
              <a:defRPr sz="553" b="0">
                <a:solidFill>
                  <a:srgbClr val="1572C3"/>
                </a:solidFill>
                <a:latin typeface="Arial"/>
                <a:ea typeface="Arial"/>
                <a:cs typeface="Arial"/>
              </a:defRPr>
            </a:lvl6pPr>
            <a:lvl7pPr algn="l">
              <a:defRPr sz="553" b="0">
                <a:solidFill>
                  <a:srgbClr val="1572C3"/>
                </a:solidFill>
                <a:latin typeface="Arial"/>
                <a:ea typeface="Arial"/>
                <a:cs typeface="Arial"/>
              </a:defRPr>
            </a:lvl7pPr>
            <a:lvl8pPr algn="l">
              <a:defRPr sz="553" b="0">
                <a:solidFill>
                  <a:srgbClr val="1572C3"/>
                </a:solidFill>
                <a:latin typeface="Arial"/>
                <a:ea typeface="Arial"/>
                <a:cs typeface="Arial"/>
              </a:defRPr>
            </a:lvl8pPr>
            <a:lvl9pPr algn="l">
              <a:defRPr sz="553" b="0">
                <a:solidFill>
                  <a:srgbClr val="1572C3"/>
                </a:solidFill>
                <a:latin typeface="Arial"/>
                <a:ea typeface="Arial"/>
                <a:cs typeface="Arial"/>
              </a:defRPr>
            </a:lvl9pPr>
          </a:lstStyle>
          <a:p xmlns:a="http://schemas.openxmlformats.org/drawingml/2006/main">
            <a:pPr algn="l">
              <a:defRPr sz="553" b="0">
                <a:solidFill>
                  <a:srgbClr val="1572C3"/>
                </a:solidFill>
                <a:latin typeface="Arial"/>
                <a:ea typeface="Arial"/>
                <a:cs typeface="Arial"/>
              </a:defRPr>
            </a:pPr>
            <a:r>
              <a:rPr sz="553" b="0">
                <a:solidFill>
                  <a:srgbClr val="1572C3"/>
                </a:solidFill>
                <a:latin typeface="Arial"/>
                <a:ea typeface="Arial"/>
                <a:cs typeface="Arial"/>
              </a:rPr>
              <a:t>MMIO</a:t>
            </a:r>
          </a:p>
        </p:txBody>
      </p:sp>
      <p:sp>
        <p:nvSpPr>
          <p:cNvPr id="312" name="wire-906">
            <a:extLst xmlns:a="http://schemas.openxmlformats.org/drawingml/2006/main">
              <a:ext uri="{FF2B5EF4-FFF2-40B4-BE49-F238E27FC236}">
                <a16:creationId xmlns:a16="http://schemas.microsoft.com/office/drawing/2014/main" id="{09B329BA-6616-44D3-A3C2-ED6505C61CB2}"/>
              </a:ext>
            </a:extLst>
          </p:cNvPr>
          <p:cNvSpPr>
            <a:spLocks xmlns:a="http://schemas.openxmlformats.org/drawingml/2006/main" noGrp="1"/>
          </p:cNvSpPr>
          <p:nvPr/>
        </p:nvSpPr>
        <p:spPr>
          <a:xfrm xmlns:a="http://schemas.openxmlformats.org/drawingml/2006/main">
            <a:off x="4493324" y="4656011"/>
            <a:ext cx="9525" cy="185071"/>
          </a:xfrm>
          <a:custGeom xmlns:a="http://schemas.openxmlformats.org/drawingml/2006/main">
            <a:pathLst>
              <a:path w="9525" h="185071">
                <a:moveTo>
                  <a:pt x="0" y="0"/>
                </a:moveTo>
                <a:lnTo>
                  <a:pt x="0" y="185071"/>
                </a:lnTo>
              </a:path>
            </a:pathLst>
          </a:custGeom>
          <a:noFill xmlns:a="http://schemas.openxmlformats.org/drawingml/2006/main"/>
          <a:ln xmlns:a="http://schemas.openxmlformats.org/drawingml/2006/main" w="9573">
            <a:solidFill>
              <a:srgbClr val="231F20"/>
            </a:solidFill>
          </a:ln>
        </p:spPr>
      </p:sp>
      <p:sp>
        <p:nvSpPr>
          <p:cNvPr id="313" name="circuit-907">
            <a:extLst xmlns:a="http://schemas.openxmlformats.org/drawingml/2006/main">
              <a:ext uri="{FF2B5EF4-FFF2-40B4-BE49-F238E27FC236}">
                <a16:creationId xmlns:a16="http://schemas.microsoft.com/office/drawing/2014/main" id="{04BCBFCD-958A-4CAB-B700-3E28B6C8E805}"/>
              </a:ext>
            </a:extLst>
          </p:cNvPr>
          <p:cNvSpPr>
            <a:spLocks xmlns:a="http://schemas.openxmlformats.org/drawingml/2006/main" noGrp="1"/>
          </p:cNvSpPr>
          <p:nvPr/>
        </p:nvSpPr>
        <p:spPr>
          <a:xfrm xmlns:a="http://schemas.openxmlformats.org/drawingml/2006/main">
            <a:off x="4479922" y="4809173"/>
            <a:ext cx="26803" cy="31909"/>
          </a:xfrm>
          <a:custGeom xmlns:a="http://schemas.openxmlformats.org/drawingml/2006/main">
            <a:pathLst>
              <a:path w="26803" h="31909">
                <a:moveTo>
                  <a:pt x="13402" y="31909"/>
                </a:moveTo>
                <a:lnTo>
                  <a:pt x="26803" y="0"/>
                </a:lnTo>
                <a:lnTo>
                  <a:pt x="0" y="0"/>
                </a:lnTo>
                <a:close/>
              </a:path>
            </a:pathLst>
          </a:custGeom>
          <a:solidFill xmlns:a="http://schemas.openxmlformats.org/drawingml/2006/main">
            <a:srgbClr val="231F20"/>
          </a:solidFill>
          <a:ln xmlns:a="http://schemas.openxmlformats.org/drawingml/2006/main" w="3191">
            <a:solidFill>
              <a:srgbClr val="231F20"/>
            </a:solidFill>
          </a:ln>
        </p:spPr>
      </p:sp>
      <p:sp>
        <p:nvSpPr>
          <p:cNvPr id="314" name="wire-908">
            <a:extLst xmlns:a="http://schemas.openxmlformats.org/drawingml/2006/main">
              <a:ext uri="{FF2B5EF4-FFF2-40B4-BE49-F238E27FC236}">
                <a16:creationId xmlns:a16="http://schemas.microsoft.com/office/drawing/2014/main" id="{C65A4A17-E9EE-44B9-BC12-0945DFD9F240}"/>
              </a:ext>
            </a:extLst>
          </p:cNvPr>
          <p:cNvSpPr>
            <a:spLocks xmlns:a="http://schemas.openxmlformats.org/drawingml/2006/main" noGrp="1"/>
          </p:cNvSpPr>
          <p:nvPr/>
        </p:nvSpPr>
        <p:spPr>
          <a:xfrm xmlns:a="http://schemas.openxmlformats.org/drawingml/2006/main">
            <a:off x="4493324" y="4656011"/>
            <a:ext cx="9525" cy="185071"/>
          </a:xfrm>
          <a:custGeom xmlns:a="http://schemas.openxmlformats.org/drawingml/2006/main">
            <a:pathLst>
              <a:path w="9525" h="185071">
                <a:moveTo>
                  <a:pt x="0" y="185071"/>
                </a:moveTo>
                <a:lnTo>
                  <a:pt x="0" y="0"/>
                </a:lnTo>
              </a:path>
            </a:pathLst>
          </a:custGeom>
          <a:noFill xmlns:a="http://schemas.openxmlformats.org/drawingml/2006/main"/>
          <a:ln xmlns:a="http://schemas.openxmlformats.org/drawingml/2006/main" w="9573">
            <a:solidFill>
              <a:srgbClr val="231F20"/>
            </a:solidFill>
          </a:ln>
        </p:spPr>
      </p:sp>
      <p:sp>
        <p:nvSpPr>
          <p:cNvPr id="315" name="circuit-909">
            <a:extLst xmlns:a="http://schemas.openxmlformats.org/drawingml/2006/main">
              <a:ext uri="{FF2B5EF4-FFF2-40B4-BE49-F238E27FC236}">
                <a16:creationId xmlns:a16="http://schemas.microsoft.com/office/drawing/2014/main" id="{8B8C4386-0CFE-430D-BB97-DD40934C26CD}"/>
              </a:ext>
            </a:extLst>
          </p:cNvPr>
          <p:cNvSpPr>
            <a:spLocks xmlns:a="http://schemas.openxmlformats.org/drawingml/2006/main" noGrp="1"/>
          </p:cNvSpPr>
          <p:nvPr/>
        </p:nvSpPr>
        <p:spPr>
          <a:xfrm xmlns:a="http://schemas.openxmlformats.org/drawingml/2006/main">
            <a:off x="4479922" y="4656011"/>
            <a:ext cx="26803" cy="31909"/>
          </a:xfrm>
          <a:custGeom xmlns:a="http://schemas.openxmlformats.org/drawingml/2006/main">
            <a:pathLst>
              <a:path w="26803" h="31909">
                <a:moveTo>
                  <a:pt x="13402" y="0"/>
                </a:moveTo>
                <a:lnTo>
                  <a:pt x="0" y="31909"/>
                </a:lnTo>
                <a:lnTo>
                  <a:pt x="26803" y="31909"/>
                </a:lnTo>
                <a:close/>
              </a:path>
            </a:pathLst>
          </a:custGeom>
          <a:solidFill xmlns:a="http://schemas.openxmlformats.org/drawingml/2006/main">
            <a:srgbClr val="231F20"/>
          </a:solidFill>
          <a:ln xmlns:a="http://schemas.openxmlformats.org/drawingml/2006/main" w="3191">
            <a:solidFill>
              <a:srgbClr val="231F20"/>
            </a:solidFill>
          </a:ln>
        </p:spPr>
      </p:sp>
      <p:sp>
        <p:nvSpPr>
          <p:cNvPr id="316" name="circuit-910">
            <a:extLst xmlns:a="http://schemas.openxmlformats.org/drawingml/2006/main">
              <a:ext uri="{FF2B5EF4-FFF2-40B4-BE49-F238E27FC236}">
                <a16:creationId xmlns:a16="http://schemas.microsoft.com/office/drawing/2014/main" id="{FC15B36D-35C7-4AE6-AB09-0CCA9A4BA8E0}"/>
              </a:ext>
            </a:extLst>
          </p:cNvPr>
          <p:cNvSpPr>
            <a:spLocks xmlns:a="http://schemas.openxmlformats.org/drawingml/2006/main" noGrp="1"/>
          </p:cNvSpPr>
          <p:nvPr/>
        </p:nvSpPr>
        <p:spPr>
          <a:xfrm xmlns:a="http://schemas.openxmlformats.org/drawingml/2006/main">
            <a:off x="5335715" y="4445413"/>
            <a:ext cx="108490" cy="299942"/>
          </a:xfrm>
          <a:custGeom xmlns:a="http://schemas.openxmlformats.org/drawingml/2006/main">
            <a:pathLst>
              <a:path w="108490" h="299942">
                <a:moveTo>
                  <a:pt x="0" y="0"/>
                </a:moveTo>
                <a:lnTo>
                  <a:pt x="108490" y="38290"/>
                </a:lnTo>
                <a:lnTo>
                  <a:pt x="108490" y="261652"/>
                </a:lnTo>
                <a:lnTo>
                  <a:pt x="0" y="299942"/>
                </a:lnTo>
                <a:close/>
              </a:path>
            </a:pathLst>
          </a:custGeom>
          <a:solidFill xmlns:a="http://schemas.openxmlformats.org/drawingml/2006/main">
            <a:srgbClr val="FFFFFF"/>
          </a:solidFill>
          <a:ln xmlns:a="http://schemas.openxmlformats.org/drawingml/2006/main" w="9573">
            <a:solidFill>
              <a:srgbClr val="231F20"/>
            </a:solidFill>
          </a:ln>
        </p:spPr>
      </p:sp>
      <p:sp>
        <p:nvSpPr>
          <p:cNvPr id="317" name="text-911">
            <a:extLst xmlns:a="http://schemas.openxmlformats.org/drawingml/2006/main">
              <a:ext uri="{FF2B5EF4-FFF2-40B4-BE49-F238E27FC236}">
                <a16:creationId xmlns:a16="http://schemas.microsoft.com/office/drawing/2014/main" id="{513D4FC7-0EEC-48B6-9556-0F1A9D64B18A}"/>
              </a:ext>
            </a:extLst>
          </p:cNvPr>
          <p:cNvSpPr>
            <a:spLocks xmlns:a="http://schemas.openxmlformats.org/drawingml/2006/main" noGrp="1"/>
          </p:cNvSpPr>
          <p:nvPr/>
        </p:nvSpPr>
        <p:spPr>
          <a:xfrm xmlns:a="http://schemas.openxmlformats.org/drawingml/2006/main">
            <a:off x="5342096" y="4464558"/>
            <a:ext cx="82963" cy="893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553" b="0">
                <a:solidFill>
                  <a:srgbClr val="231F20"/>
                </a:solidFill>
                <a:latin typeface="Arial"/>
                <a:ea typeface="Arial"/>
                <a:cs typeface="Arial"/>
              </a:defRPr>
            </a:defPPr>
            <a:lvl1pPr algn="l">
              <a:defRPr sz="553" b="0">
                <a:solidFill>
                  <a:srgbClr val="231F20"/>
                </a:solidFill>
                <a:latin typeface="Arial"/>
                <a:ea typeface="Arial"/>
                <a:cs typeface="Arial"/>
              </a:defRPr>
            </a:lvl1pPr>
            <a:lvl2pPr algn="l">
              <a:defRPr sz="553" b="0">
                <a:solidFill>
                  <a:srgbClr val="231F20"/>
                </a:solidFill>
                <a:latin typeface="Arial"/>
                <a:ea typeface="Arial"/>
                <a:cs typeface="Arial"/>
              </a:defRPr>
            </a:lvl2pPr>
            <a:lvl3pPr algn="l">
              <a:defRPr sz="553" b="0">
                <a:solidFill>
                  <a:srgbClr val="231F20"/>
                </a:solidFill>
                <a:latin typeface="Arial"/>
                <a:ea typeface="Arial"/>
                <a:cs typeface="Arial"/>
              </a:defRPr>
            </a:lvl3pPr>
            <a:lvl4pPr algn="l">
              <a:defRPr sz="553" b="0">
                <a:solidFill>
                  <a:srgbClr val="231F20"/>
                </a:solidFill>
                <a:latin typeface="Arial"/>
                <a:ea typeface="Arial"/>
                <a:cs typeface="Arial"/>
              </a:defRPr>
            </a:lvl4pPr>
            <a:lvl5pPr algn="l">
              <a:defRPr sz="553" b="0">
                <a:solidFill>
                  <a:srgbClr val="231F20"/>
                </a:solidFill>
                <a:latin typeface="Arial"/>
                <a:ea typeface="Arial"/>
                <a:cs typeface="Arial"/>
              </a:defRPr>
            </a:lvl5pPr>
            <a:lvl6pPr algn="l">
              <a:defRPr sz="553" b="0">
                <a:solidFill>
                  <a:srgbClr val="231F20"/>
                </a:solidFill>
                <a:latin typeface="Arial"/>
                <a:ea typeface="Arial"/>
                <a:cs typeface="Arial"/>
              </a:defRPr>
            </a:lvl6pPr>
            <a:lvl7pPr algn="l">
              <a:defRPr sz="553" b="0">
                <a:solidFill>
                  <a:srgbClr val="231F20"/>
                </a:solidFill>
                <a:latin typeface="Arial"/>
                <a:ea typeface="Arial"/>
                <a:cs typeface="Arial"/>
              </a:defRPr>
            </a:lvl7pPr>
            <a:lvl8pPr algn="l">
              <a:defRPr sz="553" b="0">
                <a:solidFill>
                  <a:srgbClr val="231F20"/>
                </a:solidFill>
                <a:latin typeface="Arial"/>
                <a:ea typeface="Arial"/>
                <a:cs typeface="Arial"/>
              </a:defRPr>
            </a:lvl8pPr>
            <a:lvl9pPr algn="l">
              <a:defRPr sz="553" b="0">
                <a:solidFill>
                  <a:srgbClr val="231F20"/>
                </a:solidFill>
                <a:latin typeface="Arial"/>
                <a:ea typeface="Arial"/>
                <a:cs typeface="Arial"/>
              </a:defRPr>
            </a:lvl9pPr>
          </a:lstStyle>
          <a:p xmlns:a="http://schemas.openxmlformats.org/drawingml/2006/main">
            <a:pPr algn="l">
              <a:defRPr sz="553" b="0">
                <a:solidFill>
                  <a:srgbClr val="231F20"/>
                </a:solidFill>
                <a:latin typeface="Arial"/>
                <a:ea typeface="Arial"/>
                <a:cs typeface="Arial"/>
              </a:defRPr>
            </a:pPr>
            <a:r>
              <a:rPr sz="553" b="0">
                <a:solidFill>
                  <a:srgbClr val="231F20"/>
                </a:solidFill>
                <a:latin typeface="Arial"/>
                <a:ea typeface="Arial"/>
                <a:cs typeface="Arial"/>
              </a:rPr>
              <a:t>0</a:t>
            </a:r>
          </a:p>
        </p:txBody>
      </p:sp>
      <p:sp>
        <p:nvSpPr>
          <p:cNvPr id="318" name="text-912">
            <a:extLst xmlns:a="http://schemas.openxmlformats.org/drawingml/2006/main">
              <a:ext uri="{FF2B5EF4-FFF2-40B4-BE49-F238E27FC236}">
                <a16:creationId xmlns:a16="http://schemas.microsoft.com/office/drawing/2014/main" id="{2773A07F-023F-4ECF-BA6C-C235B1BE8712}"/>
              </a:ext>
            </a:extLst>
          </p:cNvPr>
          <p:cNvSpPr>
            <a:spLocks xmlns:a="http://schemas.openxmlformats.org/drawingml/2006/main" noGrp="1"/>
          </p:cNvSpPr>
          <p:nvPr/>
        </p:nvSpPr>
        <p:spPr>
          <a:xfrm xmlns:a="http://schemas.openxmlformats.org/drawingml/2006/main">
            <a:off x="5342096" y="4630484"/>
            <a:ext cx="82963" cy="893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553" b="0">
                <a:solidFill>
                  <a:srgbClr val="231F20"/>
                </a:solidFill>
                <a:latin typeface="Arial"/>
                <a:ea typeface="Arial"/>
                <a:cs typeface="Arial"/>
              </a:defRPr>
            </a:defPPr>
            <a:lvl1pPr algn="l">
              <a:defRPr sz="553" b="0">
                <a:solidFill>
                  <a:srgbClr val="231F20"/>
                </a:solidFill>
                <a:latin typeface="Arial"/>
                <a:ea typeface="Arial"/>
                <a:cs typeface="Arial"/>
              </a:defRPr>
            </a:lvl1pPr>
            <a:lvl2pPr algn="l">
              <a:defRPr sz="553" b="0">
                <a:solidFill>
                  <a:srgbClr val="231F20"/>
                </a:solidFill>
                <a:latin typeface="Arial"/>
                <a:ea typeface="Arial"/>
                <a:cs typeface="Arial"/>
              </a:defRPr>
            </a:lvl2pPr>
            <a:lvl3pPr algn="l">
              <a:defRPr sz="553" b="0">
                <a:solidFill>
                  <a:srgbClr val="231F20"/>
                </a:solidFill>
                <a:latin typeface="Arial"/>
                <a:ea typeface="Arial"/>
                <a:cs typeface="Arial"/>
              </a:defRPr>
            </a:lvl3pPr>
            <a:lvl4pPr algn="l">
              <a:defRPr sz="553" b="0">
                <a:solidFill>
                  <a:srgbClr val="231F20"/>
                </a:solidFill>
                <a:latin typeface="Arial"/>
                <a:ea typeface="Arial"/>
                <a:cs typeface="Arial"/>
              </a:defRPr>
            </a:lvl4pPr>
            <a:lvl5pPr algn="l">
              <a:defRPr sz="553" b="0">
                <a:solidFill>
                  <a:srgbClr val="231F20"/>
                </a:solidFill>
                <a:latin typeface="Arial"/>
                <a:ea typeface="Arial"/>
                <a:cs typeface="Arial"/>
              </a:defRPr>
            </a:lvl5pPr>
            <a:lvl6pPr algn="l">
              <a:defRPr sz="553" b="0">
                <a:solidFill>
                  <a:srgbClr val="231F20"/>
                </a:solidFill>
                <a:latin typeface="Arial"/>
                <a:ea typeface="Arial"/>
                <a:cs typeface="Arial"/>
              </a:defRPr>
            </a:lvl6pPr>
            <a:lvl7pPr algn="l">
              <a:defRPr sz="553" b="0">
                <a:solidFill>
                  <a:srgbClr val="231F20"/>
                </a:solidFill>
                <a:latin typeface="Arial"/>
                <a:ea typeface="Arial"/>
                <a:cs typeface="Arial"/>
              </a:defRPr>
            </a:lvl7pPr>
            <a:lvl8pPr algn="l">
              <a:defRPr sz="553" b="0">
                <a:solidFill>
                  <a:srgbClr val="231F20"/>
                </a:solidFill>
                <a:latin typeface="Arial"/>
                <a:ea typeface="Arial"/>
                <a:cs typeface="Arial"/>
              </a:defRPr>
            </a:lvl8pPr>
            <a:lvl9pPr algn="l">
              <a:defRPr sz="553" b="0">
                <a:solidFill>
                  <a:srgbClr val="231F20"/>
                </a:solidFill>
                <a:latin typeface="Arial"/>
                <a:ea typeface="Arial"/>
                <a:cs typeface="Arial"/>
              </a:defRPr>
            </a:lvl9pPr>
          </a:lstStyle>
          <a:p xmlns:a="http://schemas.openxmlformats.org/drawingml/2006/main">
            <a:pPr algn="l">
              <a:defRPr sz="553" b="0">
                <a:solidFill>
                  <a:srgbClr val="231F20"/>
                </a:solidFill>
                <a:latin typeface="Arial"/>
                <a:ea typeface="Arial"/>
                <a:cs typeface="Arial"/>
              </a:defRPr>
            </a:pPr>
            <a:r>
              <a:rPr sz="553" b="0">
                <a:solidFill>
                  <a:srgbClr val="231F20"/>
                </a:solidFill>
                <a:latin typeface="Arial"/>
                <a:ea typeface="Arial"/>
                <a:cs typeface="Arial"/>
              </a:rPr>
              <a:t>1</a:t>
            </a:r>
          </a:p>
        </p:txBody>
      </p:sp>
      <p:sp>
        <p:nvSpPr>
          <p:cNvPr id="319" name="wire-913">
            <a:extLst xmlns:a="http://schemas.openxmlformats.org/drawingml/2006/main">
              <a:ext uri="{FF2B5EF4-FFF2-40B4-BE49-F238E27FC236}">
                <a16:creationId xmlns:a16="http://schemas.microsoft.com/office/drawing/2014/main" id="{187630CB-FDAE-426E-A6D9-D941DBDAC8B5}"/>
              </a:ext>
            </a:extLst>
          </p:cNvPr>
          <p:cNvSpPr>
            <a:spLocks xmlns:a="http://schemas.openxmlformats.org/drawingml/2006/main" noGrp="1"/>
          </p:cNvSpPr>
          <p:nvPr/>
        </p:nvSpPr>
        <p:spPr>
          <a:xfrm xmlns:a="http://schemas.openxmlformats.org/drawingml/2006/main">
            <a:off x="4754975" y="4490085"/>
            <a:ext cx="580739" cy="25527"/>
          </a:xfrm>
          <a:custGeom xmlns:a="http://schemas.openxmlformats.org/drawingml/2006/main">
            <a:pathLst>
              <a:path w="580739" h="25527">
                <a:moveTo>
                  <a:pt x="0" y="0"/>
                </a:moveTo>
                <a:lnTo>
                  <a:pt x="580739" y="25527"/>
                </a:lnTo>
              </a:path>
            </a:pathLst>
          </a:custGeom>
          <a:noFill xmlns:a="http://schemas.openxmlformats.org/drawingml/2006/main"/>
          <a:ln xmlns:a="http://schemas.openxmlformats.org/drawingml/2006/main" w="9573">
            <a:solidFill>
              <a:srgbClr val="231F20"/>
            </a:solidFill>
          </a:ln>
        </p:spPr>
      </p:sp>
      <p:sp>
        <p:nvSpPr>
          <p:cNvPr id="320" name="circuit-914">
            <a:extLst xmlns:a="http://schemas.openxmlformats.org/drawingml/2006/main">
              <a:ext uri="{FF2B5EF4-FFF2-40B4-BE49-F238E27FC236}">
                <a16:creationId xmlns:a16="http://schemas.microsoft.com/office/drawing/2014/main" id="{D3C2C8EF-C53A-4D05-9AE4-474D88954CAC}"/>
              </a:ext>
            </a:extLst>
          </p:cNvPr>
          <p:cNvSpPr>
            <a:spLocks xmlns:a="http://schemas.openxmlformats.org/drawingml/2006/main" noGrp="1"/>
          </p:cNvSpPr>
          <p:nvPr/>
        </p:nvSpPr>
        <p:spPr>
          <a:xfrm xmlns:a="http://schemas.openxmlformats.org/drawingml/2006/main">
            <a:off x="5303248" y="4500822"/>
            <a:ext cx="32466" cy="26777"/>
          </a:xfrm>
          <a:custGeom xmlns:a="http://schemas.openxmlformats.org/drawingml/2006/main">
            <a:pathLst>
              <a:path w="32466" h="26777">
                <a:moveTo>
                  <a:pt x="32466" y="14790"/>
                </a:moveTo>
                <a:lnTo>
                  <a:pt x="1177" y="0"/>
                </a:lnTo>
                <a:lnTo>
                  <a:pt x="0" y="26777"/>
                </a:lnTo>
                <a:close/>
              </a:path>
            </a:pathLst>
          </a:custGeom>
          <a:solidFill xmlns:a="http://schemas.openxmlformats.org/drawingml/2006/main">
            <a:srgbClr val="231F20"/>
          </a:solidFill>
          <a:ln xmlns:a="http://schemas.openxmlformats.org/drawingml/2006/main" w="3191">
            <a:solidFill>
              <a:srgbClr val="231F20"/>
            </a:solidFill>
          </a:ln>
        </p:spPr>
      </p:sp>
      <p:sp>
        <p:nvSpPr>
          <p:cNvPr id="321" name="wire-915">
            <a:extLst xmlns:a="http://schemas.openxmlformats.org/drawingml/2006/main">
              <a:ext uri="{FF2B5EF4-FFF2-40B4-BE49-F238E27FC236}">
                <a16:creationId xmlns:a16="http://schemas.microsoft.com/office/drawing/2014/main" id="{F1A93242-171A-44E1-8BD6-58F65EF67BFA}"/>
              </a:ext>
            </a:extLst>
          </p:cNvPr>
          <p:cNvSpPr>
            <a:spLocks xmlns:a="http://schemas.openxmlformats.org/drawingml/2006/main" noGrp="1"/>
          </p:cNvSpPr>
          <p:nvPr/>
        </p:nvSpPr>
        <p:spPr>
          <a:xfrm xmlns:a="http://schemas.openxmlformats.org/drawingml/2006/main">
            <a:off x="4984718" y="4668774"/>
            <a:ext cx="9525" cy="172307"/>
          </a:xfrm>
          <a:custGeom xmlns:a="http://schemas.openxmlformats.org/drawingml/2006/main">
            <a:pathLst>
              <a:path w="9525" h="172307">
                <a:moveTo>
                  <a:pt x="0" y="172307"/>
                </a:moveTo>
                <a:lnTo>
                  <a:pt x="0" y="0"/>
                </a:lnTo>
              </a:path>
            </a:pathLst>
          </a:custGeom>
          <a:noFill xmlns:a="http://schemas.openxmlformats.org/drawingml/2006/main"/>
          <a:ln xmlns:a="http://schemas.openxmlformats.org/drawingml/2006/main" w="9573">
            <a:solidFill>
              <a:srgbClr val="231F20"/>
            </a:solidFill>
          </a:ln>
        </p:spPr>
      </p:sp>
      <p:sp>
        <p:nvSpPr>
          <p:cNvPr id="322" name="wire-916">
            <a:extLst xmlns:a="http://schemas.openxmlformats.org/drawingml/2006/main">
              <a:ext uri="{FF2B5EF4-FFF2-40B4-BE49-F238E27FC236}">
                <a16:creationId xmlns:a16="http://schemas.microsoft.com/office/drawing/2014/main" id="{B7438C53-865C-4F98-9897-AA6620E7FB5A}"/>
              </a:ext>
            </a:extLst>
          </p:cNvPr>
          <p:cNvSpPr>
            <a:spLocks xmlns:a="http://schemas.openxmlformats.org/drawingml/2006/main" noGrp="1"/>
          </p:cNvSpPr>
          <p:nvPr/>
        </p:nvSpPr>
        <p:spPr>
          <a:xfrm xmlns:a="http://schemas.openxmlformats.org/drawingml/2006/main">
            <a:off x="4984718" y="4668774"/>
            <a:ext cx="350996" cy="9525"/>
          </a:xfrm>
          <a:custGeom xmlns:a="http://schemas.openxmlformats.org/drawingml/2006/main">
            <a:pathLst>
              <a:path w="350996" h="9525">
                <a:moveTo>
                  <a:pt x="0" y="0"/>
                </a:moveTo>
                <a:lnTo>
                  <a:pt x="350996" y="0"/>
                </a:lnTo>
              </a:path>
            </a:pathLst>
          </a:custGeom>
          <a:noFill xmlns:a="http://schemas.openxmlformats.org/drawingml/2006/main"/>
          <a:ln xmlns:a="http://schemas.openxmlformats.org/drawingml/2006/main" w="9573">
            <a:solidFill>
              <a:srgbClr val="231F20"/>
            </a:solidFill>
          </a:ln>
        </p:spPr>
      </p:sp>
      <p:sp>
        <p:nvSpPr>
          <p:cNvPr id="323" name="circuit-917">
            <a:extLst xmlns:a="http://schemas.openxmlformats.org/drawingml/2006/main">
              <a:ext uri="{FF2B5EF4-FFF2-40B4-BE49-F238E27FC236}">
                <a16:creationId xmlns:a16="http://schemas.microsoft.com/office/drawing/2014/main" id="{01EA3329-53E9-4405-9B1E-275BC6F2136B}"/>
              </a:ext>
            </a:extLst>
          </p:cNvPr>
          <p:cNvSpPr>
            <a:spLocks xmlns:a="http://schemas.openxmlformats.org/drawingml/2006/main" noGrp="1"/>
          </p:cNvSpPr>
          <p:nvPr/>
        </p:nvSpPr>
        <p:spPr>
          <a:xfrm xmlns:a="http://schemas.openxmlformats.org/drawingml/2006/main">
            <a:off x="5303806" y="4655372"/>
            <a:ext cx="31909" cy="26803"/>
          </a:xfrm>
          <a:custGeom xmlns:a="http://schemas.openxmlformats.org/drawingml/2006/main">
            <a:pathLst>
              <a:path w="31909" h="26803">
                <a:moveTo>
                  <a:pt x="31909" y="13402"/>
                </a:moveTo>
                <a:lnTo>
                  <a:pt x="0" y="0"/>
                </a:lnTo>
                <a:lnTo>
                  <a:pt x="0" y="26803"/>
                </a:lnTo>
                <a:close/>
              </a:path>
            </a:pathLst>
          </a:custGeom>
          <a:solidFill xmlns:a="http://schemas.openxmlformats.org/drawingml/2006/main">
            <a:srgbClr val="231F20"/>
          </a:solidFill>
          <a:ln xmlns:a="http://schemas.openxmlformats.org/drawingml/2006/main" w="3191">
            <a:solidFill>
              <a:srgbClr val="231F20"/>
            </a:solidFill>
          </a:ln>
        </p:spPr>
      </p:sp>
      <p:sp>
        <p:nvSpPr>
          <p:cNvPr id="324" name="block-918">
            <a:extLst xmlns:a="http://schemas.openxmlformats.org/drawingml/2006/main">
              <a:ext uri="{FF2B5EF4-FFF2-40B4-BE49-F238E27FC236}">
                <a16:creationId xmlns:a16="http://schemas.microsoft.com/office/drawing/2014/main" id="{EECED785-134B-4083-B1DA-C8B3D1ADE2BD}"/>
              </a:ext>
            </a:extLst>
          </p:cNvPr>
          <p:cNvSpPr>
            <a:spLocks xmlns:a="http://schemas.openxmlformats.org/drawingml/2006/main" noGrp="1"/>
          </p:cNvSpPr>
          <p:nvPr/>
        </p:nvSpPr>
        <p:spPr>
          <a:xfrm xmlns:a="http://schemas.openxmlformats.org/drawingml/2006/main">
            <a:off x="5571839" y="4483703"/>
            <a:ext cx="76581" cy="229743"/>
          </a:xfrm>
          <a:prstGeom xmlns:a="http://schemas.openxmlformats.org/drawingml/2006/main" prst="rect">
            <a:avLst/>
          </a:prstGeom>
          <a:solidFill xmlns:a="http://schemas.openxmlformats.org/drawingml/2006/main">
            <a:srgbClr val="FFFFFF"/>
          </a:solidFill>
          <a:ln xmlns:a="http://schemas.openxmlformats.org/drawingml/2006/main" w="9573">
            <a:solidFill>
              <a:srgbClr val="231F20"/>
            </a:solidFill>
          </a:ln>
        </p:spPr>
      </p:sp>
      <p:sp>
        <p:nvSpPr>
          <p:cNvPr id="325" name="circuit-919">
            <a:extLst xmlns:a="http://schemas.openxmlformats.org/drawingml/2006/main">
              <a:ext uri="{FF2B5EF4-FFF2-40B4-BE49-F238E27FC236}">
                <a16:creationId xmlns:a16="http://schemas.microsoft.com/office/drawing/2014/main" id="{7FB0015C-6296-44A8-952F-34C761D6E841}"/>
              </a:ext>
            </a:extLst>
          </p:cNvPr>
          <p:cNvSpPr>
            <a:spLocks xmlns:a="http://schemas.openxmlformats.org/drawingml/2006/main" noGrp="1"/>
          </p:cNvSpPr>
          <p:nvPr/>
        </p:nvSpPr>
        <p:spPr>
          <a:xfrm xmlns:a="http://schemas.openxmlformats.org/drawingml/2006/main">
            <a:off x="5584603" y="4483703"/>
            <a:ext cx="51054" cy="31909"/>
          </a:xfrm>
          <a:custGeom xmlns:a="http://schemas.openxmlformats.org/drawingml/2006/main">
            <a:pathLst>
              <a:path w="51054" h="31909">
                <a:moveTo>
                  <a:pt x="0" y="0"/>
                </a:moveTo>
                <a:lnTo>
                  <a:pt x="25527" y="31909"/>
                </a:lnTo>
                <a:lnTo>
                  <a:pt x="51054" y="0"/>
                </a:lnTo>
                <a:close/>
              </a:path>
            </a:pathLst>
          </a:custGeom>
          <a:noFill xmlns:a="http://schemas.openxmlformats.org/drawingml/2006/main"/>
          <a:ln xmlns:a="http://schemas.openxmlformats.org/drawingml/2006/main" w="9573">
            <a:solidFill>
              <a:srgbClr val="231F20"/>
            </a:solidFill>
          </a:ln>
        </p:spPr>
      </p:sp>
      <p:sp>
        <p:nvSpPr>
          <p:cNvPr id="326" name="wire-920">
            <a:extLst xmlns:a="http://schemas.openxmlformats.org/drawingml/2006/main">
              <a:ext uri="{FF2B5EF4-FFF2-40B4-BE49-F238E27FC236}">
                <a16:creationId xmlns:a16="http://schemas.microsoft.com/office/drawing/2014/main" id="{783230DF-850D-4144-B829-B16FB45D1DD7}"/>
              </a:ext>
            </a:extLst>
          </p:cNvPr>
          <p:cNvSpPr>
            <a:spLocks xmlns:a="http://schemas.openxmlformats.org/drawingml/2006/main" noGrp="1"/>
          </p:cNvSpPr>
          <p:nvPr/>
        </p:nvSpPr>
        <p:spPr>
          <a:xfrm xmlns:a="http://schemas.openxmlformats.org/drawingml/2006/main">
            <a:off x="5610130" y="4445413"/>
            <a:ext cx="9525" cy="38290"/>
          </a:xfrm>
          <a:custGeom xmlns:a="http://schemas.openxmlformats.org/drawingml/2006/main">
            <a:pathLst>
              <a:path w="9525" h="38290">
                <a:moveTo>
                  <a:pt x="0" y="0"/>
                </a:moveTo>
                <a:lnTo>
                  <a:pt x="0" y="38290"/>
                </a:lnTo>
              </a:path>
            </a:pathLst>
          </a:custGeom>
          <a:noFill xmlns:a="http://schemas.openxmlformats.org/drawingml/2006/main"/>
          <a:ln xmlns:a="http://schemas.openxmlformats.org/drawingml/2006/main" w="5105">
            <a:solidFill>
              <a:srgbClr val="231F20"/>
            </a:solidFill>
          </a:ln>
        </p:spPr>
      </p:sp>
      <p:sp>
        <p:nvSpPr>
          <p:cNvPr id="327" name="wire-921">
            <a:extLst xmlns:a="http://schemas.openxmlformats.org/drawingml/2006/main">
              <a:ext uri="{FF2B5EF4-FFF2-40B4-BE49-F238E27FC236}">
                <a16:creationId xmlns:a16="http://schemas.microsoft.com/office/drawing/2014/main" id="{46B44941-C046-4EA0-8E15-F6444224669A}"/>
              </a:ext>
            </a:extLst>
          </p:cNvPr>
          <p:cNvSpPr>
            <a:spLocks xmlns:a="http://schemas.openxmlformats.org/drawingml/2006/main" noGrp="1"/>
          </p:cNvSpPr>
          <p:nvPr/>
        </p:nvSpPr>
        <p:spPr>
          <a:xfrm xmlns:a="http://schemas.openxmlformats.org/drawingml/2006/main">
            <a:off x="5444204" y="4598575"/>
            <a:ext cx="127635" cy="9525"/>
          </a:xfrm>
          <a:custGeom xmlns:a="http://schemas.openxmlformats.org/drawingml/2006/main">
            <a:pathLst>
              <a:path w="127635" h="9525">
                <a:moveTo>
                  <a:pt x="0" y="0"/>
                </a:moveTo>
                <a:lnTo>
                  <a:pt x="127635" y="0"/>
                </a:lnTo>
              </a:path>
            </a:pathLst>
          </a:custGeom>
          <a:noFill xmlns:a="http://schemas.openxmlformats.org/drawingml/2006/main"/>
          <a:ln xmlns:a="http://schemas.openxmlformats.org/drawingml/2006/main" w="10211">
            <a:solidFill>
              <a:srgbClr val="231F20"/>
            </a:solidFill>
          </a:ln>
        </p:spPr>
      </p:sp>
      <p:sp>
        <p:nvSpPr>
          <p:cNvPr id="328" name="wire-922">
            <a:extLst xmlns:a="http://schemas.openxmlformats.org/drawingml/2006/main">
              <a:ext uri="{FF2B5EF4-FFF2-40B4-BE49-F238E27FC236}">
                <a16:creationId xmlns:a16="http://schemas.microsoft.com/office/drawing/2014/main" id="{27F13523-C285-4C9D-B010-0B585F923FB3}"/>
              </a:ext>
            </a:extLst>
          </p:cNvPr>
          <p:cNvSpPr>
            <a:spLocks xmlns:a="http://schemas.openxmlformats.org/drawingml/2006/main" noGrp="1"/>
          </p:cNvSpPr>
          <p:nvPr/>
        </p:nvSpPr>
        <p:spPr>
          <a:xfrm xmlns:a="http://schemas.openxmlformats.org/drawingml/2006/main">
            <a:off x="5648420" y="4598575"/>
            <a:ext cx="82963" cy="9525"/>
          </a:xfrm>
          <a:custGeom xmlns:a="http://schemas.openxmlformats.org/drawingml/2006/main">
            <a:pathLst>
              <a:path w="82963" h="9525">
                <a:moveTo>
                  <a:pt x="0" y="0"/>
                </a:moveTo>
                <a:lnTo>
                  <a:pt x="82963" y="0"/>
                </a:lnTo>
              </a:path>
            </a:pathLst>
          </a:custGeom>
          <a:noFill xmlns:a="http://schemas.openxmlformats.org/drawingml/2006/main"/>
          <a:ln xmlns:a="http://schemas.openxmlformats.org/drawingml/2006/main" w="10211">
            <a:solidFill>
              <a:srgbClr val="231F20"/>
            </a:solidFill>
          </a:ln>
        </p:spPr>
      </p:sp>
      <p:sp>
        <p:nvSpPr>
          <p:cNvPr id="329" name="circuit-923">
            <a:extLst xmlns:a="http://schemas.openxmlformats.org/drawingml/2006/main">
              <a:ext uri="{FF2B5EF4-FFF2-40B4-BE49-F238E27FC236}">
                <a16:creationId xmlns:a16="http://schemas.microsoft.com/office/drawing/2014/main" id="{9094E0CF-AA3E-40FE-865E-BE36A477F274}"/>
              </a:ext>
            </a:extLst>
          </p:cNvPr>
          <p:cNvSpPr>
            <a:spLocks xmlns:a="http://schemas.openxmlformats.org/drawingml/2006/main" noGrp="1"/>
          </p:cNvSpPr>
          <p:nvPr/>
        </p:nvSpPr>
        <p:spPr>
          <a:xfrm xmlns:a="http://schemas.openxmlformats.org/drawingml/2006/main">
            <a:off x="5699474" y="4585173"/>
            <a:ext cx="31909" cy="26803"/>
          </a:xfrm>
          <a:custGeom xmlns:a="http://schemas.openxmlformats.org/drawingml/2006/main">
            <a:pathLst>
              <a:path w="31909" h="26803">
                <a:moveTo>
                  <a:pt x="31909" y="13402"/>
                </a:moveTo>
                <a:lnTo>
                  <a:pt x="0" y="0"/>
                </a:lnTo>
                <a:lnTo>
                  <a:pt x="0" y="26803"/>
                </a:lnTo>
                <a:close/>
              </a:path>
            </a:pathLst>
          </a:custGeom>
          <a:solidFill xmlns:a="http://schemas.openxmlformats.org/drawingml/2006/main">
            <a:srgbClr val="231F20"/>
          </a:solidFill>
          <a:ln xmlns:a="http://schemas.openxmlformats.org/drawingml/2006/main" w="3191">
            <a:solidFill>
              <a:srgbClr val="231F20"/>
            </a:solidFill>
          </a:ln>
        </p:spPr>
      </p:sp>
      <p:sp>
        <p:nvSpPr>
          <p:cNvPr id="330" name="text-924">
            <a:extLst xmlns:a="http://schemas.openxmlformats.org/drawingml/2006/main">
              <a:ext uri="{FF2B5EF4-FFF2-40B4-BE49-F238E27FC236}">
                <a16:creationId xmlns:a16="http://schemas.microsoft.com/office/drawing/2014/main" id="{A66ABF33-7FF1-4CEE-AD08-64ADC864FB8F}"/>
              </a:ext>
            </a:extLst>
          </p:cNvPr>
          <p:cNvSpPr>
            <a:spLocks xmlns:a="http://schemas.openxmlformats.org/drawingml/2006/main" noGrp="1"/>
          </p:cNvSpPr>
          <p:nvPr/>
        </p:nvSpPr>
        <p:spPr>
          <a:xfrm xmlns:a="http://schemas.openxmlformats.org/drawingml/2006/main">
            <a:off x="5086826" y="4732592"/>
            <a:ext cx="708374" cy="1212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553" b="0">
                <a:solidFill>
                  <a:srgbClr val="231F20"/>
                </a:solidFill>
                <a:latin typeface="Arial"/>
                <a:ea typeface="Arial"/>
                <a:cs typeface="Arial"/>
              </a:defRPr>
            </a:defPPr>
            <a:lvl1pPr algn="l">
              <a:defRPr sz="553" b="0">
                <a:solidFill>
                  <a:srgbClr val="231F20"/>
                </a:solidFill>
                <a:latin typeface="Arial"/>
                <a:ea typeface="Arial"/>
                <a:cs typeface="Arial"/>
              </a:defRPr>
            </a:lvl1pPr>
            <a:lvl2pPr algn="l">
              <a:defRPr sz="553" b="0">
                <a:solidFill>
                  <a:srgbClr val="231F20"/>
                </a:solidFill>
                <a:latin typeface="Arial"/>
                <a:ea typeface="Arial"/>
                <a:cs typeface="Arial"/>
              </a:defRPr>
            </a:lvl2pPr>
            <a:lvl3pPr algn="l">
              <a:defRPr sz="553" b="0">
                <a:solidFill>
                  <a:srgbClr val="231F20"/>
                </a:solidFill>
                <a:latin typeface="Arial"/>
                <a:ea typeface="Arial"/>
                <a:cs typeface="Arial"/>
              </a:defRPr>
            </a:lvl3pPr>
            <a:lvl4pPr algn="l">
              <a:defRPr sz="553" b="0">
                <a:solidFill>
                  <a:srgbClr val="231F20"/>
                </a:solidFill>
                <a:latin typeface="Arial"/>
                <a:ea typeface="Arial"/>
                <a:cs typeface="Arial"/>
              </a:defRPr>
            </a:lvl4pPr>
            <a:lvl5pPr algn="l">
              <a:defRPr sz="553" b="0">
                <a:solidFill>
                  <a:srgbClr val="231F20"/>
                </a:solidFill>
                <a:latin typeface="Arial"/>
                <a:ea typeface="Arial"/>
                <a:cs typeface="Arial"/>
              </a:defRPr>
            </a:lvl5pPr>
            <a:lvl6pPr algn="l">
              <a:defRPr sz="553" b="0">
                <a:solidFill>
                  <a:srgbClr val="231F20"/>
                </a:solidFill>
                <a:latin typeface="Arial"/>
                <a:ea typeface="Arial"/>
                <a:cs typeface="Arial"/>
              </a:defRPr>
            </a:lvl6pPr>
            <a:lvl7pPr algn="l">
              <a:defRPr sz="553" b="0">
                <a:solidFill>
                  <a:srgbClr val="231F20"/>
                </a:solidFill>
                <a:latin typeface="Arial"/>
                <a:ea typeface="Arial"/>
                <a:cs typeface="Arial"/>
              </a:defRPr>
            </a:lvl7pPr>
            <a:lvl8pPr algn="l">
              <a:defRPr sz="553" b="0">
                <a:solidFill>
                  <a:srgbClr val="231F20"/>
                </a:solidFill>
                <a:latin typeface="Arial"/>
                <a:ea typeface="Arial"/>
                <a:cs typeface="Arial"/>
              </a:defRPr>
            </a:lvl8pPr>
            <a:lvl9pPr algn="l">
              <a:defRPr sz="553" b="0">
                <a:solidFill>
                  <a:srgbClr val="231F20"/>
                </a:solidFill>
                <a:latin typeface="Arial"/>
                <a:ea typeface="Arial"/>
                <a:cs typeface="Arial"/>
              </a:defRPr>
            </a:lvl9pPr>
          </a:lstStyle>
          <a:p xmlns:a="http://schemas.openxmlformats.org/drawingml/2006/main">
            <a:pPr algn="l">
              <a:defRPr sz="553" b="0">
                <a:solidFill>
                  <a:srgbClr val="231F20"/>
                </a:solidFill>
                <a:latin typeface="Arial"/>
                <a:ea typeface="Arial"/>
                <a:cs typeface="Arial"/>
              </a:defRPr>
            </a:pPr>
            <a:r>
              <a:rPr sz="553" b="0">
                <a:solidFill>
                  <a:srgbClr val="231F20"/>
                </a:solidFill>
                <a:latin typeface="Arial"/>
                <a:ea typeface="Arial"/>
                <a:cs typeface="Arial"/>
              </a:rPr>
              <a:t>ReadDataW</a:t>
            </a:r>
          </a:p>
        </p:txBody>
      </p:sp>
      <p:sp>
        <p:nvSpPr>
          <p:cNvPr id="331" name="wire-925">
            <a:extLst xmlns:a="http://schemas.openxmlformats.org/drawingml/2006/main">
              <a:ext uri="{FF2B5EF4-FFF2-40B4-BE49-F238E27FC236}">
                <a16:creationId xmlns:a16="http://schemas.microsoft.com/office/drawing/2014/main" id="{11318706-DB69-469F-8414-D288B480D011}"/>
              </a:ext>
            </a:extLst>
          </p:cNvPr>
          <p:cNvSpPr>
            <a:spLocks xmlns:a="http://schemas.openxmlformats.org/drawingml/2006/main" noGrp="1"/>
          </p:cNvSpPr>
          <p:nvPr/>
        </p:nvSpPr>
        <p:spPr>
          <a:xfrm xmlns:a="http://schemas.openxmlformats.org/drawingml/2006/main">
            <a:off x="5246370" y="4968716"/>
            <a:ext cx="268034" cy="9525"/>
          </a:xfrm>
          <a:custGeom xmlns:a="http://schemas.openxmlformats.org/drawingml/2006/main">
            <a:pathLst>
              <a:path w="268034" h="9525">
                <a:moveTo>
                  <a:pt x="0" y="0"/>
                </a:moveTo>
                <a:lnTo>
                  <a:pt x="268034" y="0"/>
                </a:lnTo>
              </a:path>
            </a:pathLst>
          </a:custGeom>
          <a:noFill xmlns:a="http://schemas.openxmlformats.org/drawingml/2006/main"/>
          <a:ln xmlns:a="http://schemas.openxmlformats.org/drawingml/2006/main" w="13402">
            <a:solidFill>
              <a:srgbClr val="1572C3"/>
            </a:solidFill>
          </a:ln>
        </p:spPr>
      </p:sp>
      <p:sp>
        <p:nvSpPr>
          <p:cNvPr id="332" name="wire-926">
            <a:extLst xmlns:a="http://schemas.openxmlformats.org/drawingml/2006/main">
              <a:ext uri="{FF2B5EF4-FFF2-40B4-BE49-F238E27FC236}">
                <a16:creationId xmlns:a16="http://schemas.microsoft.com/office/drawing/2014/main" id="{E0190316-2017-48C7-BE80-51316F967535}"/>
              </a:ext>
            </a:extLst>
          </p:cNvPr>
          <p:cNvSpPr>
            <a:spLocks xmlns:a="http://schemas.openxmlformats.org/drawingml/2006/main" noGrp="1"/>
          </p:cNvSpPr>
          <p:nvPr/>
        </p:nvSpPr>
        <p:spPr>
          <a:xfrm xmlns:a="http://schemas.openxmlformats.org/drawingml/2006/main">
            <a:off x="5514404" y="3577495"/>
            <a:ext cx="9525" cy="1391222"/>
          </a:xfrm>
          <a:custGeom xmlns:a="http://schemas.openxmlformats.org/drawingml/2006/main">
            <a:pathLst>
              <a:path w="9525" h="1391222">
                <a:moveTo>
                  <a:pt x="0" y="1391222"/>
                </a:moveTo>
                <a:lnTo>
                  <a:pt x="0" y="0"/>
                </a:lnTo>
              </a:path>
            </a:pathLst>
          </a:custGeom>
          <a:noFill xmlns:a="http://schemas.openxmlformats.org/drawingml/2006/main"/>
          <a:ln xmlns:a="http://schemas.openxmlformats.org/drawingml/2006/main" w="13402">
            <a:solidFill>
              <a:srgbClr val="1572C3"/>
            </a:solidFill>
          </a:ln>
        </p:spPr>
      </p:sp>
      <p:sp>
        <p:nvSpPr>
          <p:cNvPr id="333" name="wire-927">
            <a:extLst xmlns:a="http://schemas.openxmlformats.org/drawingml/2006/main">
              <a:ext uri="{FF2B5EF4-FFF2-40B4-BE49-F238E27FC236}">
                <a16:creationId xmlns:a16="http://schemas.microsoft.com/office/drawing/2014/main" id="{AEDF5342-3870-45E8-8671-6D586A9BF595}"/>
              </a:ext>
            </a:extLst>
          </p:cNvPr>
          <p:cNvSpPr>
            <a:spLocks xmlns:a="http://schemas.openxmlformats.org/drawingml/2006/main" noGrp="1"/>
          </p:cNvSpPr>
          <p:nvPr/>
        </p:nvSpPr>
        <p:spPr>
          <a:xfrm xmlns:a="http://schemas.openxmlformats.org/drawingml/2006/main">
            <a:off x="5514404" y="3577495"/>
            <a:ext cx="95726" cy="9525"/>
          </a:xfrm>
          <a:custGeom xmlns:a="http://schemas.openxmlformats.org/drawingml/2006/main">
            <a:pathLst>
              <a:path w="95726" h="9525">
                <a:moveTo>
                  <a:pt x="0" y="0"/>
                </a:moveTo>
                <a:lnTo>
                  <a:pt x="95726" y="0"/>
                </a:lnTo>
              </a:path>
            </a:pathLst>
          </a:custGeom>
          <a:noFill xmlns:a="http://schemas.openxmlformats.org/drawingml/2006/main"/>
          <a:ln xmlns:a="http://schemas.openxmlformats.org/drawingml/2006/main" w="13402">
            <a:solidFill>
              <a:srgbClr val="1572C3"/>
            </a:solidFill>
          </a:ln>
        </p:spPr>
      </p:sp>
      <p:sp>
        <p:nvSpPr>
          <p:cNvPr id="334" name="circuit-928">
            <a:extLst xmlns:a="http://schemas.openxmlformats.org/drawingml/2006/main">
              <a:ext uri="{FF2B5EF4-FFF2-40B4-BE49-F238E27FC236}">
                <a16:creationId xmlns:a16="http://schemas.microsoft.com/office/drawing/2014/main" id="{A5AB3FB7-AE07-4B8B-AAF4-7A0033CCFF7D}"/>
              </a:ext>
            </a:extLst>
          </p:cNvPr>
          <p:cNvSpPr>
            <a:spLocks xmlns:a="http://schemas.openxmlformats.org/drawingml/2006/main" noGrp="1"/>
          </p:cNvSpPr>
          <p:nvPr/>
        </p:nvSpPr>
        <p:spPr>
          <a:xfrm xmlns:a="http://schemas.openxmlformats.org/drawingml/2006/main">
            <a:off x="5578221" y="3564093"/>
            <a:ext cx="31909" cy="26803"/>
          </a:xfrm>
          <a:custGeom xmlns:a="http://schemas.openxmlformats.org/drawingml/2006/main">
            <a:pathLst>
              <a:path w="31909" h="26803">
                <a:moveTo>
                  <a:pt x="31909" y="13402"/>
                </a:moveTo>
                <a:lnTo>
                  <a:pt x="0" y="0"/>
                </a:lnTo>
                <a:lnTo>
                  <a:pt x="0" y="26803"/>
                </a:lnTo>
                <a:close/>
              </a:path>
            </a:pathLst>
          </a:custGeom>
          <a:solidFill xmlns:a="http://schemas.openxmlformats.org/drawingml/2006/main">
            <a:srgbClr val="1572C3"/>
          </a:solidFill>
          <a:ln xmlns:a="http://schemas.openxmlformats.org/drawingml/2006/main" w="3191">
            <a:solidFill>
              <a:srgbClr val="1572C3"/>
            </a:solidFill>
          </a:ln>
        </p:spPr>
      </p:sp>
      <p:sp>
        <p:nvSpPr>
          <p:cNvPr id="335" name="wire-929">
            <a:extLst xmlns:a="http://schemas.openxmlformats.org/drawingml/2006/main">
              <a:ext uri="{FF2B5EF4-FFF2-40B4-BE49-F238E27FC236}">
                <a16:creationId xmlns:a16="http://schemas.microsoft.com/office/drawing/2014/main" id="{66E55992-DF08-4D4D-BA7A-370629F212F5}"/>
              </a:ext>
            </a:extLst>
          </p:cNvPr>
          <p:cNvSpPr>
            <a:spLocks xmlns:a="http://schemas.openxmlformats.org/drawingml/2006/main" noGrp="1"/>
          </p:cNvSpPr>
          <p:nvPr/>
        </p:nvSpPr>
        <p:spPr>
          <a:xfrm xmlns:a="http://schemas.openxmlformats.org/drawingml/2006/main">
            <a:off x="5246370" y="4968716"/>
            <a:ext cx="268034" cy="9525"/>
          </a:xfrm>
          <a:custGeom xmlns:a="http://schemas.openxmlformats.org/drawingml/2006/main">
            <a:pathLst>
              <a:path w="268034" h="9525">
                <a:moveTo>
                  <a:pt x="268034" y="0"/>
                </a:moveTo>
                <a:lnTo>
                  <a:pt x="0" y="0"/>
                </a:lnTo>
              </a:path>
            </a:pathLst>
          </a:custGeom>
          <a:noFill xmlns:a="http://schemas.openxmlformats.org/drawingml/2006/main"/>
          <a:ln xmlns:a="http://schemas.openxmlformats.org/drawingml/2006/main" w="13402">
            <a:solidFill>
              <a:srgbClr val="1572C3"/>
            </a:solidFill>
          </a:ln>
        </p:spPr>
      </p:sp>
      <p:sp>
        <p:nvSpPr>
          <p:cNvPr id="336" name="circuit-930">
            <a:extLst xmlns:a="http://schemas.openxmlformats.org/drawingml/2006/main">
              <a:ext uri="{FF2B5EF4-FFF2-40B4-BE49-F238E27FC236}">
                <a16:creationId xmlns:a16="http://schemas.microsoft.com/office/drawing/2014/main" id="{5C0B9F2E-5180-413A-8CE3-3087B27D924A}"/>
              </a:ext>
            </a:extLst>
          </p:cNvPr>
          <p:cNvSpPr>
            <a:spLocks xmlns:a="http://schemas.openxmlformats.org/drawingml/2006/main" noGrp="1"/>
          </p:cNvSpPr>
          <p:nvPr/>
        </p:nvSpPr>
        <p:spPr>
          <a:xfrm xmlns:a="http://schemas.openxmlformats.org/drawingml/2006/main">
            <a:off x="5246370" y="4955315"/>
            <a:ext cx="31909" cy="26803"/>
          </a:xfrm>
          <a:custGeom xmlns:a="http://schemas.openxmlformats.org/drawingml/2006/main">
            <a:pathLst>
              <a:path w="31909" h="26803">
                <a:moveTo>
                  <a:pt x="0" y="13402"/>
                </a:moveTo>
                <a:lnTo>
                  <a:pt x="31909" y="26803"/>
                </a:lnTo>
                <a:lnTo>
                  <a:pt x="31909" y="0"/>
                </a:lnTo>
                <a:close/>
              </a:path>
            </a:pathLst>
          </a:custGeom>
          <a:solidFill xmlns:a="http://schemas.openxmlformats.org/drawingml/2006/main">
            <a:srgbClr val="1572C3"/>
          </a:solidFill>
          <a:ln xmlns:a="http://schemas.openxmlformats.org/drawingml/2006/main" w="3191">
            <a:solidFill>
              <a:srgbClr val="1572C3"/>
            </a:solidFill>
          </a:ln>
        </p:spPr>
      </p:sp>
      <p:sp>
        <p:nvSpPr>
          <p:cNvPr id="337" name="circuit-931">
            <a:extLst xmlns:a="http://schemas.openxmlformats.org/drawingml/2006/main">
              <a:ext uri="{FF2B5EF4-FFF2-40B4-BE49-F238E27FC236}">
                <a16:creationId xmlns:a16="http://schemas.microsoft.com/office/drawing/2014/main" id="{325A2202-A92C-49B0-8E31-7E2C7821A539}"/>
              </a:ext>
            </a:extLst>
          </p:cNvPr>
          <p:cNvSpPr>
            <a:spLocks xmlns:a="http://schemas.openxmlformats.org/drawingml/2006/main" noGrp="1"/>
          </p:cNvSpPr>
          <p:nvPr/>
        </p:nvSpPr>
        <p:spPr>
          <a:xfrm xmlns:a="http://schemas.openxmlformats.org/drawingml/2006/main">
            <a:off x="5731383" y="4036981"/>
            <a:ext cx="108490" cy="657320"/>
          </a:xfrm>
          <a:custGeom xmlns:a="http://schemas.openxmlformats.org/drawingml/2006/main">
            <a:pathLst>
              <a:path w="108490" h="657320">
                <a:moveTo>
                  <a:pt x="0" y="0"/>
                </a:moveTo>
                <a:lnTo>
                  <a:pt x="108490" y="38290"/>
                </a:lnTo>
                <a:lnTo>
                  <a:pt x="108490" y="619030"/>
                </a:lnTo>
                <a:lnTo>
                  <a:pt x="0" y="657320"/>
                </a:lnTo>
                <a:close/>
              </a:path>
            </a:pathLst>
          </a:custGeom>
          <a:solidFill xmlns:a="http://schemas.openxmlformats.org/drawingml/2006/main">
            <a:srgbClr val="FFFFFF"/>
          </a:solidFill>
          <a:ln xmlns:a="http://schemas.openxmlformats.org/drawingml/2006/main" w="9573">
            <a:solidFill>
              <a:srgbClr val="231F20"/>
            </a:solidFill>
          </a:ln>
        </p:spPr>
      </p:sp>
      <p:sp>
        <p:nvSpPr>
          <p:cNvPr id="338" name="text-932">
            <a:extLst xmlns:a="http://schemas.openxmlformats.org/drawingml/2006/main">
              <a:ext uri="{FF2B5EF4-FFF2-40B4-BE49-F238E27FC236}">
                <a16:creationId xmlns:a16="http://schemas.microsoft.com/office/drawing/2014/main" id="{060A830B-3224-4691-A6F6-9AA1589813CB}"/>
              </a:ext>
            </a:extLst>
          </p:cNvPr>
          <p:cNvSpPr>
            <a:spLocks xmlns:a="http://schemas.openxmlformats.org/drawingml/2006/main" noGrp="1"/>
          </p:cNvSpPr>
          <p:nvPr/>
        </p:nvSpPr>
        <p:spPr>
          <a:xfrm xmlns:a="http://schemas.openxmlformats.org/drawingml/2006/main">
            <a:off x="5737765" y="4056126"/>
            <a:ext cx="82963" cy="893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553" b="0">
                <a:solidFill>
                  <a:srgbClr val="231F20"/>
                </a:solidFill>
                <a:latin typeface="Arial"/>
                <a:ea typeface="Arial"/>
                <a:cs typeface="Arial"/>
              </a:defRPr>
            </a:defPPr>
            <a:lvl1pPr algn="l">
              <a:defRPr sz="553" b="0">
                <a:solidFill>
                  <a:srgbClr val="231F20"/>
                </a:solidFill>
                <a:latin typeface="Arial"/>
                <a:ea typeface="Arial"/>
                <a:cs typeface="Arial"/>
              </a:defRPr>
            </a:lvl1pPr>
            <a:lvl2pPr algn="l">
              <a:defRPr sz="553" b="0">
                <a:solidFill>
                  <a:srgbClr val="231F20"/>
                </a:solidFill>
                <a:latin typeface="Arial"/>
                <a:ea typeface="Arial"/>
                <a:cs typeface="Arial"/>
              </a:defRPr>
            </a:lvl2pPr>
            <a:lvl3pPr algn="l">
              <a:defRPr sz="553" b="0">
                <a:solidFill>
                  <a:srgbClr val="231F20"/>
                </a:solidFill>
                <a:latin typeface="Arial"/>
                <a:ea typeface="Arial"/>
                <a:cs typeface="Arial"/>
              </a:defRPr>
            </a:lvl3pPr>
            <a:lvl4pPr algn="l">
              <a:defRPr sz="553" b="0">
                <a:solidFill>
                  <a:srgbClr val="231F20"/>
                </a:solidFill>
                <a:latin typeface="Arial"/>
                <a:ea typeface="Arial"/>
                <a:cs typeface="Arial"/>
              </a:defRPr>
            </a:lvl4pPr>
            <a:lvl5pPr algn="l">
              <a:defRPr sz="553" b="0">
                <a:solidFill>
                  <a:srgbClr val="231F20"/>
                </a:solidFill>
                <a:latin typeface="Arial"/>
                <a:ea typeface="Arial"/>
                <a:cs typeface="Arial"/>
              </a:defRPr>
            </a:lvl5pPr>
            <a:lvl6pPr algn="l">
              <a:defRPr sz="553" b="0">
                <a:solidFill>
                  <a:srgbClr val="231F20"/>
                </a:solidFill>
                <a:latin typeface="Arial"/>
                <a:ea typeface="Arial"/>
                <a:cs typeface="Arial"/>
              </a:defRPr>
            </a:lvl6pPr>
            <a:lvl7pPr algn="l">
              <a:defRPr sz="553" b="0">
                <a:solidFill>
                  <a:srgbClr val="231F20"/>
                </a:solidFill>
                <a:latin typeface="Arial"/>
                <a:ea typeface="Arial"/>
                <a:cs typeface="Arial"/>
              </a:defRPr>
            </a:lvl7pPr>
            <a:lvl8pPr algn="l">
              <a:defRPr sz="553" b="0">
                <a:solidFill>
                  <a:srgbClr val="231F20"/>
                </a:solidFill>
                <a:latin typeface="Arial"/>
                <a:ea typeface="Arial"/>
                <a:cs typeface="Arial"/>
              </a:defRPr>
            </a:lvl8pPr>
            <a:lvl9pPr algn="l">
              <a:defRPr sz="553" b="0">
                <a:solidFill>
                  <a:srgbClr val="231F20"/>
                </a:solidFill>
                <a:latin typeface="Arial"/>
                <a:ea typeface="Arial"/>
                <a:cs typeface="Arial"/>
              </a:defRPr>
            </a:lvl9pPr>
          </a:lstStyle>
          <a:p xmlns:a="http://schemas.openxmlformats.org/drawingml/2006/main">
            <a:pPr algn="l">
              <a:defRPr sz="553" b="0">
                <a:solidFill>
                  <a:srgbClr val="231F20"/>
                </a:solidFill>
                <a:latin typeface="Arial"/>
                <a:ea typeface="Arial"/>
                <a:cs typeface="Arial"/>
              </a:defRPr>
            </a:pPr>
            <a:r>
              <a:rPr sz="553" b="0">
                <a:solidFill>
                  <a:srgbClr val="231F20"/>
                </a:solidFill>
                <a:latin typeface="Arial"/>
                <a:ea typeface="Arial"/>
                <a:cs typeface="Arial"/>
              </a:rPr>
              <a:t>0</a:t>
            </a:r>
          </a:p>
        </p:txBody>
      </p:sp>
      <p:sp>
        <p:nvSpPr>
          <p:cNvPr id="339" name="text-933">
            <a:extLst xmlns:a="http://schemas.openxmlformats.org/drawingml/2006/main">
              <a:ext uri="{FF2B5EF4-FFF2-40B4-BE49-F238E27FC236}">
                <a16:creationId xmlns:a16="http://schemas.microsoft.com/office/drawing/2014/main" id="{FEE5EC50-4D08-4A1E-98D2-E2560A974DC0}"/>
              </a:ext>
            </a:extLst>
          </p:cNvPr>
          <p:cNvSpPr>
            <a:spLocks xmlns:a="http://schemas.openxmlformats.org/drawingml/2006/main" noGrp="1"/>
          </p:cNvSpPr>
          <p:nvPr/>
        </p:nvSpPr>
        <p:spPr>
          <a:xfrm xmlns:a="http://schemas.openxmlformats.org/drawingml/2006/main">
            <a:off x="5737765" y="4579430"/>
            <a:ext cx="82963" cy="893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553" b="0">
                <a:solidFill>
                  <a:srgbClr val="231F20"/>
                </a:solidFill>
                <a:latin typeface="Arial"/>
                <a:ea typeface="Arial"/>
                <a:cs typeface="Arial"/>
              </a:defRPr>
            </a:defPPr>
            <a:lvl1pPr algn="l">
              <a:defRPr sz="553" b="0">
                <a:solidFill>
                  <a:srgbClr val="231F20"/>
                </a:solidFill>
                <a:latin typeface="Arial"/>
                <a:ea typeface="Arial"/>
                <a:cs typeface="Arial"/>
              </a:defRPr>
            </a:lvl1pPr>
            <a:lvl2pPr algn="l">
              <a:defRPr sz="553" b="0">
                <a:solidFill>
                  <a:srgbClr val="231F20"/>
                </a:solidFill>
                <a:latin typeface="Arial"/>
                <a:ea typeface="Arial"/>
                <a:cs typeface="Arial"/>
              </a:defRPr>
            </a:lvl2pPr>
            <a:lvl3pPr algn="l">
              <a:defRPr sz="553" b="0">
                <a:solidFill>
                  <a:srgbClr val="231F20"/>
                </a:solidFill>
                <a:latin typeface="Arial"/>
                <a:ea typeface="Arial"/>
                <a:cs typeface="Arial"/>
              </a:defRPr>
            </a:lvl3pPr>
            <a:lvl4pPr algn="l">
              <a:defRPr sz="553" b="0">
                <a:solidFill>
                  <a:srgbClr val="231F20"/>
                </a:solidFill>
                <a:latin typeface="Arial"/>
                <a:ea typeface="Arial"/>
                <a:cs typeface="Arial"/>
              </a:defRPr>
            </a:lvl4pPr>
            <a:lvl5pPr algn="l">
              <a:defRPr sz="553" b="0">
                <a:solidFill>
                  <a:srgbClr val="231F20"/>
                </a:solidFill>
                <a:latin typeface="Arial"/>
                <a:ea typeface="Arial"/>
                <a:cs typeface="Arial"/>
              </a:defRPr>
            </a:lvl5pPr>
            <a:lvl6pPr algn="l">
              <a:defRPr sz="553" b="0">
                <a:solidFill>
                  <a:srgbClr val="231F20"/>
                </a:solidFill>
                <a:latin typeface="Arial"/>
                <a:ea typeface="Arial"/>
                <a:cs typeface="Arial"/>
              </a:defRPr>
            </a:lvl6pPr>
            <a:lvl7pPr algn="l">
              <a:defRPr sz="553" b="0">
                <a:solidFill>
                  <a:srgbClr val="231F20"/>
                </a:solidFill>
                <a:latin typeface="Arial"/>
                <a:ea typeface="Arial"/>
                <a:cs typeface="Arial"/>
              </a:defRPr>
            </a:lvl7pPr>
            <a:lvl8pPr algn="l">
              <a:defRPr sz="553" b="0">
                <a:solidFill>
                  <a:srgbClr val="231F20"/>
                </a:solidFill>
                <a:latin typeface="Arial"/>
                <a:ea typeface="Arial"/>
                <a:cs typeface="Arial"/>
              </a:defRPr>
            </a:lvl8pPr>
            <a:lvl9pPr algn="l">
              <a:defRPr sz="553" b="0">
                <a:solidFill>
                  <a:srgbClr val="231F20"/>
                </a:solidFill>
                <a:latin typeface="Arial"/>
                <a:ea typeface="Arial"/>
                <a:cs typeface="Arial"/>
              </a:defRPr>
            </a:lvl9pPr>
          </a:lstStyle>
          <a:p xmlns:a="http://schemas.openxmlformats.org/drawingml/2006/main">
            <a:pPr algn="l">
              <a:defRPr sz="553" b="0">
                <a:solidFill>
                  <a:srgbClr val="231F20"/>
                </a:solidFill>
                <a:latin typeface="Arial"/>
                <a:ea typeface="Arial"/>
                <a:cs typeface="Arial"/>
              </a:defRPr>
            </a:pPr>
            <a:r>
              <a:rPr sz="553" b="0">
                <a:solidFill>
                  <a:srgbClr val="231F20"/>
                </a:solidFill>
                <a:latin typeface="Arial"/>
                <a:ea typeface="Arial"/>
                <a:cs typeface="Arial"/>
              </a:rPr>
              <a:t>1</a:t>
            </a:r>
          </a:p>
        </p:txBody>
      </p:sp>
      <p:sp>
        <p:nvSpPr>
          <p:cNvPr id="340" name="text-934">
            <a:extLst xmlns:a="http://schemas.openxmlformats.org/drawingml/2006/main">
              <a:ext uri="{FF2B5EF4-FFF2-40B4-BE49-F238E27FC236}">
                <a16:creationId xmlns:a16="http://schemas.microsoft.com/office/drawing/2014/main" id="{F51B1FA0-6884-4F4B-9C0A-1BAD9F452EF6}"/>
              </a:ext>
            </a:extLst>
          </p:cNvPr>
          <p:cNvSpPr>
            <a:spLocks xmlns:a="http://schemas.openxmlformats.org/drawingml/2006/main" noGrp="1"/>
          </p:cNvSpPr>
          <p:nvPr/>
        </p:nvSpPr>
        <p:spPr>
          <a:xfrm xmlns:a="http://schemas.openxmlformats.org/drawingml/2006/main">
            <a:off x="5750528" y="4285869"/>
            <a:ext cx="82963" cy="1148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03" b="0">
                <a:solidFill>
                  <a:srgbClr val="231F20"/>
                </a:solidFill>
                <a:latin typeface="Yu Gothic"/>
                <a:ea typeface="Yu Gothic"/>
                <a:cs typeface="Yu Gothic"/>
              </a:defRPr>
            </a:defPPr>
            <a:lvl1pPr algn="l">
              <a:defRPr sz="603" b="0">
                <a:solidFill>
                  <a:srgbClr val="231F20"/>
                </a:solidFill>
                <a:latin typeface="Yu Gothic"/>
                <a:ea typeface="Yu Gothic"/>
                <a:cs typeface="Yu Gothic"/>
              </a:defRPr>
            </a:lvl1pPr>
            <a:lvl2pPr algn="l">
              <a:defRPr sz="603" b="0">
                <a:solidFill>
                  <a:srgbClr val="231F20"/>
                </a:solidFill>
                <a:latin typeface="Yu Gothic"/>
                <a:ea typeface="Yu Gothic"/>
                <a:cs typeface="Yu Gothic"/>
              </a:defRPr>
            </a:lvl2pPr>
            <a:lvl3pPr algn="l">
              <a:defRPr sz="603" b="0">
                <a:solidFill>
                  <a:srgbClr val="231F20"/>
                </a:solidFill>
                <a:latin typeface="Yu Gothic"/>
                <a:ea typeface="Yu Gothic"/>
                <a:cs typeface="Yu Gothic"/>
              </a:defRPr>
            </a:lvl3pPr>
            <a:lvl4pPr algn="l">
              <a:defRPr sz="603" b="0">
                <a:solidFill>
                  <a:srgbClr val="231F20"/>
                </a:solidFill>
                <a:latin typeface="Yu Gothic"/>
                <a:ea typeface="Yu Gothic"/>
                <a:cs typeface="Yu Gothic"/>
              </a:defRPr>
            </a:lvl4pPr>
            <a:lvl5pPr algn="l">
              <a:defRPr sz="603" b="0">
                <a:solidFill>
                  <a:srgbClr val="231F20"/>
                </a:solidFill>
                <a:latin typeface="Yu Gothic"/>
                <a:ea typeface="Yu Gothic"/>
                <a:cs typeface="Yu Gothic"/>
              </a:defRPr>
            </a:lvl5pPr>
            <a:lvl6pPr algn="l">
              <a:defRPr sz="603" b="0">
                <a:solidFill>
                  <a:srgbClr val="231F20"/>
                </a:solidFill>
                <a:latin typeface="Yu Gothic"/>
                <a:ea typeface="Yu Gothic"/>
                <a:cs typeface="Yu Gothic"/>
              </a:defRPr>
            </a:lvl6pPr>
            <a:lvl7pPr algn="l">
              <a:defRPr sz="603" b="0">
                <a:solidFill>
                  <a:srgbClr val="231F20"/>
                </a:solidFill>
                <a:latin typeface="Yu Gothic"/>
                <a:ea typeface="Yu Gothic"/>
                <a:cs typeface="Yu Gothic"/>
              </a:defRPr>
            </a:lvl7pPr>
            <a:lvl8pPr algn="l">
              <a:defRPr sz="603" b="0">
                <a:solidFill>
                  <a:srgbClr val="231F20"/>
                </a:solidFill>
                <a:latin typeface="Yu Gothic"/>
                <a:ea typeface="Yu Gothic"/>
                <a:cs typeface="Yu Gothic"/>
              </a:defRPr>
            </a:lvl8pPr>
            <a:lvl9pPr algn="l">
              <a:defRPr sz="603" b="0">
                <a:solidFill>
                  <a:srgbClr val="231F20"/>
                </a:solidFill>
                <a:latin typeface="Yu Gothic"/>
                <a:ea typeface="Yu Gothic"/>
                <a:cs typeface="Yu Gothic"/>
              </a:defRPr>
            </a:lvl9pPr>
          </a:lstStyle>
          <a:p xmlns:a="http://schemas.openxmlformats.org/drawingml/2006/main">
            <a:pPr algn="l">
              <a:defRPr sz="603" b="0">
                <a:solidFill>
                  <a:srgbClr val="231F20"/>
                </a:solidFill>
                <a:latin typeface="Yu Gothic"/>
                <a:ea typeface="Yu Gothic"/>
                <a:cs typeface="Yu Gothic"/>
              </a:defRPr>
            </a:pPr>
            <a:r>
              <a:rPr sz="603" b="0">
                <a:solidFill>
                  <a:srgbClr val="231F20"/>
                </a:solidFill>
                <a:latin typeface="Yu Gothic"/>
                <a:ea typeface="Yu Gothic"/>
                <a:cs typeface="Yu Gothic"/>
              </a:rPr>
              <a:t>…</a:t>
            </a:r>
          </a:p>
        </p:txBody>
      </p:sp>
      <p:sp>
        <p:nvSpPr>
          <p:cNvPr id="341" name="text-935">
            <a:extLst xmlns:a="http://schemas.openxmlformats.org/drawingml/2006/main">
              <a:ext uri="{FF2B5EF4-FFF2-40B4-BE49-F238E27FC236}">
                <a16:creationId xmlns:a16="http://schemas.microsoft.com/office/drawing/2014/main" id="{5835EEFB-27D4-4E2A-B1D8-AEA7AB2A00F2}"/>
              </a:ext>
            </a:extLst>
          </p:cNvPr>
          <p:cNvSpPr>
            <a:spLocks xmlns:a="http://schemas.openxmlformats.org/drawingml/2006/main" noGrp="1"/>
          </p:cNvSpPr>
          <p:nvPr/>
        </p:nvSpPr>
        <p:spPr>
          <a:xfrm xmlns:a="http://schemas.openxmlformats.org/drawingml/2006/main">
            <a:off x="5533549" y="4777264"/>
            <a:ext cx="516922" cy="1148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503" b="0">
                <a:solidFill>
                  <a:srgbClr val="231F20"/>
                </a:solidFill>
                <a:latin typeface="Arial"/>
                <a:ea typeface="Arial"/>
                <a:cs typeface="Arial"/>
              </a:defRPr>
            </a:defPPr>
            <a:lvl1pPr algn="l">
              <a:defRPr sz="503" b="0">
                <a:solidFill>
                  <a:srgbClr val="231F20"/>
                </a:solidFill>
                <a:latin typeface="Arial"/>
                <a:ea typeface="Arial"/>
                <a:cs typeface="Arial"/>
              </a:defRPr>
            </a:lvl1pPr>
            <a:lvl2pPr algn="l">
              <a:defRPr sz="503" b="0">
                <a:solidFill>
                  <a:srgbClr val="231F20"/>
                </a:solidFill>
                <a:latin typeface="Arial"/>
                <a:ea typeface="Arial"/>
                <a:cs typeface="Arial"/>
              </a:defRPr>
            </a:lvl2pPr>
            <a:lvl3pPr algn="l">
              <a:defRPr sz="503" b="0">
                <a:solidFill>
                  <a:srgbClr val="231F20"/>
                </a:solidFill>
                <a:latin typeface="Arial"/>
                <a:ea typeface="Arial"/>
                <a:cs typeface="Arial"/>
              </a:defRPr>
            </a:lvl3pPr>
            <a:lvl4pPr algn="l">
              <a:defRPr sz="503" b="0">
                <a:solidFill>
                  <a:srgbClr val="231F20"/>
                </a:solidFill>
                <a:latin typeface="Arial"/>
                <a:ea typeface="Arial"/>
                <a:cs typeface="Arial"/>
              </a:defRPr>
            </a:lvl4pPr>
            <a:lvl5pPr algn="l">
              <a:defRPr sz="503" b="0">
                <a:solidFill>
                  <a:srgbClr val="231F20"/>
                </a:solidFill>
                <a:latin typeface="Arial"/>
                <a:ea typeface="Arial"/>
                <a:cs typeface="Arial"/>
              </a:defRPr>
            </a:lvl5pPr>
            <a:lvl6pPr algn="l">
              <a:defRPr sz="503" b="0">
                <a:solidFill>
                  <a:srgbClr val="231F20"/>
                </a:solidFill>
                <a:latin typeface="Arial"/>
                <a:ea typeface="Arial"/>
                <a:cs typeface="Arial"/>
              </a:defRPr>
            </a:lvl6pPr>
            <a:lvl7pPr algn="l">
              <a:defRPr sz="503" b="0">
                <a:solidFill>
                  <a:srgbClr val="231F20"/>
                </a:solidFill>
                <a:latin typeface="Arial"/>
                <a:ea typeface="Arial"/>
                <a:cs typeface="Arial"/>
              </a:defRPr>
            </a:lvl7pPr>
            <a:lvl8pPr algn="l">
              <a:defRPr sz="503" b="0">
                <a:solidFill>
                  <a:srgbClr val="231F20"/>
                </a:solidFill>
                <a:latin typeface="Arial"/>
                <a:ea typeface="Arial"/>
                <a:cs typeface="Arial"/>
              </a:defRPr>
            </a:lvl8pPr>
            <a:lvl9pPr algn="l">
              <a:defRPr sz="503" b="0">
                <a:solidFill>
                  <a:srgbClr val="231F20"/>
                </a:solidFill>
                <a:latin typeface="Arial"/>
                <a:ea typeface="Arial"/>
                <a:cs typeface="Arial"/>
              </a:defRPr>
            </a:lvl9pPr>
          </a:lstStyle>
          <a:p xmlns:a="http://schemas.openxmlformats.org/drawingml/2006/main">
            <a:pPr algn="l">
              <a:defRPr sz="503" b="0">
                <a:solidFill>
                  <a:srgbClr val="231F20"/>
                </a:solidFill>
                <a:latin typeface="Arial"/>
                <a:ea typeface="Arial"/>
                <a:cs typeface="Arial"/>
              </a:defRPr>
            </a:pPr>
            <a:r>
              <a:rPr sz="503" b="0">
                <a:solidFill>
                  <a:srgbClr val="231F20"/>
                </a:solidFill>
                <a:latin typeface="Arial"/>
                <a:ea typeface="Arial"/>
                <a:cs typeface="Arial"/>
              </a:rPr>
              <a:t>resultmuxW</a:t>
            </a:r>
          </a:p>
        </p:txBody>
      </p:sp>
      <p:sp>
        <p:nvSpPr>
          <p:cNvPr id="342" name="wire-936">
            <a:extLst xmlns:a="http://schemas.openxmlformats.org/drawingml/2006/main">
              <a:ext uri="{FF2B5EF4-FFF2-40B4-BE49-F238E27FC236}">
                <a16:creationId xmlns:a16="http://schemas.microsoft.com/office/drawing/2014/main" id="{B1CD33A6-3237-4ED4-A31B-52CDE347FC13}"/>
              </a:ext>
            </a:extLst>
          </p:cNvPr>
          <p:cNvSpPr>
            <a:spLocks xmlns:a="http://schemas.openxmlformats.org/drawingml/2006/main" noGrp="1"/>
          </p:cNvSpPr>
          <p:nvPr/>
        </p:nvSpPr>
        <p:spPr>
          <a:xfrm xmlns:a="http://schemas.openxmlformats.org/drawingml/2006/main">
            <a:off x="5839873" y="4362450"/>
            <a:ext cx="159544" cy="9525"/>
          </a:xfrm>
          <a:custGeom xmlns:a="http://schemas.openxmlformats.org/drawingml/2006/main">
            <a:pathLst>
              <a:path w="159544" h="9525">
                <a:moveTo>
                  <a:pt x="0" y="0"/>
                </a:moveTo>
                <a:lnTo>
                  <a:pt x="159544" y="0"/>
                </a:lnTo>
              </a:path>
            </a:pathLst>
          </a:custGeom>
          <a:noFill xmlns:a="http://schemas.openxmlformats.org/drawingml/2006/main"/>
          <a:ln xmlns:a="http://schemas.openxmlformats.org/drawingml/2006/main" w="12764">
            <a:solidFill>
              <a:srgbClr val="1572C3"/>
            </a:solidFill>
          </a:ln>
        </p:spPr>
      </p:sp>
      <p:sp>
        <p:nvSpPr>
          <p:cNvPr id="343" name="wire-937">
            <a:extLst xmlns:a="http://schemas.openxmlformats.org/drawingml/2006/main">
              <a:ext uri="{FF2B5EF4-FFF2-40B4-BE49-F238E27FC236}">
                <a16:creationId xmlns:a16="http://schemas.microsoft.com/office/drawing/2014/main" id="{02AA513C-3825-42E6-8639-318F3059CBEC}"/>
              </a:ext>
            </a:extLst>
          </p:cNvPr>
          <p:cNvSpPr>
            <a:spLocks xmlns:a="http://schemas.openxmlformats.org/drawingml/2006/main" noGrp="1"/>
          </p:cNvSpPr>
          <p:nvPr/>
        </p:nvSpPr>
        <p:spPr>
          <a:xfrm xmlns:a="http://schemas.openxmlformats.org/drawingml/2006/main">
            <a:off x="5999417" y="4362450"/>
            <a:ext cx="9525" cy="855154"/>
          </a:xfrm>
          <a:custGeom xmlns:a="http://schemas.openxmlformats.org/drawingml/2006/main">
            <a:pathLst>
              <a:path w="9525" h="855154">
                <a:moveTo>
                  <a:pt x="0" y="0"/>
                </a:moveTo>
                <a:lnTo>
                  <a:pt x="0" y="855154"/>
                </a:lnTo>
              </a:path>
            </a:pathLst>
          </a:custGeom>
          <a:noFill xmlns:a="http://schemas.openxmlformats.org/drawingml/2006/main"/>
          <a:ln xmlns:a="http://schemas.openxmlformats.org/drawingml/2006/main" w="12764">
            <a:solidFill>
              <a:srgbClr val="1572C3"/>
            </a:solidFill>
          </a:ln>
        </p:spPr>
      </p:sp>
      <p:sp>
        <p:nvSpPr>
          <p:cNvPr id="344" name="wire-938">
            <a:extLst xmlns:a="http://schemas.openxmlformats.org/drawingml/2006/main">
              <a:ext uri="{FF2B5EF4-FFF2-40B4-BE49-F238E27FC236}">
                <a16:creationId xmlns:a16="http://schemas.microsoft.com/office/drawing/2014/main" id="{9B511FC8-09DC-4207-A8BF-F2C91E15D930}"/>
              </a:ext>
            </a:extLst>
          </p:cNvPr>
          <p:cNvSpPr>
            <a:spLocks xmlns:a="http://schemas.openxmlformats.org/drawingml/2006/main" noGrp="1"/>
          </p:cNvSpPr>
          <p:nvPr/>
        </p:nvSpPr>
        <p:spPr>
          <a:xfrm xmlns:a="http://schemas.openxmlformats.org/drawingml/2006/main">
            <a:off x="1787462" y="5217605"/>
            <a:ext cx="4211955" cy="9525"/>
          </a:xfrm>
          <a:custGeom xmlns:a="http://schemas.openxmlformats.org/drawingml/2006/main">
            <a:pathLst>
              <a:path w="4211955" h="9525">
                <a:moveTo>
                  <a:pt x="4211955" y="0"/>
                </a:moveTo>
                <a:lnTo>
                  <a:pt x="0" y="0"/>
                </a:lnTo>
              </a:path>
            </a:pathLst>
          </a:custGeom>
          <a:noFill xmlns:a="http://schemas.openxmlformats.org/drawingml/2006/main"/>
          <a:ln xmlns:a="http://schemas.openxmlformats.org/drawingml/2006/main" w="12764">
            <a:solidFill>
              <a:srgbClr val="1572C3"/>
            </a:solidFill>
          </a:ln>
        </p:spPr>
      </p:sp>
      <p:sp>
        <p:nvSpPr>
          <p:cNvPr id="345" name="wire-939">
            <a:extLst xmlns:a="http://schemas.openxmlformats.org/drawingml/2006/main">
              <a:ext uri="{FF2B5EF4-FFF2-40B4-BE49-F238E27FC236}">
                <a16:creationId xmlns:a16="http://schemas.microsoft.com/office/drawing/2014/main" id="{72753A3E-35DA-40EB-88CA-C530EB2B3247}"/>
              </a:ext>
            </a:extLst>
          </p:cNvPr>
          <p:cNvSpPr>
            <a:spLocks xmlns:a="http://schemas.openxmlformats.org/drawingml/2006/main" noGrp="1"/>
          </p:cNvSpPr>
          <p:nvPr/>
        </p:nvSpPr>
        <p:spPr>
          <a:xfrm xmlns:a="http://schemas.openxmlformats.org/drawingml/2006/main">
            <a:off x="1787462" y="4681538"/>
            <a:ext cx="9525" cy="536067"/>
          </a:xfrm>
          <a:custGeom xmlns:a="http://schemas.openxmlformats.org/drawingml/2006/main">
            <a:pathLst>
              <a:path w="9525" h="536067">
                <a:moveTo>
                  <a:pt x="0" y="536067"/>
                </a:moveTo>
                <a:lnTo>
                  <a:pt x="0" y="0"/>
                </a:lnTo>
              </a:path>
            </a:pathLst>
          </a:custGeom>
          <a:noFill xmlns:a="http://schemas.openxmlformats.org/drawingml/2006/main"/>
          <a:ln xmlns:a="http://schemas.openxmlformats.org/drawingml/2006/main" w="12764">
            <a:solidFill>
              <a:srgbClr val="1572C3"/>
            </a:solidFill>
          </a:ln>
        </p:spPr>
      </p:sp>
      <p:sp>
        <p:nvSpPr>
          <p:cNvPr id="346" name="wire-940">
            <a:extLst xmlns:a="http://schemas.openxmlformats.org/drawingml/2006/main">
              <a:ext uri="{FF2B5EF4-FFF2-40B4-BE49-F238E27FC236}">
                <a16:creationId xmlns:a16="http://schemas.microsoft.com/office/drawing/2014/main" id="{DC2AEBC9-EF00-49FC-BE3C-677CC7A4CB51}"/>
              </a:ext>
            </a:extLst>
          </p:cNvPr>
          <p:cNvSpPr>
            <a:spLocks xmlns:a="http://schemas.openxmlformats.org/drawingml/2006/main" noGrp="1"/>
          </p:cNvSpPr>
          <p:nvPr/>
        </p:nvSpPr>
        <p:spPr>
          <a:xfrm xmlns:a="http://schemas.openxmlformats.org/drawingml/2006/main">
            <a:off x="1787462" y="4681538"/>
            <a:ext cx="38291" cy="9525"/>
          </a:xfrm>
          <a:custGeom xmlns:a="http://schemas.openxmlformats.org/drawingml/2006/main">
            <a:pathLst>
              <a:path w="38291" h="9525">
                <a:moveTo>
                  <a:pt x="0" y="0"/>
                </a:moveTo>
                <a:lnTo>
                  <a:pt x="38291" y="0"/>
                </a:lnTo>
              </a:path>
            </a:pathLst>
          </a:custGeom>
          <a:noFill xmlns:a="http://schemas.openxmlformats.org/drawingml/2006/main"/>
          <a:ln xmlns:a="http://schemas.openxmlformats.org/drawingml/2006/main" w="12764">
            <a:solidFill>
              <a:srgbClr val="1572C3"/>
            </a:solidFill>
          </a:ln>
        </p:spPr>
      </p:sp>
      <p:sp>
        <p:nvSpPr>
          <p:cNvPr id="347" name="circuit-941">
            <a:extLst xmlns:a="http://schemas.openxmlformats.org/drawingml/2006/main">
              <a:ext uri="{FF2B5EF4-FFF2-40B4-BE49-F238E27FC236}">
                <a16:creationId xmlns:a16="http://schemas.microsoft.com/office/drawing/2014/main" id="{EA88818F-72AD-4E64-80C3-C99F696B8554}"/>
              </a:ext>
            </a:extLst>
          </p:cNvPr>
          <p:cNvSpPr>
            <a:spLocks xmlns:a="http://schemas.openxmlformats.org/drawingml/2006/main" noGrp="1"/>
          </p:cNvSpPr>
          <p:nvPr/>
        </p:nvSpPr>
        <p:spPr>
          <a:xfrm xmlns:a="http://schemas.openxmlformats.org/drawingml/2006/main">
            <a:off x="1793843" y="4668136"/>
            <a:ext cx="31909" cy="26803"/>
          </a:xfrm>
          <a:custGeom xmlns:a="http://schemas.openxmlformats.org/drawingml/2006/main">
            <a:pathLst>
              <a:path w="31909" h="26803">
                <a:moveTo>
                  <a:pt x="31909" y="13402"/>
                </a:moveTo>
                <a:lnTo>
                  <a:pt x="0" y="0"/>
                </a:lnTo>
                <a:lnTo>
                  <a:pt x="0" y="26803"/>
                </a:lnTo>
                <a:close/>
              </a:path>
            </a:pathLst>
          </a:custGeom>
          <a:solidFill xmlns:a="http://schemas.openxmlformats.org/drawingml/2006/main">
            <a:srgbClr val="1572C3"/>
          </a:solidFill>
          <a:ln xmlns:a="http://schemas.openxmlformats.org/drawingml/2006/main" w="3191">
            <a:solidFill>
              <a:srgbClr val="1572C3"/>
            </a:solidFill>
          </a:ln>
        </p:spPr>
      </p:sp>
      <p:sp>
        <p:nvSpPr>
          <p:cNvPr id="348" name="text-942">
            <a:extLst xmlns:a="http://schemas.openxmlformats.org/drawingml/2006/main">
              <a:ext uri="{FF2B5EF4-FFF2-40B4-BE49-F238E27FC236}">
                <a16:creationId xmlns:a16="http://schemas.microsoft.com/office/drawing/2014/main" id="{666D7B82-3BF7-4737-B263-1699A67049CC}"/>
              </a:ext>
            </a:extLst>
          </p:cNvPr>
          <p:cNvSpPr>
            <a:spLocks xmlns:a="http://schemas.openxmlformats.org/drawingml/2006/main" noGrp="1"/>
          </p:cNvSpPr>
          <p:nvPr/>
        </p:nvSpPr>
        <p:spPr>
          <a:xfrm xmlns:a="http://schemas.openxmlformats.org/drawingml/2006/main">
            <a:off x="5431441" y="5083588"/>
            <a:ext cx="561594" cy="1148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03" b="0">
                <a:solidFill>
                  <a:srgbClr val="1572C3"/>
                </a:solidFill>
                <a:latin typeface="Arial"/>
                <a:ea typeface="Arial"/>
                <a:cs typeface="Arial"/>
              </a:defRPr>
            </a:defPPr>
            <a:lvl1pPr algn="l">
              <a:defRPr sz="603" b="0">
                <a:solidFill>
                  <a:srgbClr val="1572C3"/>
                </a:solidFill>
                <a:latin typeface="Arial"/>
                <a:ea typeface="Arial"/>
                <a:cs typeface="Arial"/>
              </a:defRPr>
            </a:lvl1pPr>
            <a:lvl2pPr algn="l">
              <a:defRPr sz="603" b="0">
                <a:solidFill>
                  <a:srgbClr val="1572C3"/>
                </a:solidFill>
                <a:latin typeface="Arial"/>
                <a:ea typeface="Arial"/>
                <a:cs typeface="Arial"/>
              </a:defRPr>
            </a:lvl2pPr>
            <a:lvl3pPr algn="l">
              <a:defRPr sz="603" b="0">
                <a:solidFill>
                  <a:srgbClr val="1572C3"/>
                </a:solidFill>
                <a:latin typeface="Arial"/>
                <a:ea typeface="Arial"/>
                <a:cs typeface="Arial"/>
              </a:defRPr>
            </a:lvl3pPr>
            <a:lvl4pPr algn="l">
              <a:defRPr sz="603" b="0">
                <a:solidFill>
                  <a:srgbClr val="1572C3"/>
                </a:solidFill>
                <a:latin typeface="Arial"/>
                <a:ea typeface="Arial"/>
                <a:cs typeface="Arial"/>
              </a:defRPr>
            </a:lvl4pPr>
            <a:lvl5pPr algn="l">
              <a:defRPr sz="603" b="0">
                <a:solidFill>
                  <a:srgbClr val="1572C3"/>
                </a:solidFill>
                <a:latin typeface="Arial"/>
                <a:ea typeface="Arial"/>
                <a:cs typeface="Arial"/>
              </a:defRPr>
            </a:lvl5pPr>
            <a:lvl6pPr algn="l">
              <a:defRPr sz="603" b="0">
                <a:solidFill>
                  <a:srgbClr val="1572C3"/>
                </a:solidFill>
                <a:latin typeface="Arial"/>
                <a:ea typeface="Arial"/>
                <a:cs typeface="Arial"/>
              </a:defRPr>
            </a:lvl6pPr>
            <a:lvl7pPr algn="l">
              <a:defRPr sz="603" b="0">
                <a:solidFill>
                  <a:srgbClr val="1572C3"/>
                </a:solidFill>
                <a:latin typeface="Arial"/>
                <a:ea typeface="Arial"/>
                <a:cs typeface="Arial"/>
              </a:defRPr>
            </a:lvl7pPr>
            <a:lvl8pPr algn="l">
              <a:defRPr sz="603" b="0">
                <a:solidFill>
                  <a:srgbClr val="1572C3"/>
                </a:solidFill>
                <a:latin typeface="Arial"/>
                <a:ea typeface="Arial"/>
                <a:cs typeface="Arial"/>
              </a:defRPr>
            </a:lvl8pPr>
            <a:lvl9pPr algn="l">
              <a:defRPr sz="603" b="0">
                <a:solidFill>
                  <a:srgbClr val="1572C3"/>
                </a:solidFill>
                <a:latin typeface="Arial"/>
                <a:ea typeface="Arial"/>
                <a:cs typeface="Arial"/>
              </a:defRPr>
            </a:lvl9pPr>
          </a:lstStyle>
          <a:p xmlns:a="http://schemas.openxmlformats.org/drawingml/2006/main">
            <a:pPr algn="l">
              <a:defRPr sz="603" b="0">
                <a:solidFill>
                  <a:srgbClr val="1572C3"/>
                </a:solidFill>
                <a:latin typeface="Arial"/>
                <a:ea typeface="Arial"/>
                <a:cs typeface="Arial"/>
              </a:defRPr>
            </a:pPr>
            <a:r>
              <a:rPr sz="603" b="0">
                <a:solidFill>
                  <a:srgbClr val="1572C3"/>
                </a:solidFill>
                <a:latin typeface="Arial"/>
                <a:ea typeface="Arial"/>
                <a:cs typeface="Arial"/>
              </a:rPr>
              <a:t>ResultW</a:t>
            </a:r>
          </a:p>
        </p:txBody>
      </p:sp>
      <p:sp>
        <p:nvSpPr>
          <p:cNvPr id="349" name="wire-943">
            <a:extLst xmlns:a="http://schemas.openxmlformats.org/drawingml/2006/main">
              <a:ext uri="{FF2B5EF4-FFF2-40B4-BE49-F238E27FC236}">
                <a16:creationId xmlns:a16="http://schemas.microsoft.com/office/drawing/2014/main" id="{7522391A-7340-42F5-95D2-84E6D55E192A}"/>
              </a:ext>
            </a:extLst>
          </p:cNvPr>
          <p:cNvSpPr>
            <a:spLocks xmlns:a="http://schemas.openxmlformats.org/drawingml/2006/main" noGrp="1"/>
          </p:cNvSpPr>
          <p:nvPr/>
        </p:nvSpPr>
        <p:spPr>
          <a:xfrm xmlns:a="http://schemas.openxmlformats.org/drawingml/2006/main">
            <a:off x="2738342" y="4643247"/>
            <a:ext cx="9525" cy="574357"/>
          </a:xfrm>
          <a:custGeom xmlns:a="http://schemas.openxmlformats.org/drawingml/2006/main">
            <a:pathLst>
              <a:path w="9525" h="574357">
                <a:moveTo>
                  <a:pt x="0" y="574357"/>
                </a:moveTo>
                <a:lnTo>
                  <a:pt x="0" y="0"/>
                </a:lnTo>
              </a:path>
            </a:pathLst>
          </a:custGeom>
          <a:noFill xmlns:a="http://schemas.openxmlformats.org/drawingml/2006/main"/>
          <a:ln xmlns:a="http://schemas.openxmlformats.org/drawingml/2006/main" w="7658">
            <a:solidFill>
              <a:srgbClr val="231F20"/>
            </a:solidFill>
          </a:ln>
        </p:spPr>
      </p:sp>
      <p:sp>
        <p:nvSpPr>
          <p:cNvPr id="350" name="wire-944">
            <a:extLst xmlns:a="http://schemas.openxmlformats.org/drawingml/2006/main">
              <a:ext uri="{FF2B5EF4-FFF2-40B4-BE49-F238E27FC236}">
                <a16:creationId xmlns:a16="http://schemas.microsoft.com/office/drawing/2014/main" id="{3DD85C68-80E5-4C84-9E1E-F42FEA01DA31}"/>
              </a:ext>
            </a:extLst>
          </p:cNvPr>
          <p:cNvSpPr>
            <a:spLocks xmlns:a="http://schemas.openxmlformats.org/drawingml/2006/main" noGrp="1"/>
          </p:cNvSpPr>
          <p:nvPr/>
        </p:nvSpPr>
        <p:spPr>
          <a:xfrm xmlns:a="http://schemas.openxmlformats.org/drawingml/2006/main">
            <a:off x="2738342" y="4643247"/>
            <a:ext cx="82963" cy="9525"/>
          </a:xfrm>
          <a:custGeom xmlns:a="http://schemas.openxmlformats.org/drawingml/2006/main">
            <a:pathLst>
              <a:path w="82963" h="9525">
                <a:moveTo>
                  <a:pt x="0" y="0"/>
                </a:moveTo>
                <a:lnTo>
                  <a:pt x="82963" y="0"/>
                </a:lnTo>
              </a:path>
            </a:pathLst>
          </a:custGeom>
          <a:noFill xmlns:a="http://schemas.openxmlformats.org/drawingml/2006/main"/>
          <a:ln xmlns:a="http://schemas.openxmlformats.org/drawingml/2006/main" w="7658">
            <a:solidFill>
              <a:srgbClr val="231F20"/>
            </a:solidFill>
          </a:ln>
        </p:spPr>
      </p:sp>
      <p:sp>
        <p:nvSpPr>
          <p:cNvPr id="351" name="circuit-945">
            <a:extLst xmlns:a="http://schemas.openxmlformats.org/drawingml/2006/main">
              <a:ext uri="{FF2B5EF4-FFF2-40B4-BE49-F238E27FC236}">
                <a16:creationId xmlns:a16="http://schemas.microsoft.com/office/drawing/2014/main" id="{F9C7ED2C-2DC9-4EA8-8E0B-86D4C33C186B}"/>
              </a:ext>
            </a:extLst>
          </p:cNvPr>
          <p:cNvSpPr>
            <a:spLocks xmlns:a="http://schemas.openxmlformats.org/drawingml/2006/main" noGrp="1"/>
          </p:cNvSpPr>
          <p:nvPr/>
        </p:nvSpPr>
        <p:spPr>
          <a:xfrm xmlns:a="http://schemas.openxmlformats.org/drawingml/2006/main">
            <a:off x="2789396" y="4629845"/>
            <a:ext cx="31909" cy="26803"/>
          </a:xfrm>
          <a:custGeom xmlns:a="http://schemas.openxmlformats.org/drawingml/2006/main">
            <a:pathLst>
              <a:path w="31909" h="26803">
                <a:moveTo>
                  <a:pt x="31909" y="13402"/>
                </a:moveTo>
                <a:lnTo>
                  <a:pt x="0" y="0"/>
                </a:lnTo>
                <a:lnTo>
                  <a:pt x="0" y="26803"/>
                </a:lnTo>
                <a:close/>
              </a:path>
            </a:pathLst>
          </a:custGeom>
          <a:solidFill xmlns:a="http://schemas.openxmlformats.org/drawingml/2006/main">
            <a:srgbClr val="231F20"/>
          </a:solidFill>
          <a:ln xmlns:a="http://schemas.openxmlformats.org/drawingml/2006/main" w="3191">
            <a:solidFill>
              <a:srgbClr val="231F20"/>
            </a:solidFill>
          </a:ln>
        </p:spPr>
      </p:sp>
      <p:sp>
        <p:nvSpPr>
          <p:cNvPr id="352" name="">
            <a:extLst xmlns:a="http://schemas.openxmlformats.org/drawingml/2006/main">
              <a:ext uri="{FF2B5EF4-FFF2-40B4-BE49-F238E27FC236}">
                <a16:creationId xmlns:a16="http://schemas.microsoft.com/office/drawing/2014/main" id="{5641B185-93E7-4B8A-BD3A-FA64D83FD37E}"/>
              </a:ext>
            </a:extLst>
          </p:cNvPr>
          <p:cNvSpPr>
            <a:spLocks xmlns:a="http://schemas.openxmlformats.org/drawingml/2006/main" noGrp="1"/>
          </p:cNvSpPr>
          <p:nvPr/>
        </p:nvSpPr>
        <p:spPr>
          <a:xfrm xmlns:a="http://schemas.openxmlformats.org/drawingml/2006/main">
            <a:off x="2728770" y="5208032"/>
            <a:ext cx="19145" cy="19145"/>
          </a:xfrm>
          <a:prstGeom xmlns:a="http://schemas.openxmlformats.org/drawingml/2006/main" prst="ellipse">
            <a:avLst/>
          </a:prstGeom>
          <a:solidFill xmlns:a="http://schemas.openxmlformats.org/drawingml/2006/main">
            <a:srgbClr val="231F20"/>
          </a:solidFill>
          <a:ln xmlns:a="http://schemas.openxmlformats.org/drawingml/2006/main" w="0">
            <a:solidFill>
              <a:srgbClr val="231F20"/>
            </a:solidFill>
          </a:ln>
        </p:spPr>
      </p:sp>
      <p:sp>
        <p:nvSpPr>
          <p:cNvPr id="353" name="wire-946">
            <a:extLst xmlns:a="http://schemas.openxmlformats.org/drawingml/2006/main">
              <a:ext uri="{FF2B5EF4-FFF2-40B4-BE49-F238E27FC236}">
                <a16:creationId xmlns:a16="http://schemas.microsoft.com/office/drawing/2014/main" id="{6033E4FC-677A-4A8D-B15A-9AD60C02E6E1}"/>
              </a:ext>
            </a:extLst>
          </p:cNvPr>
          <p:cNvSpPr>
            <a:spLocks xmlns:a="http://schemas.openxmlformats.org/drawingml/2006/main" noGrp="1"/>
          </p:cNvSpPr>
          <p:nvPr/>
        </p:nvSpPr>
        <p:spPr>
          <a:xfrm xmlns:a="http://schemas.openxmlformats.org/drawingml/2006/main">
            <a:off x="2738342" y="4324160"/>
            <a:ext cx="9525" cy="319088"/>
          </a:xfrm>
          <a:custGeom xmlns:a="http://schemas.openxmlformats.org/drawingml/2006/main">
            <a:pathLst>
              <a:path w="9525" h="319088">
                <a:moveTo>
                  <a:pt x="0" y="319088"/>
                </a:moveTo>
                <a:lnTo>
                  <a:pt x="0" y="0"/>
                </a:lnTo>
              </a:path>
            </a:pathLst>
          </a:custGeom>
          <a:noFill xmlns:a="http://schemas.openxmlformats.org/drawingml/2006/main"/>
          <a:ln xmlns:a="http://schemas.openxmlformats.org/drawingml/2006/main" w="7658">
            <a:solidFill>
              <a:srgbClr val="231F20"/>
            </a:solidFill>
          </a:ln>
        </p:spPr>
      </p:sp>
      <p:sp>
        <p:nvSpPr>
          <p:cNvPr id="354" name="wire-947">
            <a:extLst xmlns:a="http://schemas.openxmlformats.org/drawingml/2006/main">
              <a:ext uri="{FF2B5EF4-FFF2-40B4-BE49-F238E27FC236}">
                <a16:creationId xmlns:a16="http://schemas.microsoft.com/office/drawing/2014/main" id="{0E64E275-D149-4B93-B18A-8E76975214E3}"/>
              </a:ext>
            </a:extLst>
          </p:cNvPr>
          <p:cNvSpPr>
            <a:spLocks xmlns:a="http://schemas.openxmlformats.org/drawingml/2006/main" noGrp="1"/>
          </p:cNvSpPr>
          <p:nvPr/>
        </p:nvSpPr>
        <p:spPr>
          <a:xfrm xmlns:a="http://schemas.openxmlformats.org/drawingml/2006/main">
            <a:off x="2738342" y="4324160"/>
            <a:ext cx="82963" cy="9525"/>
          </a:xfrm>
          <a:custGeom xmlns:a="http://schemas.openxmlformats.org/drawingml/2006/main">
            <a:pathLst>
              <a:path w="82963" h="9525">
                <a:moveTo>
                  <a:pt x="0" y="0"/>
                </a:moveTo>
                <a:lnTo>
                  <a:pt x="82963" y="0"/>
                </a:lnTo>
              </a:path>
            </a:pathLst>
          </a:custGeom>
          <a:noFill xmlns:a="http://schemas.openxmlformats.org/drawingml/2006/main"/>
          <a:ln xmlns:a="http://schemas.openxmlformats.org/drawingml/2006/main" w="7658">
            <a:solidFill>
              <a:srgbClr val="231F20"/>
            </a:solidFill>
          </a:ln>
        </p:spPr>
      </p:sp>
      <p:sp>
        <p:nvSpPr>
          <p:cNvPr id="355" name="circuit-948">
            <a:extLst xmlns:a="http://schemas.openxmlformats.org/drawingml/2006/main">
              <a:ext uri="{FF2B5EF4-FFF2-40B4-BE49-F238E27FC236}">
                <a16:creationId xmlns:a16="http://schemas.microsoft.com/office/drawing/2014/main" id="{867858FE-83AD-4B1F-86FE-C4FF4EAB381B}"/>
              </a:ext>
            </a:extLst>
          </p:cNvPr>
          <p:cNvSpPr>
            <a:spLocks xmlns:a="http://schemas.openxmlformats.org/drawingml/2006/main" noGrp="1"/>
          </p:cNvSpPr>
          <p:nvPr/>
        </p:nvSpPr>
        <p:spPr>
          <a:xfrm xmlns:a="http://schemas.openxmlformats.org/drawingml/2006/main">
            <a:off x="2789396" y="4310758"/>
            <a:ext cx="31909" cy="26803"/>
          </a:xfrm>
          <a:custGeom xmlns:a="http://schemas.openxmlformats.org/drawingml/2006/main">
            <a:pathLst>
              <a:path w="31909" h="26803">
                <a:moveTo>
                  <a:pt x="31909" y="13402"/>
                </a:moveTo>
                <a:lnTo>
                  <a:pt x="0" y="0"/>
                </a:lnTo>
                <a:lnTo>
                  <a:pt x="0" y="26803"/>
                </a:lnTo>
                <a:close/>
              </a:path>
            </a:pathLst>
          </a:custGeom>
          <a:solidFill xmlns:a="http://schemas.openxmlformats.org/drawingml/2006/main">
            <a:srgbClr val="231F20"/>
          </a:solidFill>
          <a:ln xmlns:a="http://schemas.openxmlformats.org/drawingml/2006/main" w="3191">
            <a:solidFill>
              <a:srgbClr val="231F20"/>
            </a:solidFill>
          </a:ln>
        </p:spPr>
      </p:sp>
      <p:sp>
        <p:nvSpPr>
          <p:cNvPr id="356" name="">
            <a:extLst xmlns:a="http://schemas.openxmlformats.org/drawingml/2006/main">
              <a:ext uri="{FF2B5EF4-FFF2-40B4-BE49-F238E27FC236}">
                <a16:creationId xmlns:a16="http://schemas.microsoft.com/office/drawing/2014/main" id="{33E3BB83-EF30-43A4-81D8-3DB567425049}"/>
              </a:ext>
            </a:extLst>
          </p:cNvPr>
          <p:cNvSpPr>
            <a:spLocks xmlns:a="http://schemas.openxmlformats.org/drawingml/2006/main" noGrp="1"/>
          </p:cNvSpPr>
          <p:nvPr/>
        </p:nvSpPr>
        <p:spPr>
          <a:xfrm xmlns:a="http://schemas.openxmlformats.org/drawingml/2006/main">
            <a:off x="2728770" y="4633674"/>
            <a:ext cx="19145" cy="19145"/>
          </a:xfrm>
          <a:prstGeom xmlns:a="http://schemas.openxmlformats.org/drawingml/2006/main" prst="ellipse">
            <a:avLst/>
          </a:prstGeom>
          <a:solidFill xmlns:a="http://schemas.openxmlformats.org/drawingml/2006/main">
            <a:srgbClr val="231F20"/>
          </a:solidFill>
          <a:ln xmlns:a="http://schemas.openxmlformats.org/drawingml/2006/main" w="0">
            <a:solidFill>
              <a:srgbClr val="231F20"/>
            </a:solidFill>
          </a:ln>
        </p:spPr>
      </p:sp>
      <p:sp>
        <p:nvSpPr>
          <p:cNvPr id="357" name="block-949">
            <a:extLst xmlns:a="http://schemas.openxmlformats.org/drawingml/2006/main">
              <a:ext uri="{FF2B5EF4-FFF2-40B4-BE49-F238E27FC236}">
                <a16:creationId xmlns:a16="http://schemas.microsoft.com/office/drawing/2014/main" id="{CC245FE2-E766-49A8-B2A0-E936AA58B2D2}"/>
              </a:ext>
            </a:extLst>
          </p:cNvPr>
          <p:cNvSpPr>
            <a:spLocks xmlns:a="http://schemas.openxmlformats.org/drawingml/2006/main" noGrp="1"/>
          </p:cNvSpPr>
          <p:nvPr/>
        </p:nvSpPr>
        <p:spPr>
          <a:xfrm xmlns:a="http://schemas.openxmlformats.org/drawingml/2006/main">
            <a:off x="836581" y="5275040"/>
            <a:ext cx="4428935" cy="102108"/>
          </a:xfrm>
          <a:prstGeom xmlns:a="http://schemas.openxmlformats.org/drawingml/2006/main" prst="rect">
            <a:avLst/>
          </a:prstGeom>
          <a:solidFill xmlns:a="http://schemas.openxmlformats.org/drawingml/2006/main">
            <a:srgbClr val="FFFFFF"/>
          </a:solidFill>
          <a:ln xmlns:a="http://schemas.openxmlformats.org/drawingml/2006/main" w="6382">
            <a:solidFill>
              <a:srgbClr val="231F20"/>
            </a:solidFill>
          </a:ln>
        </p:spPr>
      </p:sp>
      <p:sp>
        <p:nvSpPr>
          <p:cNvPr id="358" name="text-950">
            <a:extLst xmlns:a="http://schemas.openxmlformats.org/drawingml/2006/main">
              <a:ext uri="{FF2B5EF4-FFF2-40B4-BE49-F238E27FC236}">
                <a16:creationId xmlns:a16="http://schemas.microsoft.com/office/drawing/2014/main" id="{EFB64588-5629-4273-A8C5-FFF5B5A96654}"/>
              </a:ext>
            </a:extLst>
          </p:cNvPr>
          <p:cNvSpPr>
            <a:spLocks xmlns:a="http://schemas.openxmlformats.org/drawingml/2006/main" noGrp="1"/>
          </p:cNvSpPr>
          <p:nvPr/>
        </p:nvSpPr>
        <p:spPr>
          <a:xfrm xmlns:a="http://schemas.openxmlformats.org/drawingml/2006/main">
            <a:off x="855726" y="5281422"/>
            <a:ext cx="4390644" cy="893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503" b="1">
                <a:solidFill>
                  <a:srgbClr val="231F20"/>
                </a:solidFill>
                <a:latin typeface="Arial"/>
                <a:ea typeface="Arial"/>
                <a:cs typeface="Arial"/>
              </a:defRPr>
            </a:defPPr>
            <a:lvl1pPr algn="ctr">
              <a:defRPr sz="503" b="1">
                <a:solidFill>
                  <a:srgbClr val="231F20"/>
                </a:solidFill>
                <a:latin typeface="Arial"/>
                <a:ea typeface="Arial"/>
                <a:cs typeface="Arial"/>
              </a:defRPr>
            </a:lvl1pPr>
            <a:lvl2pPr algn="ctr">
              <a:defRPr sz="503" b="1">
                <a:solidFill>
                  <a:srgbClr val="231F20"/>
                </a:solidFill>
                <a:latin typeface="Arial"/>
                <a:ea typeface="Arial"/>
                <a:cs typeface="Arial"/>
              </a:defRPr>
            </a:lvl2pPr>
            <a:lvl3pPr algn="ctr">
              <a:defRPr sz="503" b="1">
                <a:solidFill>
                  <a:srgbClr val="231F20"/>
                </a:solidFill>
                <a:latin typeface="Arial"/>
                <a:ea typeface="Arial"/>
                <a:cs typeface="Arial"/>
              </a:defRPr>
            </a:lvl3pPr>
            <a:lvl4pPr algn="ctr">
              <a:defRPr sz="503" b="1">
                <a:solidFill>
                  <a:srgbClr val="231F20"/>
                </a:solidFill>
                <a:latin typeface="Arial"/>
                <a:ea typeface="Arial"/>
                <a:cs typeface="Arial"/>
              </a:defRPr>
            </a:lvl4pPr>
            <a:lvl5pPr algn="ctr">
              <a:defRPr sz="503" b="1">
                <a:solidFill>
                  <a:srgbClr val="231F20"/>
                </a:solidFill>
                <a:latin typeface="Arial"/>
                <a:ea typeface="Arial"/>
                <a:cs typeface="Arial"/>
              </a:defRPr>
            </a:lvl5pPr>
            <a:lvl6pPr algn="ctr">
              <a:defRPr sz="503" b="1">
                <a:solidFill>
                  <a:srgbClr val="231F20"/>
                </a:solidFill>
                <a:latin typeface="Arial"/>
                <a:ea typeface="Arial"/>
                <a:cs typeface="Arial"/>
              </a:defRPr>
            </a:lvl6pPr>
            <a:lvl7pPr algn="ctr">
              <a:defRPr sz="503" b="1">
                <a:solidFill>
                  <a:srgbClr val="231F20"/>
                </a:solidFill>
                <a:latin typeface="Arial"/>
                <a:ea typeface="Arial"/>
                <a:cs typeface="Arial"/>
              </a:defRPr>
            </a:lvl7pPr>
            <a:lvl8pPr algn="ctr">
              <a:defRPr sz="503" b="1">
                <a:solidFill>
                  <a:srgbClr val="231F20"/>
                </a:solidFill>
                <a:latin typeface="Arial"/>
                <a:ea typeface="Arial"/>
                <a:cs typeface="Arial"/>
              </a:defRPr>
            </a:lvl8pPr>
            <a:lvl9pPr algn="ctr">
              <a:defRPr sz="503" b="1">
                <a:solidFill>
                  <a:srgbClr val="231F20"/>
                </a:solidFill>
                <a:latin typeface="Arial"/>
                <a:ea typeface="Arial"/>
                <a:cs typeface="Arial"/>
              </a:defRPr>
            </a:lvl9pPr>
          </a:lstStyle>
          <a:p xmlns:a="http://schemas.openxmlformats.org/drawingml/2006/main">
            <a:pPr algn="ctr">
              <a:defRPr sz="503" b="1">
                <a:solidFill>
                  <a:srgbClr val="231F20"/>
                </a:solidFill>
                <a:latin typeface="Arial"/>
                <a:ea typeface="Arial"/>
                <a:cs typeface="Arial"/>
              </a:defRPr>
            </a:pPr>
            <a:r>
              <a:rPr sz="503" b="1">
                <a:solidFill>
                  <a:srgbClr val="231F20"/>
                </a:solidFill>
                <a:latin typeface="Arial"/>
                <a:ea typeface="Arial"/>
                <a:cs typeface="Arial"/>
              </a:rPr>
              <a:t>hazard (Stall / Flush)</a:t>
            </a:r>
          </a:p>
        </p:txBody>
      </p:sp>
      <p:sp>
        <p:nvSpPr>
          <p:cNvPr id="359" name="wire-951">
            <a:extLst xmlns:a="http://schemas.openxmlformats.org/drawingml/2006/main">
              <a:ext uri="{FF2B5EF4-FFF2-40B4-BE49-F238E27FC236}">
                <a16:creationId xmlns:a16="http://schemas.microsoft.com/office/drawing/2014/main" id="{FCEE76D3-7DDB-43D9-A048-18AB500F08AC}"/>
              </a:ext>
            </a:extLst>
          </p:cNvPr>
          <p:cNvSpPr>
            <a:spLocks xmlns:a="http://schemas.openxmlformats.org/drawingml/2006/main" noGrp="1"/>
          </p:cNvSpPr>
          <p:nvPr/>
        </p:nvSpPr>
        <p:spPr>
          <a:xfrm xmlns:a="http://schemas.openxmlformats.org/drawingml/2006/main">
            <a:off x="1691735" y="5249513"/>
            <a:ext cx="9525" cy="25527"/>
          </a:xfrm>
          <a:custGeom xmlns:a="http://schemas.openxmlformats.org/drawingml/2006/main">
            <a:pathLst>
              <a:path w="9525" h="25527">
                <a:moveTo>
                  <a:pt x="0" y="25527"/>
                </a:moveTo>
                <a:lnTo>
                  <a:pt x="0" y="0"/>
                </a:lnTo>
              </a:path>
            </a:pathLst>
          </a:custGeom>
          <a:noFill xmlns:a="http://schemas.openxmlformats.org/drawingml/2006/main"/>
          <a:ln xmlns:a="http://schemas.openxmlformats.org/drawingml/2006/main" w="4467">
            <a:solidFill>
              <a:srgbClr val="231F20"/>
            </a:solidFill>
          </a:ln>
        </p:spPr>
      </p:sp>
      <p:sp>
        <p:nvSpPr>
          <p:cNvPr id="360" name="wire-952">
            <a:extLst xmlns:a="http://schemas.openxmlformats.org/drawingml/2006/main">
              <a:ext uri="{FF2B5EF4-FFF2-40B4-BE49-F238E27FC236}">
                <a16:creationId xmlns:a16="http://schemas.microsoft.com/office/drawing/2014/main" id="{2829D8D3-F129-4D2B-A238-CD036051F66D}"/>
              </a:ext>
            </a:extLst>
          </p:cNvPr>
          <p:cNvSpPr>
            <a:spLocks xmlns:a="http://schemas.openxmlformats.org/drawingml/2006/main" noGrp="1"/>
          </p:cNvSpPr>
          <p:nvPr/>
        </p:nvSpPr>
        <p:spPr>
          <a:xfrm xmlns:a="http://schemas.openxmlformats.org/drawingml/2006/main">
            <a:off x="1691735" y="5249513"/>
            <a:ext cx="9525" cy="9525"/>
          </a:xfrm>
          <a:custGeom xmlns:a="http://schemas.openxmlformats.org/drawingml/2006/main">
            <a:pathLst>
              <a:path w="9525" h="9525">
                <a:moveTo>
                  <a:pt x="0" y="0"/>
                </a:moveTo>
                <a:lnTo>
                  <a:pt x="0" y="0"/>
                </a:lnTo>
              </a:path>
            </a:pathLst>
          </a:custGeom>
          <a:noFill xmlns:a="http://schemas.openxmlformats.org/drawingml/2006/main"/>
          <a:ln xmlns:a="http://schemas.openxmlformats.org/drawingml/2006/main" w="4467">
            <a:solidFill>
              <a:srgbClr val="231F20"/>
            </a:solidFill>
          </a:ln>
        </p:spPr>
      </p:sp>
      <p:sp>
        <p:nvSpPr>
          <p:cNvPr id="361" name="wire-953">
            <a:extLst xmlns:a="http://schemas.openxmlformats.org/drawingml/2006/main">
              <a:ext uri="{FF2B5EF4-FFF2-40B4-BE49-F238E27FC236}">
                <a16:creationId xmlns:a16="http://schemas.microsoft.com/office/drawing/2014/main" id="{222F69AD-53D1-4495-BBAD-2BE5147E8C8D}"/>
              </a:ext>
            </a:extLst>
          </p:cNvPr>
          <p:cNvSpPr>
            <a:spLocks xmlns:a="http://schemas.openxmlformats.org/drawingml/2006/main" noGrp="1"/>
          </p:cNvSpPr>
          <p:nvPr/>
        </p:nvSpPr>
        <p:spPr>
          <a:xfrm xmlns:a="http://schemas.openxmlformats.org/drawingml/2006/main">
            <a:off x="1691735" y="5051679"/>
            <a:ext cx="9525" cy="197834"/>
          </a:xfrm>
          <a:custGeom xmlns:a="http://schemas.openxmlformats.org/drawingml/2006/main">
            <a:pathLst>
              <a:path w="9525" h="197834">
                <a:moveTo>
                  <a:pt x="0" y="197834"/>
                </a:moveTo>
                <a:lnTo>
                  <a:pt x="0" y="0"/>
                </a:lnTo>
              </a:path>
            </a:pathLst>
          </a:custGeom>
          <a:noFill xmlns:a="http://schemas.openxmlformats.org/drawingml/2006/main"/>
          <a:ln xmlns:a="http://schemas.openxmlformats.org/drawingml/2006/main" w="4467">
            <a:solidFill>
              <a:srgbClr val="231F20"/>
            </a:solidFill>
          </a:ln>
        </p:spPr>
      </p:sp>
      <p:sp>
        <p:nvSpPr>
          <p:cNvPr id="362" name="circuit-954">
            <a:extLst xmlns:a="http://schemas.openxmlformats.org/drawingml/2006/main">
              <a:ext uri="{FF2B5EF4-FFF2-40B4-BE49-F238E27FC236}">
                <a16:creationId xmlns:a16="http://schemas.microsoft.com/office/drawing/2014/main" id="{474FD065-378B-4655-8089-31D7221FE067}"/>
              </a:ext>
            </a:extLst>
          </p:cNvPr>
          <p:cNvSpPr>
            <a:spLocks xmlns:a="http://schemas.openxmlformats.org/drawingml/2006/main" noGrp="1"/>
          </p:cNvSpPr>
          <p:nvPr/>
        </p:nvSpPr>
        <p:spPr>
          <a:xfrm xmlns:a="http://schemas.openxmlformats.org/drawingml/2006/main">
            <a:off x="1678334" y="5051679"/>
            <a:ext cx="26803" cy="31909"/>
          </a:xfrm>
          <a:custGeom xmlns:a="http://schemas.openxmlformats.org/drawingml/2006/main">
            <a:pathLst>
              <a:path w="26803" h="31909">
                <a:moveTo>
                  <a:pt x="13402" y="0"/>
                </a:moveTo>
                <a:lnTo>
                  <a:pt x="0" y="31909"/>
                </a:lnTo>
                <a:lnTo>
                  <a:pt x="26803" y="31909"/>
                </a:lnTo>
                <a:close/>
              </a:path>
            </a:pathLst>
          </a:custGeom>
          <a:solidFill xmlns:a="http://schemas.openxmlformats.org/drawingml/2006/main">
            <a:srgbClr val="231F20"/>
          </a:solidFill>
          <a:ln xmlns:a="http://schemas.openxmlformats.org/drawingml/2006/main" w="3191">
            <a:solidFill>
              <a:srgbClr val="231F20"/>
            </a:solidFill>
          </a:ln>
        </p:spPr>
      </p:sp>
      <p:sp>
        <p:nvSpPr>
          <p:cNvPr id="363" name="wire-955">
            <a:extLst xmlns:a="http://schemas.openxmlformats.org/drawingml/2006/main">
              <a:ext uri="{FF2B5EF4-FFF2-40B4-BE49-F238E27FC236}">
                <a16:creationId xmlns:a16="http://schemas.microsoft.com/office/drawing/2014/main" id="{0E474666-C71B-408B-AB0F-D5A565511AA3}"/>
              </a:ext>
            </a:extLst>
          </p:cNvPr>
          <p:cNvSpPr>
            <a:spLocks xmlns:a="http://schemas.openxmlformats.org/drawingml/2006/main" noGrp="1"/>
          </p:cNvSpPr>
          <p:nvPr/>
        </p:nvSpPr>
        <p:spPr>
          <a:xfrm xmlns:a="http://schemas.openxmlformats.org/drawingml/2006/main">
            <a:off x="2636234" y="5243132"/>
            <a:ext cx="9525" cy="31909"/>
          </a:xfrm>
          <a:custGeom xmlns:a="http://schemas.openxmlformats.org/drawingml/2006/main">
            <a:pathLst>
              <a:path w="9525" h="31909">
                <a:moveTo>
                  <a:pt x="0" y="31909"/>
                </a:moveTo>
                <a:lnTo>
                  <a:pt x="0" y="0"/>
                </a:lnTo>
              </a:path>
            </a:pathLst>
          </a:custGeom>
          <a:noFill xmlns:a="http://schemas.openxmlformats.org/drawingml/2006/main"/>
          <a:ln xmlns:a="http://schemas.openxmlformats.org/drawingml/2006/main" w="4467">
            <a:solidFill>
              <a:srgbClr val="231F20"/>
            </a:solidFill>
          </a:ln>
        </p:spPr>
      </p:sp>
      <p:sp>
        <p:nvSpPr>
          <p:cNvPr id="364" name="wire-956">
            <a:extLst xmlns:a="http://schemas.openxmlformats.org/drawingml/2006/main">
              <a:ext uri="{FF2B5EF4-FFF2-40B4-BE49-F238E27FC236}">
                <a16:creationId xmlns:a16="http://schemas.microsoft.com/office/drawing/2014/main" id="{F00D1C7E-B7A7-415F-B5DD-38B230E84D88}"/>
              </a:ext>
            </a:extLst>
          </p:cNvPr>
          <p:cNvSpPr>
            <a:spLocks xmlns:a="http://schemas.openxmlformats.org/drawingml/2006/main" noGrp="1"/>
          </p:cNvSpPr>
          <p:nvPr/>
        </p:nvSpPr>
        <p:spPr>
          <a:xfrm xmlns:a="http://schemas.openxmlformats.org/drawingml/2006/main">
            <a:off x="2636234" y="5243132"/>
            <a:ext cx="9525" cy="9525"/>
          </a:xfrm>
          <a:custGeom xmlns:a="http://schemas.openxmlformats.org/drawingml/2006/main">
            <a:pathLst>
              <a:path w="9525" h="9525">
                <a:moveTo>
                  <a:pt x="0" y="0"/>
                </a:moveTo>
                <a:lnTo>
                  <a:pt x="0" y="0"/>
                </a:lnTo>
              </a:path>
            </a:pathLst>
          </a:custGeom>
          <a:noFill xmlns:a="http://schemas.openxmlformats.org/drawingml/2006/main"/>
          <a:ln xmlns:a="http://schemas.openxmlformats.org/drawingml/2006/main" w="4467">
            <a:solidFill>
              <a:srgbClr val="231F20"/>
            </a:solidFill>
          </a:ln>
        </p:spPr>
      </p:sp>
      <p:sp>
        <p:nvSpPr>
          <p:cNvPr id="365" name="wire-957">
            <a:extLst xmlns:a="http://schemas.openxmlformats.org/drawingml/2006/main">
              <a:ext uri="{FF2B5EF4-FFF2-40B4-BE49-F238E27FC236}">
                <a16:creationId xmlns:a16="http://schemas.microsoft.com/office/drawing/2014/main" id="{19DFD5AD-791D-4CF9-BBDD-AFDF5F0942D5}"/>
              </a:ext>
            </a:extLst>
          </p:cNvPr>
          <p:cNvSpPr>
            <a:spLocks xmlns:a="http://schemas.openxmlformats.org/drawingml/2006/main" noGrp="1"/>
          </p:cNvSpPr>
          <p:nvPr/>
        </p:nvSpPr>
        <p:spPr>
          <a:xfrm xmlns:a="http://schemas.openxmlformats.org/drawingml/2006/main">
            <a:off x="2636234" y="5051679"/>
            <a:ext cx="9525" cy="191453"/>
          </a:xfrm>
          <a:custGeom xmlns:a="http://schemas.openxmlformats.org/drawingml/2006/main">
            <a:pathLst>
              <a:path w="9525" h="191453">
                <a:moveTo>
                  <a:pt x="0" y="191453"/>
                </a:moveTo>
                <a:lnTo>
                  <a:pt x="0" y="0"/>
                </a:lnTo>
              </a:path>
            </a:pathLst>
          </a:custGeom>
          <a:noFill xmlns:a="http://schemas.openxmlformats.org/drawingml/2006/main"/>
          <a:ln xmlns:a="http://schemas.openxmlformats.org/drawingml/2006/main" w="4467">
            <a:solidFill>
              <a:srgbClr val="231F20"/>
            </a:solidFill>
          </a:ln>
        </p:spPr>
      </p:sp>
      <p:sp>
        <p:nvSpPr>
          <p:cNvPr id="366" name="circuit-958">
            <a:extLst xmlns:a="http://schemas.openxmlformats.org/drawingml/2006/main">
              <a:ext uri="{FF2B5EF4-FFF2-40B4-BE49-F238E27FC236}">
                <a16:creationId xmlns:a16="http://schemas.microsoft.com/office/drawing/2014/main" id="{61101A5A-D98B-4CFB-AE53-3D6AC1F861AE}"/>
              </a:ext>
            </a:extLst>
          </p:cNvPr>
          <p:cNvSpPr>
            <a:spLocks xmlns:a="http://schemas.openxmlformats.org/drawingml/2006/main" noGrp="1"/>
          </p:cNvSpPr>
          <p:nvPr/>
        </p:nvSpPr>
        <p:spPr>
          <a:xfrm xmlns:a="http://schemas.openxmlformats.org/drawingml/2006/main">
            <a:off x="2622833" y="5051679"/>
            <a:ext cx="26803" cy="31909"/>
          </a:xfrm>
          <a:custGeom xmlns:a="http://schemas.openxmlformats.org/drawingml/2006/main">
            <a:pathLst>
              <a:path w="26803" h="31909">
                <a:moveTo>
                  <a:pt x="13402" y="0"/>
                </a:moveTo>
                <a:lnTo>
                  <a:pt x="0" y="31909"/>
                </a:lnTo>
                <a:lnTo>
                  <a:pt x="26803" y="31909"/>
                </a:lnTo>
                <a:close/>
              </a:path>
            </a:pathLst>
          </a:custGeom>
          <a:solidFill xmlns:a="http://schemas.openxmlformats.org/drawingml/2006/main">
            <a:srgbClr val="231F20"/>
          </a:solidFill>
          <a:ln xmlns:a="http://schemas.openxmlformats.org/drawingml/2006/main" w="3191">
            <a:solidFill>
              <a:srgbClr val="231F20"/>
            </a:solidFill>
          </a:ln>
        </p:spPr>
      </p:sp>
      <p:sp>
        <p:nvSpPr>
          <p:cNvPr id="367" name="wire-959">
            <a:extLst xmlns:a="http://schemas.openxmlformats.org/drawingml/2006/main">
              <a:ext uri="{FF2B5EF4-FFF2-40B4-BE49-F238E27FC236}">
                <a16:creationId xmlns:a16="http://schemas.microsoft.com/office/drawing/2014/main" id="{A4207E61-6B92-4518-B440-B59091C8FE86}"/>
              </a:ext>
            </a:extLst>
          </p:cNvPr>
          <p:cNvSpPr>
            <a:spLocks xmlns:a="http://schemas.openxmlformats.org/drawingml/2006/main" noGrp="1"/>
          </p:cNvSpPr>
          <p:nvPr/>
        </p:nvSpPr>
        <p:spPr>
          <a:xfrm xmlns:a="http://schemas.openxmlformats.org/drawingml/2006/main">
            <a:off x="4059365" y="5236750"/>
            <a:ext cx="9525" cy="38290"/>
          </a:xfrm>
          <a:custGeom xmlns:a="http://schemas.openxmlformats.org/drawingml/2006/main">
            <a:pathLst>
              <a:path w="9525" h="38290">
                <a:moveTo>
                  <a:pt x="0" y="38290"/>
                </a:moveTo>
                <a:lnTo>
                  <a:pt x="0" y="0"/>
                </a:lnTo>
              </a:path>
            </a:pathLst>
          </a:custGeom>
          <a:noFill xmlns:a="http://schemas.openxmlformats.org/drawingml/2006/main"/>
          <a:ln xmlns:a="http://schemas.openxmlformats.org/drawingml/2006/main" w="4467">
            <a:solidFill>
              <a:srgbClr val="231F20"/>
            </a:solidFill>
          </a:ln>
        </p:spPr>
      </p:sp>
      <p:sp>
        <p:nvSpPr>
          <p:cNvPr id="368" name="wire-960">
            <a:extLst xmlns:a="http://schemas.openxmlformats.org/drawingml/2006/main">
              <a:ext uri="{FF2B5EF4-FFF2-40B4-BE49-F238E27FC236}">
                <a16:creationId xmlns:a16="http://schemas.microsoft.com/office/drawing/2014/main" id="{7A51F25E-63DF-4AD4-BB50-021C84CD9C4B}"/>
              </a:ext>
            </a:extLst>
          </p:cNvPr>
          <p:cNvSpPr>
            <a:spLocks xmlns:a="http://schemas.openxmlformats.org/drawingml/2006/main" noGrp="1"/>
          </p:cNvSpPr>
          <p:nvPr/>
        </p:nvSpPr>
        <p:spPr>
          <a:xfrm xmlns:a="http://schemas.openxmlformats.org/drawingml/2006/main">
            <a:off x="4059365" y="5236750"/>
            <a:ext cx="9525" cy="9525"/>
          </a:xfrm>
          <a:custGeom xmlns:a="http://schemas.openxmlformats.org/drawingml/2006/main">
            <a:pathLst>
              <a:path w="9525" h="9525">
                <a:moveTo>
                  <a:pt x="0" y="0"/>
                </a:moveTo>
                <a:lnTo>
                  <a:pt x="0" y="0"/>
                </a:lnTo>
              </a:path>
            </a:pathLst>
          </a:custGeom>
          <a:noFill xmlns:a="http://schemas.openxmlformats.org/drawingml/2006/main"/>
          <a:ln xmlns:a="http://schemas.openxmlformats.org/drawingml/2006/main" w="4467">
            <a:solidFill>
              <a:srgbClr val="231F20"/>
            </a:solidFill>
          </a:ln>
        </p:spPr>
      </p:sp>
      <p:sp>
        <p:nvSpPr>
          <p:cNvPr id="369" name="wire-961">
            <a:extLst xmlns:a="http://schemas.openxmlformats.org/drawingml/2006/main">
              <a:ext uri="{FF2B5EF4-FFF2-40B4-BE49-F238E27FC236}">
                <a16:creationId xmlns:a16="http://schemas.microsoft.com/office/drawing/2014/main" id="{6FC65723-2F16-4BB3-9FAF-C6134A2C62C6}"/>
              </a:ext>
            </a:extLst>
          </p:cNvPr>
          <p:cNvSpPr>
            <a:spLocks xmlns:a="http://schemas.openxmlformats.org/drawingml/2006/main" noGrp="1"/>
          </p:cNvSpPr>
          <p:nvPr/>
        </p:nvSpPr>
        <p:spPr>
          <a:xfrm xmlns:a="http://schemas.openxmlformats.org/drawingml/2006/main">
            <a:off x="4059365" y="5109115"/>
            <a:ext cx="9525" cy="127635"/>
          </a:xfrm>
          <a:custGeom xmlns:a="http://schemas.openxmlformats.org/drawingml/2006/main">
            <a:pathLst>
              <a:path w="9525" h="127635">
                <a:moveTo>
                  <a:pt x="0" y="127635"/>
                </a:moveTo>
                <a:lnTo>
                  <a:pt x="0" y="0"/>
                </a:lnTo>
              </a:path>
            </a:pathLst>
          </a:custGeom>
          <a:noFill xmlns:a="http://schemas.openxmlformats.org/drawingml/2006/main"/>
          <a:ln xmlns:a="http://schemas.openxmlformats.org/drawingml/2006/main" w="4467">
            <a:solidFill>
              <a:srgbClr val="231F20"/>
            </a:solidFill>
          </a:ln>
        </p:spPr>
      </p:sp>
      <p:sp>
        <p:nvSpPr>
          <p:cNvPr id="370" name="circuit-962">
            <a:extLst xmlns:a="http://schemas.openxmlformats.org/drawingml/2006/main">
              <a:ext uri="{FF2B5EF4-FFF2-40B4-BE49-F238E27FC236}">
                <a16:creationId xmlns:a16="http://schemas.microsoft.com/office/drawing/2014/main" id="{7FA4EBB1-E755-4880-9B0A-0F7F1395AA5D}"/>
              </a:ext>
            </a:extLst>
          </p:cNvPr>
          <p:cNvSpPr>
            <a:spLocks xmlns:a="http://schemas.openxmlformats.org/drawingml/2006/main" noGrp="1"/>
          </p:cNvSpPr>
          <p:nvPr/>
        </p:nvSpPr>
        <p:spPr>
          <a:xfrm xmlns:a="http://schemas.openxmlformats.org/drawingml/2006/main">
            <a:off x="4045963" y="5109115"/>
            <a:ext cx="26803" cy="31909"/>
          </a:xfrm>
          <a:custGeom xmlns:a="http://schemas.openxmlformats.org/drawingml/2006/main">
            <a:pathLst>
              <a:path w="26803" h="31909">
                <a:moveTo>
                  <a:pt x="13402" y="0"/>
                </a:moveTo>
                <a:lnTo>
                  <a:pt x="0" y="31909"/>
                </a:lnTo>
                <a:lnTo>
                  <a:pt x="26803" y="31909"/>
                </a:lnTo>
                <a:close/>
              </a:path>
            </a:pathLst>
          </a:custGeom>
          <a:solidFill xmlns:a="http://schemas.openxmlformats.org/drawingml/2006/main">
            <a:srgbClr val="231F20"/>
          </a:solidFill>
          <a:ln xmlns:a="http://schemas.openxmlformats.org/drawingml/2006/main" w="3191">
            <a:solidFill>
              <a:srgbClr val="231F20"/>
            </a:solidFill>
          </a:ln>
        </p:spPr>
      </p:sp>
      <p:sp>
        <p:nvSpPr>
          <p:cNvPr id="371" name="wire-963">
            <a:extLst xmlns:a="http://schemas.openxmlformats.org/drawingml/2006/main">
              <a:ext uri="{FF2B5EF4-FFF2-40B4-BE49-F238E27FC236}">
                <a16:creationId xmlns:a16="http://schemas.microsoft.com/office/drawing/2014/main" id="{6F58C65F-0186-42CB-93C2-E65A1675379B}"/>
              </a:ext>
            </a:extLst>
          </p:cNvPr>
          <p:cNvSpPr>
            <a:spLocks xmlns:a="http://schemas.openxmlformats.org/drawingml/2006/main" noGrp="1"/>
          </p:cNvSpPr>
          <p:nvPr/>
        </p:nvSpPr>
        <p:spPr>
          <a:xfrm xmlns:a="http://schemas.openxmlformats.org/drawingml/2006/main">
            <a:off x="5227225" y="5230368"/>
            <a:ext cx="9525" cy="44672"/>
          </a:xfrm>
          <a:custGeom xmlns:a="http://schemas.openxmlformats.org/drawingml/2006/main">
            <a:pathLst>
              <a:path w="9525" h="44672">
                <a:moveTo>
                  <a:pt x="0" y="44672"/>
                </a:moveTo>
                <a:lnTo>
                  <a:pt x="0" y="0"/>
                </a:lnTo>
              </a:path>
            </a:pathLst>
          </a:custGeom>
          <a:noFill xmlns:a="http://schemas.openxmlformats.org/drawingml/2006/main"/>
          <a:ln xmlns:a="http://schemas.openxmlformats.org/drawingml/2006/main" w="4467">
            <a:solidFill>
              <a:srgbClr val="231F20"/>
            </a:solidFill>
          </a:ln>
        </p:spPr>
      </p:sp>
      <p:sp>
        <p:nvSpPr>
          <p:cNvPr id="372" name="wire-964">
            <a:extLst xmlns:a="http://schemas.openxmlformats.org/drawingml/2006/main">
              <a:ext uri="{FF2B5EF4-FFF2-40B4-BE49-F238E27FC236}">
                <a16:creationId xmlns:a16="http://schemas.microsoft.com/office/drawing/2014/main" id="{F0EFBEFF-9566-420B-A9A8-8676E822A537}"/>
              </a:ext>
            </a:extLst>
          </p:cNvPr>
          <p:cNvSpPr>
            <a:spLocks xmlns:a="http://schemas.openxmlformats.org/drawingml/2006/main" noGrp="1"/>
          </p:cNvSpPr>
          <p:nvPr/>
        </p:nvSpPr>
        <p:spPr>
          <a:xfrm xmlns:a="http://schemas.openxmlformats.org/drawingml/2006/main">
            <a:off x="5227225" y="5230368"/>
            <a:ext cx="382905" cy="9525"/>
          </a:xfrm>
          <a:custGeom xmlns:a="http://schemas.openxmlformats.org/drawingml/2006/main">
            <a:pathLst>
              <a:path w="382905" h="9525">
                <a:moveTo>
                  <a:pt x="0" y="0"/>
                </a:moveTo>
                <a:lnTo>
                  <a:pt x="382905" y="0"/>
                </a:lnTo>
              </a:path>
            </a:pathLst>
          </a:custGeom>
          <a:noFill xmlns:a="http://schemas.openxmlformats.org/drawingml/2006/main"/>
          <a:ln xmlns:a="http://schemas.openxmlformats.org/drawingml/2006/main" w="4467">
            <a:solidFill>
              <a:srgbClr val="231F20"/>
            </a:solidFill>
          </a:ln>
        </p:spPr>
      </p:sp>
      <p:sp>
        <p:nvSpPr>
          <p:cNvPr id="373" name="wire-965">
            <a:extLst xmlns:a="http://schemas.openxmlformats.org/drawingml/2006/main">
              <a:ext uri="{FF2B5EF4-FFF2-40B4-BE49-F238E27FC236}">
                <a16:creationId xmlns:a16="http://schemas.microsoft.com/office/drawing/2014/main" id="{DF504D88-3E07-4E43-80C1-2DB84DD2266E}"/>
              </a:ext>
            </a:extLst>
          </p:cNvPr>
          <p:cNvSpPr>
            <a:spLocks xmlns:a="http://schemas.openxmlformats.org/drawingml/2006/main" noGrp="1"/>
          </p:cNvSpPr>
          <p:nvPr/>
        </p:nvSpPr>
        <p:spPr>
          <a:xfrm xmlns:a="http://schemas.openxmlformats.org/drawingml/2006/main">
            <a:off x="5610130" y="4713446"/>
            <a:ext cx="9525" cy="516922"/>
          </a:xfrm>
          <a:custGeom xmlns:a="http://schemas.openxmlformats.org/drawingml/2006/main">
            <a:pathLst>
              <a:path w="9525" h="516922">
                <a:moveTo>
                  <a:pt x="0" y="516922"/>
                </a:moveTo>
                <a:lnTo>
                  <a:pt x="0" y="0"/>
                </a:lnTo>
              </a:path>
            </a:pathLst>
          </a:custGeom>
          <a:noFill xmlns:a="http://schemas.openxmlformats.org/drawingml/2006/main"/>
          <a:ln xmlns:a="http://schemas.openxmlformats.org/drawingml/2006/main" w="4467">
            <a:solidFill>
              <a:srgbClr val="231F20"/>
            </a:solidFill>
          </a:ln>
        </p:spPr>
      </p:sp>
      <p:sp>
        <p:nvSpPr>
          <p:cNvPr id="374" name="circuit-966">
            <a:extLst xmlns:a="http://schemas.openxmlformats.org/drawingml/2006/main">
              <a:ext uri="{FF2B5EF4-FFF2-40B4-BE49-F238E27FC236}">
                <a16:creationId xmlns:a16="http://schemas.microsoft.com/office/drawing/2014/main" id="{37BE9BCB-1B0C-4790-9024-5139FDC5FB77}"/>
              </a:ext>
            </a:extLst>
          </p:cNvPr>
          <p:cNvSpPr>
            <a:spLocks xmlns:a="http://schemas.openxmlformats.org/drawingml/2006/main" noGrp="1"/>
          </p:cNvSpPr>
          <p:nvPr/>
        </p:nvSpPr>
        <p:spPr>
          <a:xfrm xmlns:a="http://schemas.openxmlformats.org/drawingml/2006/main">
            <a:off x="5596728" y="4713446"/>
            <a:ext cx="26803" cy="31909"/>
          </a:xfrm>
          <a:custGeom xmlns:a="http://schemas.openxmlformats.org/drawingml/2006/main">
            <a:pathLst>
              <a:path w="26803" h="31909">
                <a:moveTo>
                  <a:pt x="13402" y="0"/>
                </a:moveTo>
                <a:lnTo>
                  <a:pt x="0" y="31909"/>
                </a:lnTo>
                <a:lnTo>
                  <a:pt x="26803" y="31909"/>
                </a:lnTo>
                <a:close/>
              </a:path>
            </a:pathLst>
          </a:custGeom>
          <a:solidFill xmlns:a="http://schemas.openxmlformats.org/drawingml/2006/main">
            <a:srgbClr val="231F20"/>
          </a:solidFill>
          <a:ln xmlns:a="http://schemas.openxmlformats.org/drawingml/2006/main" w="3191">
            <a:solidFill>
              <a:srgbClr val="231F20"/>
            </a:solidFill>
          </a:ln>
        </p:spPr>
      </p:sp>
      <p:sp>
        <p:nvSpPr>
          <p:cNvPr id="375" name="text-967">
            <a:extLst xmlns:a="http://schemas.openxmlformats.org/drawingml/2006/main">
              <a:ext uri="{FF2B5EF4-FFF2-40B4-BE49-F238E27FC236}">
                <a16:creationId xmlns:a16="http://schemas.microsoft.com/office/drawing/2014/main" id="{B39C678B-D515-45E4-A796-28CA21743F37}"/>
              </a:ext>
            </a:extLst>
          </p:cNvPr>
          <p:cNvSpPr>
            <a:spLocks xmlns:a="http://schemas.openxmlformats.org/drawingml/2006/main" noGrp="1"/>
          </p:cNvSpPr>
          <p:nvPr/>
        </p:nvSpPr>
        <p:spPr>
          <a:xfrm xmlns:a="http://schemas.openxmlformats.org/drawingml/2006/main">
            <a:off x="721709" y="5466493"/>
            <a:ext cx="4977765" cy="10849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553" b="0">
                <a:solidFill>
                  <a:srgbClr val="231F20"/>
                </a:solidFill>
                <a:latin typeface="Arial"/>
                <a:ea typeface="Arial"/>
                <a:cs typeface="Arial"/>
              </a:defRPr>
            </a:defPPr>
            <a:lvl1pPr algn="l">
              <a:defRPr sz="553" b="0">
                <a:solidFill>
                  <a:srgbClr val="231F20"/>
                </a:solidFill>
                <a:latin typeface="Arial"/>
                <a:ea typeface="Arial"/>
                <a:cs typeface="Arial"/>
              </a:defRPr>
            </a:lvl1pPr>
            <a:lvl2pPr algn="l">
              <a:defRPr sz="553" b="0">
                <a:solidFill>
                  <a:srgbClr val="231F20"/>
                </a:solidFill>
                <a:latin typeface="Arial"/>
                <a:ea typeface="Arial"/>
                <a:cs typeface="Arial"/>
              </a:defRPr>
            </a:lvl2pPr>
            <a:lvl3pPr algn="l">
              <a:defRPr sz="553" b="0">
                <a:solidFill>
                  <a:srgbClr val="231F20"/>
                </a:solidFill>
                <a:latin typeface="Arial"/>
                <a:ea typeface="Arial"/>
                <a:cs typeface="Arial"/>
              </a:defRPr>
            </a:lvl3pPr>
            <a:lvl4pPr algn="l">
              <a:defRPr sz="553" b="0">
                <a:solidFill>
                  <a:srgbClr val="231F20"/>
                </a:solidFill>
                <a:latin typeface="Arial"/>
                <a:ea typeface="Arial"/>
                <a:cs typeface="Arial"/>
              </a:defRPr>
            </a:lvl4pPr>
            <a:lvl5pPr algn="l">
              <a:defRPr sz="553" b="0">
                <a:solidFill>
                  <a:srgbClr val="231F20"/>
                </a:solidFill>
                <a:latin typeface="Arial"/>
                <a:ea typeface="Arial"/>
                <a:cs typeface="Arial"/>
              </a:defRPr>
            </a:lvl5pPr>
            <a:lvl6pPr algn="l">
              <a:defRPr sz="553" b="0">
                <a:solidFill>
                  <a:srgbClr val="231F20"/>
                </a:solidFill>
                <a:latin typeface="Arial"/>
                <a:ea typeface="Arial"/>
                <a:cs typeface="Arial"/>
              </a:defRPr>
            </a:lvl6pPr>
            <a:lvl7pPr algn="l">
              <a:defRPr sz="553" b="0">
                <a:solidFill>
                  <a:srgbClr val="231F20"/>
                </a:solidFill>
                <a:latin typeface="Arial"/>
                <a:ea typeface="Arial"/>
                <a:cs typeface="Arial"/>
              </a:defRPr>
            </a:lvl7pPr>
            <a:lvl8pPr algn="l">
              <a:defRPr sz="553" b="0">
                <a:solidFill>
                  <a:srgbClr val="231F20"/>
                </a:solidFill>
                <a:latin typeface="Arial"/>
                <a:ea typeface="Arial"/>
                <a:cs typeface="Arial"/>
              </a:defRPr>
            </a:lvl8pPr>
            <a:lvl9pPr algn="l">
              <a:defRPr sz="553" b="0">
                <a:solidFill>
                  <a:srgbClr val="231F20"/>
                </a:solidFill>
                <a:latin typeface="Arial"/>
                <a:ea typeface="Arial"/>
                <a:cs typeface="Arial"/>
              </a:defRPr>
            </a:lvl9pPr>
          </a:lstStyle>
          <a:p xmlns:a="http://schemas.openxmlformats.org/drawingml/2006/main">
            <a:pPr algn="l">
              <a:defRPr sz="553" b="0">
                <a:solidFill>
                  <a:srgbClr val="231F20"/>
                </a:solidFill>
                <a:latin typeface="Arial"/>
                <a:ea typeface="Arial"/>
                <a:cs typeface="Arial"/>
              </a:defRPr>
            </a:pPr>
            <a:r>
              <a:rPr sz="553" b="0">
                <a:solidFill>
                  <a:srgbClr val="231F20"/>
                </a:solidFill>
                <a:latin typeface="Arial"/>
                <a:ea typeface="Arial"/>
                <a:cs typeface="Arial"/>
              </a:rPr>
              <a:t>CSR / FPU / MDU and additional control paths omitted</a:t>
            </a:r>
          </a:p>
        </p:txBody>
      </p:sp>
      <p:sp>
        <p:nvSpPr>
          <p:cNvPr id="376" name="text-968">
            <a:extLst xmlns:a="http://schemas.openxmlformats.org/drawingml/2006/main">
              <a:ext uri="{FF2B5EF4-FFF2-40B4-BE49-F238E27FC236}">
                <a16:creationId xmlns:a16="http://schemas.microsoft.com/office/drawing/2014/main" id="{451294FC-AFC6-4858-8152-ACDC7A9FDECE}"/>
              </a:ext>
            </a:extLst>
          </p:cNvPr>
          <p:cNvSpPr>
            <a:spLocks xmlns:a="http://schemas.openxmlformats.org/drawingml/2006/main" noGrp="1"/>
          </p:cNvSpPr>
          <p:nvPr/>
        </p:nvSpPr>
        <p:spPr>
          <a:xfrm xmlns:a="http://schemas.openxmlformats.org/drawingml/2006/main">
            <a:off x="6516338" y="3634931"/>
            <a:ext cx="989171" cy="1467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854" b="1">
                <a:solidFill>
                  <a:srgbClr val="1572C3"/>
                </a:solidFill>
                <a:latin typeface="Arial"/>
                <a:ea typeface="Arial"/>
                <a:cs typeface="Arial"/>
              </a:defRPr>
            </a:defPPr>
            <a:lvl1pPr algn="ctr">
              <a:defRPr sz="854" b="1">
                <a:solidFill>
                  <a:srgbClr val="1572C3"/>
                </a:solidFill>
                <a:latin typeface="Arial"/>
                <a:ea typeface="Arial"/>
                <a:cs typeface="Arial"/>
              </a:defRPr>
            </a:lvl1pPr>
            <a:lvl2pPr algn="ctr">
              <a:defRPr sz="854" b="1">
                <a:solidFill>
                  <a:srgbClr val="1572C3"/>
                </a:solidFill>
                <a:latin typeface="Arial"/>
                <a:ea typeface="Arial"/>
                <a:cs typeface="Arial"/>
              </a:defRPr>
            </a:lvl2pPr>
            <a:lvl3pPr algn="ctr">
              <a:defRPr sz="854" b="1">
                <a:solidFill>
                  <a:srgbClr val="1572C3"/>
                </a:solidFill>
                <a:latin typeface="Arial"/>
                <a:ea typeface="Arial"/>
                <a:cs typeface="Arial"/>
              </a:defRPr>
            </a:lvl3pPr>
            <a:lvl4pPr algn="ctr">
              <a:defRPr sz="854" b="1">
                <a:solidFill>
                  <a:srgbClr val="1572C3"/>
                </a:solidFill>
                <a:latin typeface="Arial"/>
                <a:ea typeface="Arial"/>
                <a:cs typeface="Arial"/>
              </a:defRPr>
            </a:lvl4pPr>
            <a:lvl5pPr algn="ctr">
              <a:defRPr sz="854" b="1">
                <a:solidFill>
                  <a:srgbClr val="1572C3"/>
                </a:solidFill>
                <a:latin typeface="Arial"/>
                <a:ea typeface="Arial"/>
                <a:cs typeface="Arial"/>
              </a:defRPr>
            </a:lvl5pPr>
            <a:lvl6pPr algn="ctr">
              <a:defRPr sz="854" b="1">
                <a:solidFill>
                  <a:srgbClr val="1572C3"/>
                </a:solidFill>
                <a:latin typeface="Arial"/>
                <a:ea typeface="Arial"/>
                <a:cs typeface="Arial"/>
              </a:defRPr>
            </a:lvl6pPr>
            <a:lvl7pPr algn="ctr">
              <a:defRPr sz="854" b="1">
                <a:solidFill>
                  <a:srgbClr val="1572C3"/>
                </a:solidFill>
                <a:latin typeface="Arial"/>
                <a:ea typeface="Arial"/>
                <a:cs typeface="Arial"/>
              </a:defRPr>
            </a:lvl7pPr>
            <a:lvl8pPr algn="ctr">
              <a:defRPr sz="854" b="1">
                <a:solidFill>
                  <a:srgbClr val="1572C3"/>
                </a:solidFill>
                <a:latin typeface="Arial"/>
                <a:ea typeface="Arial"/>
                <a:cs typeface="Arial"/>
              </a:defRPr>
            </a:lvl8pPr>
            <a:lvl9pPr algn="ctr">
              <a:defRPr sz="854" b="1">
                <a:solidFill>
                  <a:srgbClr val="1572C3"/>
                </a:solidFill>
                <a:latin typeface="Arial"/>
                <a:ea typeface="Arial"/>
                <a:cs typeface="Arial"/>
              </a:defRPr>
            </a:lvl9pPr>
          </a:lstStyle>
          <a:p xmlns:a="http://schemas.openxmlformats.org/drawingml/2006/main">
            <a:pPr algn="ctr">
              <a:defRPr sz="854" b="1">
                <a:solidFill>
                  <a:srgbClr val="1572C3"/>
                </a:solidFill>
                <a:latin typeface="Arial"/>
                <a:ea typeface="Arial"/>
                <a:cs typeface="Arial"/>
              </a:defRPr>
            </a:pPr>
            <a:r>
              <a:rPr sz="854" b="1">
                <a:solidFill>
                  <a:srgbClr val="1572C3"/>
                </a:solidFill>
                <a:latin typeface="Arial"/>
                <a:ea typeface="Arial"/>
                <a:cs typeface="Arial"/>
              </a:rPr>
              <a:t>EXT_IO</a:t>
            </a:r>
          </a:p>
        </p:txBody>
      </p:sp>
      <p:sp>
        <p:nvSpPr>
          <p:cNvPr id="377" name="block-969">
            <a:extLst xmlns:a="http://schemas.openxmlformats.org/drawingml/2006/main">
              <a:ext uri="{FF2B5EF4-FFF2-40B4-BE49-F238E27FC236}">
                <a16:creationId xmlns:a16="http://schemas.microsoft.com/office/drawing/2014/main" id="{A53E0591-CB72-4621-945E-99EBFCA0E2A9}"/>
              </a:ext>
            </a:extLst>
          </p:cNvPr>
          <p:cNvSpPr>
            <a:spLocks xmlns:a="http://schemas.openxmlformats.org/drawingml/2006/main" noGrp="1"/>
          </p:cNvSpPr>
          <p:nvPr/>
        </p:nvSpPr>
        <p:spPr>
          <a:xfrm xmlns:a="http://schemas.openxmlformats.org/drawingml/2006/main">
            <a:off x="6516338" y="3890201"/>
            <a:ext cx="1046607" cy="242507"/>
          </a:xfrm>
          <a:prstGeom xmlns:a="http://schemas.openxmlformats.org/drawingml/2006/main" prst="rect">
            <a:avLst/>
          </a:prstGeom>
          <a:solidFill xmlns:a="http://schemas.openxmlformats.org/drawingml/2006/main">
            <a:srgbClr val="E5EBF8"/>
          </a:solidFill>
          <a:ln xmlns:a="http://schemas.openxmlformats.org/drawingml/2006/main" w="12764">
            <a:solidFill>
              <a:srgbClr val="1572C3"/>
            </a:solidFill>
          </a:ln>
        </p:spPr>
      </p:sp>
      <p:sp>
        <p:nvSpPr>
          <p:cNvPr id="378" name="text-970">
            <a:extLst xmlns:a="http://schemas.openxmlformats.org/drawingml/2006/main">
              <a:ext uri="{FF2B5EF4-FFF2-40B4-BE49-F238E27FC236}">
                <a16:creationId xmlns:a16="http://schemas.microsoft.com/office/drawing/2014/main" id="{FE694EC6-B454-4589-8A8F-9452BC3CF360}"/>
              </a:ext>
            </a:extLst>
          </p:cNvPr>
          <p:cNvSpPr>
            <a:spLocks xmlns:a="http://schemas.openxmlformats.org/drawingml/2006/main" noGrp="1"/>
          </p:cNvSpPr>
          <p:nvPr/>
        </p:nvSpPr>
        <p:spPr>
          <a:xfrm xmlns:a="http://schemas.openxmlformats.org/drawingml/2006/main">
            <a:off x="6535484" y="3896582"/>
            <a:ext cx="1008317" cy="2297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905" b="1">
                <a:solidFill>
                  <a:srgbClr val="1572C3"/>
                </a:solidFill>
                <a:latin typeface="Arial"/>
                <a:ea typeface="Arial"/>
                <a:cs typeface="Arial"/>
              </a:defRPr>
            </a:defPPr>
            <a:lvl1pPr algn="ctr">
              <a:defRPr sz="905" b="1">
                <a:solidFill>
                  <a:srgbClr val="1572C3"/>
                </a:solidFill>
                <a:latin typeface="Arial"/>
                <a:ea typeface="Arial"/>
                <a:cs typeface="Arial"/>
              </a:defRPr>
            </a:lvl1pPr>
            <a:lvl2pPr algn="ctr">
              <a:defRPr sz="905" b="1">
                <a:solidFill>
                  <a:srgbClr val="1572C3"/>
                </a:solidFill>
                <a:latin typeface="Arial"/>
                <a:ea typeface="Arial"/>
                <a:cs typeface="Arial"/>
              </a:defRPr>
            </a:lvl2pPr>
            <a:lvl3pPr algn="ctr">
              <a:defRPr sz="905" b="1">
                <a:solidFill>
                  <a:srgbClr val="1572C3"/>
                </a:solidFill>
                <a:latin typeface="Arial"/>
                <a:ea typeface="Arial"/>
                <a:cs typeface="Arial"/>
              </a:defRPr>
            </a:lvl3pPr>
            <a:lvl4pPr algn="ctr">
              <a:defRPr sz="905" b="1">
                <a:solidFill>
                  <a:srgbClr val="1572C3"/>
                </a:solidFill>
                <a:latin typeface="Arial"/>
                <a:ea typeface="Arial"/>
                <a:cs typeface="Arial"/>
              </a:defRPr>
            </a:lvl4pPr>
            <a:lvl5pPr algn="ctr">
              <a:defRPr sz="905" b="1">
                <a:solidFill>
                  <a:srgbClr val="1572C3"/>
                </a:solidFill>
                <a:latin typeface="Arial"/>
                <a:ea typeface="Arial"/>
                <a:cs typeface="Arial"/>
              </a:defRPr>
            </a:lvl5pPr>
            <a:lvl6pPr algn="ctr">
              <a:defRPr sz="905" b="1">
                <a:solidFill>
                  <a:srgbClr val="1572C3"/>
                </a:solidFill>
                <a:latin typeface="Arial"/>
                <a:ea typeface="Arial"/>
                <a:cs typeface="Arial"/>
              </a:defRPr>
            </a:lvl6pPr>
            <a:lvl7pPr algn="ctr">
              <a:defRPr sz="905" b="1">
                <a:solidFill>
                  <a:srgbClr val="1572C3"/>
                </a:solidFill>
                <a:latin typeface="Arial"/>
                <a:ea typeface="Arial"/>
                <a:cs typeface="Arial"/>
              </a:defRPr>
            </a:lvl7pPr>
            <a:lvl8pPr algn="ctr">
              <a:defRPr sz="905" b="1">
                <a:solidFill>
                  <a:srgbClr val="1572C3"/>
                </a:solidFill>
                <a:latin typeface="Arial"/>
                <a:ea typeface="Arial"/>
                <a:cs typeface="Arial"/>
              </a:defRPr>
            </a:lvl8pPr>
            <a:lvl9pPr algn="ctr">
              <a:defRPr sz="905" b="1">
                <a:solidFill>
                  <a:srgbClr val="1572C3"/>
                </a:solidFill>
                <a:latin typeface="Arial"/>
                <a:ea typeface="Arial"/>
                <a:cs typeface="Arial"/>
              </a:defRPr>
            </a:lvl9pPr>
          </a:lstStyle>
          <a:p xmlns:a="http://schemas.openxmlformats.org/drawingml/2006/main">
            <a:pPr algn="ctr">
              <a:defRPr sz="905" b="1">
                <a:solidFill>
                  <a:srgbClr val="1572C3"/>
                </a:solidFill>
                <a:latin typeface="Arial"/>
                <a:ea typeface="Arial"/>
                <a:cs typeface="Arial"/>
              </a:defRPr>
            </a:pPr>
            <a:r>
              <a:rPr sz="905" b="1">
                <a:solidFill>
                  <a:srgbClr val="1572C3"/>
                </a:solidFill>
                <a:latin typeface="Arial"/>
                <a:ea typeface="Arial"/>
                <a:cs typeface="Arial"/>
              </a:rPr>
              <a:t>APB adapter</a:t>
            </a:r>
          </a:p>
        </p:txBody>
      </p:sp>
      <p:sp>
        <p:nvSpPr>
          <p:cNvPr id="379" name="wire-971">
            <a:extLst xmlns:a="http://schemas.openxmlformats.org/drawingml/2006/main">
              <a:ext uri="{FF2B5EF4-FFF2-40B4-BE49-F238E27FC236}">
                <a16:creationId xmlns:a16="http://schemas.microsoft.com/office/drawing/2014/main" id="{CAFEFCE1-22E8-4FB7-93D8-1C730E2E1A93}"/>
              </a:ext>
            </a:extLst>
          </p:cNvPr>
          <p:cNvSpPr>
            <a:spLocks xmlns:a="http://schemas.openxmlformats.org/drawingml/2006/main" noGrp="1"/>
          </p:cNvSpPr>
          <p:nvPr/>
        </p:nvSpPr>
        <p:spPr>
          <a:xfrm xmlns:a="http://schemas.openxmlformats.org/drawingml/2006/main">
            <a:off x="6956679" y="3820001"/>
            <a:ext cx="9525" cy="70199"/>
          </a:xfrm>
          <a:custGeom xmlns:a="http://schemas.openxmlformats.org/drawingml/2006/main">
            <a:pathLst>
              <a:path w="9525" h="70199">
                <a:moveTo>
                  <a:pt x="0" y="0"/>
                </a:moveTo>
                <a:lnTo>
                  <a:pt x="0" y="70199"/>
                </a:lnTo>
              </a:path>
            </a:pathLst>
          </a:custGeom>
          <a:noFill xmlns:a="http://schemas.openxmlformats.org/drawingml/2006/main"/>
          <a:ln xmlns:a="http://schemas.openxmlformats.org/drawingml/2006/main" w="12764">
            <a:solidFill>
              <a:srgbClr val="1572C3"/>
            </a:solidFill>
          </a:ln>
        </p:spPr>
      </p:sp>
      <p:sp>
        <p:nvSpPr>
          <p:cNvPr id="380" name="circuit-972">
            <a:extLst xmlns:a="http://schemas.openxmlformats.org/drawingml/2006/main">
              <a:ext uri="{FF2B5EF4-FFF2-40B4-BE49-F238E27FC236}">
                <a16:creationId xmlns:a16="http://schemas.microsoft.com/office/drawing/2014/main" id="{34B8FE7B-2DAF-4B79-9F06-09C960385294}"/>
              </a:ext>
            </a:extLst>
          </p:cNvPr>
          <p:cNvSpPr>
            <a:spLocks xmlns:a="http://schemas.openxmlformats.org/drawingml/2006/main" noGrp="1"/>
          </p:cNvSpPr>
          <p:nvPr/>
        </p:nvSpPr>
        <p:spPr>
          <a:xfrm xmlns:a="http://schemas.openxmlformats.org/drawingml/2006/main">
            <a:off x="6943277" y="3858292"/>
            <a:ext cx="26803" cy="31909"/>
          </a:xfrm>
          <a:custGeom xmlns:a="http://schemas.openxmlformats.org/drawingml/2006/main">
            <a:pathLst>
              <a:path w="26803" h="31909">
                <a:moveTo>
                  <a:pt x="13402" y="31909"/>
                </a:moveTo>
                <a:lnTo>
                  <a:pt x="26803" y="0"/>
                </a:lnTo>
                <a:lnTo>
                  <a:pt x="0" y="0"/>
                </a:lnTo>
                <a:close/>
              </a:path>
            </a:pathLst>
          </a:custGeom>
          <a:solidFill xmlns:a="http://schemas.openxmlformats.org/drawingml/2006/main">
            <a:srgbClr val="1572C3"/>
          </a:solidFill>
          <a:ln xmlns:a="http://schemas.openxmlformats.org/drawingml/2006/main" w="3191">
            <a:solidFill>
              <a:srgbClr val="1572C3"/>
            </a:solidFill>
          </a:ln>
        </p:spPr>
      </p:sp>
      <p:sp>
        <p:nvSpPr>
          <p:cNvPr id="381" name="block-973">
            <a:extLst xmlns:a="http://schemas.openxmlformats.org/drawingml/2006/main">
              <a:ext uri="{FF2B5EF4-FFF2-40B4-BE49-F238E27FC236}">
                <a16:creationId xmlns:a16="http://schemas.microsoft.com/office/drawing/2014/main" id="{D9E8FF62-8B8B-4A07-A63D-7F5019D8E96F}"/>
              </a:ext>
            </a:extLst>
          </p:cNvPr>
          <p:cNvSpPr>
            <a:spLocks xmlns:a="http://schemas.openxmlformats.org/drawingml/2006/main" noGrp="1"/>
          </p:cNvSpPr>
          <p:nvPr/>
        </p:nvSpPr>
        <p:spPr>
          <a:xfrm xmlns:a="http://schemas.openxmlformats.org/drawingml/2006/main">
            <a:off x="6516338" y="4234815"/>
            <a:ext cx="1046607" cy="223361"/>
          </a:xfrm>
          <a:prstGeom xmlns:a="http://schemas.openxmlformats.org/drawingml/2006/main" prst="rect">
            <a:avLst/>
          </a:prstGeom>
          <a:solidFill xmlns:a="http://schemas.openxmlformats.org/drawingml/2006/main">
            <a:srgbClr val="E5EBF8"/>
          </a:solidFill>
          <a:ln xmlns:a="http://schemas.openxmlformats.org/drawingml/2006/main" w="12764">
            <a:solidFill>
              <a:srgbClr val="1572C3"/>
            </a:solidFill>
          </a:ln>
        </p:spPr>
      </p:sp>
      <p:sp>
        <p:nvSpPr>
          <p:cNvPr id="382" name="text-974">
            <a:extLst xmlns:a="http://schemas.openxmlformats.org/drawingml/2006/main">
              <a:ext uri="{FF2B5EF4-FFF2-40B4-BE49-F238E27FC236}">
                <a16:creationId xmlns:a16="http://schemas.microsoft.com/office/drawing/2014/main" id="{053EF244-E341-442E-99FA-08ECA366E5D8}"/>
              </a:ext>
            </a:extLst>
          </p:cNvPr>
          <p:cNvSpPr>
            <a:spLocks xmlns:a="http://schemas.openxmlformats.org/drawingml/2006/main" noGrp="1"/>
          </p:cNvSpPr>
          <p:nvPr/>
        </p:nvSpPr>
        <p:spPr>
          <a:xfrm xmlns:a="http://schemas.openxmlformats.org/drawingml/2006/main">
            <a:off x="6535484" y="4241197"/>
            <a:ext cx="1008317" cy="21059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854" b="1">
                <a:solidFill>
                  <a:srgbClr val="1572C3"/>
                </a:solidFill>
                <a:latin typeface="Arial"/>
                <a:ea typeface="Arial"/>
                <a:cs typeface="Arial"/>
              </a:defRPr>
            </a:defPPr>
            <a:lvl1pPr algn="ctr">
              <a:defRPr sz="854" b="1">
                <a:solidFill>
                  <a:srgbClr val="1572C3"/>
                </a:solidFill>
                <a:latin typeface="Arial"/>
                <a:ea typeface="Arial"/>
                <a:cs typeface="Arial"/>
              </a:defRPr>
            </a:lvl1pPr>
            <a:lvl2pPr algn="ctr">
              <a:defRPr sz="854" b="1">
                <a:solidFill>
                  <a:srgbClr val="1572C3"/>
                </a:solidFill>
                <a:latin typeface="Arial"/>
                <a:ea typeface="Arial"/>
                <a:cs typeface="Arial"/>
              </a:defRPr>
            </a:lvl2pPr>
            <a:lvl3pPr algn="ctr">
              <a:defRPr sz="854" b="1">
                <a:solidFill>
                  <a:srgbClr val="1572C3"/>
                </a:solidFill>
                <a:latin typeface="Arial"/>
                <a:ea typeface="Arial"/>
                <a:cs typeface="Arial"/>
              </a:defRPr>
            </a:lvl3pPr>
            <a:lvl4pPr algn="ctr">
              <a:defRPr sz="854" b="1">
                <a:solidFill>
                  <a:srgbClr val="1572C3"/>
                </a:solidFill>
                <a:latin typeface="Arial"/>
                <a:ea typeface="Arial"/>
                <a:cs typeface="Arial"/>
              </a:defRPr>
            </a:lvl4pPr>
            <a:lvl5pPr algn="ctr">
              <a:defRPr sz="854" b="1">
                <a:solidFill>
                  <a:srgbClr val="1572C3"/>
                </a:solidFill>
                <a:latin typeface="Arial"/>
                <a:ea typeface="Arial"/>
                <a:cs typeface="Arial"/>
              </a:defRPr>
            </a:lvl5pPr>
            <a:lvl6pPr algn="ctr">
              <a:defRPr sz="854" b="1">
                <a:solidFill>
                  <a:srgbClr val="1572C3"/>
                </a:solidFill>
                <a:latin typeface="Arial"/>
                <a:ea typeface="Arial"/>
                <a:cs typeface="Arial"/>
              </a:defRPr>
            </a:lvl6pPr>
            <a:lvl7pPr algn="ctr">
              <a:defRPr sz="854" b="1">
                <a:solidFill>
                  <a:srgbClr val="1572C3"/>
                </a:solidFill>
                <a:latin typeface="Arial"/>
                <a:ea typeface="Arial"/>
                <a:cs typeface="Arial"/>
              </a:defRPr>
            </a:lvl7pPr>
            <a:lvl8pPr algn="ctr">
              <a:defRPr sz="854" b="1">
                <a:solidFill>
                  <a:srgbClr val="1572C3"/>
                </a:solidFill>
                <a:latin typeface="Arial"/>
                <a:ea typeface="Arial"/>
                <a:cs typeface="Arial"/>
              </a:defRPr>
            </a:lvl8pPr>
            <a:lvl9pPr algn="ctr">
              <a:defRPr sz="854" b="1">
                <a:solidFill>
                  <a:srgbClr val="1572C3"/>
                </a:solidFill>
                <a:latin typeface="Arial"/>
                <a:ea typeface="Arial"/>
                <a:cs typeface="Arial"/>
              </a:defRPr>
            </a:lvl9pPr>
          </a:lstStyle>
          <a:p xmlns:a="http://schemas.openxmlformats.org/drawingml/2006/main">
            <a:pPr algn="ctr">
              <a:defRPr sz="854" b="1">
                <a:solidFill>
                  <a:srgbClr val="1572C3"/>
                </a:solidFill>
                <a:latin typeface="Arial"/>
                <a:ea typeface="Arial"/>
                <a:cs typeface="Arial"/>
              </a:defRPr>
            </a:pPr>
            <a:r>
              <a:rPr sz="854" b="1">
                <a:solidFill>
                  <a:srgbClr val="1572C3"/>
                </a:solidFill>
                <a:latin typeface="Arial"/>
                <a:ea typeface="Arial"/>
                <a:cs typeface="Arial"/>
              </a:rPr>
              <a:t>async FIFO</a:t>
            </a:r>
          </a:p>
        </p:txBody>
      </p:sp>
      <p:sp>
        <p:nvSpPr>
          <p:cNvPr id="383" name="wire-975">
            <a:extLst xmlns:a="http://schemas.openxmlformats.org/drawingml/2006/main">
              <a:ext uri="{FF2B5EF4-FFF2-40B4-BE49-F238E27FC236}">
                <a16:creationId xmlns:a16="http://schemas.microsoft.com/office/drawing/2014/main" id="{2E6AD0C5-0077-4264-9D73-0BD704D822E0}"/>
              </a:ext>
            </a:extLst>
          </p:cNvPr>
          <p:cNvSpPr>
            <a:spLocks xmlns:a="http://schemas.openxmlformats.org/drawingml/2006/main" noGrp="1"/>
          </p:cNvSpPr>
          <p:nvPr/>
        </p:nvSpPr>
        <p:spPr>
          <a:xfrm xmlns:a="http://schemas.openxmlformats.org/drawingml/2006/main">
            <a:off x="7039642" y="4132707"/>
            <a:ext cx="9525" cy="102108"/>
          </a:xfrm>
          <a:custGeom xmlns:a="http://schemas.openxmlformats.org/drawingml/2006/main">
            <a:pathLst>
              <a:path w="9525" h="102108">
                <a:moveTo>
                  <a:pt x="0" y="0"/>
                </a:moveTo>
                <a:lnTo>
                  <a:pt x="0" y="102108"/>
                </a:lnTo>
              </a:path>
            </a:pathLst>
          </a:custGeom>
          <a:noFill xmlns:a="http://schemas.openxmlformats.org/drawingml/2006/main"/>
          <a:ln xmlns:a="http://schemas.openxmlformats.org/drawingml/2006/main" w="12764">
            <a:solidFill>
              <a:srgbClr val="1572C3"/>
            </a:solidFill>
          </a:ln>
        </p:spPr>
      </p:sp>
      <p:sp>
        <p:nvSpPr>
          <p:cNvPr id="384" name="circuit-976">
            <a:extLst xmlns:a="http://schemas.openxmlformats.org/drawingml/2006/main">
              <a:ext uri="{FF2B5EF4-FFF2-40B4-BE49-F238E27FC236}">
                <a16:creationId xmlns:a16="http://schemas.microsoft.com/office/drawing/2014/main" id="{6013A18E-7709-42D8-90FD-958B885FC262}"/>
              </a:ext>
            </a:extLst>
          </p:cNvPr>
          <p:cNvSpPr>
            <a:spLocks xmlns:a="http://schemas.openxmlformats.org/drawingml/2006/main" noGrp="1"/>
          </p:cNvSpPr>
          <p:nvPr/>
        </p:nvSpPr>
        <p:spPr>
          <a:xfrm xmlns:a="http://schemas.openxmlformats.org/drawingml/2006/main">
            <a:off x="7026240" y="4202906"/>
            <a:ext cx="26803" cy="31909"/>
          </a:xfrm>
          <a:custGeom xmlns:a="http://schemas.openxmlformats.org/drawingml/2006/main">
            <a:pathLst>
              <a:path w="26803" h="31909">
                <a:moveTo>
                  <a:pt x="13402" y="31909"/>
                </a:moveTo>
                <a:lnTo>
                  <a:pt x="26803" y="0"/>
                </a:lnTo>
                <a:lnTo>
                  <a:pt x="0" y="0"/>
                </a:lnTo>
                <a:close/>
              </a:path>
            </a:pathLst>
          </a:custGeom>
          <a:solidFill xmlns:a="http://schemas.openxmlformats.org/drawingml/2006/main">
            <a:srgbClr val="1572C3"/>
          </a:solidFill>
          <a:ln xmlns:a="http://schemas.openxmlformats.org/drawingml/2006/main" w="3191">
            <a:solidFill>
              <a:srgbClr val="1572C3"/>
            </a:solidFill>
          </a:ln>
        </p:spPr>
      </p:sp>
      <p:sp>
        <p:nvSpPr>
          <p:cNvPr id="385" name="block-977">
            <a:extLst xmlns:a="http://schemas.openxmlformats.org/drawingml/2006/main">
              <a:ext uri="{FF2B5EF4-FFF2-40B4-BE49-F238E27FC236}">
                <a16:creationId xmlns:a16="http://schemas.microsoft.com/office/drawing/2014/main" id="{D74DBE6D-21C8-4E7E-9B30-C3F5CA09F1E8}"/>
              </a:ext>
            </a:extLst>
          </p:cNvPr>
          <p:cNvSpPr>
            <a:spLocks xmlns:a="http://schemas.openxmlformats.org/drawingml/2006/main" noGrp="1"/>
          </p:cNvSpPr>
          <p:nvPr/>
        </p:nvSpPr>
        <p:spPr>
          <a:xfrm xmlns:a="http://schemas.openxmlformats.org/drawingml/2006/main">
            <a:off x="6516338" y="4579430"/>
            <a:ext cx="1046607" cy="274415"/>
          </a:xfrm>
          <a:prstGeom xmlns:a="http://schemas.openxmlformats.org/drawingml/2006/main" prst="rect">
            <a:avLst/>
          </a:prstGeom>
          <a:solidFill xmlns:a="http://schemas.openxmlformats.org/drawingml/2006/main">
            <a:srgbClr val="E5EBF8"/>
          </a:solidFill>
          <a:ln xmlns:a="http://schemas.openxmlformats.org/drawingml/2006/main" w="12764">
            <a:solidFill>
              <a:srgbClr val="1572C3"/>
            </a:solidFill>
          </a:ln>
        </p:spPr>
      </p:sp>
      <p:sp>
        <p:nvSpPr>
          <p:cNvPr id="386" name="text-978">
            <a:extLst xmlns:a="http://schemas.openxmlformats.org/drawingml/2006/main">
              <a:ext uri="{FF2B5EF4-FFF2-40B4-BE49-F238E27FC236}">
                <a16:creationId xmlns:a16="http://schemas.microsoft.com/office/drawing/2014/main" id="{1B7860A6-AE1C-4BD4-A092-59E4762B5225}"/>
              </a:ext>
            </a:extLst>
          </p:cNvPr>
          <p:cNvSpPr>
            <a:spLocks xmlns:a="http://schemas.openxmlformats.org/drawingml/2006/main" noGrp="1"/>
          </p:cNvSpPr>
          <p:nvPr/>
        </p:nvSpPr>
        <p:spPr>
          <a:xfrm xmlns:a="http://schemas.openxmlformats.org/drawingml/2006/main">
            <a:off x="6535484" y="4585811"/>
            <a:ext cx="1008317" cy="26165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055" b="1">
                <a:solidFill>
                  <a:srgbClr val="1572C3"/>
                </a:solidFill>
                <a:latin typeface="Arial"/>
                <a:ea typeface="Arial"/>
                <a:cs typeface="Arial"/>
              </a:defRPr>
            </a:defPPr>
            <a:lvl1pPr algn="ctr">
              <a:defRPr sz="1055" b="1">
                <a:solidFill>
                  <a:srgbClr val="1572C3"/>
                </a:solidFill>
                <a:latin typeface="Arial"/>
                <a:ea typeface="Arial"/>
                <a:cs typeface="Arial"/>
              </a:defRPr>
            </a:lvl1pPr>
            <a:lvl2pPr algn="ctr">
              <a:defRPr sz="1055" b="1">
                <a:solidFill>
                  <a:srgbClr val="1572C3"/>
                </a:solidFill>
                <a:latin typeface="Arial"/>
                <a:ea typeface="Arial"/>
                <a:cs typeface="Arial"/>
              </a:defRPr>
            </a:lvl2pPr>
            <a:lvl3pPr algn="ctr">
              <a:defRPr sz="1055" b="1">
                <a:solidFill>
                  <a:srgbClr val="1572C3"/>
                </a:solidFill>
                <a:latin typeface="Arial"/>
                <a:ea typeface="Arial"/>
                <a:cs typeface="Arial"/>
              </a:defRPr>
            </a:lvl3pPr>
            <a:lvl4pPr algn="ctr">
              <a:defRPr sz="1055" b="1">
                <a:solidFill>
                  <a:srgbClr val="1572C3"/>
                </a:solidFill>
                <a:latin typeface="Arial"/>
                <a:ea typeface="Arial"/>
                <a:cs typeface="Arial"/>
              </a:defRPr>
            </a:lvl4pPr>
            <a:lvl5pPr algn="ctr">
              <a:defRPr sz="1055" b="1">
                <a:solidFill>
                  <a:srgbClr val="1572C3"/>
                </a:solidFill>
                <a:latin typeface="Arial"/>
                <a:ea typeface="Arial"/>
                <a:cs typeface="Arial"/>
              </a:defRPr>
            </a:lvl5pPr>
            <a:lvl6pPr algn="ctr">
              <a:defRPr sz="1055" b="1">
                <a:solidFill>
                  <a:srgbClr val="1572C3"/>
                </a:solidFill>
                <a:latin typeface="Arial"/>
                <a:ea typeface="Arial"/>
                <a:cs typeface="Arial"/>
              </a:defRPr>
            </a:lvl6pPr>
            <a:lvl7pPr algn="ctr">
              <a:defRPr sz="1055" b="1">
                <a:solidFill>
                  <a:srgbClr val="1572C3"/>
                </a:solidFill>
                <a:latin typeface="Arial"/>
                <a:ea typeface="Arial"/>
                <a:cs typeface="Arial"/>
              </a:defRPr>
            </a:lvl7pPr>
            <a:lvl8pPr algn="ctr">
              <a:defRPr sz="1055" b="1">
                <a:solidFill>
                  <a:srgbClr val="1572C3"/>
                </a:solidFill>
                <a:latin typeface="Arial"/>
                <a:ea typeface="Arial"/>
                <a:cs typeface="Arial"/>
              </a:defRPr>
            </a:lvl8pPr>
            <a:lvl9pPr algn="ctr">
              <a:defRPr sz="1055" b="1">
                <a:solidFill>
                  <a:srgbClr val="1572C3"/>
                </a:solidFill>
                <a:latin typeface="Arial"/>
                <a:ea typeface="Arial"/>
                <a:cs typeface="Arial"/>
              </a:defRPr>
            </a:lvl9pPr>
          </a:lstStyle>
          <a:p xmlns:a="http://schemas.openxmlformats.org/drawingml/2006/main">
            <a:pPr algn="ctr">
              <a:defRPr sz="1055" b="1">
                <a:solidFill>
                  <a:srgbClr val="1572C3"/>
                </a:solidFill>
                <a:latin typeface="Arial"/>
                <a:ea typeface="Arial"/>
                <a:cs typeface="Arial"/>
              </a:defRPr>
            </a:pPr>
            <a:r>
              <a:rPr sz="1055" b="1">
                <a:solidFill>
                  <a:srgbClr val="1572C3"/>
                </a:solidFill>
                <a:latin typeface="Arial"/>
                <a:ea typeface="Arial"/>
                <a:cs typeface="Arial"/>
              </a:rPr>
              <a:t>RasterIX</a:t>
            </a:r>
          </a:p>
        </p:txBody>
      </p:sp>
      <p:sp>
        <p:nvSpPr>
          <p:cNvPr id="387" name="wire-979">
            <a:extLst xmlns:a="http://schemas.openxmlformats.org/drawingml/2006/main">
              <a:ext uri="{FF2B5EF4-FFF2-40B4-BE49-F238E27FC236}">
                <a16:creationId xmlns:a16="http://schemas.microsoft.com/office/drawing/2014/main" id="{D512FE06-9E8D-4C47-823C-9FCD342B9EF0}"/>
              </a:ext>
            </a:extLst>
          </p:cNvPr>
          <p:cNvSpPr>
            <a:spLocks xmlns:a="http://schemas.openxmlformats.org/drawingml/2006/main" noGrp="1"/>
          </p:cNvSpPr>
          <p:nvPr/>
        </p:nvSpPr>
        <p:spPr>
          <a:xfrm xmlns:a="http://schemas.openxmlformats.org/drawingml/2006/main">
            <a:off x="7039642" y="4458176"/>
            <a:ext cx="9525" cy="121253"/>
          </a:xfrm>
          <a:custGeom xmlns:a="http://schemas.openxmlformats.org/drawingml/2006/main">
            <a:pathLst>
              <a:path w="9525" h="121253">
                <a:moveTo>
                  <a:pt x="0" y="0"/>
                </a:moveTo>
                <a:lnTo>
                  <a:pt x="0" y="121253"/>
                </a:lnTo>
              </a:path>
            </a:pathLst>
          </a:custGeom>
          <a:noFill xmlns:a="http://schemas.openxmlformats.org/drawingml/2006/main"/>
          <a:ln xmlns:a="http://schemas.openxmlformats.org/drawingml/2006/main" w="12764">
            <a:solidFill>
              <a:srgbClr val="1572C3"/>
            </a:solidFill>
          </a:ln>
        </p:spPr>
      </p:sp>
      <p:sp>
        <p:nvSpPr>
          <p:cNvPr id="388" name="circuit-980">
            <a:extLst xmlns:a="http://schemas.openxmlformats.org/drawingml/2006/main">
              <a:ext uri="{FF2B5EF4-FFF2-40B4-BE49-F238E27FC236}">
                <a16:creationId xmlns:a16="http://schemas.microsoft.com/office/drawing/2014/main" id="{AD9051DB-24B9-4431-93D6-71C95DBEE82D}"/>
              </a:ext>
            </a:extLst>
          </p:cNvPr>
          <p:cNvSpPr>
            <a:spLocks xmlns:a="http://schemas.openxmlformats.org/drawingml/2006/main" noGrp="1"/>
          </p:cNvSpPr>
          <p:nvPr/>
        </p:nvSpPr>
        <p:spPr>
          <a:xfrm xmlns:a="http://schemas.openxmlformats.org/drawingml/2006/main">
            <a:off x="7026240" y="4547521"/>
            <a:ext cx="26803" cy="31909"/>
          </a:xfrm>
          <a:custGeom xmlns:a="http://schemas.openxmlformats.org/drawingml/2006/main">
            <a:pathLst>
              <a:path w="26803" h="31909">
                <a:moveTo>
                  <a:pt x="13402" y="31909"/>
                </a:moveTo>
                <a:lnTo>
                  <a:pt x="26803" y="0"/>
                </a:lnTo>
                <a:lnTo>
                  <a:pt x="0" y="0"/>
                </a:lnTo>
                <a:close/>
              </a:path>
            </a:pathLst>
          </a:custGeom>
          <a:solidFill xmlns:a="http://schemas.openxmlformats.org/drawingml/2006/main">
            <a:srgbClr val="1572C3"/>
          </a:solidFill>
          <a:ln xmlns:a="http://schemas.openxmlformats.org/drawingml/2006/main" w="3191">
            <a:solidFill>
              <a:srgbClr val="1572C3"/>
            </a:solidFill>
          </a:ln>
        </p:spPr>
      </p:sp>
      <p:sp>
        <p:nvSpPr>
          <p:cNvPr id="389" name="block-981">
            <a:extLst xmlns:a="http://schemas.openxmlformats.org/drawingml/2006/main">
              <a:ext uri="{FF2B5EF4-FFF2-40B4-BE49-F238E27FC236}">
                <a16:creationId xmlns:a16="http://schemas.microsoft.com/office/drawing/2014/main" id="{D67ECD21-7C77-476E-96FB-494DD80371B1}"/>
              </a:ext>
            </a:extLst>
          </p:cNvPr>
          <p:cNvSpPr>
            <a:spLocks xmlns:a="http://schemas.openxmlformats.org/drawingml/2006/main" noGrp="1"/>
          </p:cNvSpPr>
          <p:nvPr/>
        </p:nvSpPr>
        <p:spPr>
          <a:xfrm xmlns:a="http://schemas.openxmlformats.org/drawingml/2006/main">
            <a:off x="6516338" y="5007007"/>
            <a:ext cx="1046607" cy="223361"/>
          </a:xfrm>
          <a:prstGeom xmlns:a="http://schemas.openxmlformats.org/drawingml/2006/main" prst="rect">
            <a:avLst/>
          </a:prstGeom>
          <a:solidFill xmlns:a="http://schemas.openxmlformats.org/drawingml/2006/main">
            <a:srgbClr val="E5EBF8"/>
          </a:solidFill>
          <a:ln xmlns:a="http://schemas.openxmlformats.org/drawingml/2006/main" w="12764">
            <a:solidFill>
              <a:srgbClr val="1572C3"/>
            </a:solidFill>
          </a:ln>
        </p:spPr>
      </p:sp>
      <p:sp>
        <p:nvSpPr>
          <p:cNvPr id="390" name="text-982">
            <a:extLst xmlns:a="http://schemas.openxmlformats.org/drawingml/2006/main">
              <a:ext uri="{FF2B5EF4-FFF2-40B4-BE49-F238E27FC236}">
                <a16:creationId xmlns:a16="http://schemas.microsoft.com/office/drawing/2014/main" id="{F4773E3B-4A7F-43DE-9A12-1C13DE48C1C3}"/>
              </a:ext>
            </a:extLst>
          </p:cNvPr>
          <p:cNvSpPr>
            <a:spLocks xmlns:a="http://schemas.openxmlformats.org/drawingml/2006/main" noGrp="1"/>
          </p:cNvSpPr>
          <p:nvPr/>
        </p:nvSpPr>
        <p:spPr>
          <a:xfrm xmlns:a="http://schemas.openxmlformats.org/drawingml/2006/main">
            <a:off x="6535484" y="5013389"/>
            <a:ext cx="1008317" cy="21059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955" b="1">
                <a:solidFill>
                  <a:srgbClr val="1572C3"/>
                </a:solidFill>
                <a:latin typeface="Arial"/>
                <a:ea typeface="Arial"/>
                <a:cs typeface="Arial"/>
              </a:defRPr>
            </a:defPPr>
            <a:lvl1pPr algn="ctr">
              <a:defRPr sz="955" b="1">
                <a:solidFill>
                  <a:srgbClr val="1572C3"/>
                </a:solidFill>
                <a:latin typeface="Arial"/>
                <a:ea typeface="Arial"/>
                <a:cs typeface="Arial"/>
              </a:defRPr>
            </a:lvl1pPr>
            <a:lvl2pPr algn="ctr">
              <a:defRPr sz="955" b="1">
                <a:solidFill>
                  <a:srgbClr val="1572C3"/>
                </a:solidFill>
                <a:latin typeface="Arial"/>
                <a:ea typeface="Arial"/>
                <a:cs typeface="Arial"/>
              </a:defRPr>
            </a:lvl2pPr>
            <a:lvl3pPr algn="ctr">
              <a:defRPr sz="955" b="1">
                <a:solidFill>
                  <a:srgbClr val="1572C3"/>
                </a:solidFill>
                <a:latin typeface="Arial"/>
                <a:ea typeface="Arial"/>
                <a:cs typeface="Arial"/>
              </a:defRPr>
            </a:lvl3pPr>
            <a:lvl4pPr algn="ctr">
              <a:defRPr sz="955" b="1">
                <a:solidFill>
                  <a:srgbClr val="1572C3"/>
                </a:solidFill>
                <a:latin typeface="Arial"/>
                <a:ea typeface="Arial"/>
                <a:cs typeface="Arial"/>
              </a:defRPr>
            </a:lvl4pPr>
            <a:lvl5pPr algn="ctr">
              <a:defRPr sz="955" b="1">
                <a:solidFill>
                  <a:srgbClr val="1572C3"/>
                </a:solidFill>
                <a:latin typeface="Arial"/>
                <a:ea typeface="Arial"/>
                <a:cs typeface="Arial"/>
              </a:defRPr>
            </a:lvl5pPr>
            <a:lvl6pPr algn="ctr">
              <a:defRPr sz="955" b="1">
                <a:solidFill>
                  <a:srgbClr val="1572C3"/>
                </a:solidFill>
                <a:latin typeface="Arial"/>
                <a:ea typeface="Arial"/>
                <a:cs typeface="Arial"/>
              </a:defRPr>
            </a:lvl6pPr>
            <a:lvl7pPr algn="ctr">
              <a:defRPr sz="955" b="1">
                <a:solidFill>
                  <a:srgbClr val="1572C3"/>
                </a:solidFill>
                <a:latin typeface="Arial"/>
                <a:ea typeface="Arial"/>
                <a:cs typeface="Arial"/>
              </a:defRPr>
            </a:lvl7pPr>
            <a:lvl8pPr algn="ctr">
              <a:defRPr sz="955" b="1">
                <a:solidFill>
                  <a:srgbClr val="1572C3"/>
                </a:solidFill>
                <a:latin typeface="Arial"/>
                <a:ea typeface="Arial"/>
                <a:cs typeface="Arial"/>
              </a:defRPr>
            </a:lvl8pPr>
            <a:lvl9pPr algn="ctr">
              <a:defRPr sz="955" b="1">
                <a:solidFill>
                  <a:srgbClr val="1572C3"/>
                </a:solidFill>
                <a:latin typeface="Arial"/>
                <a:ea typeface="Arial"/>
                <a:cs typeface="Arial"/>
              </a:defRPr>
            </a:lvl9pPr>
          </a:lstStyle>
          <a:p xmlns:a="http://schemas.openxmlformats.org/drawingml/2006/main">
            <a:pPr algn="ctr">
              <a:defRPr sz="955" b="1">
                <a:solidFill>
                  <a:srgbClr val="1572C3"/>
                </a:solidFill>
                <a:latin typeface="Arial"/>
                <a:ea typeface="Arial"/>
                <a:cs typeface="Arial"/>
              </a:defRPr>
            </a:pPr>
            <a:r>
              <a:rPr sz="955" b="1">
                <a:solidFill>
                  <a:srgbClr val="1572C3"/>
                </a:solidFill>
                <a:latin typeface="Arial"/>
                <a:ea typeface="Arial"/>
                <a:cs typeface="Arial"/>
              </a:rPr>
              <a:t>display</a:t>
            </a:r>
          </a:p>
        </p:txBody>
      </p:sp>
      <p:sp>
        <p:nvSpPr>
          <p:cNvPr id="391" name="wire-983">
            <a:extLst xmlns:a="http://schemas.openxmlformats.org/drawingml/2006/main">
              <a:ext uri="{FF2B5EF4-FFF2-40B4-BE49-F238E27FC236}">
                <a16:creationId xmlns:a16="http://schemas.microsoft.com/office/drawing/2014/main" id="{5D03EF9D-CF1B-4F29-98C4-2A8FF34A54DB}"/>
              </a:ext>
            </a:extLst>
          </p:cNvPr>
          <p:cNvSpPr>
            <a:spLocks xmlns:a="http://schemas.openxmlformats.org/drawingml/2006/main" noGrp="1"/>
          </p:cNvSpPr>
          <p:nvPr/>
        </p:nvSpPr>
        <p:spPr>
          <a:xfrm xmlns:a="http://schemas.openxmlformats.org/drawingml/2006/main">
            <a:off x="6420612" y="4707065"/>
            <a:ext cx="95726" cy="9525"/>
          </a:xfrm>
          <a:custGeom xmlns:a="http://schemas.openxmlformats.org/drawingml/2006/main">
            <a:pathLst>
              <a:path w="95726" h="9525">
                <a:moveTo>
                  <a:pt x="95726" y="0"/>
                </a:moveTo>
                <a:lnTo>
                  <a:pt x="0" y="0"/>
                </a:lnTo>
              </a:path>
            </a:pathLst>
          </a:custGeom>
          <a:noFill xmlns:a="http://schemas.openxmlformats.org/drawingml/2006/main"/>
          <a:ln xmlns:a="http://schemas.openxmlformats.org/drawingml/2006/main" w="11487">
            <a:solidFill>
              <a:srgbClr val="1572C3"/>
            </a:solidFill>
          </a:ln>
        </p:spPr>
      </p:sp>
      <p:sp>
        <p:nvSpPr>
          <p:cNvPr id="392" name="wire-984">
            <a:extLst xmlns:a="http://schemas.openxmlformats.org/drawingml/2006/main">
              <a:ext uri="{FF2B5EF4-FFF2-40B4-BE49-F238E27FC236}">
                <a16:creationId xmlns:a16="http://schemas.microsoft.com/office/drawing/2014/main" id="{E832F72D-55DA-49CF-AB4F-28D4AFF36AF1}"/>
              </a:ext>
            </a:extLst>
          </p:cNvPr>
          <p:cNvSpPr>
            <a:spLocks xmlns:a="http://schemas.openxmlformats.org/drawingml/2006/main" noGrp="1"/>
          </p:cNvSpPr>
          <p:nvPr/>
        </p:nvSpPr>
        <p:spPr>
          <a:xfrm xmlns:a="http://schemas.openxmlformats.org/drawingml/2006/main">
            <a:off x="6420612" y="3271171"/>
            <a:ext cx="9525" cy="1435894"/>
          </a:xfrm>
          <a:custGeom xmlns:a="http://schemas.openxmlformats.org/drawingml/2006/main">
            <a:pathLst>
              <a:path w="9525" h="1435894">
                <a:moveTo>
                  <a:pt x="0" y="1435894"/>
                </a:moveTo>
                <a:lnTo>
                  <a:pt x="0" y="0"/>
                </a:lnTo>
              </a:path>
            </a:pathLst>
          </a:custGeom>
          <a:noFill xmlns:a="http://schemas.openxmlformats.org/drawingml/2006/main"/>
          <a:ln xmlns:a="http://schemas.openxmlformats.org/drawingml/2006/main" w="11487">
            <a:solidFill>
              <a:srgbClr val="1572C3"/>
            </a:solidFill>
          </a:ln>
        </p:spPr>
      </p:sp>
      <p:sp>
        <p:nvSpPr>
          <p:cNvPr id="393" name="wire-985">
            <a:extLst xmlns:a="http://schemas.openxmlformats.org/drawingml/2006/main">
              <a:ext uri="{FF2B5EF4-FFF2-40B4-BE49-F238E27FC236}">
                <a16:creationId xmlns:a16="http://schemas.microsoft.com/office/drawing/2014/main" id="{ADC4833B-AFEF-4EF1-9693-E4756DAA2CEC}"/>
              </a:ext>
            </a:extLst>
          </p:cNvPr>
          <p:cNvSpPr>
            <a:spLocks xmlns:a="http://schemas.openxmlformats.org/drawingml/2006/main" noGrp="1"/>
          </p:cNvSpPr>
          <p:nvPr/>
        </p:nvSpPr>
        <p:spPr>
          <a:xfrm xmlns:a="http://schemas.openxmlformats.org/drawingml/2006/main">
            <a:off x="6420612" y="3271171"/>
            <a:ext cx="382905" cy="9525"/>
          </a:xfrm>
          <a:custGeom xmlns:a="http://schemas.openxmlformats.org/drawingml/2006/main">
            <a:pathLst>
              <a:path w="382905" h="9525">
                <a:moveTo>
                  <a:pt x="0" y="0"/>
                </a:moveTo>
                <a:lnTo>
                  <a:pt x="382905" y="0"/>
                </a:lnTo>
              </a:path>
            </a:pathLst>
          </a:custGeom>
          <a:noFill xmlns:a="http://schemas.openxmlformats.org/drawingml/2006/main"/>
          <a:ln xmlns:a="http://schemas.openxmlformats.org/drawingml/2006/main" w="11487">
            <a:solidFill>
              <a:srgbClr val="1572C3"/>
            </a:solidFill>
          </a:ln>
        </p:spPr>
      </p:sp>
      <p:sp>
        <p:nvSpPr>
          <p:cNvPr id="394" name="wire-986">
            <a:extLst xmlns:a="http://schemas.openxmlformats.org/drawingml/2006/main">
              <a:ext uri="{FF2B5EF4-FFF2-40B4-BE49-F238E27FC236}">
                <a16:creationId xmlns:a16="http://schemas.microsoft.com/office/drawing/2014/main" id="{80832C62-A806-4BD2-B463-93C49370DC14}"/>
              </a:ext>
            </a:extLst>
          </p:cNvPr>
          <p:cNvSpPr>
            <a:spLocks xmlns:a="http://schemas.openxmlformats.org/drawingml/2006/main" noGrp="1"/>
          </p:cNvSpPr>
          <p:nvPr/>
        </p:nvSpPr>
        <p:spPr>
          <a:xfrm xmlns:a="http://schemas.openxmlformats.org/drawingml/2006/main">
            <a:off x="6803517" y="3226499"/>
            <a:ext cx="9525" cy="44672"/>
          </a:xfrm>
          <a:custGeom xmlns:a="http://schemas.openxmlformats.org/drawingml/2006/main">
            <a:pathLst>
              <a:path w="9525" h="44672">
                <a:moveTo>
                  <a:pt x="0" y="44672"/>
                </a:moveTo>
                <a:lnTo>
                  <a:pt x="0" y="0"/>
                </a:lnTo>
              </a:path>
            </a:pathLst>
          </a:custGeom>
          <a:noFill xmlns:a="http://schemas.openxmlformats.org/drawingml/2006/main"/>
          <a:ln xmlns:a="http://schemas.openxmlformats.org/drawingml/2006/main" w="11487">
            <a:solidFill>
              <a:srgbClr val="1572C3"/>
            </a:solidFill>
          </a:ln>
        </p:spPr>
      </p:sp>
      <p:sp>
        <p:nvSpPr>
          <p:cNvPr id="395" name="circuit-987">
            <a:extLst xmlns:a="http://schemas.openxmlformats.org/drawingml/2006/main">
              <a:ext uri="{FF2B5EF4-FFF2-40B4-BE49-F238E27FC236}">
                <a16:creationId xmlns:a16="http://schemas.microsoft.com/office/drawing/2014/main" id="{AD69DE6A-6D60-447E-B2F0-670A09D21719}"/>
              </a:ext>
            </a:extLst>
          </p:cNvPr>
          <p:cNvSpPr>
            <a:spLocks xmlns:a="http://schemas.openxmlformats.org/drawingml/2006/main" noGrp="1"/>
          </p:cNvSpPr>
          <p:nvPr/>
        </p:nvSpPr>
        <p:spPr>
          <a:xfrm xmlns:a="http://schemas.openxmlformats.org/drawingml/2006/main">
            <a:off x="6790115" y="3226499"/>
            <a:ext cx="26803" cy="31909"/>
          </a:xfrm>
          <a:custGeom xmlns:a="http://schemas.openxmlformats.org/drawingml/2006/main">
            <a:pathLst>
              <a:path w="26803" h="31909">
                <a:moveTo>
                  <a:pt x="13402" y="0"/>
                </a:moveTo>
                <a:lnTo>
                  <a:pt x="0" y="31909"/>
                </a:lnTo>
                <a:lnTo>
                  <a:pt x="26803" y="31909"/>
                </a:lnTo>
                <a:close/>
              </a:path>
            </a:pathLst>
          </a:custGeom>
          <a:solidFill xmlns:a="http://schemas.openxmlformats.org/drawingml/2006/main">
            <a:srgbClr val="1572C3"/>
          </a:solidFill>
          <a:ln xmlns:a="http://schemas.openxmlformats.org/drawingml/2006/main" w="3191">
            <a:solidFill>
              <a:srgbClr val="1572C3"/>
            </a:solidFill>
          </a:ln>
        </p:spPr>
      </p:sp>
      <p:sp>
        <p:nvSpPr>
          <p:cNvPr id="396" name="wire-988">
            <a:extLst xmlns:a="http://schemas.openxmlformats.org/drawingml/2006/main">
              <a:ext uri="{FF2B5EF4-FFF2-40B4-BE49-F238E27FC236}">
                <a16:creationId xmlns:a16="http://schemas.microsoft.com/office/drawing/2014/main" id="{C0F352BA-9DFD-4D0D-8871-46D91DD57E5F}"/>
              </a:ext>
            </a:extLst>
          </p:cNvPr>
          <p:cNvSpPr>
            <a:spLocks xmlns:a="http://schemas.openxmlformats.org/drawingml/2006/main" noGrp="1"/>
          </p:cNvSpPr>
          <p:nvPr/>
        </p:nvSpPr>
        <p:spPr>
          <a:xfrm xmlns:a="http://schemas.openxmlformats.org/drawingml/2006/main">
            <a:off x="6420612" y="4707065"/>
            <a:ext cx="95726" cy="9525"/>
          </a:xfrm>
          <a:custGeom xmlns:a="http://schemas.openxmlformats.org/drawingml/2006/main">
            <a:pathLst>
              <a:path w="95726" h="9525">
                <a:moveTo>
                  <a:pt x="0" y="0"/>
                </a:moveTo>
                <a:lnTo>
                  <a:pt x="95726" y="0"/>
                </a:lnTo>
              </a:path>
            </a:pathLst>
          </a:custGeom>
          <a:noFill xmlns:a="http://schemas.openxmlformats.org/drawingml/2006/main"/>
          <a:ln xmlns:a="http://schemas.openxmlformats.org/drawingml/2006/main" w="11487">
            <a:solidFill>
              <a:srgbClr val="1572C3"/>
            </a:solidFill>
          </a:ln>
        </p:spPr>
      </p:sp>
      <p:sp>
        <p:nvSpPr>
          <p:cNvPr id="397" name="circuit-989">
            <a:extLst xmlns:a="http://schemas.openxmlformats.org/drawingml/2006/main">
              <a:ext uri="{FF2B5EF4-FFF2-40B4-BE49-F238E27FC236}">
                <a16:creationId xmlns:a16="http://schemas.microsoft.com/office/drawing/2014/main" id="{05E78E9F-BC25-43DE-A6D5-3BB5988C6F16}"/>
              </a:ext>
            </a:extLst>
          </p:cNvPr>
          <p:cNvSpPr>
            <a:spLocks xmlns:a="http://schemas.openxmlformats.org/drawingml/2006/main" noGrp="1"/>
          </p:cNvSpPr>
          <p:nvPr/>
        </p:nvSpPr>
        <p:spPr>
          <a:xfrm xmlns:a="http://schemas.openxmlformats.org/drawingml/2006/main">
            <a:off x="6484430" y="4693663"/>
            <a:ext cx="31909" cy="26803"/>
          </a:xfrm>
          <a:custGeom xmlns:a="http://schemas.openxmlformats.org/drawingml/2006/main">
            <a:pathLst>
              <a:path w="31909" h="26803">
                <a:moveTo>
                  <a:pt x="31909" y="13402"/>
                </a:moveTo>
                <a:lnTo>
                  <a:pt x="0" y="0"/>
                </a:lnTo>
                <a:lnTo>
                  <a:pt x="0" y="26803"/>
                </a:lnTo>
                <a:close/>
              </a:path>
            </a:pathLst>
          </a:custGeom>
          <a:solidFill xmlns:a="http://schemas.openxmlformats.org/drawingml/2006/main">
            <a:srgbClr val="1572C3"/>
          </a:solidFill>
          <a:ln xmlns:a="http://schemas.openxmlformats.org/drawingml/2006/main" w="3191">
            <a:solidFill>
              <a:srgbClr val="1572C3"/>
            </a:solidFill>
          </a:ln>
        </p:spPr>
      </p:sp>
      <p:sp>
        <p:nvSpPr>
          <p:cNvPr id="398" name="wire-990">
            <a:extLst xmlns:a="http://schemas.openxmlformats.org/drawingml/2006/main">
              <a:ext uri="{FF2B5EF4-FFF2-40B4-BE49-F238E27FC236}">
                <a16:creationId xmlns:a16="http://schemas.microsoft.com/office/drawing/2014/main" id="{B08128E8-BE8F-4962-B257-F0E1C01BD740}"/>
              </a:ext>
            </a:extLst>
          </p:cNvPr>
          <p:cNvSpPr>
            <a:spLocks xmlns:a="http://schemas.openxmlformats.org/drawingml/2006/main" noGrp="1"/>
          </p:cNvSpPr>
          <p:nvPr/>
        </p:nvSpPr>
        <p:spPr>
          <a:xfrm xmlns:a="http://schemas.openxmlformats.org/drawingml/2006/main">
            <a:off x="7122605" y="3226499"/>
            <a:ext cx="9525" cy="51054"/>
          </a:xfrm>
          <a:custGeom xmlns:a="http://schemas.openxmlformats.org/drawingml/2006/main">
            <a:pathLst>
              <a:path w="9525" h="51054">
                <a:moveTo>
                  <a:pt x="0" y="0"/>
                </a:moveTo>
                <a:lnTo>
                  <a:pt x="0" y="51054"/>
                </a:lnTo>
              </a:path>
            </a:pathLst>
          </a:custGeom>
          <a:noFill xmlns:a="http://schemas.openxmlformats.org/drawingml/2006/main"/>
          <a:ln xmlns:a="http://schemas.openxmlformats.org/drawingml/2006/main" w="10849">
            <a:solidFill>
              <a:srgbClr val="1572C3"/>
            </a:solidFill>
          </a:ln>
        </p:spPr>
      </p:sp>
      <p:sp>
        <p:nvSpPr>
          <p:cNvPr id="399" name="wire-991">
            <a:extLst xmlns:a="http://schemas.openxmlformats.org/drawingml/2006/main">
              <a:ext uri="{FF2B5EF4-FFF2-40B4-BE49-F238E27FC236}">
                <a16:creationId xmlns:a16="http://schemas.microsoft.com/office/drawing/2014/main" id="{DB7E98CD-C643-4872-A019-F94400712522}"/>
              </a:ext>
            </a:extLst>
          </p:cNvPr>
          <p:cNvSpPr>
            <a:spLocks xmlns:a="http://schemas.openxmlformats.org/drawingml/2006/main" noGrp="1"/>
          </p:cNvSpPr>
          <p:nvPr/>
        </p:nvSpPr>
        <p:spPr>
          <a:xfrm xmlns:a="http://schemas.openxmlformats.org/drawingml/2006/main">
            <a:off x="7122605" y="3277553"/>
            <a:ext cx="485013" cy="9525"/>
          </a:xfrm>
          <a:custGeom xmlns:a="http://schemas.openxmlformats.org/drawingml/2006/main">
            <a:pathLst>
              <a:path w="485013" h="9525">
                <a:moveTo>
                  <a:pt x="0" y="0"/>
                </a:moveTo>
                <a:lnTo>
                  <a:pt x="485013" y="0"/>
                </a:lnTo>
              </a:path>
            </a:pathLst>
          </a:custGeom>
          <a:noFill xmlns:a="http://schemas.openxmlformats.org/drawingml/2006/main"/>
          <a:ln xmlns:a="http://schemas.openxmlformats.org/drawingml/2006/main" w="10849">
            <a:solidFill>
              <a:srgbClr val="1572C3"/>
            </a:solidFill>
          </a:ln>
        </p:spPr>
      </p:sp>
      <p:sp>
        <p:nvSpPr>
          <p:cNvPr id="400" name="wire-992">
            <a:extLst xmlns:a="http://schemas.openxmlformats.org/drawingml/2006/main">
              <a:ext uri="{FF2B5EF4-FFF2-40B4-BE49-F238E27FC236}">
                <a16:creationId xmlns:a16="http://schemas.microsoft.com/office/drawing/2014/main" id="{E78DE0C0-376E-4554-8C2A-5A860D4043FB}"/>
              </a:ext>
            </a:extLst>
          </p:cNvPr>
          <p:cNvSpPr>
            <a:spLocks xmlns:a="http://schemas.openxmlformats.org/drawingml/2006/main" noGrp="1"/>
          </p:cNvSpPr>
          <p:nvPr/>
        </p:nvSpPr>
        <p:spPr>
          <a:xfrm xmlns:a="http://schemas.openxmlformats.org/drawingml/2006/main">
            <a:off x="7607618" y="3277553"/>
            <a:ext cx="9525" cy="1844326"/>
          </a:xfrm>
          <a:custGeom xmlns:a="http://schemas.openxmlformats.org/drawingml/2006/main">
            <a:pathLst>
              <a:path w="9525" h="1844326">
                <a:moveTo>
                  <a:pt x="0" y="0"/>
                </a:moveTo>
                <a:lnTo>
                  <a:pt x="0" y="1844326"/>
                </a:lnTo>
              </a:path>
            </a:pathLst>
          </a:custGeom>
          <a:noFill xmlns:a="http://schemas.openxmlformats.org/drawingml/2006/main"/>
          <a:ln xmlns:a="http://schemas.openxmlformats.org/drawingml/2006/main" w="10849">
            <a:solidFill>
              <a:srgbClr val="1572C3"/>
            </a:solidFill>
          </a:ln>
        </p:spPr>
      </p:sp>
      <p:sp>
        <p:nvSpPr>
          <p:cNvPr id="401" name="wire-993">
            <a:extLst xmlns:a="http://schemas.openxmlformats.org/drawingml/2006/main">
              <a:ext uri="{FF2B5EF4-FFF2-40B4-BE49-F238E27FC236}">
                <a16:creationId xmlns:a16="http://schemas.microsoft.com/office/drawing/2014/main" id="{640C9D43-4A10-4647-8DF9-717314DA6E79}"/>
              </a:ext>
            </a:extLst>
          </p:cNvPr>
          <p:cNvSpPr>
            <a:spLocks xmlns:a="http://schemas.openxmlformats.org/drawingml/2006/main" noGrp="1"/>
          </p:cNvSpPr>
          <p:nvPr/>
        </p:nvSpPr>
        <p:spPr>
          <a:xfrm xmlns:a="http://schemas.openxmlformats.org/drawingml/2006/main">
            <a:off x="7562945" y="5121878"/>
            <a:ext cx="44672" cy="9525"/>
          </a:xfrm>
          <a:custGeom xmlns:a="http://schemas.openxmlformats.org/drawingml/2006/main">
            <a:pathLst>
              <a:path w="44672" h="9525">
                <a:moveTo>
                  <a:pt x="44672" y="0"/>
                </a:moveTo>
                <a:lnTo>
                  <a:pt x="0" y="0"/>
                </a:lnTo>
              </a:path>
            </a:pathLst>
          </a:custGeom>
          <a:noFill xmlns:a="http://schemas.openxmlformats.org/drawingml/2006/main"/>
          <a:ln xmlns:a="http://schemas.openxmlformats.org/drawingml/2006/main" w="10849">
            <a:solidFill>
              <a:srgbClr val="1572C3"/>
            </a:solidFill>
          </a:ln>
        </p:spPr>
      </p:sp>
      <p:sp>
        <p:nvSpPr>
          <p:cNvPr id="402" name="circuit-994">
            <a:extLst xmlns:a="http://schemas.openxmlformats.org/drawingml/2006/main">
              <a:ext uri="{FF2B5EF4-FFF2-40B4-BE49-F238E27FC236}">
                <a16:creationId xmlns:a16="http://schemas.microsoft.com/office/drawing/2014/main" id="{651E4BB0-5702-4424-896B-CE05FBF3D65E}"/>
              </a:ext>
            </a:extLst>
          </p:cNvPr>
          <p:cNvSpPr>
            <a:spLocks xmlns:a="http://schemas.openxmlformats.org/drawingml/2006/main" noGrp="1"/>
          </p:cNvSpPr>
          <p:nvPr/>
        </p:nvSpPr>
        <p:spPr>
          <a:xfrm xmlns:a="http://schemas.openxmlformats.org/drawingml/2006/main">
            <a:off x="7562945" y="5108477"/>
            <a:ext cx="31909" cy="26803"/>
          </a:xfrm>
          <a:custGeom xmlns:a="http://schemas.openxmlformats.org/drawingml/2006/main">
            <a:pathLst>
              <a:path w="31909" h="26803">
                <a:moveTo>
                  <a:pt x="0" y="13402"/>
                </a:moveTo>
                <a:lnTo>
                  <a:pt x="31909" y="26803"/>
                </a:lnTo>
                <a:lnTo>
                  <a:pt x="31909" y="0"/>
                </a:lnTo>
                <a:close/>
              </a:path>
            </a:pathLst>
          </a:custGeom>
          <a:solidFill xmlns:a="http://schemas.openxmlformats.org/drawingml/2006/main">
            <a:srgbClr val="1572C3"/>
          </a:solidFill>
          <a:ln xmlns:a="http://schemas.openxmlformats.org/drawingml/2006/main" w="3191">
            <a:solidFill>
              <a:srgbClr val="1572C3"/>
            </a:solidFill>
          </a:ln>
        </p:spPr>
      </p:sp>
      <p:sp>
        <p:nvSpPr>
          <p:cNvPr id="403" name="wire-995">
            <a:extLst xmlns:a="http://schemas.openxmlformats.org/drawingml/2006/main">
              <a:ext uri="{FF2B5EF4-FFF2-40B4-BE49-F238E27FC236}">
                <a16:creationId xmlns:a16="http://schemas.microsoft.com/office/drawing/2014/main" id="{9F08DEB5-03BA-4EB7-8C63-89A700CA40E2}"/>
              </a:ext>
            </a:extLst>
          </p:cNvPr>
          <p:cNvSpPr>
            <a:spLocks xmlns:a="http://schemas.openxmlformats.org/drawingml/2006/main" noGrp="1"/>
          </p:cNvSpPr>
          <p:nvPr/>
        </p:nvSpPr>
        <p:spPr>
          <a:xfrm xmlns:a="http://schemas.openxmlformats.org/drawingml/2006/main">
            <a:off x="7039642" y="5230368"/>
            <a:ext cx="9525" cy="185071"/>
          </a:xfrm>
          <a:custGeom xmlns:a="http://schemas.openxmlformats.org/drawingml/2006/main">
            <a:pathLst>
              <a:path w="9525" h="185071">
                <a:moveTo>
                  <a:pt x="0" y="0"/>
                </a:moveTo>
                <a:lnTo>
                  <a:pt x="0" y="185071"/>
                </a:lnTo>
              </a:path>
            </a:pathLst>
          </a:custGeom>
          <a:noFill xmlns:a="http://schemas.openxmlformats.org/drawingml/2006/main"/>
          <a:ln xmlns:a="http://schemas.openxmlformats.org/drawingml/2006/main" w="12764">
            <a:solidFill>
              <a:srgbClr val="1572C3"/>
            </a:solidFill>
          </a:ln>
        </p:spPr>
      </p:sp>
      <p:sp>
        <p:nvSpPr>
          <p:cNvPr id="404" name="wire-996">
            <a:extLst xmlns:a="http://schemas.openxmlformats.org/drawingml/2006/main">
              <a:ext uri="{FF2B5EF4-FFF2-40B4-BE49-F238E27FC236}">
                <a16:creationId xmlns:a16="http://schemas.microsoft.com/office/drawing/2014/main" id="{745A016B-36FB-468A-8089-777FE51465D3}"/>
              </a:ext>
            </a:extLst>
          </p:cNvPr>
          <p:cNvSpPr>
            <a:spLocks xmlns:a="http://schemas.openxmlformats.org/drawingml/2006/main" noGrp="1"/>
          </p:cNvSpPr>
          <p:nvPr/>
        </p:nvSpPr>
        <p:spPr>
          <a:xfrm xmlns:a="http://schemas.openxmlformats.org/drawingml/2006/main">
            <a:off x="7039642" y="5415439"/>
            <a:ext cx="516922" cy="9525"/>
          </a:xfrm>
          <a:custGeom xmlns:a="http://schemas.openxmlformats.org/drawingml/2006/main">
            <a:pathLst>
              <a:path w="516922" h="9525">
                <a:moveTo>
                  <a:pt x="0" y="0"/>
                </a:moveTo>
                <a:lnTo>
                  <a:pt x="516922" y="0"/>
                </a:lnTo>
              </a:path>
            </a:pathLst>
          </a:custGeom>
          <a:noFill xmlns:a="http://schemas.openxmlformats.org/drawingml/2006/main"/>
          <a:ln xmlns:a="http://schemas.openxmlformats.org/drawingml/2006/main" w="12764">
            <a:solidFill>
              <a:srgbClr val="1572C3"/>
            </a:solidFill>
          </a:ln>
        </p:spPr>
      </p:sp>
      <p:sp>
        <p:nvSpPr>
          <p:cNvPr id="405" name="circuit-997">
            <a:extLst xmlns:a="http://schemas.openxmlformats.org/drawingml/2006/main">
              <a:ext uri="{FF2B5EF4-FFF2-40B4-BE49-F238E27FC236}">
                <a16:creationId xmlns:a16="http://schemas.microsoft.com/office/drawing/2014/main" id="{AAB4D24F-F8D7-4F41-9D1D-2591A0069E10}"/>
              </a:ext>
            </a:extLst>
          </p:cNvPr>
          <p:cNvSpPr>
            <a:spLocks xmlns:a="http://schemas.openxmlformats.org/drawingml/2006/main" noGrp="1"/>
          </p:cNvSpPr>
          <p:nvPr/>
        </p:nvSpPr>
        <p:spPr>
          <a:xfrm xmlns:a="http://schemas.openxmlformats.org/drawingml/2006/main">
            <a:off x="7524655" y="5402037"/>
            <a:ext cx="31909" cy="26803"/>
          </a:xfrm>
          <a:custGeom xmlns:a="http://schemas.openxmlformats.org/drawingml/2006/main">
            <a:pathLst>
              <a:path w="31909" h="26803">
                <a:moveTo>
                  <a:pt x="31909" y="13402"/>
                </a:moveTo>
                <a:lnTo>
                  <a:pt x="0" y="0"/>
                </a:lnTo>
                <a:lnTo>
                  <a:pt x="0" y="26803"/>
                </a:lnTo>
                <a:close/>
              </a:path>
            </a:pathLst>
          </a:custGeom>
          <a:solidFill xmlns:a="http://schemas.openxmlformats.org/drawingml/2006/main">
            <a:srgbClr val="1572C3"/>
          </a:solidFill>
          <a:ln xmlns:a="http://schemas.openxmlformats.org/drawingml/2006/main" w="3191">
            <a:solidFill>
              <a:srgbClr val="1572C3"/>
            </a:solidFill>
          </a:ln>
        </p:spPr>
      </p:sp>
      <p:sp>
        <p:nvSpPr>
          <p:cNvPr id="406" name="text-998">
            <a:extLst xmlns:a="http://schemas.openxmlformats.org/drawingml/2006/main">
              <a:ext uri="{FF2B5EF4-FFF2-40B4-BE49-F238E27FC236}">
                <a16:creationId xmlns:a16="http://schemas.microsoft.com/office/drawing/2014/main" id="{ED453E99-EED8-41C9-9EF5-1DE66F8EDBF2}"/>
              </a:ext>
            </a:extLst>
          </p:cNvPr>
          <p:cNvSpPr>
            <a:spLocks xmlns:a="http://schemas.openxmlformats.org/drawingml/2006/main" noGrp="1"/>
          </p:cNvSpPr>
          <p:nvPr/>
        </p:nvSpPr>
        <p:spPr>
          <a:xfrm xmlns:a="http://schemas.openxmlformats.org/drawingml/2006/main">
            <a:off x="6516338" y="5415439"/>
            <a:ext cx="1052989" cy="1467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854" b="1">
                <a:solidFill>
                  <a:srgbClr val="1572C3"/>
                </a:solidFill>
                <a:latin typeface="Arial"/>
                <a:ea typeface="Arial"/>
                <a:cs typeface="Arial"/>
              </a:defRPr>
            </a:defPPr>
            <a:lvl1pPr algn="ctr">
              <a:defRPr sz="854" b="1">
                <a:solidFill>
                  <a:srgbClr val="1572C3"/>
                </a:solidFill>
                <a:latin typeface="Arial"/>
                <a:ea typeface="Arial"/>
                <a:cs typeface="Arial"/>
              </a:defRPr>
            </a:lvl1pPr>
            <a:lvl2pPr algn="ctr">
              <a:defRPr sz="854" b="1">
                <a:solidFill>
                  <a:srgbClr val="1572C3"/>
                </a:solidFill>
                <a:latin typeface="Arial"/>
                <a:ea typeface="Arial"/>
                <a:cs typeface="Arial"/>
              </a:defRPr>
            </a:lvl2pPr>
            <a:lvl3pPr algn="ctr">
              <a:defRPr sz="854" b="1">
                <a:solidFill>
                  <a:srgbClr val="1572C3"/>
                </a:solidFill>
                <a:latin typeface="Arial"/>
                <a:ea typeface="Arial"/>
                <a:cs typeface="Arial"/>
              </a:defRPr>
            </a:lvl3pPr>
            <a:lvl4pPr algn="ctr">
              <a:defRPr sz="854" b="1">
                <a:solidFill>
                  <a:srgbClr val="1572C3"/>
                </a:solidFill>
                <a:latin typeface="Arial"/>
                <a:ea typeface="Arial"/>
                <a:cs typeface="Arial"/>
              </a:defRPr>
            </a:lvl4pPr>
            <a:lvl5pPr algn="ctr">
              <a:defRPr sz="854" b="1">
                <a:solidFill>
                  <a:srgbClr val="1572C3"/>
                </a:solidFill>
                <a:latin typeface="Arial"/>
                <a:ea typeface="Arial"/>
                <a:cs typeface="Arial"/>
              </a:defRPr>
            </a:lvl5pPr>
            <a:lvl6pPr algn="ctr">
              <a:defRPr sz="854" b="1">
                <a:solidFill>
                  <a:srgbClr val="1572C3"/>
                </a:solidFill>
                <a:latin typeface="Arial"/>
                <a:ea typeface="Arial"/>
                <a:cs typeface="Arial"/>
              </a:defRPr>
            </a:lvl6pPr>
            <a:lvl7pPr algn="ctr">
              <a:defRPr sz="854" b="1">
                <a:solidFill>
                  <a:srgbClr val="1572C3"/>
                </a:solidFill>
                <a:latin typeface="Arial"/>
                <a:ea typeface="Arial"/>
                <a:cs typeface="Arial"/>
              </a:defRPr>
            </a:lvl7pPr>
            <a:lvl8pPr algn="ctr">
              <a:defRPr sz="854" b="1">
                <a:solidFill>
                  <a:srgbClr val="1572C3"/>
                </a:solidFill>
                <a:latin typeface="Arial"/>
                <a:ea typeface="Arial"/>
                <a:cs typeface="Arial"/>
              </a:defRPr>
            </a:lvl8pPr>
            <a:lvl9pPr algn="ctr">
              <a:defRPr sz="854" b="1">
                <a:solidFill>
                  <a:srgbClr val="1572C3"/>
                </a:solidFill>
                <a:latin typeface="Arial"/>
                <a:ea typeface="Arial"/>
                <a:cs typeface="Arial"/>
              </a:defRPr>
            </a:lvl9pPr>
          </a:lstStyle>
          <a:p xmlns:a="http://schemas.openxmlformats.org/drawingml/2006/main">
            <a:pPr algn="ctr">
              <a:defRPr sz="854" b="1">
                <a:solidFill>
                  <a:srgbClr val="1572C3"/>
                </a:solidFill>
                <a:latin typeface="Arial"/>
                <a:ea typeface="Arial"/>
                <a:cs typeface="Arial"/>
              </a:defRPr>
            </a:pPr>
            <a:r>
              <a:rPr sz="854" b="1">
                <a:solidFill>
                  <a:srgbClr val="1572C3"/>
                </a:solidFill>
                <a:latin typeface="Arial"/>
                <a:ea typeface="Arial"/>
                <a:cs typeface="Arial"/>
              </a:rPr>
              <a:t>HDMI OUT</a:t>
            </a:r>
          </a:p>
        </p:txBody>
      </p:sp>
      <p:sp>
        <p:nvSpPr>
          <p:cNvPr id="407" name="text-999">
            <a:extLst xmlns:a="http://schemas.openxmlformats.org/drawingml/2006/main">
              <a:ext uri="{FF2B5EF4-FFF2-40B4-BE49-F238E27FC236}">
                <a16:creationId xmlns:a16="http://schemas.microsoft.com/office/drawing/2014/main" id="{A995B34E-5D3B-4B4D-B093-8835317805A1}"/>
              </a:ext>
            </a:extLst>
          </p:cNvPr>
          <p:cNvSpPr>
            <a:spLocks xmlns:a="http://schemas.openxmlformats.org/drawingml/2006/main" noGrp="1"/>
          </p:cNvSpPr>
          <p:nvPr/>
        </p:nvSpPr>
        <p:spPr>
          <a:xfrm xmlns:a="http://schemas.openxmlformats.org/drawingml/2006/main">
            <a:off x="8267700" y="1304925"/>
            <a:ext cx="33051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025" b="1">
                <a:solidFill>
                  <a:srgbClr val="231F20"/>
                </a:solidFill>
                <a:latin typeface="Yu Gothic"/>
                <a:ea typeface="Yu Gothic"/>
                <a:cs typeface="Yu Gothic"/>
              </a:defRPr>
            </a:defPPr>
            <a:lvl1pPr algn="l">
              <a:defRPr sz="2025" b="1">
                <a:solidFill>
                  <a:srgbClr val="231F20"/>
                </a:solidFill>
                <a:latin typeface="Yu Gothic"/>
                <a:ea typeface="Yu Gothic"/>
                <a:cs typeface="Yu Gothic"/>
              </a:defRPr>
            </a:lvl1pPr>
            <a:lvl2pPr algn="l">
              <a:defRPr sz="2025" b="1">
                <a:solidFill>
                  <a:srgbClr val="231F20"/>
                </a:solidFill>
                <a:latin typeface="Yu Gothic"/>
                <a:ea typeface="Yu Gothic"/>
                <a:cs typeface="Yu Gothic"/>
              </a:defRPr>
            </a:lvl2pPr>
            <a:lvl3pPr algn="l">
              <a:defRPr sz="2025" b="1">
                <a:solidFill>
                  <a:srgbClr val="231F20"/>
                </a:solidFill>
                <a:latin typeface="Yu Gothic"/>
                <a:ea typeface="Yu Gothic"/>
                <a:cs typeface="Yu Gothic"/>
              </a:defRPr>
            </a:lvl3pPr>
            <a:lvl4pPr algn="l">
              <a:defRPr sz="2025" b="1">
                <a:solidFill>
                  <a:srgbClr val="231F20"/>
                </a:solidFill>
                <a:latin typeface="Yu Gothic"/>
                <a:ea typeface="Yu Gothic"/>
                <a:cs typeface="Yu Gothic"/>
              </a:defRPr>
            </a:lvl4pPr>
            <a:lvl5pPr algn="l">
              <a:defRPr sz="2025" b="1">
                <a:solidFill>
                  <a:srgbClr val="231F20"/>
                </a:solidFill>
                <a:latin typeface="Yu Gothic"/>
                <a:ea typeface="Yu Gothic"/>
                <a:cs typeface="Yu Gothic"/>
              </a:defRPr>
            </a:lvl5pPr>
            <a:lvl6pPr algn="l">
              <a:defRPr sz="2025" b="1">
                <a:solidFill>
                  <a:srgbClr val="231F20"/>
                </a:solidFill>
                <a:latin typeface="Yu Gothic"/>
                <a:ea typeface="Yu Gothic"/>
                <a:cs typeface="Yu Gothic"/>
              </a:defRPr>
            </a:lvl6pPr>
            <a:lvl7pPr algn="l">
              <a:defRPr sz="2025" b="1">
                <a:solidFill>
                  <a:srgbClr val="231F20"/>
                </a:solidFill>
                <a:latin typeface="Yu Gothic"/>
                <a:ea typeface="Yu Gothic"/>
                <a:cs typeface="Yu Gothic"/>
              </a:defRPr>
            </a:lvl7pPr>
            <a:lvl8pPr algn="l">
              <a:defRPr sz="2025" b="1">
                <a:solidFill>
                  <a:srgbClr val="231F20"/>
                </a:solidFill>
                <a:latin typeface="Yu Gothic"/>
                <a:ea typeface="Yu Gothic"/>
                <a:cs typeface="Yu Gothic"/>
              </a:defRPr>
            </a:lvl8pPr>
            <a:lvl9pPr algn="l">
              <a:defRPr sz="2025" b="1">
                <a:solidFill>
                  <a:srgbClr val="231F20"/>
                </a:solidFill>
                <a:latin typeface="Yu Gothic"/>
                <a:ea typeface="Yu Gothic"/>
                <a:cs typeface="Yu Gothic"/>
              </a:defRPr>
            </a:lvl9pPr>
          </a:lstStyle>
          <a:p xmlns:a="http://schemas.openxmlformats.org/drawingml/2006/main">
            <a:pPr algn="l">
              <a:defRPr sz="2025" b="1">
                <a:solidFill>
                  <a:srgbClr val="231F20"/>
                </a:solidFill>
                <a:latin typeface="Yu Gothic"/>
                <a:ea typeface="Yu Gothic"/>
                <a:cs typeface="Yu Gothic"/>
              </a:defRPr>
            </a:pPr>
            <a:r>
              <a:rPr sz="2025" b="1">
                <a:solidFill>
                  <a:srgbClr val="231F20"/>
                </a:solidFill>
                <a:latin typeface="Yu Gothic"/>
                <a:ea typeface="Yu Gothic"/>
                <a:cs typeface="Yu Gothic"/>
              </a:rPr>
              <a:t>HDL：レジスタの記述例</a:t>
            </a:r>
          </a:p>
        </p:txBody>
      </p:sp>
      <p:sp>
        <p:nvSpPr>
          <p:cNvPr id="408" name="wire-1000">
            <a:extLst xmlns:a="http://schemas.openxmlformats.org/drawingml/2006/main">
              <a:ext uri="{FF2B5EF4-FFF2-40B4-BE49-F238E27FC236}">
                <a16:creationId xmlns:a16="http://schemas.microsoft.com/office/drawing/2014/main" id="{EAA2DF9A-B523-4E81-80AB-6A59332C788B}"/>
              </a:ext>
            </a:extLst>
          </p:cNvPr>
          <p:cNvSpPr>
            <a:spLocks xmlns:a="http://schemas.openxmlformats.org/drawingml/2006/main" noGrp="1"/>
          </p:cNvSpPr>
          <p:nvPr/>
        </p:nvSpPr>
        <p:spPr>
          <a:xfrm xmlns:a="http://schemas.openxmlformats.org/drawingml/2006/main">
            <a:off x="7810500" y="2895600"/>
            <a:ext cx="314325" cy="9525"/>
          </a:xfrm>
          <a:custGeom xmlns:a="http://schemas.openxmlformats.org/drawingml/2006/main">
            <a:pathLst>
              <a:path w="314325" h="9525">
                <a:moveTo>
                  <a:pt x="0" y="0"/>
                </a:moveTo>
                <a:lnTo>
                  <a:pt x="314325" y="0"/>
                </a:lnTo>
              </a:path>
            </a:pathLst>
          </a:custGeom>
          <a:noFill xmlns:a="http://schemas.openxmlformats.org/drawingml/2006/main"/>
          <a:ln xmlns:a="http://schemas.openxmlformats.org/drawingml/2006/main" w="26670">
            <a:solidFill>
              <a:srgbClr val="1572C3"/>
            </a:solidFill>
          </a:ln>
        </p:spPr>
      </p:sp>
      <p:sp>
        <p:nvSpPr>
          <p:cNvPr id="409" name="circuit-1001">
            <a:extLst xmlns:a="http://schemas.openxmlformats.org/drawingml/2006/main">
              <a:ext uri="{FF2B5EF4-FFF2-40B4-BE49-F238E27FC236}">
                <a16:creationId xmlns:a16="http://schemas.microsoft.com/office/drawing/2014/main" id="{653E7879-4C58-4339-915C-24C86CAE713B}"/>
              </a:ext>
            </a:extLst>
          </p:cNvPr>
          <p:cNvSpPr>
            <a:spLocks xmlns:a="http://schemas.openxmlformats.org/drawingml/2006/main" noGrp="1"/>
          </p:cNvSpPr>
          <p:nvPr/>
        </p:nvSpPr>
        <p:spPr>
          <a:xfrm xmlns:a="http://schemas.openxmlformats.org/drawingml/2006/main">
            <a:off x="8048625" y="28641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410" name="text-1002">
            <a:extLst xmlns:a="http://schemas.openxmlformats.org/drawingml/2006/main">
              <a:ext uri="{FF2B5EF4-FFF2-40B4-BE49-F238E27FC236}">
                <a16:creationId xmlns:a16="http://schemas.microsoft.com/office/drawing/2014/main" id="{AF73790C-208E-4CC3-BE09-9AB507A56020}"/>
              </a:ext>
            </a:extLst>
          </p:cNvPr>
          <p:cNvSpPr>
            <a:spLocks xmlns:a="http://schemas.openxmlformats.org/drawingml/2006/main" noGrp="1"/>
          </p:cNvSpPr>
          <p:nvPr/>
        </p:nvSpPr>
        <p:spPr>
          <a:xfrm xmlns:a="http://schemas.openxmlformats.org/drawingml/2006/main">
            <a:off x="8305800" y="1762125"/>
            <a:ext cx="32289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725" b="1">
                <a:solidFill>
                  <a:srgbClr val="1572C3"/>
                </a:solidFill>
                <a:latin typeface="Arial"/>
                <a:ea typeface="Arial"/>
                <a:cs typeface="Arial"/>
              </a:defRPr>
            </a:defPPr>
            <a:lvl1pPr algn="l">
              <a:defRPr sz="1725" b="1">
                <a:solidFill>
                  <a:srgbClr val="1572C3"/>
                </a:solidFill>
                <a:latin typeface="Arial"/>
                <a:ea typeface="Arial"/>
                <a:cs typeface="Arial"/>
              </a:defRPr>
            </a:lvl1pPr>
            <a:lvl2pPr algn="l">
              <a:defRPr sz="1725" b="1">
                <a:solidFill>
                  <a:srgbClr val="1572C3"/>
                </a:solidFill>
                <a:latin typeface="Arial"/>
                <a:ea typeface="Arial"/>
                <a:cs typeface="Arial"/>
              </a:defRPr>
            </a:lvl2pPr>
            <a:lvl3pPr algn="l">
              <a:defRPr sz="1725" b="1">
                <a:solidFill>
                  <a:srgbClr val="1572C3"/>
                </a:solidFill>
                <a:latin typeface="Arial"/>
                <a:ea typeface="Arial"/>
                <a:cs typeface="Arial"/>
              </a:defRPr>
            </a:lvl3pPr>
            <a:lvl4pPr algn="l">
              <a:defRPr sz="1725" b="1">
                <a:solidFill>
                  <a:srgbClr val="1572C3"/>
                </a:solidFill>
                <a:latin typeface="Arial"/>
                <a:ea typeface="Arial"/>
                <a:cs typeface="Arial"/>
              </a:defRPr>
            </a:lvl4pPr>
            <a:lvl5pPr algn="l">
              <a:defRPr sz="1725" b="1">
                <a:solidFill>
                  <a:srgbClr val="1572C3"/>
                </a:solidFill>
                <a:latin typeface="Arial"/>
                <a:ea typeface="Arial"/>
                <a:cs typeface="Arial"/>
              </a:defRPr>
            </a:lvl5pPr>
            <a:lvl6pPr algn="l">
              <a:defRPr sz="1725" b="1">
                <a:solidFill>
                  <a:srgbClr val="1572C3"/>
                </a:solidFill>
                <a:latin typeface="Arial"/>
                <a:ea typeface="Arial"/>
                <a:cs typeface="Arial"/>
              </a:defRPr>
            </a:lvl6pPr>
            <a:lvl7pPr algn="l">
              <a:defRPr sz="1725" b="1">
                <a:solidFill>
                  <a:srgbClr val="1572C3"/>
                </a:solidFill>
                <a:latin typeface="Arial"/>
                <a:ea typeface="Arial"/>
                <a:cs typeface="Arial"/>
              </a:defRPr>
            </a:lvl7pPr>
            <a:lvl8pPr algn="l">
              <a:defRPr sz="1725" b="1">
                <a:solidFill>
                  <a:srgbClr val="1572C3"/>
                </a:solidFill>
                <a:latin typeface="Arial"/>
                <a:ea typeface="Arial"/>
                <a:cs typeface="Arial"/>
              </a:defRPr>
            </a:lvl8pPr>
            <a:lvl9pPr algn="l">
              <a:defRPr sz="1725" b="1">
                <a:solidFill>
                  <a:srgbClr val="1572C3"/>
                </a:solidFill>
                <a:latin typeface="Arial"/>
                <a:ea typeface="Arial"/>
                <a:cs typeface="Arial"/>
              </a:defRPr>
            </a:lvl9pPr>
          </a:lstStyle>
          <a:p xmlns:a="http://schemas.openxmlformats.org/drawingml/2006/main">
            <a:pPr algn="l">
              <a:defRPr sz="1725" b="1">
                <a:solidFill>
                  <a:srgbClr val="1572C3"/>
                </a:solidFill>
                <a:latin typeface="Arial"/>
                <a:ea typeface="Arial"/>
                <a:cs typeface="Arial"/>
              </a:defRPr>
            </a:pPr>
            <a:r>
              <a:rPr sz="1725" b="1">
                <a:solidFill>
                  <a:srgbClr val="1572C3"/>
                </a:solidFill>
                <a:latin typeface="Arial"/>
                <a:ea typeface="Arial"/>
                <a:cs typeface="Arial"/>
              </a:rPr>
              <a:t>flopenrc.sv</a:t>
            </a:r>
          </a:p>
        </p:txBody>
      </p:sp>
      <p:sp>
        <p:nvSpPr>
          <p:cNvPr id="411" name="text-1003">
            <a:extLst xmlns:a="http://schemas.openxmlformats.org/drawingml/2006/main">
              <a:ext uri="{FF2B5EF4-FFF2-40B4-BE49-F238E27FC236}">
                <a16:creationId xmlns:a16="http://schemas.microsoft.com/office/drawing/2014/main" id="{179369DC-5354-4D51-9CB2-9B905518D980}"/>
              </a:ext>
            </a:extLst>
          </p:cNvPr>
          <p:cNvSpPr>
            <a:spLocks xmlns:a="http://schemas.openxmlformats.org/drawingml/2006/main" noGrp="1"/>
          </p:cNvSpPr>
          <p:nvPr/>
        </p:nvSpPr>
        <p:spPr>
          <a:xfrm xmlns:a="http://schemas.openxmlformats.org/drawingml/2006/main">
            <a:off x="8296275" y="2162175"/>
            <a:ext cx="329565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00" b="0">
                <a:solidFill>
                  <a:srgbClr val="231F20"/>
                </a:solidFill>
                <a:latin typeface="Consolas"/>
                <a:ea typeface="Consolas"/>
                <a:cs typeface="Consolas"/>
              </a:defRPr>
            </a:defPPr>
            <a:lvl1pPr algn="l">
              <a:defRPr sz="1500" b="0">
                <a:solidFill>
                  <a:srgbClr val="231F20"/>
                </a:solidFill>
                <a:latin typeface="Consolas"/>
                <a:ea typeface="Consolas"/>
                <a:cs typeface="Consolas"/>
              </a:defRPr>
            </a:lvl1pPr>
            <a:lvl2pPr algn="l">
              <a:defRPr sz="1500" b="0">
                <a:solidFill>
                  <a:srgbClr val="231F20"/>
                </a:solidFill>
                <a:latin typeface="Consolas"/>
                <a:ea typeface="Consolas"/>
                <a:cs typeface="Consolas"/>
              </a:defRPr>
            </a:lvl2pPr>
            <a:lvl3pPr algn="l">
              <a:defRPr sz="1500" b="0">
                <a:solidFill>
                  <a:srgbClr val="231F20"/>
                </a:solidFill>
                <a:latin typeface="Consolas"/>
                <a:ea typeface="Consolas"/>
                <a:cs typeface="Consolas"/>
              </a:defRPr>
            </a:lvl3pPr>
            <a:lvl4pPr algn="l">
              <a:defRPr sz="1500" b="0">
                <a:solidFill>
                  <a:srgbClr val="231F20"/>
                </a:solidFill>
                <a:latin typeface="Consolas"/>
                <a:ea typeface="Consolas"/>
                <a:cs typeface="Consolas"/>
              </a:defRPr>
            </a:lvl4pPr>
            <a:lvl5pPr algn="l">
              <a:defRPr sz="1500" b="0">
                <a:solidFill>
                  <a:srgbClr val="231F20"/>
                </a:solidFill>
                <a:latin typeface="Consolas"/>
                <a:ea typeface="Consolas"/>
                <a:cs typeface="Consolas"/>
              </a:defRPr>
            </a:lvl5pPr>
            <a:lvl6pPr algn="l">
              <a:defRPr sz="1500" b="0">
                <a:solidFill>
                  <a:srgbClr val="231F20"/>
                </a:solidFill>
                <a:latin typeface="Consolas"/>
                <a:ea typeface="Consolas"/>
                <a:cs typeface="Consolas"/>
              </a:defRPr>
            </a:lvl6pPr>
            <a:lvl7pPr algn="l">
              <a:defRPr sz="1500" b="0">
                <a:solidFill>
                  <a:srgbClr val="231F20"/>
                </a:solidFill>
                <a:latin typeface="Consolas"/>
                <a:ea typeface="Consolas"/>
                <a:cs typeface="Consolas"/>
              </a:defRPr>
            </a:lvl7pPr>
            <a:lvl8pPr algn="l">
              <a:defRPr sz="1500" b="0">
                <a:solidFill>
                  <a:srgbClr val="231F20"/>
                </a:solidFill>
                <a:latin typeface="Consolas"/>
                <a:ea typeface="Consolas"/>
                <a:cs typeface="Consolas"/>
              </a:defRPr>
            </a:lvl8pPr>
            <a:lvl9pPr algn="l">
              <a:defRPr sz="1500" b="0">
                <a:solidFill>
                  <a:srgbClr val="231F20"/>
                </a:solidFill>
                <a:latin typeface="Consolas"/>
                <a:ea typeface="Consolas"/>
                <a:cs typeface="Consolas"/>
              </a:defRPr>
            </a:lvl9pPr>
          </a:lstStyle>
          <a:p xmlns:a="http://schemas.openxmlformats.org/drawingml/2006/main">
            <a:pPr algn="l">
              <a:defRPr sz="1500" b="0">
                <a:solidFill>
                  <a:srgbClr val="231F20"/>
                </a:solidFill>
                <a:latin typeface="Consolas"/>
                <a:ea typeface="Consolas"/>
                <a:cs typeface="Consolas"/>
              </a:defRPr>
            </a:pPr>
            <a:r>
              <a:rPr sz="1500" b="0">
                <a:solidFill>
                  <a:srgbClr val="231F20"/>
                </a:solidFill>
                <a:latin typeface="Consolas"/>
                <a:ea typeface="Consolas"/>
                <a:cs typeface="Consolas"/>
              </a:rPr>
              <a:t>always_ff @(posedge clk)</a:t>
            </a:r>
          </a:p>
          <a:p xmlns:a="http://schemas.openxmlformats.org/drawingml/2006/main">
            <a:pPr algn="l">
              <a:defRPr sz="1500" b="0">
                <a:solidFill>
                  <a:srgbClr val="231F20"/>
                </a:solidFill>
                <a:latin typeface="Consolas"/>
                <a:ea typeface="Consolas"/>
                <a:cs typeface="Consolas"/>
              </a:defRPr>
            </a:pPr>
            <a:r>
              <a:rPr sz="1500" b="0">
                <a:solidFill>
                  <a:srgbClr val="231F20"/>
                </a:solidFill>
                <a:latin typeface="Consolas"/>
                <a:ea typeface="Consolas"/>
                <a:cs typeface="Consolas"/>
              </a:rPr>
              <a:t>  if (reset)   q &lt;= '0;</a:t>
            </a:r>
          </a:p>
          <a:p xmlns:a="http://schemas.openxmlformats.org/drawingml/2006/main">
            <a:pPr algn="l">
              <a:defRPr sz="1500" b="0">
                <a:solidFill>
                  <a:srgbClr val="231F20"/>
                </a:solidFill>
                <a:latin typeface="Consolas"/>
                <a:ea typeface="Consolas"/>
                <a:cs typeface="Consolas"/>
              </a:defRPr>
            </a:pPr>
            <a:r>
              <a:rPr sz="1500" b="0">
                <a:solidFill>
                  <a:srgbClr val="231F20"/>
                </a:solidFill>
                <a:latin typeface="Consolas"/>
                <a:ea typeface="Consolas"/>
                <a:cs typeface="Consolas"/>
              </a:rPr>
              <a:t>  else if (en)</a:t>
            </a:r>
          </a:p>
          <a:p xmlns:a="http://schemas.openxmlformats.org/drawingml/2006/main">
            <a:pPr algn="l">
              <a:defRPr sz="1500" b="0">
                <a:solidFill>
                  <a:srgbClr val="231F20"/>
                </a:solidFill>
                <a:latin typeface="Consolas"/>
                <a:ea typeface="Consolas"/>
                <a:cs typeface="Consolas"/>
              </a:defRPr>
            </a:pPr>
            <a:r>
              <a:rPr sz="1500" b="0">
                <a:solidFill>
                  <a:srgbClr val="231F20"/>
                </a:solidFill>
                <a:latin typeface="Consolas"/>
                <a:ea typeface="Consolas"/>
                <a:cs typeface="Consolas"/>
              </a:rPr>
              <a:t>    if (clear) q &lt;= '0;</a:t>
            </a:r>
          </a:p>
          <a:p xmlns:a="http://schemas.openxmlformats.org/drawingml/2006/main">
            <a:pPr algn="l">
              <a:defRPr sz="1500" b="0">
                <a:solidFill>
                  <a:srgbClr val="231F20"/>
                </a:solidFill>
                <a:latin typeface="Consolas"/>
                <a:ea typeface="Consolas"/>
                <a:cs typeface="Consolas"/>
              </a:defRPr>
            </a:pPr>
            <a:r>
              <a:rPr sz="1500" b="0">
                <a:solidFill>
                  <a:srgbClr val="231F20"/>
                </a:solidFill>
                <a:latin typeface="Consolas"/>
                <a:ea typeface="Consolas"/>
                <a:cs typeface="Consolas"/>
              </a:rPr>
              <a:t>    else       q &lt;= d;</a:t>
            </a:r>
          </a:p>
        </p:txBody>
      </p:sp>
      <p:sp>
        <p:nvSpPr>
          <p:cNvPr id="412" name="text-1004">
            <a:extLst xmlns:a="http://schemas.openxmlformats.org/drawingml/2006/main">
              <a:ext uri="{FF2B5EF4-FFF2-40B4-BE49-F238E27FC236}">
                <a16:creationId xmlns:a16="http://schemas.microsoft.com/office/drawing/2014/main" id="{0AF03EFA-0305-44AA-A562-6E764C627487}"/>
              </a:ext>
            </a:extLst>
          </p:cNvPr>
          <p:cNvSpPr>
            <a:spLocks xmlns:a="http://schemas.openxmlformats.org/drawingml/2006/main" noGrp="1"/>
          </p:cNvSpPr>
          <p:nvPr/>
        </p:nvSpPr>
        <p:spPr>
          <a:xfrm xmlns:a="http://schemas.openxmlformats.org/drawingml/2006/main">
            <a:off x="8134350" y="3724275"/>
            <a:ext cx="35337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1">
                <a:solidFill>
                  <a:srgbClr val="1572C3"/>
                </a:solidFill>
                <a:latin typeface="Yu Gothic"/>
                <a:ea typeface="Yu Gothic"/>
                <a:cs typeface="Yu Gothic"/>
              </a:defRPr>
            </a:defPPr>
            <a:lvl1pPr algn="ctr">
              <a:defRPr sz="1725" b="1">
                <a:solidFill>
                  <a:srgbClr val="1572C3"/>
                </a:solidFill>
                <a:latin typeface="Yu Gothic"/>
                <a:ea typeface="Yu Gothic"/>
                <a:cs typeface="Yu Gothic"/>
              </a:defRPr>
            </a:lvl1pPr>
            <a:lvl2pPr algn="ctr">
              <a:defRPr sz="1725" b="1">
                <a:solidFill>
                  <a:srgbClr val="1572C3"/>
                </a:solidFill>
                <a:latin typeface="Yu Gothic"/>
                <a:ea typeface="Yu Gothic"/>
                <a:cs typeface="Yu Gothic"/>
              </a:defRPr>
            </a:lvl2pPr>
            <a:lvl3pPr algn="ctr">
              <a:defRPr sz="1725" b="1">
                <a:solidFill>
                  <a:srgbClr val="1572C3"/>
                </a:solidFill>
                <a:latin typeface="Yu Gothic"/>
                <a:ea typeface="Yu Gothic"/>
                <a:cs typeface="Yu Gothic"/>
              </a:defRPr>
            </a:lvl3pPr>
            <a:lvl4pPr algn="ctr">
              <a:defRPr sz="1725" b="1">
                <a:solidFill>
                  <a:srgbClr val="1572C3"/>
                </a:solidFill>
                <a:latin typeface="Yu Gothic"/>
                <a:ea typeface="Yu Gothic"/>
                <a:cs typeface="Yu Gothic"/>
              </a:defRPr>
            </a:lvl4pPr>
            <a:lvl5pPr algn="ctr">
              <a:defRPr sz="1725" b="1">
                <a:solidFill>
                  <a:srgbClr val="1572C3"/>
                </a:solidFill>
                <a:latin typeface="Yu Gothic"/>
                <a:ea typeface="Yu Gothic"/>
                <a:cs typeface="Yu Gothic"/>
              </a:defRPr>
            </a:lvl5pPr>
            <a:lvl6pPr algn="ctr">
              <a:defRPr sz="1725" b="1">
                <a:solidFill>
                  <a:srgbClr val="1572C3"/>
                </a:solidFill>
                <a:latin typeface="Yu Gothic"/>
                <a:ea typeface="Yu Gothic"/>
                <a:cs typeface="Yu Gothic"/>
              </a:defRPr>
            </a:lvl6pPr>
            <a:lvl7pPr algn="ctr">
              <a:defRPr sz="1725" b="1">
                <a:solidFill>
                  <a:srgbClr val="1572C3"/>
                </a:solidFill>
                <a:latin typeface="Yu Gothic"/>
                <a:ea typeface="Yu Gothic"/>
                <a:cs typeface="Yu Gothic"/>
              </a:defRPr>
            </a:lvl7pPr>
            <a:lvl8pPr algn="ctr">
              <a:defRPr sz="1725" b="1">
                <a:solidFill>
                  <a:srgbClr val="1572C3"/>
                </a:solidFill>
                <a:latin typeface="Yu Gothic"/>
                <a:ea typeface="Yu Gothic"/>
                <a:cs typeface="Yu Gothic"/>
              </a:defRPr>
            </a:lvl8pPr>
            <a:lvl9pPr algn="ctr">
              <a:defRPr sz="1725" b="1">
                <a:solidFill>
                  <a:srgbClr val="1572C3"/>
                </a:solidFill>
                <a:latin typeface="Yu Gothic"/>
                <a:ea typeface="Yu Gothic"/>
                <a:cs typeface="Yu Gothic"/>
              </a:defRPr>
            </a:lvl9pPr>
          </a:lstStyle>
          <a:p xmlns:a="http://schemas.openxmlformats.org/drawingml/2006/main">
            <a:pPr algn="ctr">
              <a:defRPr sz="1725" b="1">
                <a:solidFill>
                  <a:srgbClr val="1572C3"/>
                </a:solidFill>
                <a:latin typeface="Yu Gothic"/>
                <a:ea typeface="Yu Gothic"/>
                <a:cs typeface="Yu Gothic"/>
              </a:defRPr>
            </a:pPr>
            <a:r>
              <a:rPr sz="1725" b="1">
                <a:solidFill>
                  <a:srgbClr val="1572C3"/>
                </a:solidFill>
                <a:latin typeface="Yu Gothic"/>
                <a:ea typeface="Yu Gothic"/>
                <a:cs typeface="Yu Gothic"/>
              </a:rPr>
              <a:t>設計ツールで合成・配置配線</a:t>
            </a:r>
          </a:p>
        </p:txBody>
      </p:sp>
      <p:sp>
        <p:nvSpPr>
          <p:cNvPr id="413" name="wire-1005">
            <a:extLst xmlns:a="http://schemas.openxmlformats.org/drawingml/2006/main">
              <a:ext uri="{FF2B5EF4-FFF2-40B4-BE49-F238E27FC236}">
                <a16:creationId xmlns:a16="http://schemas.microsoft.com/office/drawing/2014/main" id="{6196D3B4-4081-4B55-BC64-E1A4585FC623}"/>
              </a:ext>
            </a:extLst>
          </p:cNvPr>
          <p:cNvSpPr>
            <a:spLocks xmlns:a="http://schemas.openxmlformats.org/drawingml/2006/main" noGrp="1"/>
          </p:cNvSpPr>
          <p:nvPr/>
        </p:nvSpPr>
        <p:spPr>
          <a:xfrm xmlns:a="http://schemas.openxmlformats.org/drawingml/2006/main">
            <a:off x="9906000" y="4086225"/>
            <a:ext cx="9525" cy="285750"/>
          </a:xfrm>
          <a:custGeom xmlns:a="http://schemas.openxmlformats.org/drawingml/2006/main">
            <a:pathLst>
              <a:path w="9525" h="285750">
                <a:moveTo>
                  <a:pt x="0" y="0"/>
                </a:moveTo>
                <a:lnTo>
                  <a:pt x="0" y="285750"/>
                </a:lnTo>
              </a:path>
            </a:pathLst>
          </a:custGeom>
          <a:noFill xmlns:a="http://schemas.openxmlformats.org/drawingml/2006/main"/>
          <a:ln xmlns:a="http://schemas.openxmlformats.org/drawingml/2006/main" w="26670">
            <a:solidFill>
              <a:srgbClr val="1572C3"/>
            </a:solidFill>
          </a:ln>
        </p:spPr>
      </p:sp>
      <p:sp>
        <p:nvSpPr>
          <p:cNvPr id="414" name="circuit-1006">
            <a:extLst xmlns:a="http://schemas.openxmlformats.org/drawingml/2006/main">
              <a:ext uri="{FF2B5EF4-FFF2-40B4-BE49-F238E27FC236}">
                <a16:creationId xmlns:a16="http://schemas.microsoft.com/office/drawing/2014/main" id="{CB756E9E-816C-424D-AC6A-7E434A0D9752}"/>
              </a:ext>
            </a:extLst>
          </p:cNvPr>
          <p:cNvSpPr>
            <a:spLocks xmlns:a="http://schemas.openxmlformats.org/drawingml/2006/main" noGrp="1"/>
          </p:cNvSpPr>
          <p:nvPr/>
        </p:nvSpPr>
        <p:spPr>
          <a:xfrm xmlns:a="http://schemas.openxmlformats.org/drawingml/2006/main">
            <a:off x="9874568" y="4295775"/>
            <a:ext cx="62865" cy="76200"/>
          </a:xfrm>
          <a:custGeom xmlns:a="http://schemas.openxmlformats.org/drawingml/2006/main">
            <a:pathLst>
              <a:path w="62865" h="76200">
                <a:moveTo>
                  <a:pt x="31432" y="76200"/>
                </a:moveTo>
                <a:lnTo>
                  <a:pt x="62865" y="0"/>
                </a:lnTo>
                <a:lnTo>
                  <a:pt x="0" y="0"/>
                </a:lnTo>
                <a:close/>
              </a:path>
            </a:pathLst>
          </a:custGeom>
          <a:solidFill xmlns:a="http://schemas.openxmlformats.org/drawingml/2006/main">
            <a:srgbClr val="1572C3"/>
          </a:solidFill>
          <a:ln xmlns:a="http://schemas.openxmlformats.org/drawingml/2006/main" w="9525">
            <a:solidFill>
              <a:srgbClr val="1572C3"/>
            </a:solidFill>
          </a:ln>
        </p:spPr>
      </p:sp>
      <p:pic>
        <p:nvPicPr>
          <p:cNvPr id="415" name="">
            <a:extLst xmlns:a="http://schemas.openxmlformats.org/drawingml/2006/main">
              <a:ext uri="{FF2B5EF4-FFF2-40B4-BE49-F238E27FC236}">
                <a16:creationId xmlns:a16="http://schemas.microsoft.com/office/drawing/2014/main" id="{19FBD3CD-423A-47D3-AEBA-677EDED06970}"/>
              </a:ext>
            </a:extLst>
          </p:cNvPr>
          <p:cNvPicPr>
            <a:picLocks xmlns:a="http://schemas.openxmlformats.org/drawingml/2006/main" noChangeAspect="1"/>
          </p:cNvPicPr>
          <p:nvPr/>
        </p:nvPicPr>
        <p:blipFill>
          <a:blip xmlns:r="http://schemas.openxmlformats.org/officeDocument/2006/relationships" xmlns:a="http://schemas.openxmlformats.org/drawingml/2006/main" r:embed="Ra4a80cdd43cf4289"/>
          <a:stretch xmlns:a="http://schemas.openxmlformats.org/drawingml/2006/main"/>
        </p:blipFill>
        <p:spPr>
          <a:xfrm xmlns:a="http://schemas.openxmlformats.org/drawingml/2006/main">
            <a:off x="9023573" y="4419600"/>
            <a:ext cx="1945829" cy="1724025"/>
          </a:xfrm>
          <a:prstGeom xmlns:a="http://schemas.openxmlformats.org/drawingml/2006/main" prst="rect">
            <a:avLst/>
          </a:prstGeom>
        </p:spPr>
      </p:pic>
      <p:sp>
        <p:nvSpPr>
          <p:cNvPr id="416" name="block-1007">
            <a:extLst xmlns:a="http://schemas.openxmlformats.org/drawingml/2006/main">
              <a:ext uri="{FF2B5EF4-FFF2-40B4-BE49-F238E27FC236}">
                <a16:creationId xmlns:a16="http://schemas.microsoft.com/office/drawing/2014/main" id="{257E2526-9C3E-4F9E-86CF-1411EC8DBA90}"/>
              </a:ext>
            </a:extLst>
          </p:cNvPr>
          <p:cNvSpPr>
            <a:spLocks xmlns:a="http://schemas.openxmlformats.org/drawingml/2006/main" noGrp="1"/>
          </p:cNvSpPr>
          <p:nvPr/>
        </p:nvSpPr>
        <p:spPr>
          <a:xfrm xmlns:a="http://schemas.openxmlformats.org/drawingml/2006/main">
            <a:off x="9810750" y="4981575"/>
            <a:ext cx="352425" cy="333375"/>
          </a:xfrm>
          <a:prstGeom xmlns:a="http://schemas.openxmlformats.org/drawingml/2006/main" prst="rect">
            <a:avLst/>
          </a:prstGeom>
          <a:noFill xmlns:a="http://schemas.openxmlformats.org/drawingml/2006/main"/>
          <a:ln xmlns:a="http://schemas.openxmlformats.org/drawingml/2006/main" w="22860">
            <a:solidFill>
              <a:srgbClr val="1572C3"/>
            </a:solidFill>
          </a:ln>
        </p:spPr>
      </p:sp>
      <p:sp>
        <p:nvSpPr>
          <p:cNvPr id="417" name="wire-1008">
            <a:extLst xmlns:a="http://schemas.openxmlformats.org/drawingml/2006/main">
              <a:ext uri="{FF2B5EF4-FFF2-40B4-BE49-F238E27FC236}">
                <a16:creationId xmlns:a16="http://schemas.microsoft.com/office/drawing/2014/main" id="{E95116F8-85D5-4C4A-A448-ECAC4389C9FE}"/>
              </a:ext>
            </a:extLst>
          </p:cNvPr>
          <p:cNvSpPr>
            <a:spLocks xmlns:a="http://schemas.openxmlformats.org/drawingml/2006/main" noGrp="1"/>
          </p:cNvSpPr>
          <p:nvPr/>
        </p:nvSpPr>
        <p:spPr>
          <a:xfrm xmlns:a="http://schemas.openxmlformats.org/drawingml/2006/main">
            <a:off x="11430000" y="5153025"/>
            <a:ext cx="9525" cy="590550"/>
          </a:xfrm>
          <a:custGeom xmlns:a="http://schemas.openxmlformats.org/drawingml/2006/main">
            <a:pathLst>
              <a:path w="9525" h="590550">
                <a:moveTo>
                  <a:pt x="0" y="590550"/>
                </a:moveTo>
                <a:lnTo>
                  <a:pt x="0" y="0"/>
                </a:lnTo>
              </a:path>
            </a:pathLst>
          </a:custGeom>
          <a:noFill xmlns:a="http://schemas.openxmlformats.org/drawingml/2006/main"/>
          <a:ln xmlns:a="http://schemas.openxmlformats.org/drawingml/2006/main" w="17145">
            <a:solidFill>
              <a:srgbClr val="1572C3"/>
            </a:solidFill>
          </a:ln>
        </p:spPr>
      </p:sp>
      <p:sp>
        <p:nvSpPr>
          <p:cNvPr id="418" name="wire-1009">
            <a:extLst xmlns:a="http://schemas.openxmlformats.org/drawingml/2006/main">
              <a:ext uri="{FF2B5EF4-FFF2-40B4-BE49-F238E27FC236}">
                <a16:creationId xmlns:a16="http://schemas.microsoft.com/office/drawing/2014/main" id="{C53DD2D4-DCE6-43A7-8D53-69E70F4E0F78}"/>
              </a:ext>
            </a:extLst>
          </p:cNvPr>
          <p:cNvSpPr>
            <a:spLocks xmlns:a="http://schemas.openxmlformats.org/drawingml/2006/main" noGrp="1"/>
          </p:cNvSpPr>
          <p:nvPr/>
        </p:nvSpPr>
        <p:spPr>
          <a:xfrm xmlns:a="http://schemas.openxmlformats.org/drawingml/2006/main">
            <a:off x="10163175" y="5153025"/>
            <a:ext cx="1266825" cy="9525"/>
          </a:xfrm>
          <a:custGeom xmlns:a="http://schemas.openxmlformats.org/drawingml/2006/main">
            <a:pathLst>
              <a:path w="1266825" h="9525">
                <a:moveTo>
                  <a:pt x="1266825" y="0"/>
                </a:moveTo>
                <a:lnTo>
                  <a:pt x="0" y="0"/>
                </a:lnTo>
              </a:path>
            </a:pathLst>
          </a:custGeom>
          <a:noFill xmlns:a="http://schemas.openxmlformats.org/drawingml/2006/main"/>
          <a:ln xmlns:a="http://schemas.openxmlformats.org/drawingml/2006/main" w="17145">
            <a:solidFill>
              <a:srgbClr val="1572C3"/>
            </a:solidFill>
          </a:ln>
        </p:spPr>
      </p:sp>
      <p:sp>
        <p:nvSpPr>
          <p:cNvPr id="419" name="text-1010">
            <a:extLst xmlns:a="http://schemas.openxmlformats.org/drawingml/2006/main">
              <a:ext uri="{FF2B5EF4-FFF2-40B4-BE49-F238E27FC236}">
                <a16:creationId xmlns:a16="http://schemas.microsoft.com/office/drawing/2014/main" id="{B25CF478-E5E4-44EE-B0AD-E000F7DF3CF3}"/>
              </a:ext>
            </a:extLst>
          </p:cNvPr>
          <p:cNvSpPr>
            <a:spLocks xmlns:a="http://schemas.openxmlformats.org/drawingml/2006/main" noGrp="1"/>
          </p:cNvSpPr>
          <p:nvPr/>
        </p:nvSpPr>
        <p:spPr>
          <a:xfrm xmlns:a="http://schemas.openxmlformats.org/drawingml/2006/main">
            <a:off x="8001000" y="5600700"/>
            <a:ext cx="1905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650" b="1">
                <a:solidFill>
                  <a:srgbClr val="1572C3"/>
                </a:solidFill>
                <a:latin typeface="Yu Gothic"/>
                <a:ea typeface="Yu Gothic"/>
                <a:cs typeface="Yu Gothic"/>
              </a:defRPr>
            </a:defPPr>
            <a:lvl1pPr algn="ctr">
              <a:defRPr sz="1650" b="1">
                <a:solidFill>
                  <a:srgbClr val="1572C3"/>
                </a:solidFill>
                <a:latin typeface="Yu Gothic"/>
                <a:ea typeface="Yu Gothic"/>
                <a:cs typeface="Yu Gothic"/>
              </a:defRPr>
            </a:lvl1pPr>
            <a:lvl2pPr algn="ctr">
              <a:defRPr sz="1650" b="1">
                <a:solidFill>
                  <a:srgbClr val="1572C3"/>
                </a:solidFill>
                <a:latin typeface="Yu Gothic"/>
                <a:ea typeface="Yu Gothic"/>
                <a:cs typeface="Yu Gothic"/>
              </a:defRPr>
            </a:lvl2pPr>
            <a:lvl3pPr algn="ctr">
              <a:defRPr sz="1650" b="1">
                <a:solidFill>
                  <a:srgbClr val="1572C3"/>
                </a:solidFill>
                <a:latin typeface="Yu Gothic"/>
                <a:ea typeface="Yu Gothic"/>
                <a:cs typeface="Yu Gothic"/>
              </a:defRPr>
            </a:lvl3pPr>
            <a:lvl4pPr algn="ctr">
              <a:defRPr sz="1650" b="1">
                <a:solidFill>
                  <a:srgbClr val="1572C3"/>
                </a:solidFill>
                <a:latin typeface="Yu Gothic"/>
                <a:ea typeface="Yu Gothic"/>
                <a:cs typeface="Yu Gothic"/>
              </a:defRPr>
            </a:lvl4pPr>
            <a:lvl5pPr algn="ctr">
              <a:defRPr sz="1650" b="1">
                <a:solidFill>
                  <a:srgbClr val="1572C3"/>
                </a:solidFill>
                <a:latin typeface="Yu Gothic"/>
                <a:ea typeface="Yu Gothic"/>
                <a:cs typeface="Yu Gothic"/>
              </a:defRPr>
            </a:lvl5pPr>
            <a:lvl6pPr algn="ctr">
              <a:defRPr sz="1650" b="1">
                <a:solidFill>
                  <a:srgbClr val="1572C3"/>
                </a:solidFill>
                <a:latin typeface="Yu Gothic"/>
                <a:ea typeface="Yu Gothic"/>
                <a:cs typeface="Yu Gothic"/>
              </a:defRPr>
            </a:lvl6pPr>
            <a:lvl7pPr algn="ctr">
              <a:defRPr sz="1650" b="1">
                <a:solidFill>
                  <a:srgbClr val="1572C3"/>
                </a:solidFill>
                <a:latin typeface="Yu Gothic"/>
                <a:ea typeface="Yu Gothic"/>
                <a:cs typeface="Yu Gothic"/>
              </a:defRPr>
            </a:lvl7pPr>
            <a:lvl8pPr algn="ctr">
              <a:defRPr sz="1650" b="1">
                <a:solidFill>
                  <a:srgbClr val="1572C3"/>
                </a:solidFill>
                <a:latin typeface="Yu Gothic"/>
                <a:ea typeface="Yu Gothic"/>
                <a:cs typeface="Yu Gothic"/>
              </a:defRPr>
            </a:lvl8pPr>
            <a:lvl9pPr algn="ctr">
              <a:defRPr sz="1650" b="1">
                <a:solidFill>
                  <a:srgbClr val="1572C3"/>
                </a:solidFill>
                <a:latin typeface="Yu Gothic"/>
                <a:ea typeface="Yu Gothic"/>
                <a:cs typeface="Yu Gothic"/>
              </a:defRPr>
            </a:lvl9pPr>
          </a:lstStyle>
          <a:p xmlns:a="http://schemas.openxmlformats.org/drawingml/2006/main">
            <a:pPr algn="ctr">
              <a:defRPr sz="1650" b="1">
                <a:solidFill>
                  <a:srgbClr val="1572C3"/>
                </a:solidFill>
                <a:latin typeface="Yu Gothic"/>
                <a:ea typeface="Yu Gothic"/>
                <a:cs typeface="Yu Gothic"/>
              </a:defRPr>
            </a:pPr>
            <a:r>
              <a:rPr sz="1650" b="1">
                <a:solidFill>
                  <a:srgbClr val="1572C3"/>
                </a:solidFill>
                <a:latin typeface="Yu Gothic"/>
                <a:ea typeface="Yu Gothic"/>
                <a:cs typeface="Yu Gothic"/>
              </a:rPr>
              <a:t>構成データを</a:t>
            </a:r>
          </a:p>
          <a:p xmlns:a="http://schemas.openxmlformats.org/drawingml/2006/main">
            <a:pPr algn="ctr">
              <a:defRPr sz="1650" b="1">
                <a:solidFill>
                  <a:srgbClr val="1572C3"/>
                </a:solidFill>
                <a:latin typeface="Yu Gothic"/>
                <a:ea typeface="Yu Gothic"/>
                <a:cs typeface="Yu Gothic"/>
              </a:defRPr>
            </a:pPr>
            <a:r>
              <a:rPr sz="1650" b="1">
                <a:solidFill>
                  <a:srgbClr val="1572C3"/>
                </a:solidFill>
                <a:latin typeface="Yu Gothic"/>
                <a:ea typeface="Yu Gothic"/>
                <a:cs typeface="Yu Gothic"/>
              </a:rPr>
              <a:t>FPGAに設定</a:t>
            </a:r>
          </a:p>
        </p:txBody>
      </p:sp>
      <p:sp>
        <p:nvSpPr>
          <p:cNvPr id="420" name="text-1011">
            <a:extLst xmlns:a="http://schemas.openxmlformats.org/drawingml/2006/main">
              <a:ext uri="{FF2B5EF4-FFF2-40B4-BE49-F238E27FC236}">
                <a16:creationId xmlns:a16="http://schemas.microsoft.com/office/drawing/2014/main" id="{1F7A5189-1962-4566-BBEC-8054EFC79D2D}"/>
              </a:ext>
            </a:extLst>
          </p:cNvPr>
          <p:cNvSpPr>
            <a:spLocks xmlns:a="http://schemas.openxmlformats.org/drawingml/2006/main" noGrp="1"/>
          </p:cNvSpPr>
          <p:nvPr/>
        </p:nvSpPr>
        <p:spPr>
          <a:xfrm xmlns:a="http://schemas.openxmlformats.org/drawingml/2006/main">
            <a:off x="11077575" y="5657850"/>
            <a:ext cx="704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00" b="1">
                <a:solidFill>
                  <a:srgbClr val="1572C3"/>
                </a:solidFill>
                <a:latin typeface="Arial"/>
                <a:ea typeface="Arial"/>
                <a:cs typeface="Arial"/>
              </a:defRPr>
            </a:defPPr>
            <a:lvl1pPr algn="ctr">
              <a:defRPr sz="1500" b="1">
                <a:solidFill>
                  <a:srgbClr val="1572C3"/>
                </a:solidFill>
                <a:latin typeface="Arial"/>
                <a:ea typeface="Arial"/>
                <a:cs typeface="Arial"/>
              </a:defRPr>
            </a:lvl1pPr>
            <a:lvl2pPr algn="ctr">
              <a:defRPr sz="1500" b="1">
                <a:solidFill>
                  <a:srgbClr val="1572C3"/>
                </a:solidFill>
                <a:latin typeface="Arial"/>
                <a:ea typeface="Arial"/>
                <a:cs typeface="Arial"/>
              </a:defRPr>
            </a:lvl2pPr>
            <a:lvl3pPr algn="ctr">
              <a:defRPr sz="1500" b="1">
                <a:solidFill>
                  <a:srgbClr val="1572C3"/>
                </a:solidFill>
                <a:latin typeface="Arial"/>
                <a:ea typeface="Arial"/>
                <a:cs typeface="Arial"/>
              </a:defRPr>
            </a:lvl3pPr>
            <a:lvl4pPr algn="ctr">
              <a:defRPr sz="1500" b="1">
                <a:solidFill>
                  <a:srgbClr val="1572C3"/>
                </a:solidFill>
                <a:latin typeface="Arial"/>
                <a:ea typeface="Arial"/>
                <a:cs typeface="Arial"/>
              </a:defRPr>
            </a:lvl4pPr>
            <a:lvl5pPr algn="ctr">
              <a:defRPr sz="1500" b="1">
                <a:solidFill>
                  <a:srgbClr val="1572C3"/>
                </a:solidFill>
                <a:latin typeface="Arial"/>
                <a:ea typeface="Arial"/>
                <a:cs typeface="Arial"/>
              </a:defRPr>
            </a:lvl5pPr>
            <a:lvl6pPr algn="ctr">
              <a:defRPr sz="1500" b="1">
                <a:solidFill>
                  <a:srgbClr val="1572C3"/>
                </a:solidFill>
                <a:latin typeface="Arial"/>
                <a:ea typeface="Arial"/>
                <a:cs typeface="Arial"/>
              </a:defRPr>
            </a:lvl6pPr>
            <a:lvl7pPr algn="ctr">
              <a:defRPr sz="1500" b="1">
                <a:solidFill>
                  <a:srgbClr val="1572C3"/>
                </a:solidFill>
                <a:latin typeface="Arial"/>
                <a:ea typeface="Arial"/>
                <a:cs typeface="Arial"/>
              </a:defRPr>
            </a:lvl7pPr>
            <a:lvl8pPr algn="ctr">
              <a:defRPr sz="1500" b="1">
                <a:solidFill>
                  <a:srgbClr val="1572C3"/>
                </a:solidFill>
                <a:latin typeface="Arial"/>
                <a:ea typeface="Arial"/>
                <a:cs typeface="Arial"/>
              </a:defRPr>
            </a:lvl8pPr>
            <a:lvl9pPr algn="ctr">
              <a:defRPr sz="1500" b="1">
                <a:solidFill>
                  <a:srgbClr val="1572C3"/>
                </a:solidFill>
                <a:latin typeface="Arial"/>
                <a:ea typeface="Arial"/>
                <a:cs typeface="Arial"/>
              </a:defRPr>
            </a:lvl9pPr>
          </a:lstStyle>
          <a:p xmlns:a="http://schemas.openxmlformats.org/drawingml/2006/main">
            <a:pPr algn="ctr">
              <a:defRPr sz="1500" b="1">
                <a:solidFill>
                  <a:srgbClr val="1572C3"/>
                </a:solidFill>
                <a:latin typeface="Arial"/>
                <a:ea typeface="Arial"/>
                <a:cs typeface="Arial"/>
              </a:defRPr>
            </a:pPr>
            <a:r>
              <a:rPr sz="1500" b="1">
                <a:solidFill>
                  <a:srgbClr val="1572C3"/>
                </a:solidFill>
                <a:latin typeface="Arial"/>
                <a:ea typeface="Arial"/>
                <a:cs typeface="Arial"/>
              </a:rPr>
              <a:t>FPGA</a:t>
            </a:r>
          </a:p>
        </p:txBody>
      </p:sp>
      <p:sp>
        <p:nvSpPr>
          <p:cNvPr id="421" name="text-1012">
            <a:extLst xmlns:a="http://schemas.openxmlformats.org/drawingml/2006/main">
              <a:ext uri="{FF2B5EF4-FFF2-40B4-BE49-F238E27FC236}">
                <a16:creationId xmlns:a16="http://schemas.microsoft.com/office/drawing/2014/main" id="{A67A8501-C0BF-496F-B33C-45D0131109C9}"/>
              </a:ext>
            </a:extLst>
          </p:cNvPr>
          <p:cNvSpPr>
            <a:spLocks xmlns:a="http://schemas.openxmlformats.org/drawingml/2006/main" noGrp="1"/>
          </p:cNvSpPr>
          <p:nvPr/>
        </p:nvSpPr>
        <p:spPr>
          <a:xfrm xmlns:a="http://schemas.openxmlformats.org/drawingml/2006/main">
            <a:off x="9753600" y="6153150"/>
            <a:ext cx="18288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050" b="0">
                <a:solidFill>
                  <a:srgbClr val="777777"/>
                </a:solidFill>
                <a:latin typeface="Yu Gothic"/>
                <a:ea typeface="Yu Gothic"/>
                <a:cs typeface="Yu Gothic"/>
              </a:defRPr>
            </a:defPPr>
            <a:lvl1pPr algn="ctr">
              <a:defRPr sz="1050" b="0">
                <a:solidFill>
                  <a:srgbClr val="777777"/>
                </a:solidFill>
                <a:latin typeface="Yu Gothic"/>
                <a:ea typeface="Yu Gothic"/>
                <a:cs typeface="Yu Gothic"/>
              </a:defRPr>
            </a:lvl1pPr>
            <a:lvl2pPr algn="ctr">
              <a:defRPr sz="1050" b="0">
                <a:solidFill>
                  <a:srgbClr val="777777"/>
                </a:solidFill>
                <a:latin typeface="Yu Gothic"/>
                <a:ea typeface="Yu Gothic"/>
                <a:cs typeface="Yu Gothic"/>
              </a:defRPr>
            </a:lvl2pPr>
            <a:lvl3pPr algn="ctr">
              <a:defRPr sz="1050" b="0">
                <a:solidFill>
                  <a:srgbClr val="777777"/>
                </a:solidFill>
                <a:latin typeface="Yu Gothic"/>
                <a:ea typeface="Yu Gothic"/>
                <a:cs typeface="Yu Gothic"/>
              </a:defRPr>
            </a:lvl3pPr>
            <a:lvl4pPr algn="ctr">
              <a:defRPr sz="1050" b="0">
                <a:solidFill>
                  <a:srgbClr val="777777"/>
                </a:solidFill>
                <a:latin typeface="Yu Gothic"/>
                <a:ea typeface="Yu Gothic"/>
                <a:cs typeface="Yu Gothic"/>
              </a:defRPr>
            </a:lvl4pPr>
            <a:lvl5pPr algn="ctr">
              <a:defRPr sz="1050" b="0">
                <a:solidFill>
                  <a:srgbClr val="777777"/>
                </a:solidFill>
                <a:latin typeface="Yu Gothic"/>
                <a:ea typeface="Yu Gothic"/>
                <a:cs typeface="Yu Gothic"/>
              </a:defRPr>
            </a:lvl5pPr>
            <a:lvl6pPr algn="ctr">
              <a:defRPr sz="1050" b="0">
                <a:solidFill>
                  <a:srgbClr val="777777"/>
                </a:solidFill>
                <a:latin typeface="Yu Gothic"/>
                <a:ea typeface="Yu Gothic"/>
                <a:cs typeface="Yu Gothic"/>
              </a:defRPr>
            </a:lvl6pPr>
            <a:lvl7pPr algn="ctr">
              <a:defRPr sz="1050" b="0">
                <a:solidFill>
                  <a:srgbClr val="777777"/>
                </a:solidFill>
                <a:latin typeface="Yu Gothic"/>
                <a:ea typeface="Yu Gothic"/>
                <a:cs typeface="Yu Gothic"/>
              </a:defRPr>
            </a:lvl7pPr>
            <a:lvl8pPr algn="ctr">
              <a:defRPr sz="1050" b="0">
                <a:solidFill>
                  <a:srgbClr val="777777"/>
                </a:solidFill>
                <a:latin typeface="Yu Gothic"/>
                <a:ea typeface="Yu Gothic"/>
                <a:cs typeface="Yu Gothic"/>
              </a:defRPr>
            </a:lvl8pPr>
            <a:lvl9pPr algn="ctr">
              <a:defRPr sz="1050" b="0">
                <a:solidFill>
                  <a:srgbClr val="777777"/>
                </a:solidFill>
                <a:latin typeface="Yu Gothic"/>
                <a:ea typeface="Yu Gothic"/>
                <a:cs typeface="Yu Gothic"/>
              </a:defRPr>
            </a:lvl9pPr>
          </a:lstStyle>
          <a:p xmlns:a="http://schemas.openxmlformats.org/drawingml/2006/main">
            <a:pPr algn="ctr">
              <a:defRPr sz="1050" b="0">
                <a:solidFill>
                  <a:srgbClr val="777777"/>
                </a:solidFill>
                <a:latin typeface="Yu Gothic"/>
                <a:ea typeface="Yu Gothic"/>
                <a:cs typeface="Yu Gothic"/>
              </a:defRPr>
            </a:pPr>
            <a:r>
              <a:rPr sz="1050" b="0">
                <a:solidFill>
                  <a:srgbClr val="777777"/>
                </a:solidFill>
                <a:latin typeface="Yu Gothic"/>
                <a:ea typeface="Yu Gothic"/>
                <a:cs typeface="Yu Gothic"/>
              </a:rPr>
              <a:t>写真：Digilent</a:t>
            </a:r>
          </a:p>
        </p:txBody>
      </p:sp>
      <p:sp>
        <p:nvSpPr>
          <p:cNvPr id="422" name="text-1013">
            <a:extLst xmlns:a="http://schemas.openxmlformats.org/drawingml/2006/main">
              <a:ext uri="{FF2B5EF4-FFF2-40B4-BE49-F238E27FC236}">
                <a16:creationId xmlns:a16="http://schemas.microsoft.com/office/drawing/2014/main" id="{017B603F-7B47-4D1C-9E74-F7877C6CB038}"/>
              </a:ext>
            </a:extLst>
          </p:cNvPr>
          <p:cNvSpPr>
            <a:spLocks xmlns:a="http://schemas.openxmlformats.org/drawingml/2006/main" noGrp="1"/>
          </p:cNvSpPr>
          <p:nvPr/>
        </p:nvSpPr>
        <p:spPr>
          <a:xfrm xmlns:a="http://schemas.openxmlformats.org/drawingml/2006/main">
            <a:off x="609600" y="5781675"/>
            <a:ext cx="7181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800" b="0">
                <a:solidFill>
                  <a:srgbClr val="231F20"/>
                </a:solidFill>
                <a:latin typeface="Yu Gothic"/>
                <a:ea typeface="Yu Gothic"/>
                <a:cs typeface="Yu Gothic"/>
              </a:defRPr>
            </a:defPPr>
            <a:lvl1pPr algn="l">
              <a:defRPr sz="1800" b="0">
                <a:solidFill>
                  <a:srgbClr val="231F20"/>
                </a:solidFill>
                <a:latin typeface="Yu Gothic"/>
                <a:ea typeface="Yu Gothic"/>
                <a:cs typeface="Yu Gothic"/>
              </a:defRPr>
            </a:lvl1pPr>
            <a:lvl2pPr algn="l">
              <a:defRPr sz="1800" b="0">
                <a:solidFill>
                  <a:srgbClr val="231F20"/>
                </a:solidFill>
                <a:latin typeface="Yu Gothic"/>
                <a:ea typeface="Yu Gothic"/>
                <a:cs typeface="Yu Gothic"/>
              </a:defRPr>
            </a:lvl2pPr>
            <a:lvl3pPr algn="l">
              <a:defRPr sz="1800" b="0">
                <a:solidFill>
                  <a:srgbClr val="231F20"/>
                </a:solidFill>
                <a:latin typeface="Yu Gothic"/>
                <a:ea typeface="Yu Gothic"/>
                <a:cs typeface="Yu Gothic"/>
              </a:defRPr>
            </a:lvl3pPr>
            <a:lvl4pPr algn="l">
              <a:defRPr sz="1800" b="0">
                <a:solidFill>
                  <a:srgbClr val="231F20"/>
                </a:solidFill>
                <a:latin typeface="Yu Gothic"/>
                <a:ea typeface="Yu Gothic"/>
                <a:cs typeface="Yu Gothic"/>
              </a:defRPr>
            </a:lvl4pPr>
            <a:lvl5pPr algn="l">
              <a:defRPr sz="1800" b="0">
                <a:solidFill>
                  <a:srgbClr val="231F20"/>
                </a:solidFill>
                <a:latin typeface="Yu Gothic"/>
                <a:ea typeface="Yu Gothic"/>
                <a:cs typeface="Yu Gothic"/>
              </a:defRPr>
            </a:lvl5pPr>
            <a:lvl6pPr algn="l">
              <a:defRPr sz="1800" b="0">
                <a:solidFill>
                  <a:srgbClr val="231F20"/>
                </a:solidFill>
                <a:latin typeface="Yu Gothic"/>
                <a:ea typeface="Yu Gothic"/>
                <a:cs typeface="Yu Gothic"/>
              </a:defRPr>
            </a:lvl6pPr>
            <a:lvl7pPr algn="l">
              <a:defRPr sz="1800" b="0">
                <a:solidFill>
                  <a:srgbClr val="231F20"/>
                </a:solidFill>
                <a:latin typeface="Yu Gothic"/>
                <a:ea typeface="Yu Gothic"/>
                <a:cs typeface="Yu Gothic"/>
              </a:defRPr>
            </a:lvl7pPr>
            <a:lvl8pPr algn="l">
              <a:defRPr sz="1800" b="0">
                <a:solidFill>
                  <a:srgbClr val="231F20"/>
                </a:solidFill>
                <a:latin typeface="Yu Gothic"/>
                <a:ea typeface="Yu Gothic"/>
                <a:cs typeface="Yu Gothic"/>
              </a:defRPr>
            </a:lvl8pPr>
            <a:lvl9pPr algn="l">
              <a:defRPr sz="1800" b="0">
                <a:solidFill>
                  <a:srgbClr val="231F20"/>
                </a:solidFill>
                <a:latin typeface="Yu Gothic"/>
                <a:ea typeface="Yu Gothic"/>
                <a:cs typeface="Yu Gothic"/>
              </a:defRPr>
            </a:lvl9pPr>
          </a:lstStyle>
          <a:p xmlns:a="http://schemas.openxmlformats.org/drawingml/2006/main">
            <a:pPr algn="l">
              <a:defRPr sz="1800" b="0">
                <a:solidFill>
                  <a:srgbClr val="231F20"/>
                </a:solidFill>
                <a:latin typeface="Yu Gothic"/>
                <a:ea typeface="Yu Gothic"/>
                <a:cs typeface="Yu Gothic"/>
              </a:defRPr>
            </a:pPr>
            <a:r>
              <a:rPr sz="1800" b="0">
                <a:solidFill>
                  <a:srgbClr val="231F20"/>
                </a:solidFill>
                <a:latin typeface="Yu Gothic"/>
                <a:ea typeface="Yu Gothic"/>
                <a:cs typeface="Yu Gothic"/>
              </a:rPr>
              <a:t>白い細長い箱：レジスタ　　台形：MUX（値の選択）</a:t>
            </a:r>
          </a:p>
        </p:txBody>
      </p:sp>
      <p:sp>
        <p:nvSpPr>
          <p:cNvPr id="423" name="text-1014">
            <a:extLst xmlns:a="http://schemas.openxmlformats.org/drawingml/2006/main">
              <a:ext uri="{FF2B5EF4-FFF2-40B4-BE49-F238E27FC236}">
                <a16:creationId xmlns:a16="http://schemas.microsoft.com/office/drawing/2014/main" id="{D2FDA9F4-DB98-4293-909C-7AD13218071A}"/>
              </a:ext>
            </a:extLst>
          </p:cNvPr>
          <p:cNvSpPr>
            <a:spLocks xmlns:a="http://schemas.openxmlformats.org/drawingml/2006/main" noGrp="1"/>
          </p:cNvSpPr>
          <p:nvPr/>
        </p:nvSpPr>
        <p:spPr>
          <a:xfrm xmlns:a="http://schemas.openxmlformats.org/drawingml/2006/main">
            <a:off x="609600" y="6334125"/>
            <a:ext cx="6000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1">
                <a:solidFill>
                  <a:srgbClr val="0078BA"/>
                </a:solidFill>
                <a:latin typeface="Yu Gothic"/>
                <a:ea typeface="Yu Gothic"/>
                <a:cs typeface="Yu Gothic"/>
              </a:defRPr>
            </a:defPPr>
            <a:lvl1pPr algn="l">
              <a:defRPr sz="1275" b="1">
                <a:solidFill>
                  <a:srgbClr val="0078BA"/>
                </a:solidFill>
                <a:latin typeface="Yu Gothic"/>
                <a:ea typeface="Yu Gothic"/>
                <a:cs typeface="Yu Gothic"/>
              </a:defRPr>
            </a:lvl1pPr>
            <a:lvl2pPr algn="l">
              <a:defRPr sz="1275" b="1">
                <a:solidFill>
                  <a:srgbClr val="0078BA"/>
                </a:solidFill>
                <a:latin typeface="Yu Gothic"/>
                <a:ea typeface="Yu Gothic"/>
                <a:cs typeface="Yu Gothic"/>
              </a:defRPr>
            </a:lvl2pPr>
            <a:lvl3pPr algn="l">
              <a:defRPr sz="1275" b="1">
                <a:solidFill>
                  <a:srgbClr val="0078BA"/>
                </a:solidFill>
                <a:latin typeface="Yu Gothic"/>
                <a:ea typeface="Yu Gothic"/>
                <a:cs typeface="Yu Gothic"/>
              </a:defRPr>
            </a:lvl3pPr>
            <a:lvl4pPr algn="l">
              <a:defRPr sz="1275" b="1">
                <a:solidFill>
                  <a:srgbClr val="0078BA"/>
                </a:solidFill>
                <a:latin typeface="Yu Gothic"/>
                <a:ea typeface="Yu Gothic"/>
                <a:cs typeface="Yu Gothic"/>
              </a:defRPr>
            </a:lvl4pPr>
            <a:lvl5pPr algn="l">
              <a:defRPr sz="1275" b="1">
                <a:solidFill>
                  <a:srgbClr val="0078BA"/>
                </a:solidFill>
                <a:latin typeface="Yu Gothic"/>
                <a:ea typeface="Yu Gothic"/>
                <a:cs typeface="Yu Gothic"/>
              </a:defRPr>
            </a:lvl5pPr>
            <a:lvl6pPr algn="l">
              <a:defRPr sz="1275" b="1">
                <a:solidFill>
                  <a:srgbClr val="0078BA"/>
                </a:solidFill>
                <a:latin typeface="Yu Gothic"/>
                <a:ea typeface="Yu Gothic"/>
                <a:cs typeface="Yu Gothic"/>
              </a:defRPr>
            </a:lvl6pPr>
            <a:lvl7pPr algn="l">
              <a:defRPr sz="1275" b="1">
                <a:solidFill>
                  <a:srgbClr val="0078BA"/>
                </a:solidFill>
                <a:latin typeface="Yu Gothic"/>
                <a:ea typeface="Yu Gothic"/>
                <a:cs typeface="Yu Gothic"/>
              </a:defRPr>
            </a:lvl7pPr>
            <a:lvl8pPr algn="l">
              <a:defRPr sz="1275" b="1">
                <a:solidFill>
                  <a:srgbClr val="0078BA"/>
                </a:solidFill>
                <a:latin typeface="Yu Gothic"/>
                <a:ea typeface="Yu Gothic"/>
                <a:cs typeface="Yu Gothic"/>
              </a:defRPr>
            </a:lvl8pPr>
            <a:lvl9pPr algn="l">
              <a:defRPr sz="1275" b="1">
                <a:solidFill>
                  <a:srgbClr val="0078BA"/>
                </a:solidFill>
                <a:latin typeface="Yu Gothic"/>
                <a:ea typeface="Yu Gothic"/>
                <a:cs typeface="Yu Gothic"/>
              </a:defRPr>
            </a:lvl9pPr>
          </a:lstStyle>
          <a:p xmlns:a="http://schemas.openxmlformats.org/drawingml/2006/main">
            <a:pPr algn="l">
              <a:defRPr sz="1275" b="1">
                <a:solidFill>
                  <a:srgbClr val="0078BA"/>
                </a:solidFill>
                <a:latin typeface="Yu Gothic"/>
                <a:ea typeface="Yu Gothic"/>
                <a:cs typeface="Yu Gothic"/>
              </a:defRPr>
            </a:pPr>
            <a:r>
              <a:rPr sz="1275" b="1">
                <a:solidFill>
                  <a:srgbClr val="0078BA"/>
                </a:solidFill>
                <a:latin typeface="Yu Gothic"/>
                <a:ea typeface="Yu Gothic"/>
                <a:cs typeface="Yu Gothic"/>
              </a:rPr>
              <a:t>図 11</a:t>
            </a:r>
          </a:p>
        </p:txBody>
      </p:sp>
      <p:sp>
        <p:nvSpPr>
          <p:cNvPr id="424" name="text-1015">
            <a:extLst xmlns:a="http://schemas.openxmlformats.org/drawingml/2006/main">
              <a:ext uri="{FF2B5EF4-FFF2-40B4-BE49-F238E27FC236}">
                <a16:creationId xmlns:a16="http://schemas.microsoft.com/office/drawing/2014/main" id="{9AF767F5-5E57-4F43-B349-B1B425E7BC8B}"/>
              </a:ext>
            </a:extLst>
          </p:cNvPr>
          <p:cNvSpPr>
            <a:spLocks xmlns:a="http://schemas.openxmlformats.org/drawingml/2006/main" noGrp="1"/>
          </p:cNvSpPr>
          <p:nvPr/>
        </p:nvSpPr>
        <p:spPr>
          <a:xfrm xmlns:a="http://schemas.openxmlformats.org/drawingml/2006/main">
            <a:off x="1247775" y="6334125"/>
            <a:ext cx="9791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Yu Gothic"/>
                <a:ea typeface="Yu Gothic"/>
                <a:cs typeface="Yu Gothic"/>
              </a:defRPr>
            </a:defPPr>
            <a:lvl1pPr algn="l">
              <a:defRPr sz="1200" b="0">
                <a:solidFill>
                  <a:srgbClr val="231F20"/>
                </a:solidFill>
                <a:latin typeface="Yu Gothic"/>
                <a:ea typeface="Yu Gothic"/>
                <a:cs typeface="Yu Gothic"/>
              </a:defRPr>
            </a:lvl1pPr>
            <a:lvl2pPr algn="l">
              <a:defRPr sz="1200" b="0">
                <a:solidFill>
                  <a:srgbClr val="231F20"/>
                </a:solidFill>
                <a:latin typeface="Yu Gothic"/>
                <a:ea typeface="Yu Gothic"/>
                <a:cs typeface="Yu Gothic"/>
              </a:defRPr>
            </a:lvl2pPr>
            <a:lvl3pPr algn="l">
              <a:defRPr sz="1200" b="0">
                <a:solidFill>
                  <a:srgbClr val="231F20"/>
                </a:solidFill>
                <a:latin typeface="Yu Gothic"/>
                <a:ea typeface="Yu Gothic"/>
                <a:cs typeface="Yu Gothic"/>
              </a:defRPr>
            </a:lvl3pPr>
            <a:lvl4pPr algn="l">
              <a:defRPr sz="1200" b="0">
                <a:solidFill>
                  <a:srgbClr val="231F20"/>
                </a:solidFill>
                <a:latin typeface="Yu Gothic"/>
                <a:ea typeface="Yu Gothic"/>
                <a:cs typeface="Yu Gothic"/>
              </a:defRPr>
            </a:lvl4pPr>
            <a:lvl5pPr algn="l">
              <a:defRPr sz="1200" b="0">
                <a:solidFill>
                  <a:srgbClr val="231F20"/>
                </a:solidFill>
                <a:latin typeface="Yu Gothic"/>
                <a:ea typeface="Yu Gothic"/>
                <a:cs typeface="Yu Gothic"/>
              </a:defRPr>
            </a:lvl5pPr>
            <a:lvl6pPr algn="l">
              <a:defRPr sz="1200" b="0">
                <a:solidFill>
                  <a:srgbClr val="231F20"/>
                </a:solidFill>
                <a:latin typeface="Yu Gothic"/>
                <a:ea typeface="Yu Gothic"/>
                <a:cs typeface="Yu Gothic"/>
              </a:defRPr>
            </a:lvl6pPr>
            <a:lvl7pPr algn="l">
              <a:defRPr sz="1200" b="0">
                <a:solidFill>
                  <a:srgbClr val="231F20"/>
                </a:solidFill>
                <a:latin typeface="Yu Gothic"/>
                <a:ea typeface="Yu Gothic"/>
                <a:cs typeface="Yu Gothic"/>
              </a:defRPr>
            </a:lvl7pPr>
            <a:lvl8pPr algn="l">
              <a:defRPr sz="1200" b="0">
                <a:solidFill>
                  <a:srgbClr val="231F20"/>
                </a:solidFill>
                <a:latin typeface="Yu Gothic"/>
                <a:ea typeface="Yu Gothic"/>
                <a:cs typeface="Yu Gothic"/>
              </a:defRPr>
            </a:lvl8pPr>
            <a:lvl9pPr algn="l">
              <a:defRPr sz="1200" b="0">
                <a:solidFill>
                  <a:srgbClr val="231F20"/>
                </a:solidFill>
                <a:latin typeface="Yu Gothic"/>
                <a:ea typeface="Yu Gothic"/>
                <a:cs typeface="Yu Gothic"/>
              </a:defRPr>
            </a:lvl9pPr>
          </a:lstStyle>
          <a:p xmlns:a="http://schemas.openxmlformats.org/drawingml/2006/main">
            <a:pPr algn="l">
              <a:defRPr sz="1200" b="0">
                <a:solidFill>
                  <a:srgbClr val="231F20"/>
                </a:solidFill>
                <a:latin typeface="Yu Gothic"/>
                <a:ea typeface="Yu Gothic"/>
                <a:cs typeface="Yu Gothic"/>
              </a:defRPr>
            </a:pPr>
            <a:r>
              <a:rPr sz="1200" b="0">
                <a:solidFill>
                  <a:srgbClr val="231F20"/>
                </a:solidFill>
                <a:latin typeface="Yu Gothic"/>
                <a:ea typeface="Yu Gothic"/>
                <a:cs typeface="Yu Gothic"/>
              </a:rPr>
              <a:t>回路図とHDLは同じ設計を表す。ゲームプログラムの実行とは異なり、FPGAの回路構成を設定する</a:t>
            </a:r>
          </a:p>
        </p:txBody>
      </p:sp>
    </p:spTree>
    <p:extLst>
      <p:ext uri="{BB962C8B-B14F-4D97-AF65-F5344CB8AC3E}">
        <p14:creationId xmlns:p14="http://schemas.microsoft.com/office/powerpoint/2010/main" val="171540671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1016">
            <a:extLst xmlns:a="http://schemas.openxmlformats.org/drawingml/2006/main">
              <a:ext uri="{FF2B5EF4-FFF2-40B4-BE49-F238E27FC236}">
                <a16:creationId xmlns:a16="http://schemas.microsoft.com/office/drawing/2014/main" id="{88C0EA97-3FAC-4A93-9A74-56976C5402EE}"/>
              </a:ext>
            </a:extLst>
          </p:cNvPr>
          <p:cNvSpPr>
            <a:spLocks xmlns:a="http://schemas.openxmlformats.org/drawingml/2006/main" noGrp="1"/>
          </p:cNvSpPr>
          <p:nvPr/>
        </p:nvSpPr>
        <p:spPr>
          <a:xfrm xmlns:a="http://schemas.openxmlformats.org/drawingml/2006/main">
            <a:off x="609600" y="314325"/>
            <a:ext cx="5619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231F20"/>
                </a:solidFill>
                <a:latin typeface="Arial"/>
                <a:ea typeface="Arial"/>
                <a:cs typeface="Arial"/>
              </a:defRPr>
            </a:defPPr>
            <a:lvl1pPr algn="l">
              <a:defRPr sz="2850" b="1">
                <a:solidFill>
                  <a:srgbClr val="231F20"/>
                </a:solidFill>
                <a:latin typeface="Arial"/>
                <a:ea typeface="Arial"/>
                <a:cs typeface="Arial"/>
              </a:defRPr>
            </a:lvl1pPr>
            <a:lvl2pPr algn="l">
              <a:defRPr sz="2850" b="1">
                <a:solidFill>
                  <a:srgbClr val="231F20"/>
                </a:solidFill>
                <a:latin typeface="Arial"/>
                <a:ea typeface="Arial"/>
                <a:cs typeface="Arial"/>
              </a:defRPr>
            </a:lvl2pPr>
            <a:lvl3pPr algn="l">
              <a:defRPr sz="2850" b="1">
                <a:solidFill>
                  <a:srgbClr val="231F20"/>
                </a:solidFill>
                <a:latin typeface="Arial"/>
                <a:ea typeface="Arial"/>
                <a:cs typeface="Arial"/>
              </a:defRPr>
            </a:lvl3pPr>
            <a:lvl4pPr algn="l">
              <a:defRPr sz="2850" b="1">
                <a:solidFill>
                  <a:srgbClr val="231F20"/>
                </a:solidFill>
                <a:latin typeface="Arial"/>
                <a:ea typeface="Arial"/>
                <a:cs typeface="Arial"/>
              </a:defRPr>
            </a:lvl4pPr>
            <a:lvl5pPr algn="l">
              <a:defRPr sz="2850" b="1">
                <a:solidFill>
                  <a:srgbClr val="231F20"/>
                </a:solidFill>
                <a:latin typeface="Arial"/>
                <a:ea typeface="Arial"/>
                <a:cs typeface="Arial"/>
              </a:defRPr>
            </a:lvl5pPr>
            <a:lvl6pPr algn="l">
              <a:defRPr sz="2850" b="1">
                <a:solidFill>
                  <a:srgbClr val="231F20"/>
                </a:solidFill>
                <a:latin typeface="Arial"/>
                <a:ea typeface="Arial"/>
                <a:cs typeface="Arial"/>
              </a:defRPr>
            </a:lvl6pPr>
            <a:lvl7pPr algn="l">
              <a:defRPr sz="2850" b="1">
                <a:solidFill>
                  <a:srgbClr val="231F20"/>
                </a:solidFill>
                <a:latin typeface="Arial"/>
                <a:ea typeface="Arial"/>
                <a:cs typeface="Arial"/>
              </a:defRPr>
            </a:lvl7pPr>
            <a:lvl8pPr algn="l">
              <a:defRPr sz="2850" b="1">
                <a:solidFill>
                  <a:srgbClr val="231F20"/>
                </a:solidFill>
                <a:latin typeface="Arial"/>
                <a:ea typeface="Arial"/>
                <a:cs typeface="Arial"/>
              </a:defRPr>
            </a:lvl8pPr>
            <a:lvl9pPr algn="l">
              <a:defRPr sz="2850" b="1">
                <a:solidFill>
                  <a:srgbClr val="231F20"/>
                </a:solidFill>
                <a:latin typeface="Arial"/>
                <a:ea typeface="Arial"/>
                <a:cs typeface="Arial"/>
              </a:defRPr>
            </a:lvl9pPr>
          </a:lstStyle>
          <a:p xmlns:a="http://schemas.openxmlformats.org/drawingml/2006/main">
            <a:pPr algn="l">
              <a:defRPr sz="2850" b="1">
                <a:solidFill>
                  <a:srgbClr val="231F20"/>
                </a:solidFill>
                <a:latin typeface="Arial"/>
                <a:ea typeface="Arial"/>
                <a:cs typeface="Arial"/>
              </a:defRPr>
            </a:pPr>
            <a:r>
              <a:rPr sz="2850" b="1">
                <a:solidFill>
                  <a:srgbClr val="231F20"/>
                </a:solidFill>
                <a:latin typeface="Arial"/>
                <a:ea typeface="Arial"/>
                <a:cs typeface="Arial"/>
              </a:rPr>
              <a:t>12</a:t>
            </a:r>
          </a:p>
        </p:txBody>
      </p:sp>
      <p:sp>
        <p:nvSpPr>
          <p:cNvPr id="2" name="text-1017">
            <a:extLst xmlns:a="http://schemas.openxmlformats.org/drawingml/2006/main">
              <a:ext uri="{FF2B5EF4-FFF2-40B4-BE49-F238E27FC236}">
                <a16:creationId xmlns:a16="http://schemas.microsoft.com/office/drawing/2014/main" id="{9E0E80A1-EB59-470D-8EE7-6ECD5C1F7D31}"/>
              </a:ext>
            </a:extLst>
          </p:cNvPr>
          <p:cNvSpPr>
            <a:spLocks xmlns:a="http://schemas.openxmlformats.org/drawingml/2006/main" noGrp="1"/>
          </p:cNvSpPr>
          <p:nvPr/>
        </p:nvSpPr>
        <p:spPr>
          <a:xfrm xmlns:a="http://schemas.openxmlformats.org/drawingml/2006/main">
            <a:off x="1257300" y="314325"/>
            <a:ext cx="103251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0078BA"/>
                </a:solidFill>
                <a:latin typeface="Yu Gothic"/>
                <a:ea typeface="Yu Gothic"/>
                <a:cs typeface="Yu Gothic"/>
              </a:defRPr>
            </a:defPPr>
            <a:lvl1pPr algn="l">
              <a:defRPr sz="2850" b="1">
                <a:solidFill>
                  <a:srgbClr val="0078BA"/>
                </a:solidFill>
                <a:latin typeface="Yu Gothic"/>
                <a:ea typeface="Yu Gothic"/>
                <a:cs typeface="Yu Gothic"/>
              </a:defRPr>
            </a:lvl1pPr>
            <a:lvl2pPr algn="l">
              <a:defRPr sz="2850" b="1">
                <a:solidFill>
                  <a:srgbClr val="0078BA"/>
                </a:solidFill>
                <a:latin typeface="Yu Gothic"/>
                <a:ea typeface="Yu Gothic"/>
                <a:cs typeface="Yu Gothic"/>
              </a:defRPr>
            </a:lvl2pPr>
            <a:lvl3pPr algn="l">
              <a:defRPr sz="2850" b="1">
                <a:solidFill>
                  <a:srgbClr val="0078BA"/>
                </a:solidFill>
                <a:latin typeface="Yu Gothic"/>
                <a:ea typeface="Yu Gothic"/>
                <a:cs typeface="Yu Gothic"/>
              </a:defRPr>
            </a:lvl3pPr>
            <a:lvl4pPr algn="l">
              <a:defRPr sz="2850" b="1">
                <a:solidFill>
                  <a:srgbClr val="0078BA"/>
                </a:solidFill>
                <a:latin typeface="Yu Gothic"/>
                <a:ea typeface="Yu Gothic"/>
                <a:cs typeface="Yu Gothic"/>
              </a:defRPr>
            </a:lvl4pPr>
            <a:lvl5pPr algn="l">
              <a:defRPr sz="2850" b="1">
                <a:solidFill>
                  <a:srgbClr val="0078BA"/>
                </a:solidFill>
                <a:latin typeface="Yu Gothic"/>
                <a:ea typeface="Yu Gothic"/>
                <a:cs typeface="Yu Gothic"/>
              </a:defRPr>
            </a:lvl5pPr>
            <a:lvl6pPr algn="l">
              <a:defRPr sz="2850" b="1">
                <a:solidFill>
                  <a:srgbClr val="0078BA"/>
                </a:solidFill>
                <a:latin typeface="Yu Gothic"/>
                <a:ea typeface="Yu Gothic"/>
                <a:cs typeface="Yu Gothic"/>
              </a:defRPr>
            </a:lvl6pPr>
            <a:lvl7pPr algn="l">
              <a:defRPr sz="2850" b="1">
                <a:solidFill>
                  <a:srgbClr val="0078BA"/>
                </a:solidFill>
                <a:latin typeface="Yu Gothic"/>
                <a:ea typeface="Yu Gothic"/>
                <a:cs typeface="Yu Gothic"/>
              </a:defRPr>
            </a:lvl7pPr>
            <a:lvl8pPr algn="l">
              <a:defRPr sz="2850" b="1">
                <a:solidFill>
                  <a:srgbClr val="0078BA"/>
                </a:solidFill>
                <a:latin typeface="Yu Gothic"/>
                <a:ea typeface="Yu Gothic"/>
                <a:cs typeface="Yu Gothic"/>
              </a:defRPr>
            </a:lvl8pPr>
            <a:lvl9pPr algn="l">
              <a:defRPr sz="2850" b="1">
                <a:solidFill>
                  <a:srgbClr val="0078BA"/>
                </a:solidFill>
                <a:latin typeface="Yu Gothic"/>
                <a:ea typeface="Yu Gothic"/>
                <a:cs typeface="Yu Gothic"/>
              </a:defRPr>
            </a:lvl9pPr>
          </a:lstStyle>
          <a:p xmlns:a="http://schemas.openxmlformats.org/drawingml/2006/main">
            <a:pPr algn="l">
              <a:defRPr sz="2850" b="1">
                <a:solidFill>
                  <a:srgbClr val="0078BA"/>
                </a:solidFill>
                <a:latin typeface="Yu Gothic"/>
                <a:ea typeface="Yu Gothic"/>
                <a:cs typeface="Yu Gothic"/>
              </a:defRPr>
            </a:pPr>
            <a:r>
              <a:rPr sz="2850" b="1">
                <a:solidFill>
                  <a:srgbClr val="0078BA"/>
                </a:solidFill>
                <a:latin typeface="Yu Gothic"/>
                <a:ea typeface="Yu Gothic"/>
                <a:cs typeface="Yu Gothic"/>
              </a:rPr>
              <a:t>接続した構成で、ブロック崩しを動かした</a:t>
            </a:r>
          </a:p>
        </p:txBody>
      </p:sp>
      <p:sp>
        <p:nvSpPr>
          <p:cNvPr id="3" name="text-1018">
            <a:extLst xmlns:a="http://schemas.openxmlformats.org/drawingml/2006/main">
              <a:ext uri="{FF2B5EF4-FFF2-40B4-BE49-F238E27FC236}">
                <a16:creationId xmlns:a16="http://schemas.microsoft.com/office/drawing/2014/main" id="{097954AF-3AB0-48C5-B06A-42C6C647B558}"/>
              </a:ext>
            </a:extLst>
          </p:cNvPr>
          <p:cNvSpPr>
            <a:spLocks xmlns:a="http://schemas.openxmlformats.org/drawingml/2006/main" noGrp="1"/>
          </p:cNvSpPr>
          <p:nvPr/>
        </p:nvSpPr>
        <p:spPr>
          <a:xfrm xmlns:a="http://schemas.openxmlformats.org/drawingml/2006/main">
            <a:off x="11277600" y="6334125"/>
            <a:ext cx="304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777777"/>
                </a:solidFill>
                <a:latin typeface="Arial"/>
                <a:ea typeface="Arial"/>
                <a:cs typeface="Arial"/>
              </a:defRPr>
            </a:defPPr>
            <a:lvl1pPr algn="r">
              <a:defRPr sz="1350" b="0">
                <a:solidFill>
                  <a:srgbClr val="777777"/>
                </a:solidFill>
                <a:latin typeface="Arial"/>
                <a:ea typeface="Arial"/>
                <a:cs typeface="Arial"/>
              </a:defRPr>
            </a:lvl1pPr>
            <a:lvl2pPr algn="r">
              <a:defRPr sz="1350" b="0">
                <a:solidFill>
                  <a:srgbClr val="777777"/>
                </a:solidFill>
                <a:latin typeface="Arial"/>
                <a:ea typeface="Arial"/>
                <a:cs typeface="Arial"/>
              </a:defRPr>
            </a:lvl2pPr>
            <a:lvl3pPr algn="r">
              <a:defRPr sz="1350" b="0">
                <a:solidFill>
                  <a:srgbClr val="777777"/>
                </a:solidFill>
                <a:latin typeface="Arial"/>
                <a:ea typeface="Arial"/>
                <a:cs typeface="Arial"/>
              </a:defRPr>
            </a:lvl3pPr>
            <a:lvl4pPr algn="r">
              <a:defRPr sz="1350" b="0">
                <a:solidFill>
                  <a:srgbClr val="777777"/>
                </a:solidFill>
                <a:latin typeface="Arial"/>
                <a:ea typeface="Arial"/>
                <a:cs typeface="Arial"/>
              </a:defRPr>
            </a:lvl4pPr>
            <a:lvl5pPr algn="r">
              <a:defRPr sz="1350" b="0">
                <a:solidFill>
                  <a:srgbClr val="777777"/>
                </a:solidFill>
                <a:latin typeface="Arial"/>
                <a:ea typeface="Arial"/>
                <a:cs typeface="Arial"/>
              </a:defRPr>
            </a:lvl5pPr>
            <a:lvl6pPr algn="r">
              <a:defRPr sz="1350" b="0">
                <a:solidFill>
                  <a:srgbClr val="777777"/>
                </a:solidFill>
                <a:latin typeface="Arial"/>
                <a:ea typeface="Arial"/>
                <a:cs typeface="Arial"/>
              </a:defRPr>
            </a:lvl6pPr>
            <a:lvl7pPr algn="r">
              <a:defRPr sz="1350" b="0">
                <a:solidFill>
                  <a:srgbClr val="777777"/>
                </a:solidFill>
                <a:latin typeface="Arial"/>
                <a:ea typeface="Arial"/>
                <a:cs typeface="Arial"/>
              </a:defRPr>
            </a:lvl7pPr>
            <a:lvl8pPr algn="r">
              <a:defRPr sz="1350" b="0">
                <a:solidFill>
                  <a:srgbClr val="777777"/>
                </a:solidFill>
                <a:latin typeface="Arial"/>
                <a:ea typeface="Arial"/>
                <a:cs typeface="Arial"/>
              </a:defRPr>
            </a:lvl8pPr>
            <a:lvl9pPr algn="r">
              <a:defRPr sz="1350" b="0">
                <a:solidFill>
                  <a:srgbClr val="777777"/>
                </a:solidFill>
                <a:latin typeface="Arial"/>
                <a:ea typeface="Arial"/>
                <a:cs typeface="Arial"/>
              </a:defRPr>
            </a:lvl9pPr>
          </a:lstStyle>
          <a:p xmlns:a="http://schemas.openxmlformats.org/drawingml/2006/main">
            <a:pPr algn="r">
              <a:defRPr sz="1350" b="0">
                <a:solidFill>
                  <a:srgbClr val="777777"/>
                </a:solidFill>
                <a:latin typeface="Arial"/>
                <a:ea typeface="Arial"/>
                <a:cs typeface="Arial"/>
              </a:defRPr>
            </a:pPr>
            <a:r>
              <a:rPr sz="1350" b="0">
                <a:solidFill>
                  <a:srgbClr val="777777"/>
                </a:solidFill>
                <a:latin typeface="Arial"/>
                <a:ea typeface="Arial"/>
                <a:cs typeface="Arial"/>
              </a:rPr>
              <a:t>12</a:t>
            </a:r>
          </a:p>
        </p:txBody>
      </p:sp>
      <p:pic>
        <p:nvPicPr>
          <p:cNvPr id="4" name="">
            <a:extLst xmlns:a="http://schemas.openxmlformats.org/drawingml/2006/main">
              <a:ext uri="{FF2B5EF4-FFF2-40B4-BE49-F238E27FC236}">
                <a16:creationId xmlns:a16="http://schemas.microsoft.com/office/drawing/2014/main" id="{A4ECED38-C20D-4904-B7FE-E6DEF5DEF0BA}"/>
              </a:ext>
            </a:extLst>
          </p:cNvPr>
          <p:cNvPicPr>
            <a:picLocks xmlns:a="http://schemas.openxmlformats.org/drawingml/2006/main" noChangeAspect="1"/>
          </p:cNvPicPr>
          <p:nvPr/>
        </p:nvPicPr>
        <p:blipFill>
          <a:blip xmlns:r="http://schemas.openxmlformats.org/officeDocument/2006/relationships" xmlns:a="http://schemas.openxmlformats.org/drawingml/2006/main" r:embed="R4bcbd9d2ed9e4485"/>
          <a:stretch xmlns:a="http://schemas.openxmlformats.org/drawingml/2006/main"/>
        </p:blipFill>
        <p:spPr>
          <a:xfrm xmlns:a="http://schemas.openxmlformats.org/drawingml/2006/main">
            <a:off x="609600" y="1541859"/>
            <a:ext cx="6438900" cy="3621881"/>
          </a:xfrm>
          <a:prstGeom xmlns:a="http://schemas.openxmlformats.org/drawingml/2006/main" prst="rect">
            <a:avLst/>
          </a:prstGeom>
        </p:spPr>
      </p:pic>
      <p:sp>
        <p:nvSpPr>
          <p:cNvPr id="5" name="text-1019">
            <a:extLst xmlns:a="http://schemas.openxmlformats.org/drawingml/2006/main">
              <a:ext uri="{FF2B5EF4-FFF2-40B4-BE49-F238E27FC236}">
                <a16:creationId xmlns:a16="http://schemas.microsoft.com/office/drawing/2014/main" id="{82C0FCEF-1D06-4447-BCC0-7CE0CF34CE32}"/>
              </a:ext>
            </a:extLst>
          </p:cNvPr>
          <p:cNvSpPr>
            <a:spLocks xmlns:a="http://schemas.openxmlformats.org/drawingml/2006/main" noGrp="1"/>
          </p:cNvSpPr>
          <p:nvPr/>
        </p:nvSpPr>
        <p:spPr>
          <a:xfrm xmlns:a="http://schemas.openxmlformats.org/drawingml/2006/main">
            <a:off x="7534275" y="1533525"/>
            <a:ext cx="40481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00" b="1">
                <a:solidFill>
                  <a:srgbClr val="231F20"/>
                </a:solidFill>
                <a:latin typeface="Yu Gothic"/>
                <a:ea typeface="Yu Gothic"/>
                <a:cs typeface="Yu Gothic"/>
              </a:defRPr>
            </a:defPPr>
            <a:lvl1pPr algn="l">
              <a:defRPr sz="2100" b="1">
                <a:solidFill>
                  <a:srgbClr val="231F20"/>
                </a:solidFill>
                <a:latin typeface="Yu Gothic"/>
                <a:ea typeface="Yu Gothic"/>
                <a:cs typeface="Yu Gothic"/>
              </a:defRPr>
            </a:lvl1pPr>
            <a:lvl2pPr algn="l">
              <a:defRPr sz="2100" b="1">
                <a:solidFill>
                  <a:srgbClr val="231F20"/>
                </a:solidFill>
                <a:latin typeface="Yu Gothic"/>
                <a:ea typeface="Yu Gothic"/>
                <a:cs typeface="Yu Gothic"/>
              </a:defRPr>
            </a:lvl2pPr>
            <a:lvl3pPr algn="l">
              <a:defRPr sz="2100" b="1">
                <a:solidFill>
                  <a:srgbClr val="231F20"/>
                </a:solidFill>
                <a:latin typeface="Yu Gothic"/>
                <a:ea typeface="Yu Gothic"/>
                <a:cs typeface="Yu Gothic"/>
              </a:defRPr>
            </a:lvl3pPr>
            <a:lvl4pPr algn="l">
              <a:defRPr sz="2100" b="1">
                <a:solidFill>
                  <a:srgbClr val="231F20"/>
                </a:solidFill>
                <a:latin typeface="Yu Gothic"/>
                <a:ea typeface="Yu Gothic"/>
                <a:cs typeface="Yu Gothic"/>
              </a:defRPr>
            </a:lvl4pPr>
            <a:lvl5pPr algn="l">
              <a:defRPr sz="2100" b="1">
                <a:solidFill>
                  <a:srgbClr val="231F20"/>
                </a:solidFill>
                <a:latin typeface="Yu Gothic"/>
                <a:ea typeface="Yu Gothic"/>
                <a:cs typeface="Yu Gothic"/>
              </a:defRPr>
            </a:lvl5pPr>
            <a:lvl6pPr algn="l">
              <a:defRPr sz="2100" b="1">
                <a:solidFill>
                  <a:srgbClr val="231F20"/>
                </a:solidFill>
                <a:latin typeface="Yu Gothic"/>
                <a:ea typeface="Yu Gothic"/>
                <a:cs typeface="Yu Gothic"/>
              </a:defRPr>
            </a:lvl6pPr>
            <a:lvl7pPr algn="l">
              <a:defRPr sz="2100" b="1">
                <a:solidFill>
                  <a:srgbClr val="231F20"/>
                </a:solidFill>
                <a:latin typeface="Yu Gothic"/>
                <a:ea typeface="Yu Gothic"/>
                <a:cs typeface="Yu Gothic"/>
              </a:defRPr>
            </a:lvl7pPr>
            <a:lvl8pPr algn="l">
              <a:defRPr sz="2100" b="1">
                <a:solidFill>
                  <a:srgbClr val="231F20"/>
                </a:solidFill>
                <a:latin typeface="Yu Gothic"/>
                <a:ea typeface="Yu Gothic"/>
                <a:cs typeface="Yu Gothic"/>
              </a:defRPr>
            </a:lvl8pPr>
            <a:lvl9pPr algn="l">
              <a:defRPr sz="2100" b="1">
                <a:solidFill>
                  <a:srgbClr val="231F20"/>
                </a:solidFill>
                <a:latin typeface="Yu Gothic"/>
                <a:ea typeface="Yu Gothic"/>
                <a:cs typeface="Yu Gothic"/>
              </a:defRPr>
            </a:lvl9pPr>
          </a:lstStyle>
          <a:p xmlns:a="http://schemas.openxmlformats.org/drawingml/2006/main">
            <a:pPr algn="l">
              <a:defRPr sz="2100" b="1">
                <a:solidFill>
                  <a:srgbClr val="231F20"/>
                </a:solidFill>
                <a:latin typeface="Yu Gothic"/>
                <a:ea typeface="Yu Gothic"/>
                <a:cs typeface="Yu Gothic"/>
              </a:defRPr>
            </a:pPr>
            <a:r>
              <a:rPr sz="2100" b="1">
                <a:solidFill>
                  <a:srgbClr val="231F20"/>
                </a:solidFill>
                <a:latin typeface="Yu Gothic"/>
                <a:ea typeface="Yu Gothic"/>
                <a:cs typeface="Yu Gothic"/>
              </a:rPr>
              <a:t>640 × 480 画素</a:t>
            </a:r>
          </a:p>
          <a:p xmlns:a="http://schemas.openxmlformats.org/drawingml/2006/main">
            <a:pPr algn="l">
              <a:defRPr sz="2100" b="1">
                <a:solidFill>
                  <a:srgbClr val="231F20"/>
                </a:solidFill>
                <a:latin typeface="Yu Gothic"/>
                <a:ea typeface="Yu Gothic"/>
                <a:cs typeface="Yu Gothic"/>
              </a:defRPr>
            </a:pPr>
            <a:r>
              <a:rPr sz="2100" b="1">
                <a:solidFill>
                  <a:srgbClr val="231F20"/>
                </a:solidFill>
                <a:latin typeface="Yu Gothic"/>
                <a:ea typeface="Yu Gothic"/>
                <a:cs typeface="Yu Gothic"/>
              </a:rPr>
              <a:t>4条件で期待画像と一致</a:t>
            </a:r>
          </a:p>
        </p:txBody>
      </p:sp>
      <p:sp>
        <p:nvSpPr>
          <p:cNvPr id="6" name="text-1020">
            <a:extLst xmlns:a="http://schemas.openxmlformats.org/drawingml/2006/main">
              <a:ext uri="{FF2B5EF4-FFF2-40B4-BE49-F238E27FC236}">
                <a16:creationId xmlns:a16="http://schemas.microsoft.com/office/drawing/2014/main" id="{2B7759B1-851B-4E6F-9514-7356FF7B2083}"/>
              </a:ext>
            </a:extLst>
          </p:cNvPr>
          <p:cNvSpPr>
            <a:spLocks xmlns:a="http://schemas.openxmlformats.org/drawingml/2006/main" noGrp="1"/>
          </p:cNvSpPr>
          <p:nvPr/>
        </p:nvSpPr>
        <p:spPr>
          <a:xfrm xmlns:a="http://schemas.openxmlformats.org/drawingml/2006/main">
            <a:off x="7534275" y="2914650"/>
            <a:ext cx="4048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025" b="0">
                <a:solidFill>
                  <a:srgbClr val="231F20"/>
                </a:solidFill>
                <a:latin typeface="Yu Gothic"/>
                <a:ea typeface="Yu Gothic"/>
                <a:cs typeface="Yu Gothic"/>
              </a:defRPr>
            </a:defPPr>
            <a:lvl1pPr algn="l">
              <a:defRPr sz="2025" b="0">
                <a:solidFill>
                  <a:srgbClr val="231F20"/>
                </a:solidFill>
                <a:latin typeface="Yu Gothic"/>
                <a:ea typeface="Yu Gothic"/>
                <a:cs typeface="Yu Gothic"/>
              </a:defRPr>
            </a:lvl1pPr>
            <a:lvl2pPr algn="l">
              <a:defRPr sz="2025" b="0">
                <a:solidFill>
                  <a:srgbClr val="231F20"/>
                </a:solidFill>
                <a:latin typeface="Yu Gothic"/>
                <a:ea typeface="Yu Gothic"/>
                <a:cs typeface="Yu Gothic"/>
              </a:defRPr>
            </a:lvl2pPr>
            <a:lvl3pPr algn="l">
              <a:defRPr sz="2025" b="0">
                <a:solidFill>
                  <a:srgbClr val="231F20"/>
                </a:solidFill>
                <a:latin typeface="Yu Gothic"/>
                <a:ea typeface="Yu Gothic"/>
                <a:cs typeface="Yu Gothic"/>
              </a:defRPr>
            </a:lvl3pPr>
            <a:lvl4pPr algn="l">
              <a:defRPr sz="2025" b="0">
                <a:solidFill>
                  <a:srgbClr val="231F20"/>
                </a:solidFill>
                <a:latin typeface="Yu Gothic"/>
                <a:ea typeface="Yu Gothic"/>
                <a:cs typeface="Yu Gothic"/>
              </a:defRPr>
            </a:lvl4pPr>
            <a:lvl5pPr algn="l">
              <a:defRPr sz="2025" b="0">
                <a:solidFill>
                  <a:srgbClr val="231F20"/>
                </a:solidFill>
                <a:latin typeface="Yu Gothic"/>
                <a:ea typeface="Yu Gothic"/>
                <a:cs typeface="Yu Gothic"/>
              </a:defRPr>
            </a:lvl5pPr>
            <a:lvl6pPr algn="l">
              <a:defRPr sz="2025" b="0">
                <a:solidFill>
                  <a:srgbClr val="231F20"/>
                </a:solidFill>
                <a:latin typeface="Yu Gothic"/>
                <a:ea typeface="Yu Gothic"/>
                <a:cs typeface="Yu Gothic"/>
              </a:defRPr>
            </a:lvl6pPr>
            <a:lvl7pPr algn="l">
              <a:defRPr sz="2025" b="0">
                <a:solidFill>
                  <a:srgbClr val="231F20"/>
                </a:solidFill>
                <a:latin typeface="Yu Gothic"/>
                <a:ea typeface="Yu Gothic"/>
                <a:cs typeface="Yu Gothic"/>
              </a:defRPr>
            </a:lvl7pPr>
            <a:lvl8pPr algn="l">
              <a:defRPr sz="2025" b="0">
                <a:solidFill>
                  <a:srgbClr val="231F20"/>
                </a:solidFill>
                <a:latin typeface="Yu Gothic"/>
                <a:ea typeface="Yu Gothic"/>
                <a:cs typeface="Yu Gothic"/>
              </a:defRPr>
            </a:lvl8pPr>
            <a:lvl9pPr algn="l">
              <a:defRPr sz="2025" b="0">
                <a:solidFill>
                  <a:srgbClr val="231F20"/>
                </a:solidFill>
                <a:latin typeface="Yu Gothic"/>
                <a:ea typeface="Yu Gothic"/>
                <a:cs typeface="Yu Gothic"/>
              </a:defRPr>
            </a:lvl9pPr>
          </a:lstStyle>
          <a:p xmlns:a="http://schemas.openxmlformats.org/drawingml/2006/main">
            <a:pPr algn="l">
              <a:defRPr sz="2025" b="0">
                <a:solidFill>
                  <a:srgbClr val="231F20"/>
                </a:solidFill>
                <a:latin typeface="Yu Gothic"/>
                <a:ea typeface="Yu Gothic"/>
                <a:cs typeface="Yu Gothic"/>
              </a:defRPr>
            </a:pPr>
            <a:r>
              <a:rPr sz="2025" b="0">
                <a:solidFill>
                  <a:srgbClr val="231F20"/>
                </a:solidFill>
                <a:latin typeface="Yu Gothic"/>
                <a:ea typeface="Yu Gothic"/>
                <a:cs typeface="Yu Gothic"/>
              </a:rPr>
              <a:t>5分間の自動プレイ</a:t>
            </a:r>
          </a:p>
          <a:p xmlns:a="http://schemas.openxmlformats.org/drawingml/2006/main">
            <a:pPr algn="l">
              <a:defRPr sz="2025" b="0">
                <a:solidFill>
                  <a:srgbClr val="231F20"/>
                </a:solidFill>
                <a:latin typeface="Yu Gothic"/>
                <a:ea typeface="Yu Gothic"/>
                <a:cs typeface="Yu Gothic"/>
              </a:defRPr>
            </a:pPr>
            <a:r>
              <a:rPr sz="2025" b="0">
                <a:solidFill>
                  <a:srgbClr val="231F20"/>
                </a:solidFill>
                <a:latin typeface="Yu Gothic"/>
                <a:ea typeface="Yu Gothic"/>
                <a:cs typeface="Yu Gothic"/>
              </a:rPr>
              <a:t>別に30秒の映像を確認</a:t>
            </a:r>
          </a:p>
        </p:txBody>
      </p:sp>
      <p:sp>
        <p:nvSpPr>
          <p:cNvPr id="7" name="text-1021">
            <a:extLst xmlns:a="http://schemas.openxmlformats.org/drawingml/2006/main">
              <a:ext uri="{FF2B5EF4-FFF2-40B4-BE49-F238E27FC236}">
                <a16:creationId xmlns:a16="http://schemas.microsoft.com/office/drawing/2014/main" id="{1A9FDCC5-9FC8-400F-8DE6-4C61A1273DFB}"/>
              </a:ext>
            </a:extLst>
          </p:cNvPr>
          <p:cNvSpPr>
            <a:spLocks xmlns:a="http://schemas.openxmlformats.org/drawingml/2006/main" noGrp="1"/>
          </p:cNvSpPr>
          <p:nvPr/>
        </p:nvSpPr>
        <p:spPr>
          <a:xfrm xmlns:a="http://schemas.openxmlformats.org/drawingml/2006/main">
            <a:off x="7534275" y="4305300"/>
            <a:ext cx="4048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950" b="0">
                <a:solidFill>
                  <a:srgbClr val="231F20"/>
                </a:solidFill>
                <a:latin typeface="Yu Gothic"/>
                <a:ea typeface="Yu Gothic"/>
                <a:cs typeface="Yu Gothic"/>
              </a:defRPr>
            </a:defPPr>
            <a:lvl1pPr algn="l">
              <a:defRPr sz="1950" b="0">
                <a:solidFill>
                  <a:srgbClr val="231F20"/>
                </a:solidFill>
                <a:latin typeface="Yu Gothic"/>
                <a:ea typeface="Yu Gothic"/>
                <a:cs typeface="Yu Gothic"/>
              </a:defRPr>
            </a:lvl1pPr>
            <a:lvl2pPr algn="l">
              <a:defRPr sz="1950" b="0">
                <a:solidFill>
                  <a:srgbClr val="231F20"/>
                </a:solidFill>
                <a:latin typeface="Yu Gothic"/>
                <a:ea typeface="Yu Gothic"/>
                <a:cs typeface="Yu Gothic"/>
              </a:defRPr>
            </a:lvl2pPr>
            <a:lvl3pPr algn="l">
              <a:defRPr sz="1950" b="0">
                <a:solidFill>
                  <a:srgbClr val="231F20"/>
                </a:solidFill>
                <a:latin typeface="Yu Gothic"/>
                <a:ea typeface="Yu Gothic"/>
                <a:cs typeface="Yu Gothic"/>
              </a:defRPr>
            </a:lvl3pPr>
            <a:lvl4pPr algn="l">
              <a:defRPr sz="1950" b="0">
                <a:solidFill>
                  <a:srgbClr val="231F20"/>
                </a:solidFill>
                <a:latin typeface="Yu Gothic"/>
                <a:ea typeface="Yu Gothic"/>
                <a:cs typeface="Yu Gothic"/>
              </a:defRPr>
            </a:lvl4pPr>
            <a:lvl5pPr algn="l">
              <a:defRPr sz="1950" b="0">
                <a:solidFill>
                  <a:srgbClr val="231F20"/>
                </a:solidFill>
                <a:latin typeface="Yu Gothic"/>
                <a:ea typeface="Yu Gothic"/>
                <a:cs typeface="Yu Gothic"/>
              </a:defRPr>
            </a:lvl5pPr>
            <a:lvl6pPr algn="l">
              <a:defRPr sz="1950" b="0">
                <a:solidFill>
                  <a:srgbClr val="231F20"/>
                </a:solidFill>
                <a:latin typeface="Yu Gothic"/>
                <a:ea typeface="Yu Gothic"/>
                <a:cs typeface="Yu Gothic"/>
              </a:defRPr>
            </a:lvl6pPr>
            <a:lvl7pPr algn="l">
              <a:defRPr sz="1950" b="0">
                <a:solidFill>
                  <a:srgbClr val="231F20"/>
                </a:solidFill>
                <a:latin typeface="Yu Gothic"/>
                <a:ea typeface="Yu Gothic"/>
                <a:cs typeface="Yu Gothic"/>
              </a:defRPr>
            </a:lvl7pPr>
            <a:lvl8pPr algn="l">
              <a:defRPr sz="1950" b="0">
                <a:solidFill>
                  <a:srgbClr val="231F20"/>
                </a:solidFill>
                <a:latin typeface="Yu Gothic"/>
                <a:ea typeface="Yu Gothic"/>
                <a:cs typeface="Yu Gothic"/>
              </a:defRPr>
            </a:lvl8pPr>
            <a:lvl9pPr algn="l">
              <a:defRPr sz="1950" b="0">
                <a:solidFill>
                  <a:srgbClr val="231F20"/>
                </a:solidFill>
                <a:latin typeface="Yu Gothic"/>
                <a:ea typeface="Yu Gothic"/>
                <a:cs typeface="Yu Gothic"/>
              </a:defRPr>
            </a:lvl9pPr>
          </a:lstStyle>
          <a:p xmlns:a="http://schemas.openxmlformats.org/drawingml/2006/main">
            <a:pPr algn="l">
              <a:defRPr sz="1950" b="0">
                <a:solidFill>
                  <a:srgbClr val="231F20"/>
                </a:solidFill>
                <a:latin typeface="Yu Gothic"/>
                <a:ea typeface="Yu Gothic"/>
                <a:cs typeface="Yu Gothic"/>
              </a:defRPr>
            </a:pPr>
            <a:r>
              <a:rPr sz="1950" b="0">
                <a:solidFill>
                  <a:srgbClr val="231F20"/>
                </a:solidFill>
                <a:latin typeface="Yu Gothic"/>
                <a:ea typeface="Yu Gothic"/>
                <a:cs typeface="Yu Gothic"/>
              </a:rPr>
              <a:t>現在は自動操作</a:t>
            </a:r>
          </a:p>
          <a:p xmlns:a="http://schemas.openxmlformats.org/drawingml/2006/main">
            <a:pPr algn="l">
              <a:defRPr sz="1950" b="0">
                <a:solidFill>
                  <a:srgbClr val="231F20"/>
                </a:solidFill>
                <a:latin typeface="Yu Gothic"/>
                <a:ea typeface="Yu Gothic"/>
                <a:cs typeface="Yu Gothic"/>
              </a:defRPr>
            </a:pPr>
            <a:r>
              <a:rPr sz="1950" b="0">
                <a:solidFill>
                  <a:srgbClr val="231F20"/>
                </a:solidFill>
                <a:latin typeface="Yu Gothic"/>
                <a:ea typeface="Yu Gothic"/>
                <a:cs typeface="Yu Gothic"/>
              </a:rPr>
              <a:t>画像・継続実行・映像を確認</a:t>
            </a:r>
          </a:p>
        </p:txBody>
      </p:sp>
      <p:sp>
        <p:nvSpPr>
          <p:cNvPr id="8" name="text-1022">
            <a:extLst xmlns:a="http://schemas.openxmlformats.org/drawingml/2006/main">
              <a:ext uri="{FF2B5EF4-FFF2-40B4-BE49-F238E27FC236}">
                <a16:creationId xmlns:a16="http://schemas.microsoft.com/office/drawing/2014/main" id="{479DEC78-1177-4D4A-9A93-9894F5DF610C}"/>
              </a:ext>
            </a:extLst>
          </p:cNvPr>
          <p:cNvSpPr>
            <a:spLocks xmlns:a="http://schemas.openxmlformats.org/drawingml/2006/main" noGrp="1"/>
          </p:cNvSpPr>
          <p:nvPr/>
        </p:nvSpPr>
        <p:spPr>
          <a:xfrm xmlns:a="http://schemas.openxmlformats.org/drawingml/2006/main">
            <a:off x="609600" y="541020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250" b="1">
                <a:solidFill>
                  <a:srgbClr val="231F20"/>
                </a:solidFill>
                <a:latin typeface="Yu Gothic"/>
                <a:ea typeface="Yu Gothic"/>
                <a:cs typeface="Yu Gothic"/>
              </a:defRPr>
            </a:defPPr>
            <a:lvl1pPr algn="l">
              <a:defRPr sz="2250" b="1">
                <a:solidFill>
                  <a:srgbClr val="231F20"/>
                </a:solidFill>
                <a:latin typeface="Yu Gothic"/>
                <a:ea typeface="Yu Gothic"/>
                <a:cs typeface="Yu Gothic"/>
              </a:defRPr>
            </a:lvl1pPr>
            <a:lvl2pPr algn="l">
              <a:defRPr sz="2250" b="1">
                <a:solidFill>
                  <a:srgbClr val="231F20"/>
                </a:solidFill>
                <a:latin typeface="Yu Gothic"/>
                <a:ea typeface="Yu Gothic"/>
                <a:cs typeface="Yu Gothic"/>
              </a:defRPr>
            </a:lvl2pPr>
            <a:lvl3pPr algn="l">
              <a:defRPr sz="2250" b="1">
                <a:solidFill>
                  <a:srgbClr val="231F20"/>
                </a:solidFill>
                <a:latin typeface="Yu Gothic"/>
                <a:ea typeface="Yu Gothic"/>
                <a:cs typeface="Yu Gothic"/>
              </a:defRPr>
            </a:lvl3pPr>
            <a:lvl4pPr algn="l">
              <a:defRPr sz="2250" b="1">
                <a:solidFill>
                  <a:srgbClr val="231F20"/>
                </a:solidFill>
                <a:latin typeface="Yu Gothic"/>
                <a:ea typeface="Yu Gothic"/>
                <a:cs typeface="Yu Gothic"/>
              </a:defRPr>
            </a:lvl4pPr>
            <a:lvl5pPr algn="l">
              <a:defRPr sz="2250" b="1">
                <a:solidFill>
                  <a:srgbClr val="231F20"/>
                </a:solidFill>
                <a:latin typeface="Yu Gothic"/>
                <a:ea typeface="Yu Gothic"/>
                <a:cs typeface="Yu Gothic"/>
              </a:defRPr>
            </a:lvl5pPr>
            <a:lvl6pPr algn="l">
              <a:defRPr sz="2250" b="1">
                <a:solidFill>
                  <a:srgbClr val="231F20"/>
                </a:solidFill>
                <a:latin typeface="Yu Gothic"/>
                <a:ea typeface="Yu Gothic"/>
                <a:cs typeface="Yu Gothic"/>
              </a:defRPr>
            </a:lvl6pPr>
            <a:lvl7pPr algn="l">
              <a:defRPr sz="2250" b="1">
                <a:solidFill>
                  <a:srgbClr val="231F20"/>
                </a:solidFill>
                <a:latin typeface="Yu Gothic"/>
                <a:ea typeface="Yu Gothic"/>
                <a:cs typeface="Yu Gothic"/>
              </a:defRPr>
            </a:lvl7pPr>
            <a:lvl8pPr algn="l">
              <a:defRPr sz="2250" b="1">
                <a:solidFill>
                  <a:srgbClr val="231F20"/>
                </a:solidFill>
                <a:latin typeface="Yu Gothic"/>
                <a:ea typeface="Yu Gothic"/>
                <a:cs typeface="Yu Gothic"/>
              </a:defRPr>
            </a:lvl8pPr>
            <a:lvl9pPr algn="l">
              <a:defRPr sz="2250" b="1">
                <a:solidFill>
                  <a:srgbClr val="231F20"/>
                </a:solidFill>
                <a:latin typeface="Yu Gothic"/>
                <a:ea typeface="Yu Gothic"/>
                <a:cs typeface="Yu Gothic"/>
              </a:defRPr>
            </a:lvl9pPr>
          </a:lstStyle>
          <a:p xmlns:a="http://schemas.openxmlformats.org/drawingml/2006/main">
            <a:pPr algn="l">
              <a:defRPr sz="2250" b="1">
                <a:solidFill>
                  <a:srgbClr val="231F20"/>
                </a:solidFill>
                <a:latin typeface="Yu Gothic"/>
                <a:ea typeface="Yu Gothic"/>
                <a:cs typeface="Yu Gothic"/>
              </a:defRPr>
            </a:pPr>
            <a:r>
              <a:rPr sz="2250" b="1">
                <a:solidFill>
                  <a:srgbClr val="231F20"/>
                </a:solidFill>
                <a:latin typeface="Yu Gothic"/>
                <a:ea typeface="Yu Gothic"/>
                <a:cs typeface="Yu Gothic"/>
              </a:rPr>
              <a:t>CPU・描画・メモリ・表示をつなぎ、ゲーム画面を生成</a:t>
            </a:r>
          </a:p>
        </p:txBody>
      </p:sp>
      <p:sp>
        <p:nvSpPr>
          <p:cNvPr id="9" name="text-1023">
            <a:extLst xmlns:a="http://schemas.openxmlformats.org/drawingml/2006/main">
              <a:ext uri="{FF2B5EF4-FFF2-40B4-BE49-F238E27FC236}">
                <a16:creationId xmlns:a16="http://schemas.microsoft.com/office/drawing/2014/main" id="{CBC896D4-EE24-4AA2-94B5-521D6E0BD628}"/>
              </a:ext>
            </a:extLst>
          </p:cNvPr>
          <p:cNvSpPr>
            <a:spLocks xmlns:a="http://schemas.openxmlformats.org/drawingml/2006/main" noGrp="1"/>
          </p:cNvSpPr>
          <p:nvPr/>
        </p:nvSpPr>
        <p:spPr>
          <a:xfrm xmlns:a="http://schemas.openxmlformats.org/drawingml/2006/main">
            <a:off x="609600" y="59626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800" b="0">
                <a:solidFill>
                  <a:srgbClr val="231F20"/>
                </a:solidFill>
                <a:latin typeface="Yu Gothic"/>
                <a:ea typeface="Yu Gothic"/>
                <a:cs typeface="Yu Gothic"/>
              </a:defRPr>
            </a:defPPr>
            <a:lvl1pPr algn="l">
              <a:defRPr sz="1800" b="0">
                <a:solidFill>
                  <a:srgbClr val="231F20"/>
                </a:solidFill>
                <a:latin typeface="Yu Gothic"/>
                <a:ea typeface="Yu Gothic"/>
                <a:cs typeface="Yu Gothic"/>
              </a:defRPr>
            </a:lvl1pPr>
            <a:lvl2pPr algn="l">
              <a:defRPr sz="1800" b="0">
                <a:solidFill>
                  <a:srgbClr val="231F20"/>
                </a:solidFill>
                <a:latin typeface="Yu Gothic"/>
                <a:ea typeface="Yu Gothic"/>
                <a:cs typeface="Yu Gothic"/>
              </a:defRPr>
            </a:lvl2pPr>
            <a:lvl3pPr algn="l">
              <a:defRPr sz="1800" b="0">
                <a:solidFill>
                  <a:srgbClr val="231F20"/>
                </a:solidFill>
                <a:latin typeface="Yu Gothic"/>
                <a:ea typeface="Yu Gothic"/>
                <a:cs typeface="Yu Gothic"/>
              </a:defRPr>
            </a:lvl3pPr>
            <a:lvl4pPr algn="l">
              <a:defRPr sz="1800" b="0">
                <a:solidFill>
                  <a:srgbClr val="231F20"/>
                </a:solidFill>
                <a:latin typeface="Yu Gothic"/>
                <a:ea typeface="Yu Gothic"/>
                <a:cs typeface="Yu Gothic"/>
              </a:defRPr>
            </a:lvl4pPr>
            <a:lvl5pPr algn="l">
              <a:defRPr sz="1800" b="0">
                <a:solidFill>
                  <a:srgbClr val="231F20"/>
                </a:solidFill>
                <a:latin typeface="Yu Gothic"/>
                <a:ea typeface="Yu Gothic"/>
                <a:cs typeface="Yu Gothic"/>
              </a:defRPr>
            </a:lvl5pPr>
            <a:lvl6pPr algn="l">
              <a:defRPr sz="1800" b="0">
                <a:solidFill>
                  <a:srgbClr val="231F20"/>
                </a:solidFill>
                <a:latin typeface="Yu Gothic"/>
                <a:ea typeface="Yu Gothic"/>
                <a:cs typeface="Yu Gothic"/>
              </a:defRPr>
            </a:lvl6pPr>
            <a:lvl7pPr algn="l">
              <a:defRPr sz="1800" b="0">
                <a:solidFill>
                  <a:srgbClr val="231F20"/>
                </a:solidFill>
                <a:latin typeface="Yu Gothic"/>
                <a:ea typeface="Yu Gothic"/>
                <a:cs typeface="Yu Gothic"/>
              </a:defRPr>
            </a:lvl7pPr>
            <a:lvl8pPr algn="l">
              <a:defRPr sz="1800" b="0">
                <a:solidFill>
                  <a:srgbClr val="231F20"/>
                </a:solidFill>
                <a:latin typeface="Yu Gothic"/>
                <a:ea typeface="Yu Gothic"/>
                <a:cs typeface="Yu Gothic"/>
              </a:defRPr>
            </a:lvl8pPr>
            <a:lvl9pPr algn="l">
              <a:defRPr sz="1800" b="0">
                <a:solidFill>
                  <a:srgbClr val="231F20"/>
                </a:solidFill>
                <a:latin typeface="Yu Gothic"/>
                <a:ea typeface="Yu Gothic"/>
                <a:cs typeface="Yu Gothic"/>
              </a:defRPr>
            </a:lvl9pPr>
          </a:lstStyle>
          <a:p xmlns:a="http://schemas.openxmlformats.org/drawingml/2006/main">
            <a:pPr algn="l">
              <a:defRPr sz="1800" b="0">
                <a:solidFill>
                  <a:srgbClr val="231F20"/>
                </a:solidFill>
                <a:latin typeface="Yu Gothic"/>
                <a:ea typeface="Yu Gothic"/>
                <a:cs typeface="Yu Gothic"/>
              </a:defRPr>
            </a:pPr>
            <a:r>
              <a:rPr sz="1800" b="0">
                <a:solidFill>
                  <a:srgbClr val="231F20"/>
                </a:solidFill>
                <a:latin typeface="Yu Gothic"/>
                <a:ea typeface="Yu Gothic"/>
                <a:cs typeface="Yu Gothic"/>
              </a:rPr>
              <a:t>残る課題：映像を受信できない場合の条件の特定</a:t>
            </a:r>
          </a:p>
        </p:txBody>
      </p:sp>
      <p:sp>
        <p:nvSpPr>
          <p:cNvPr id="10" name="text-1024">
            <a:extLst xmlns:a="http://schemas.openxmlformats.org/drawingml/2006/main">
              <a:ext uri="{FF2B5EF4-FFF2-40B4-BE49-F238E27FC236}">
                <a16:creationId xmlns:a16="http://schemas.microsoft.com/office/drawing/2014/main" id="{430BABAD-A4F8-49C5-B2F9-8A512FB9DFDC}"/>
              </a:ext>
            </a:extLst>
          </p:cNvPr>
          <p:cNvSpPr>
            <a:spLocks xmlns:a="http://schemas.openxmlformats.org/drawingml/2006/main" noGrp="1"/>
          </p:cNvSpPr>
          <p:nvPr/>
        </p:nvSpPr>
        <p:spPr>
          <a:xfrm xmlns:a="http://schemas.openxmlformats.org/drawingml/2006/main">
            <a:off x="609600" y="6334125"/>
            <a:ext cx="6000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1">
                <a:solidFill>
                  <a:srgbClr val="0078BA"/>
                </a:solidFill>
                <a:latin typeface="Yu Gothic"/>
                <a:ea typeface="Yu Gothic"/>
                <a:cs typeface="Yu Gothic"/>
              </a:defRPr>
            </a:defPPr>
            <a:lvl1pPr algn="l">
              <a:defRPr sz="1275" b="1">
                <a:solidFill>
                  <a:srgbClr val="0078BA"/>
                </a:solidFill>
                <a:latin typeface="Yu Gothic"/>
                <a:ea typeface="Yu Gothic"/>
                <a:cs typeface="Yu Gothic"/>
              </a:defRPr>
            </a:lvl1pPr>
            <a:lvl2pPr algn="l">
              <a:defRPr sz="1275" b="1">
                <a:solidFill>
                  <a:srgbClr val="0078BA"/>
                </a:solidFill>
                <a:latin typeface="Yu Gothic"/>
                <a:ea typeface="Yu Gothic"/>
                <a:cs typeface="Yu Gothic"/>
              </a:defRPr>
            </a:lvl2pPr>
            <a:lvl3pPr algn="l">
              <a:defRPr sz="1275" b="1">
                <a:solidFill>
                  <a:srgbClr val="0078BA"/>
                </a:solidFill>
                <a:latin typeface="Yu Gothic"/>
                <a:ea typeface="Yu Gothic"/>
                <a:cs typeface="Yu Gothic"/>
              </a:defRPr>
            </a:lvl3pPr>
            <a:lvl4pPr algn="l">
              <a:defRPr sz="1275" b="1">
                <a:solidFill>
                  <a:srgbClr val="0078BA"/>
                </a:solidFill>
                <a:latin typeface="Yu Gothic"/>
                <a:ea typeface="Yu Gothic"/>
                <a:cs typeface="Yu Gothic"/>
              </a:defRPr>
            </a:lvl4pPr>
            <a:lvl5pPr algn="l">
              <a:defRPr sz="1275" b="1">
                <a:solidFill>
                  <a:srgbClr val="0078BA"/>
                </a:solidFill>
                <a:latin typeface="Yu Gothic"/>
                <a:ea typeface="Yu Gothic"/>
                <a:cs typeface="Yu Gothic"/>
              </a:defRPr>
            </a:lvl5pPr>
            <a:lvl6pPr algn="l">
              <a:defRPr sz="1275" b="1">
                <a:solidFill>
                  <a:srgbClr val="0078BA"/>
                </a:solidFill>
                <a:latin typeface="Yu Gothic"/>
                <a:ea typeface="Yu Gothic"/>
                <a:cs typeface="Yu Gothic"/>
              </a:defRPr>
            </a:lvl6pPr>
            <a:lvl7pPr algn="l">
              <a:defRPr sz="1275" b="1">
                <a:solidFill>
                  <a:srgbClr val="0078BA"/>
                </a:solidFill>
                <a:latin typeface="Yu Gothic"/>
                <a:ea typeface="Yu Gothic"/>
                <a:cs typeface="Yu Gothic"/>
              </a:defRPr>
            </a:lvl7pPr>
            <a:lvl8pPr algn="l">
              <a:defRPr sz="1275" b="1">
                <a:solidFill>
                  <a:srgbClr val="0078BA"/>
                </a:solidFill>
                <a:latin typeface="Yu Gothic"/>
                <a:ea typeface="Yu Gothic"/>
                <a:cs typeface="Yu Gothic"/>
              </a:defRPr>
            </a:lvl8pPr>
            <a:lvl9pPr algn="l">
              <a:defRPr sz="1275" b="1">
                <a:solidFill>
                  <a:srgbClr val="0078BA"/>
                </a:solidFill>
                <a:latin typeface="Yu Gothic"/>
                <a:ea typeface="Yu Gothic"/>
                <a:cs typeface="Yu Gothic"/>
              </a:defRPr>
            </a:lvl9pPr>
          </a:lstStyle>
          <a:p xmlns:a="http://schemas.openxmlformats.org/drawingml/2006/main">
            <a:pPr algn="l">
              <a:defRPr sz="1275" b="1">
                <a:solidFill>
                  <a:srgbClr val="0078BA"/>
                </a:solidFill>
                <a:latin typeface="Yu Gothic"/>
                <a:ea typeface="Yu Gothic"/>
                <a:cs typeface="Yu Gothic"/>
              </a:defRPr>
            </a:pPr>
            <a:r>
              <a:rPr sz="1275" b="1">
                <a:solidFill>
                  <a:srgbClr val="0078BA"/>
                </a:solidFill>
                <a:latin typeface="Yu Gothic"/>
                <a:ea typeface="Yu Gothic"/>
                <a:cs typeface="Yu Gothic"/>
              </a:rPr>
              <a:t>図 12</a:t>
            </a:r>
          </a:p>
        </p:txBody>
      </p:sp>
      <p:sp>
        <p:nvSpPr>
          <p:cNvPr id="11" name="text-1025">
            <a:extLst xmlns:a="http://schemas.openxmlformats.org/drawingml/2006/main">
              <a:ext uri="{FF2B5EF4-FFF2-40B4-BE49-F238E27FC236}">
                <a16:creationId xmlns:a16="http://schemas.microsoft.com/office/drawing/2014/main" id="{51A61CD7-D443-4E2D-A63F-6BD5F53C4F4D}"/>
              </a:ext>
            </a:extLst>
          </p:cNvPr>
          <p:cNvSpPr>
            <a:spLocks xmlns:a="http://schemas.openxmlformats.org/drawingml/2006/main" noGrp="1"/>
          </p:cNvSpPr>
          <p:nvPr/>
        </p:nvSpPr>
        <p:spPr>
          <a:xfrm xmlns:a="http://schemas.openxmlformats.org/drawingml/2006/main">
            <a:off x="1247775" y="6334125"/>
            <a:ext cx="9791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Yu Gothic"/>
                <a:ea typeface="Yu Gothic"/>
                <a:cs typeface="Yu Gothic"/>
              </a:defRPr>
            </a:defPPr>
            <a:lvl1pPr algn="l">
              <a:defRPr sz="1200" b="0">
                <a:solidFill>
                  <a:srgbClr val="231F20"/>
                </a:solidFill>
                <a:latin typeface="Yu Gothic"/>
                <a:ea typeface="Yu Gothic"/>
                <a:cs typeface="Yu Gothic"/>
              </a:defRPr>
            </a:lvl1pPr>
            <a:lvl2pPr algn="l">
              <a:defRPr sz="1200" b="0">
                <a:solidFill>
                  <a:srgbClr val="231F20"/>
                </a:solidFill>
                <a:latin typeface="Yu Gothic"/>
                <a:ea typeface="Yu Gothic"/>
                <a:cs typeface="Yu Gothic"/>
              </a:defRPr>
            </a:lvl2pPr>
            <a:lvl3pPr algn="l">
              <a:defRPr sz="1200" b="0">
                <a:solidFill>
                  <a:srgbClr val="231F20"/>
                </a:solidFill>
                <a:latin typeface="Yu Gothic"/>
                <a:ea typeface="Yu Gothic"/>
                <a:cs typeface="Yu Gothic"/>
              </a:defRPr>
            </a:lvl3pPr>
            <a:lvl4pPr algn="l">
              <a:defRPr sz="1200" b="0">
                <a:solidFill>
                  <a:srgbClr val="231F20"/>
                </a:solidFill>
                <a:latin typeface="Yu Gothic"/>
                <a:ea typeface="Yu Gothic"/>
                <a:cs typeface="Yu Gothic"/>
              </a:defRPr>
            </a:lvl4pPr>
            <a:lvl5pPr algn="l">
              <a:defRPr sz="1200" b="0">
                <a:solidFill>
                  <a:srgbClr val="231F20"/>
                </a:solidFill>
                <a:latin typeface="Yu Gothic"/>
                <a:ea typeface="Yu Gothic"/>
                <a:cs typeface="Yu Gothic"/>
              </a:defRPr>
            </a:lvl5pPr>
            <a:lvl6pPr algn="l">
              <a:defRPr sz="1200" b="0">
                <a:solidFill>
                  <a:srgbClr val="231F20"/>
                </a:solidFill>
                <a:latin typeface="Yu Gothic"/>
                <a:ea typeface="Yu Gothic"/>
                <a:cs typeface="Yu Gothic"/>
              </a:defRPr>
            </a:lvl6pPr>
            <a:lvl7pPr algn="l">
              <a:defRPr sz="1200" b="0">
                <a:solidFill>
                  <a:srgbClr val="231F20"/>
                </a:solidFill>
                <a:latin typeface="Yu Gothic"/>
                <a:ea typeface="Yu Gothic"/>
                <a:cs typeface="Yu Gothic"/>
              </a:defRPr>
            </a:lvl7pPr>
            <a:lvl8pPr algn="l">
              <a:defRPr sz="1200" b="0">
                <a:solidFill>
                  <a:srgbClr val="231F20"/>
                </a:solidFill>
                <a:latin typeface="Yu Gothic"/>
                <a:ea typeface="Yu Gothic"/>
                <a:cs typeface="Yu Gothic"/>
              </a:defRPr>
            </a:lvl8pPr>
            <a:lvl9pPr algn="l">
              <a:defRPr sz="1200" b="0">
                <a:solidFill>
                  <a:srgbClr val="231F20"/>
                </a:solidFill>
                <a:latin typeface="Yu Gothic"/>
                <a:ea typeface="Yu Gothic"/>
                <a:cs typeface="Yu Gothic"/>
              </a:defRPr>
            </a:lvl9pPr>
          </a:lstStyle>
          <a:p xmlns:a="http://schemas.openxmlformats.org/drawingml/2006/main">
            <a:pPr algn="l">
              <a:defRPr sz="1200" b="0">
                <a:solidFill>
                  <a:srgbClr val="231F20"/>
                </a:solidFill>
                <a:latin typeface="Yu Gothic"/>
                <a:ea typeface="Yu Gothic"/>
                <a:cs typeface="Yu Gothic"/>
              </a:defRPr>
            </a:pPr>
            <a:r>
              <a:rPr sz="1200" b="0">
                <a:solidFill>
                  <a:srgbClr val="231F20"/>
                </a:solidFill>
                <a:latin typeface="Yu Gothic"/>
                <a:ea typeface="Yu Gothic"/>
                <a:cs typeface="Yu Gothic"/>
              </a:rPr>
              <a:t>実験記録 E6。継続実行・画像比較・映像取得は別々の記録。現在は自動操作</a:t>
            </a:r>
          </a:p>
        </p:txBody>
      </p:sp>
    </p:spTree>
    <p:extLst>
      <p:ext uri="{BB962C8B-B14F-4D97-AF65-F5344CB8AC3E}">
        <p14:creationId xmlns:p14="http://schemas.microsoft.com/office/powerpoint/2010/main" val="168201353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text-1026">
            <a:extLst xmlns:a="http://schemas.openxmlformats.org/drawingml/2006/main">
              <a:ext uri="{FF2B5EF4-FFF2-40B4-BE49-F238E27FC236}">
                <a16:creationId xmlns:a16="http://schemas.microsoft.com/office/drawing/2014/main" id="{2A594C76-1A7F-47BF-9E78-71940852EF1F}"/>
              </a:ext>
            </a:extLst>
          </p:cNvPr>
          <p:cNvSpPr>
            <a:spLocks xmlns:a="http://schemas.openxmlformats.org/drawingml/2006/main" noGrp="1"/>
          </p:cNvSpPr>
          <p:nvPr/>
        </p:nvSpPr>
        <p:spPr>
          <a:xfrm xmlns:a="http://schemas.openxmlformats.org/drawingml/2006/main">
            <a:off x="609600" y="314325"/>
            <a:ext cx="5619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231F20"/>
                </a:solidFill>
                <a:latin typeface="Arial"/>
                <a:ea typeface="Arial"/>
                <a:cs typeface="Arial"/>
              </a:defRPr>
            </a:defPPr>
            <a:lvl1pPr algn="l">
              <a:defRPr sz="2850" b="1">
                <a:solidFill>
                  <a:srgbClr val="231F20"/>
                </a:solidFill>
                <a:latin typeface="Arial"/>
                <a:ea typeface="Arial"/>
                <a:cs typeface="Arial"/>
              </a:defRPr>
            </a:lvl1pPr>
            <a:lvl2pPr algn="l">
              <a:defRPr sz="2850" b="1">
                <a:solidFill>
                  <a:srgbClr val="231F20"/>
                </a:solidFill>
                <a:latin typeface="Arial"/>
                <a:ea typeface="Arial"/>
                <a:cs typeface="Arial"/>
              </a:defRPr>
            </a:lvl2pPr>
            <a:lvl3pPr algn="l">
              <a:defRPr sz="2850" b="1">
                <a:solidFill>
                  <a:srgbClr val="231F20"/>
                </a:solidFill>
                <a:latin typeface="Arial"/>
                <a:ea typeface="Arial"/>
                <a:cs typeface="Arial"/>
              </a:defRPr>
            </a:lvl3pPr>
            <a:lvl4pPr algn="l">
              <a:defRPr sz="2850" b="1">
                <a:solidFill>
                  <a:srgbClr val="231F20"/>
                </a:solidFill>
                <a:latin typeface="Arial"/>
                <a:ea typeface="Arial"/>
                <a:cs typeface="Arial"/>
              </a:defRPr>
            </a:lvl4pPr>
            <a:lvl5pPr algn="l">
              <a:defRPr sz="2850" b="1">
                <a:solidFill>
                  <a:srgbClr val="231F20"/>
                </a:solidFill>
                <a:latin typeface="Arial"/>
                <a:ea typeface="Arial"/>
                <a:cs typeface="Arial"/>
              </a:defRPr>
            </a:lvl5pPr>
            <a:lvl6pPr algn="l">
              <a:defRPr sz="2850" b="1">
                <a:solidFill>
                  <a:srgbClr val="231F20"/>
                </a:solidFill>
                <a:latin typeface="Arial"/>
                <a:ea typeface="Arial"/>
                <a:cs typeface="Arial"/>
              </a:defRPr>
            </a:lvl6pPr>
            <a:lvl7pPr algn="l">
              <a:defRPr sz="2850" b="1">
                <a:solidFill>
                  <a:srgbClr val="231F20"/>
                </a:solidFill>
                <a:latin typeface="Arial"/>
                <a:ea typeface="Arial"/>
                <a:cs typeface="Arial"/>
              </a:defRPr>
            </a:lvl7pPr>
            <a:lvl8pPr algn="l">
              <a:defRPr sz="2850" b="1">
                <a:solidFill>
                  <a:srgbClr val="231F20"/>
                </a:solidFill>
                <a:latin typeface="Arial"/>
                <a:ea typeface="Arial"/>
                <a:cs typeface="Arial"/>
              </a:defRPr>
            </a:lvl8pPr>
            <a:lvl9pPr algn="l">
              <a:defRPr sz="2850" b="1">
                <a:solidFill>
                  <a:srgbClr val="231F20"/>
                </a:solidFill>
                <a:latin typeface="Arial"/>
                <a:ea typeface="Arial"/>
                <a:cs typeface="Arial"/>
              </a:defRPr>
            </a:lvl9pPr>
          </a:lstStyle>
          <a:p xmlns:a="http://schemas.openxmlformats.org/drawingml/2006/main">
            <a:pPr algn="l">
              <a:defRPr sz="2850" b="1">
                <a:solidFill>
                  <a:srgbClr val="231F20"/>
                </a:solidFill>
                <a:latin typeface="Arial"/>
                <a:ea typeface="Arial"/>
                <a:cs typeface="Arial"/>
              </a:defRPr>
            </a:pPr>
            <a:r>
              <a:rPr sz="2850" b="1">
                <a:solidFill>
                  <a:srgbClr val="231F20"/>
                </a:solidFill>
                <a:latin typeface="Arial"/>
                <a:ea typeface="Arial"/>
                <a:cs typeface="Arial"/>
              </a:rPr>
              <a:t>13</a:t>
            </a:r>
          </a:p>
        </p:txBody>
      </p:sp>
      <p:sp>
        <p:nvSpPr>
          <p:cNvPr id="2" name="text-1027">
            <a:extLst xmlns:a="http://schemas.openxmlformats.org/drawingml/2006/main">
              <a:ext uri="{FF2B5EF4-FFF2-40B4-BE49-F238E27FC236}">
                <a16:creationId xmlns:a16="http://schemas.microsoft.com/office/drawing/2014/main" id="{CE234499-190C-439C-8218-D4725B5D167E}"/>
              </a:ext>
            </a:extLst>
          </p:cNvPr>
          <p:cNvSpPr>
            <a:spLocks xmlns:a="http://schemas.openxmlformats.org/drawingml/2006/main" noGrp="1"/>
          </p:cNvSpPr>
          <p:nvPr/>
        </p:nvSpPr>
        <p:spPr>
          <a:xfrm xmlns:a="http://schemas.openxmlformats.org/drawingml/2006/main">
            <a:off x="1257300" y="314325"/>
            <a:ext cx="103251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0078BA"/>
                </a:solidFill>
                <a:latin typeface="Yu Gothic"/>
                <a:ea typeface="Yu Gothic"/>
                <a:cs typeface="Yu Gothic"/>
              </a:defRPr>
            </a:defPPr>
            <a:lvl1pPr algn="l">
              <a:defRPr sz="2850" b="1">
                <a:solidFill>
                  <a:srgbClr val="0078BA"/>
                </a:solidFill>
                <a:latin typeface="Yu Gothic"/>
                <a:ea typeface="Yu Gothic"/>
                <a:cs typeface="Yu Gothic"/>
              </a:defRPr>
            </a:lvl1pPr>
            <a:lvl2pPr algn="l">
              <a:defRPr sz="2850" b="1">
                <a:solidFill>
                  <a:srgbClr val="0078BA"/>
                </a:solidFill>
                <a:latin typeface="Yu Gothic"/>
                <a:ea typeface="Yu Gothic"/>
                <a:cs typeface="Yu Gothic"/>
              </a:defRPr>
            </a:lvl2pPr>
            <a:lvl3pPr algn="l">
              <a:defRPr sz="2850" b="1">
                <a:solidFill>
                  <a:srgbClr val="0078BA"/>
                </a:solidFill>
                <a:latin typeface="Yu Gothic"/>
                <a:ea typeface="Yu Gothic"/>
                <a:cs typeface="Yu Gothic"/>
              </a:defRPr>
            </a:lvl3pPr>
            <a:lvl4pPr algn="l">
              <a:defRPr sz="2850" b="1">
                <a:solidFill>
                  <a:srgbClr val="0078BA"/>
                </a:solidFill>
                <a:latin typeface="Yu Gothic"/>
                <a:ea typeface="Yu Gothic"/>
                <a:cs typeface="Yu Gothic"/>
              </a:defRPr>
            </a:lvl4pPr>
            <a:lvl5pPr algn="l">
              <a:defRPr sz="2850" b="1">
                <a:solidFill>
                  <a:srgbClr val="0078BA"/>
                </a:solidFill>
                <a:latin typeface="Yu Gothic"/>
                <a:ea typeface="Yu Gothic"/>
                <a:cs typeface="Yu Gothic"/>
              </a:defRPr>
            </a:lvl5pPr>
            <a:lvl6pPr algn="l">
              <a:defRPr sz="2850" b="1">
                <a:solidFill>
                  <a:srgbClr val="0078BA"/>
                </a:solidFill>
                <a:latin typeface="Yu Gothic"/>
                <a:ea typeface="Yu Gothic"/>
                <a:cs typeface="Yu Gothic"/>
              </a:defRPr>
            </a:lvl6pPr>
            <a:lvl7pPr algn="l">
              <a:defRPr sz="2850" b="1">
                <a:solidFill>
                  <a:srgbClr val="0078BA"/>
                </a:solidFill>
                <a:latin typeface="Yu Gothic"/>
                <a:ea typeface="Yu Gothic"/>
                <a:cs typeface="Yu Gothic"/>
              </a:defRPr>
            </a:lvl7pPr>
            <a:lvl8pPr algn="l">
              <a:defRPr sz="2850" b="1">
                <a:solidFill>
                  <a:srgbClr val="0078BA"/>
                </a:solidFill>
                <a:latin typeface="Yu Gothic"/>
                <a:ea typeface="Yu Gothic"/>
                <a:cs typeface="Yu Gothic"/>
              </a:defRPr>
            </a:lvl8pPr>
            <a:lvl9pPr algn="l">
              <a:defRPr sz="2850" b="1">
                <a:solidFill>
                  <a:srgbClr val="0078BA"/>
                </a:solidFill>
                <a:latin typeface="Yu Gothic"/>
                <a:ea typeface="Yu Gothic"/>
                <a:cs typeface="Yu Gothic"/>
              </a:defRPr>
            </a:lvl9pPr>
          </a:lstStyle>
          <a:p xmlns:a="http://schemas.openxmlformats.org/drawingml/2006/main">
            <a:pPr algn="l">
              <a:defRPr sz="2850" b="1">
                <a:solidFill>
                  <a:srgbClr val="0078BA"/>
                </a:solidFill>
                <a:latin typeface="Yu Gothic"/>
                <a:ea typeface="Yu Gothic"/>
                <a:cs typeface="Yu Gothic"/>
              </a:defRPr>
            </a:pPr>
            <a:r>
              <a:rPr sz="2850" b="1">
                <a:solidFill>
                  <a:srgbClr val="0078BA"/>
                </a:solidFill>
                <a:latin typeface="Yu Gothic"/>
                <a:ea typeface="Yu Gothic"/>
                <a:cs typeface="Yu Gothic"/>
              </a:rPr>
              <a:t>Wallyをゲーム機へ拡張する設計例を示した</a:t>
            </a:r>
          </a:p>
        </p:txBody>
      </p:sp>
      <p:sp>
        <p:nvSpPr>
          <p:cNvPr id="3" name="text-1028">
            <a:extLst xmlns:a="http://schemas.openxmlformats.org/drawingml/2006/main">
              <a:ext uri="{FF2B5EF4-FFF2-40B4-BE49-F238E27FC236}">
                <a16:creationId xmlns:a16="http://schemas.microsoft.com/office/drawing/2014/main" id="{7D18B42D-54AD-4FE0-8413-F927467CFEF2}"/>
              </a:ext>
            </a:extLst>
          </p:cNvPr>
          <p:cNvSpPr>
            <a:spLocks xmlns:a="http://schemas.openxmlformats.org/drawingml/2006/main" noGrp="1"/>
          </p:cNvSpPr>
          <p:nvPr/>
        </p:nvSpPr>
        <p:spPr>
          <a:xfrm xmlns:a="http://schemas.openxmlformats.org/drawingml/2006/main">
            <a:off x="11277600" y="6334125"/>
            <a:ext cx="304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777777"/>
                </a:solidFill>
                <a:latin typeface="Arial"/>
                <a:ea typeface="Arial"/>
                <a:cs typeface="Arial"/>
              </a:defRPr>
            </a:defPPr>
            <a:lvl1pPr algn="r">
              <a:defRPr sz="1350" b="0">
                <a:solidFill>
                  <a:srgbClr val="777777"/>
                </a:solidFill>
                <a:latin typeface="Arial"/>
                <a:ea typeface="Arial"/>
                <a:cs typeface="Arial"/>
              </a:defRPr>
            </a:lvl1pPr>
            <a:lvl2pPr algn="r">
              <a:defRPr sz="1350" b="0">
                <a:solidFill>
                  <a:srgbClr val="777777"/>
                </a:solidFill>
                <a:latin typeface="Arial"/>
                <a:ea typeface="Arial"/>
                <a:cs typeface="Arial"/>
              </a:defRPr>
            </a:lvl2pPr>
            <a:lvl3pPr algn="r">
              <a:defRPr sz="1350" b="0">
                <a:solidFill>
                  <a:srgbClr val="777777"/>
                </a:solidFill>
                <a:latin typeface="Arial"/>
                <a:ea typeface="Arial"/>
                <a:cs typeface="Arial"/>
              </a:defRPr>
            </a:lvl3pPr>
            <a:lvl4pPr algn="r">
              <a:defRPr sz="1350" b="0">
                <a:solidFill>
                  <a:srgbClr val="777777"/>
                </a:solidFill>
                <a:latin typeface="Arial"/>
                <a:ea typeface="Arial"/>
                <a:cs typeface="Arial"/>
              </a:defRPr>
            </a:lvl4pPr>
            <a:lvl5pPr algn="r">
              <a:defRPr sz="1350" b="0">
                <a:solidFill>
                  <a:srgbClr val="777777"/>
                </a:solidFill>
                <a:latin typeface="Arial"/>
                <a:ea typeface="Arial"/>
                <a:cs typeface="Arial"/>
              </a:defRPr>
            </a:lvl5pPr>
            <a:lvl6pPr algn="r">
              <a:defRPr sz="1350" b="0">
                <a:solidFill>
                  <a:srgbClr val="777777"/>
                </a:solidFill>
                <a:latin typeface="Arial"/>
                <a:ea typeface="Arial"/>
                <a:cs typeface="Arial"/>
              </a:defRPr>
            </a:lvl6pPr>
            <a:lvl7pPr algn="r">
              <a:defRPr sz="1350" b="0">
                <a:solidFill>
                  <a:srgbClr val="777777"/>
                </a:solidFill>
                <a:latin typeface="Arial"/>
                <a:ea typeface="Arial"/>
                <a:cs typeface="Arial"/>
              </a:defRPr>
            </a:lvl7pPr>
            <a:lvl8pPr algn="r">
              <a:defRPr sz="1350" b="0">
                <a:solidFill>
                  <a:srgbClr val="777777"/>
                </a:solidFill>
                <a:latin typeface="Arial"/>
                <a:ea typeface="Arial"/>
                <a:cs typeface="Arial"/>
              </a:defRPr>
            </a:lvl8pPr>
            <a:lvl9pPr algn="r">
              <a:defRPr sz="1350" b="0">
                <a:solidFill>
                  <a:srgbClr val="777777"/>
                </a:solidFill>
                <a:latin typeface="Arial"/>
                <a:ea typeface="Arial"/>
                <a:cs typeface="Arial"/>
              </a:defRPr>
            </a:lvl9pPr>
          </a:lstStyle>
          <a:p xmlns:a="http://schemas.openxmlformats.org/drawingml/2006/main">
            <a:pPr algn="r">
              <a:defRPr sz="1350" b="0">
                <a:solidFill>
                  <a:srgbClr val="777777"/>
                </a:solidFill>
                <a:latin typeface="Arial"/>
                <a:ea typeface="Arial"/>
                <a:cs typeface="Arial"/>
              </a:defRPr>
            </a:pPr>
            <a:r>
              <a:rPr sz="1350" b="0">
                <a:solidFill>
                  <a:srgbClr val="777777"/>
                </a:solidFill>
                <a:latin typeface="Arial"/>
                <a:ea typeface="Arial"/>
                <a:cs typeface="Arial"/>
              </a:rPr>
              <a:t>13</a:t>
            </a:r>
          </a:p>
        </p:txBody>
      </p:sp>
      <p:sp>
        <p:nvSpPr>
          <p:cNvPr id="4" name="text-1029">
            <a:extLst xmlns:a="http://schemas.openxmlformats.org/drawingml/2006/main">
              <a:ext uri="{FF2B5EF4-FFF2-40B4-BE49-F238E27FC236}">
                <a16:creationId xmlns:a16="http://schemas.microsoft.com/office/drawing/2014/main" id="{925B8965-196D-4E66-8C17-4E939B0894C7}"/>
              </a:ext>
            </a:extLst>
          </p:cNvPr>
          <p:cNvSpPr>
            <a:spLocks xmlns:a="http://schemas.openxmlformats.org/drawingml/2006/main" noGrp="1"/>
          </p:cNvSpPr>
          <p:nvPr/>
        </p:nvSpPr>
        <p:spPr>
          <a:xfrm xmlns:a="http://schemas.openxmlformats.org/drawingml/2006/main">
            <a:off x="609600" y="14859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475" b="1">
                <a:solidFill>
                  <a:srgbClr val="231F20"/>
                </a:solidFill>
                <a:latin typeface="Yu Gothic"/>
                <a:ea typeface="Yu Gothic"/>
                <a:cs typeface="Yu Gothic"/>
              </a:defRPr>
            </a:defPPr>
            <a:lvl1pPr algn="l">
              <a:defRPr sz="2475" b="1">
                <a:solidFill>
                  <a:srgbClr val="231F20"/>
                </a:solidFill>
                <a:latin typeface="Yu Gothic"/>
                <a:ea typeface="Yu Gothic"/>
                <a:cs typeface="Yu Gothic"/>
              </a:defRPr>
            </a:lvl1pPr>
            <a:lvl2pPr algn="l">
              <a:defRPr sz="2475" b="1">
                <a:solidFill>
                  <a:srgbClr val="231F20"/>
                </a:solidFill>
                <a:latin typeface="Yu Gothic"/>
                <a:ea typeface="Yu Gothic"/>
                <a:cs typeface="Yu Gothic"/>
              </a:defRPr>
            </a:lvl2pPr>
            <a:lvl3pPr algn="l">
              <a:defRPr sz="2475" b="1">
                <a:solidFill>
                  <a:srgbClr val="231F20"/>
                </a:solidFill>
                <a:latin typeface="Yu Gothic"/>
                <a:ea typeface="Yu Gothic"/>
                <a:cs typeface="Yu Gothic"/>
              </a:defRPr>
            </a:lvl3pPr>
            <a:lvl4pPr algn="l">
              <a:defRPr sz="2475" b="1">
                <a:solidFill>
                  <a:srgbClr val="231F20"/>
                </a:solidFill>
                <a:latin typeface="Yu Gothic"/>
                <a:ea typeface="Yu Gothic"/>
                <a:cs typeface="Yu Gothic"/>
              </a:defRPr>
            </a:lvl4pPr>
            <a:lvl5pPr algn="l">
              <a:defRPr sz="2475" b="1">
                <a:solidFill>
                  <a:srgbClr val="231F20"/>
                </a:solidFill>
                <a:latin typeface="Yu Gothic"/>
                <a:ea typeface="Yu Gothic"/>
                <a:cs typeface="Yu Gothic"/>
              </a:defRPr>
            </a:lvl5pPr>
            <a:lvl6pPr algn="l">
              <a:defRPr sz="2475" b="1">
                <a:solidFill>
                  <a:srgbClr val="231F20"/>
                </a:solidFill>
                <a:latin typeface="Yu Gothic"/>
                <a:ea typeface="Yu Gothic"/>
                <a:cs typeface="Yu Gothic"/>
              </a:defRPr>
            </a:lvl6pPr>
            <a:lvl7pPr algn="l">
              <a:defRPr sz="2475" b="1">
                <a:solidFill>
                  <a:srgbClr val="231F20"/>
                </a:solidFill>
                <a:latin typeface="Yu Gothic"/>
                <a:ea typeface="Yu Gothic"/>
                <a:cs typeface="Yu Gothic"/>
              </a:defRPr>
            </a:lvl7pPr>
            <a:lvl8pPr algn="l">
              <a:defRPr sz="2475" b="1">
                <a:solidFill>
                  <a:srgbClr val="231F20"/>
                </a:solidFill>
                <a:latin typeface="Yu Gothic"/>
                <a:ea typeface="Yu Gothic"/>
                <a:cs typeface="Yu Gothic"/>
              </a:defRPr>
            </a:lvl8pPr>
            <a:lvl9pPr algn="l">
              <a:defRPr sz="2475" b="1">
                <a:solidFill>
                  <a:srgbClr val="231F20"/>
                </a:solidFill>
                <a:latin typeface="Yu Gothic"/>
                <a:ea typeface="Yu Gothic"/>
                <a:cs typeface="Yu Gothic"/>
              </a:defRPr>
            </a:lvl9pPr>
          </a:lstStyle>
          <a:p xmlns:a="http://schemas.openxmlformats.org/drawingml/2006/main">
            <a:pPr algn="l">
              <a:defRPr sz="2475" b="1">
                <a:solidFill>
                  <a:srgbClr val="231F20"/>
                </a:solidFill>
                <a:latin typeface="Yu Gothic"/>
                <a:ea typeface="Yu Gothic"/>
                <a:cs typeface="Yu Gothic"/>
              </a:defRPr>
            </a:pPr>
            <a:r>
              <a:rPr sz="2475" b="1">
                <a:solidFill>
                  <a:srgbClr val="231F20"/>
                </a:solidFill>
                <a:latin typeface="Yu Gothic"/>
                <a:ea typeface="Yu Gothic"/>
                <a:cs typeface="Yu Gothic"/>
              </a:rPr>
              <a:t>本研究で設計・確認した接続</a:t>
            </a:r>
          </a:p>
        </p:txBody>
      </p:sp>
      <p:sp>
        <p:nvSpPr>
          <p:cNvPr id="5" name="text-1030">
            <a:extLst xmlns:a="http://schemas.openxmlformats.org/drawingml/2006/main">
              <a:ext uri="{FF2B5EF4-FFF2-40B4-BE49-F238E27FC236}">
                <a16:creationId xmlns:a16="http://schemas.microsoft.com/office/drawing/2014/main" id="{AD3906D9-DE67-4AA8-8899-235533C8F727}"/>
              </a:ext>
            </a:extLst>
          </p:cNvPr>
          <p:cNvSpPr>
            <a:spLocks xmlns:a="http://schemas.openxmlformats.org/drawingml/2006/main" noGrp="1"/>
          </p:cNvSpPr>
          <p:nvPr/>
        </p:nvSpPr>
        <p:spPr>
          <a:xfrm xmlns:a="http://schemas.openxmlformats.org/drawingml/2006/main">
            <a:off x="666750" y="2247900"/>
            <a:ext cx="238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025" b="1">
                <a:solidFill>
                  <a:srgbClr val="0078BA"/>
                </a:solidFill>
                <a:latin typeface="Yu Gothic"/>
                <a:ea typeface="Yu Gothic"/>
                <a:cs typeface="Yu Gothic"/>
              </a:defRPr>
            </a:defPPr>
            <a:lvl1pPr algn="l">
              <a:defRPr sz="2025" b="1">
                <a:solidFill>
                  <a:srgbClr val="0078BA"/>
                </a:solidFill>
                <a:latin typeface="Yu Gothic"/>
                <a:ea typeface="Yu Gothic"/>
                <a:cs typeface="Yu Gothic"/>
              </a:defRPr>
            </a:lvl1pPr>
            <a:lvl2pPr algn="l">
              <a:defRPr sz="2025" b="1">
                <a:solidFill>
                  <a:srgbClr val="0078BA"/>
                </a:solidFill>
                <a:latin typeface="Yu Gothic"/>
                <a:ea typeface="Yu Gothic"/>
                <a:cs typeface="Yu Gothic"/>
              </a:defRPr>
            </a:lvl2pPr>
            <a:lvl3pPr algn="l">
              <a:defRPr sz="2025" b="1">
                <a:solidFill>
                  <a:srgbClr val="0078BA"/>
                </a:solidFill>
                <a:latin typeface="Yu Gothic"/>
                <a:ea typeface="Yu Gothic"/>
                <a:cs typeface="Yu Gothic"/>
              </a:defRPr>
            </a:lvl3pPr>
            <a:lvl4pPr algn="l">
              <a:defRPr sz="2025" b="1">
                <a:solidFill>
                  <a:srgbClr val="0078BA"/>
                </a:solidFill>
                <a:latin typeface="Yu Gothic"/>
                <a:ea typeface="Yu Gothic"/>
                <a:cs typeface="Yu Gothic"/>
              </a:defRPr>
            </a:lvl4pPr>
            <a:lvl5pPr algn="l">
              <a:defRPr sz="2025" b="1">
                <a:solidFill>
                  <a:srgbClr val="0078BA"/>
                </a:solidFill>
                <a:latin typeface="Yu Gothic"/>
                <a:ea typeface="Yu Gothic"/>
                <a:cs typeface="Yu Gothic"/>
              </a:defRPr>
            </a:lvl5pPr>
            <a:lvl6pPr algn="l">
              <a:defRPr sz="2025" b="1">
                <a:solidFill>
                  <a:srgbClr val="0078BA"/>
                </a:solidFill>
                <a:latin typeface="Yu Gothic"/>
                <a:ea typeface="Yu Gothic"/>
                <a:cs typeface="Yu Gothic"/>
              </a:defRPr>
            </a:lvl6pPr>
            <a:lvl7pPr algn="l">
              <a:defRPr sz="2025" b="1">
                <a:solidFill>
                  <a:srgbClr val="0078BA"/>
                </a:solidFill>
                <a:latin typeface="Yu Gothic"/>
                <a:ea typeface="Yu Gothic"/>
                <a:cs typeface="Yu Gothic"/>
              </a:defRPr>
            </a:lvl7pPr>
            <a:lvl8pPr algn="l">
              <a:defRPr sz="2025" b="1">
                <a:solidFill>
                  <a:srgbClr val="0078BA"/>
                </a:solidFill>
                <a:latin typeface="Yu Gothic"/>
                <a:ea typeface="Yu Gothic"/>
                <a:cs typeface="Yu Gothic"/>
              </a:defRPr>
            </a:lvl8pPr>
            <a:lvl9pPr algn="l">
              <a:defRPr sz="2025" b="1">
                <a:solidFill>
                  <a:srgbClr val="0078BA"/>
                </a:solidFill>
                <a:latin typeface="Yu Gothic"/>
                <a:ea typeface="Yu Gothic"/>
                <a:cs typeface="Yu Gothic"/>
              </a:defRPr>
            </a:lvl9pPr>
          </a:lstStyle>
          <a:p xmlns:a="http://schemas.openxmlformats.org/drawingml/2006/main">
            <a:pPr algn="l">
              <a:defRPr sz="2025" b="1">
                <a:solidFill>
                  <a:srgbClr val="0078BA"/>
                </a:solidFill>
                <a:latin typeface="Yu Gothic"/>
                <a:ea typeface="Yu Gothic"/>
                <a:cs typeface="Yu Gothic"/>
              </a:defRPr>
            </a:pPr>
            <a:r>
              <a:rPr sz="2025" b="1">
                <a:solidFill>
                  <a:srgbClr val="0078BA"/>
                </a:solidFill>
                <a:latin typeface="Yu Gothic"/>
                <a:ea typeface="Yu Gothic"/>
                <a:cs typeface="Yu Gothic"/>
              </a:rPr>
              <a:t>▸</a:t>
            </a:r>
          </a:p>
        </p:txBody>
      </p:sp>
      <p:sp>
        <p:nvSpPr>
          <p:cNvPr id="6" name="text-1031">
            <a:extLst xmlns:a="http://schemas.openxmlformats.org/drawingml/2006/main">
              <a:ext uri="{FF2B5EF4-FFF2-40B4-BE49-F238E27FC236}">
                <a16:creationId xmlns:a16="http://schemas.microsoft.com/office/drawing/2014/main" id="{CCBFBDDC-57FF-49C1-AAAC-2406691F7A36}"/>
              </a:ext>
            </a:extLst>
          </p:cNvPr>
          <p:cNvSpPr>
            <a:spLocks xmlns:a="http://schemas.openxmlformats.org/drawingml/2006/main" noGrp="1"/>
          </p:cNvSpPr>
          <p:nvPr/>
        </p:nvSpPr>
        <p:spPr>
          <a:xfrm xmlns:a="http://schemas.openxmlformats.org/drawingml/2006/main">
            <a:off x="1047750" y="2247900"/>
            <a:ext cx="26193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00" b="1">
                <a:solidFill>
                  <a:srgbClr val="231F20"/>
                </a:solidFill>
                <a:latin typeface="Yu Gothic"/>
                <a:ea typeface="Yu Gothic"/>
                <a:cs typeface="Yu Gothic"/>
              </a:defRPr>
            </a:defPPr>
            <a:lvl1pPr algn="l">
              <a:defRPr sz="2100" b="1">
                <a:solidFill>
                  <a:srgbClr val="231F20"/>
                </a:solidFill>
                <a:latin typeface="Yu Gothic"/>
                <a:ea typeface="Yu Gothic"/>
                <a:cs typeface="Yu Gothic"/>
              </a:defRPr>
            </a:lvl1pPr>
            <a:lvl2pPr algn="l">
              <a:defRPr sz="2100" b="1">
                <a:solidFill>
                  <a:srgbClr val="231F20"/>
                </a:solidFill>
                <a:latin typeface="Yu Gothic"/>
                <a:ea typeface="Yu Gothic"/>
                <a:cs typeface="Yu Gothic"/>
              </a:defRPr>
            </a:lvl2pPr>
            <a:lvl3pPr algn="l">
              <a:defRPr sz="2100" b="1">
                <a:solidFill>
                  <a:srgbClr val="231F20"/>
                </a:solidFill>
                <a:latin typeface="Yu Gothic"/>
                <a:ea typeface="Yu Gothic"/>
                <a:cs typeface="Yu Gothic"/>
              </a:defRPr>
            </a:lvl3pPr>
            <a:lvl4pPr algn="l">
              <a:defRPr sz="2100" b="1">
                <a:solidFill>
                  <a:srgbClr val="231F20"/>
                </a:solidFill>
                <a:latin typeface="Yu Gothic"/>
                <a:ea typeface="Yu Gothic"/>
                <a:cs typeface="Yu Gothic"/>
              </a:defRPr>
            </a:lvl4pPr>
            <a:lvl5pPr algn="l">
              <a:defRPr sz="2100" b="1">
                <a:solidFill>
                  <a:srgbClr val="231F20"/>
                </a:solidFill>
                <a:latin typeface="Yu Gothic"/>
                <a:ea typeface="Yu Gothic"/>
                <a:cs typeface="Yu Gothic"/>
              </a:defRPr>
            </a:lvl5pPr>
            <a:lvl6pPr algn="l">
              <a:defRPr sz="2100" b="1">
                <a:solidFill>
                  <a:srgbClr val="231F20"/>
                </a:solidFill>
                <a:latin typeface="Yu Gothic"/>
                <a:ea typeface="Yu Gothic"/>
                <a:cs typeface="Yu Gothic"/>
              </a:defRPr>
            </a:lvl6pPr>
            <a:lvl7pPr algn="l">
              <a:defRPr sz="2100" b="1">
                <a:solidFill>
                  <a:srgbClr val="231F20"/>
                </a:solidFill>
                <a:latin typeface="Yu Gothic"/>
                <a:ea typeface="Yu Gothic"/>
                <a:cs typeface="Yu Gothic"/>
              </a:defRPr>
            </a:lvl7pPr>
            <a:lvl8pPr algn="l">
              <a:defRPr sz="2100" b="1">
                <a:solidFill>
                  <a:srgbClr val="231F20"/>
                </a:solidFill>
                <a:latin typeface="Yu Gothic"/>
                <a:ea typeface="Yu Gothic"/>
                <a:cs typeface="Yu Gothic"/>
              </a:defRPr>
            </a:lvl8pPr>
            <a:lvl9pPr algn="l">
              <a:defRPr sz="2100" b="1">
                <a:solidFill>
                  <a:srgbClr val="231F20"/>
                </a:solidFill>
                <a:latin typeface="Yu Gothic"/>
                <a:ea typeface="Yu Gothic"/>
                <a:cs typeface="Yu Gothic"/>
              </a:defRPr>
            </a:lvl9pPr>
          </a:lstStyle>
          <a:p xmlns:a="http://schemas.openxmlformats.org/drawingml/2006/main">
            <a:pPr algn="l">
              <a:defRPr sz="2100" b="1">
                <a:solidFill>
                  <a:srgbClr val="231F20"/>
                </a:solidFill>
                <a:latin typeface="Yu Gothic"/>
                <a:ea typeface="Yu Gothic"/>
                <a:cs typeface="Yu Gothic"/>
              </a:defRPr>
            </a:pPr>
            <a:r>
              <a:rPr sz="2100" b="1">
                <a:solidFill>
                  <a:srgbClr val="231F20"/>
                </a:solidFill>
                <a:latin typeface="Yu Gothic"/>
                <a:ea typeface="Yu Gothic"/>
                <a:cs typeface="Yu Gothic"/>
              </a:rPr>
              <a:t>番地の割当て</a:t>
            </a:r>
          </a:p>
        </p:txBody>
      </p:sp>
      <p:sp>
        <p:nvSpPr>
          <p:cNvPr id="7" name="text-1032">
            <a:extLst xmlns:a="http://schemas.openxmlformats.org/drawingml/2006/main">
              <a:ext uri="{FF2B5EF4-FFF2-40B4-BE49-F238E27FC236}">
                <a16:creationId xmlns:a16="http://schemas.microsoft.com/office/drawing/2014/main" id="{36B4F6C0-9130-4788-BFFB-192194688070}"/>
              </a:ext>
            </a:extLst>
          </p:cNvPr>
          <p:cNvSpPr>
            <a:spLocks xmlns:a="http://schemas.openxmlformats.org/drawingml/2006/main" noGrp="1"/>
          </p:cNvSpPr>
          <p:nvPr/>
        </p:nvSpPr>
        <p:spPr>
          <a:xfrm xmlns:a="http://schemas.openxmlformats.org/drawingml/2006/main">
            <a:off x="3905250" y="2247900"/>
            <a:ext cx="75723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950" b="0">
                <a:solidFill>
                  <a:srgbClr val="231F20"/>
                </a:solidFill>
                <a:latin typeface="Yu Gothic"/>
                <a:ea typeface="Yu Gothic"/>
                <a:cs typeface="Yu Gothic"/>
              </a:defRPr>
            </a:defPPr>
            <a:lvl1pPr algn="l">
              <a:defRPr sz="1950" b="0">
                <a:solidFill>
                  <a:srgbClr val="231F20"/>
                </a:solidFill>
                <a:latin typeface="Yu Gothic"/>
                <a:ea typeface="Yu Gothic"/>
                <a:cs typeface="Yu Gothic"/>
              </a:defRPr>
            </a:lvl1pPr>
            <a:lvl2pPr algn="l">
              <a:defRPr sz="1950" b="0">
                <a:solidFill>
                  <a:srgbClr val="231F20"/>
                </a:solidFill>
                <a:latin typeface="Yu Gothic"/>
                <a:ea typeface="Yu Gothic"/>
                <a:cs typeface="Yu Gothic"/>
              </a:defRPr>
            </a:lvl2pPr>
            <a:lvl3pPr algn="l">
              <a:defRPr sz="1950" b="0">
                <a:solidFill>
                  <a:srgbClr val="231F20"/>
                </a:solidFill>
                <a:latin typeface="Yu Gothic"/>
                <a:ea typeface="Yu Gothic"/>
                <a:cs typeface="Yu Gothic"/>
              </a:defRPr>
            </a:lvl3pPr>
            <a:lvl4pPr algn="l">
              <a:defRPr sz="1950" b="0">
                <a:solidFill>
                  <a:srgbClr val="231F20"/>
                </a:solidFill>
                <a:latin typeface="Yu Gothic"/>
                <a:ea typeface="Yu Gothic"/>
                <a:cs typeface="Yu Gothic"/>
              </a:defRPr>
            </a:lvl4pPr>
            <a:lvl5pPr algn="l">
              <a:defRPr sz="1950" b="0">
                <a:solidFill>
                  <a:srgbClr val="231F20"/>
                </a:solidFill>
                <a:latin typeface="Yu Gothic"/>
                <a:ea typeface="Yu Gothic"/>
                <a:cs typeface="Yu Gothic"/>
              </a:defRPr>
            </a:lvl5pPr>
            <a:lvl6pPr algn="l">
              <a:defRPr sz="1950" b="0">
                <a:solidFill>
                  <a:srgbClr val="231F20"/>
                </a:solidFill>
                <a:latin typeface="Yu Gothic"/>
                <a:ea typeface="Yu Gothic"/>
                <a:cs typeface="Yu Gothic"/>
              </a:defRPr>
            </a:lvl6pPr>
            <a:lvl7pPr algn="l">
              <a:defRPr sz="1950" b="0">
                <a:solidFill>
                  <a:srgbClr val="231F20"/>
                </a:solidFill>
                <a:latin typeface="Yu Gothic"/>
                <a:ea typeface="Yu Gothic"/>
                <a:cs typeface="Yu Gothic"/>
              </a:defRPr>
            </a:lvl7pPr>
            <a:lvl8pPr algn="l">
              <a:defRPr sz="1950" b="0">
                <a:solidFill>
                  <a:srgbClr val="231F20"/>
                </a:solidFill>
                <a:latin typeface="Yu Gothic"/>
                <a:ea typeface="Yu Gothic"/>
                <a:cs typeface="Yu Gothic"/>
              </a:defRPr>
            </a:lvl8pPr>
            <a:lvl9pPr algn="l">
              <a:defRPr sz="1950" b="0">
                <a:solidFill>
                  <a:srgbClr val="231F20"/>
                </a:solidFill>
                <a:latin typeface="Yu Gothic"/>
                <a:ea typeface="Yu Gothic"/>
                <a:cs typeface="Yu Gothic"/>
              </a:defRPr>
            </a:lvl9pPr>
          </a:lstStyle>
          <a:p xmlns:a="http://schemas.openxmlformats.org/drawingml/2006/main">
            <a:pPr algn="l">
              <a:defRPr sz="1950" b="0">
                <a:solidFill>
                  <a:srgbClr val="231F20"/>
                </a:solidFill>
                <a:latin typeface="Yu Gothic"/>
                <a:ea typeface="Yu Gothic"/>
                <a:cs typeface="Yu Gothic"/>
              </a:defRPr>
            </a:pPr>
            <a:r>
              <a:rPr sz="1950" b="0">
                <a:solidFill>
                  <a:srgbClr val="231F20"/>
                </a:solidFill>
                <a:latin typeface="Yu Gothic"/>
                <a:ea typeface="Yu Gothic"/>
                <a:cs typeface="Yu Gothic"/>
              </a:rPr>
              <a:t>番地の比較で描画用の窓口を選ぶ</a:t>
            </a:r>
          </a:p>
        </p:txBody>
      </p:sp>
      <p:sp>
        <p:nvSpPr>
          <p:cNvPr id="8" name="text-1033">
            <a:extLst xmlns:a="http://schemas.openxmlformats.org/drawingml/2006/main">
              <a:ext uri="{FF2B5EF4-FFF2-40B4-BE49-F238E27FC236}">
                <a16:creationId xmlns:a16="http://schemas.microsoft.com/office/drawing/2014/main" id="{301082B0-B132-47EB-B630-D6278EA48D6E}"/>
              </a:ext>
            </a:extLst>
          </p:cNvPr>
          <p:cNvSpPr>
            <a:spLocks xmlns:a="http://schemas.openxmlformats.org/drawingml/2006/main" noGrp="1"/>
          </p:cNvSpPr>
          <p:nvPr/>
        </p:nvSpPr>
        <p:spPr>
          <a:xfrm xmlns:a="http://schemas.openxmlformats.org/drawingml/2006/main">
            <a:off x="666750" y="2857500"/>
            <a:ext cx="238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025" b="1">
                <a:solidFill>
                  <a:srgbClr val="0078BA"/>
                </a:solidFill>
                <a:latin typeface="Yu Gothic"/>
                <a:ea typeface="Yu Gothic"/>
                <a:cs typeface="Yu Gothic"/>
              </a:defRPr>
            </a:defPPr>
            <a:lvl1pPr algn="l">
              <a:defRPr sz="2025" b="1">
                <a:solidFill>
                  <a:srgbClr val="0078BA"/>
                </a:solidFill>
                <a:latin typeface="Yu Gothic"/>
                <a:ea typeface="Yu Gothic"/>
                <a:cs typeface="Yu Gothic"/>
              </a:defRPr>
            </a:lvl1pPr>
            <a:lvl2pPr algn="l">
              <a:defRPr sz="2025" b="1">
                <a:solidFill>
                  <a:srgbClr val="0078BA"/>
                </a:solidFill>
                <a:latin typeface="Yu Gothic"/>
                <a:ea typeface="Yu Gothic"/>
                <a:cs typeface="Yu Gothic"/>
              </a:defRPr>
            </a:lvl2pPr>
            <a:lvl3pPr algn="l">
              <a:defRPr sz="2025" b="1">
                <a:solidFill>
                  <a:srgbClr val="0078BA"/>
                </a:solidFill>
                <a:latin typeface="Yu Gothic"/>
                <a:ea typeface="Yu Gothic"/>
                <a:cs typeface="Yu Gothic"/>
              </a:defRPr>
            </a:lvl3pPr>
            <a:lvl4pPr algn="l">
              <a:defRPr sz="2025" b="1">
                <a:solidFill>
                  <a:srgbClr val="0078BA"/>
                </a:solidFill>
                <a:latin typeface="Yu Gothic"/>
                <a:ea typeface="Yu Gothic"/>
                <a:cs typeface="Yu Gothic"/>
              </a:defRPr>
            </a:lvl4pPr>
            <a:lvl5pPr algn="l">
              <a:defRPr sz="2025" b="1">
                <a:solidFill>
                  <a:srgbClr val="0078BA"/>
                </a:solidFill>
                <a:latin typeface="Yu Gothic"/>
                <a:ea typeface="Yu Gothic"/>
                <a:cs typeface="Yu Gothic"/>
              </a:defRPr>
            </a:lvl5pPr>
            <a:lvl6pPr algn="l">
              <a:defRPr sz="2025" b="1">
                <a:solidFill>
                  <a:srgbClr val="0078BA"/>
                </a:solidFill>
                <a:latin typeface="Yu Gothic"/>
                <a:ea typeface="Yu Gothic"/>
                <a:cs typeface="Yu Gothic"/>
              </a:defRPr>
            </a:lvl6pPr>
            <a:lvl7pPr algn="l">
              <a:defRPr sz="2025" b="1">
                <a:solidFill>
                  <a:srgbClr val="0078BA"/>
                </a:solidFill>
                <a:latin typeface="Yu Gothic"/>
                <a:ea typeface="Yu Gothic"/>
                <a:cs typeface="Yu Gothic"/>
              </a:defRPr>
            </a:lvl7pPr>
            <a:lvl8pPr algn="l">
              <a:defRPr sz="2025" b="1">
                <a:solidFill>
                  <a:srgbClr val="0078BA"/>
                </a:solidFill>
                <a:latin typeface="Yu Gothic"/>
                <a:ea typeface="Yu Gothic"/>
                <a:cs typeface="Yu Gothic"/>
              </a:defRPr>
            </a:lvl8pPr>
            <a:lvl9pPr algn="l">
              <a:defRPr sz="2025" b="1">
                <a:solidFill>
                  <a:srgbClr val="0078BA"/>
                </a:solidFill>
                <a:latin typeface="Yu Gothic"/>
                <a:ea typeface="Yu Gothic"/>
                <a:cs typeface="Yu Gothic"/>
              </a:defRPr>
            </a:lvl9pPr>
          </a:lstStyle>
          <a:p xmlns:a="http://schemas.openxmlformats.org/drawingml/2006/main">
            <a:pPr algn="l">
              <a:defRPr sz="2025" b="1">
                <a:solidFill>
                  <a:srgbClr val="0078BA"/>
                </a:solidFill>
                <a:latin typeface="Yu Gothic"/>
                <a:ea typeface="Yu Gothic"/>
                <a:cs typeface="Yu Gothic"/>
              </a:defRPr>
            </a:pPr>
            <a:r>
              <a:rPr sz="2025" b="1">
                <a:solidFill>
                  <a:srgbClr val="0078BA"/>
                </a:solidFill>
                <a:latin typeface="Yu Gothic"/>
                <a:ea typeface="Yu Gothic"/>
                <a:cs typeface="Yu Gothic"/>
              </a:rPr>
              <a:t>▸</a:t>
            </a:r>
          </a:p>
        </p:txBody>
      </p:sp>
      <p:sp>
        <p:nvSpPr>
          <p:cNvPr id="9" name="text-1034">
            <a:extLst xmlns:a="http://schemas.openxmlformats.org/drawingml/2006/main">
              <a:ext uri="{FF2B5EF4-FFF2-40B4-BE49-F238E27FC236}">
                <a16:creationId xmlns:a16="http://schemas.microsoft.com/office/drawing/2014/main" id="{85A5DBD9-BB92-48F8-8039-BEAA66FBA077}"/>
              </a:ext>
            </a:extLst>
          </p:cNvPr>
          <p:cNvSpPr>
            <a:spLocks xmlns:a="http://schemas.openxmlformats.org/drawingml/2006/main" noGrp="1"/>
          </p:cNvSpPr>
          <p:nvPr/>
        </p:nvSpPr>
        <p:spPr>
          <a:xfrm xmlns:a="http://schemas.openxmlformats.org/drawingml/2006/main">
            <a:off x="1047750" y="2857500"/>
            <a:ext cx="26193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00" b="1">
                <a:solidFill>
                  <a:srgbClr val="231F20"/>
                </a:solidFill>
                <a:latin typeface="Yu Gothic"/>
                <a:ea typeface="Yu Gothic"/>
                <a:cs typeface="Yu Gothic"/>
              </a:defRPr>
            </a:defPPr>
            <a:lvl1pPr algn="l">
              <a:defRPr sz="2100" b="1">
                <a:solidFill>
                  <a:srgbClr val="231F20"/>
                </a:solidFill>
                <a:latin typeface="Yu Gothic"/>
                <a:ea typeface="Yu Gothic"/>
                <a:cs typeface="Yu Gothic"/>
              </a:defRPr>
            </a:lvl1pPr>
            <a:lvl2pPr algn="l">
              <a:defRPr sz="2100" b="1">
                <a:solidFill>
                  <a:srgbClr val="231F20"/>
                </a:solidFill>
                <a:latin typeface="Yu Gothic"/>
                <a:ea typeface="Yu Gothic"/>
                <a:cs typeface="Yu Gothic"/>
              </a:defRPr>
            </a:lvl2pPr>
            <a:lvl3pPr algn="l">
              <a:defRPr sz="2100" b="1">
                <a:solidFill>
                  <a:srgbClr val="231F20"/>
                </a:solidFill>
                <a:latin typeface="Yu Gothic"/>
                <a:ea typeface="Yu Gothic"/>
                <a:cs typeface="Yu Gothic"/>
              </a:defRPr>
            </a:lvl3pPr>
            <a:lvl4pPr algn="l">
              <a:defRPr sz="2100" b="1">
                <a:solidFill>
                  <a:srgbClr val="231F20"/>
                </a:solidFill>
                <a:latin typeface="Yu Gothic"/>
                <a:ea typeface="Yu Gothic"/>
                <a:cs typeface="Yu Gothic"/>
              </a:defRPr>
            </a:lvl4pPr>
            <a:lvl5pPr algn="l">
              <a:defRPr sz="2100" b="1">
                <a:solidFill>
                  <a:srgbClr val="231F20"/>
                </a:solidFill>
                <a:latin typeface="Yu Gothic"/>
                <a:ea typeface="Yu Gothic"/>
                <a:cs typeface="Yu Gothic"/>
              </a:defRPr>
            </a:lvl5pPr>
            <a:lvl6pPr algn="l">
              <a:defRPr sz="2100" b="1">
                <a:solidFill>
                  <a:srgbClr val="231F20"/>
                </a:solidFill>
                <a:latin typeface="Yu Gothic"/>
                <a:ea typeface="Yu Gothic"/>
                <a:cs typeface="Yu Gothic"/>
              </a:defRPr>
            </a:lvl6pPr>
            <a:lvl7pPr algn="l">
              <a:defRPr sz="2100" b="1">
                <a:solidFill>
                  <a:srgbClr val="231F20"/>
                </a:solidFill>
                <a:latin typeface="Yu Gothic"/>
                <a:ea typeface="Yu Gothic"/>
                <a:cs typeface="Yu Gothic"/>
              </a:defRPr>
            </a:lvl7pPr>
            <a:lvl8pPr algn="l">
              <a:defRPr sz="2100" b="1">
                <a:solidFill>
                  <a:srgbClr val="231F20"/>
                </a:solidFill>
                <a:latin typeface="Yu Gothic"/>
                <a:ea typeface="Yu Gothic"/>
                <a:cs typeface="Yu Gothic"/>
              </a:defRPr>
            </a:lvl8pPr>
            <a:lvl9pPr algn="l">
              <a:defRPr sz="2100" b="1">
                <a:solidFill>
                  <a:srgbClr val="231F20"/>
                </a:solidFill>
                <a:latin typeface="Yu Gothic"/>
                <a:ea typeface="Yu Gothic"/>
                <a:cs typeface="Yu Gothic"/>
              </a:defRPr>
            </a:lvl9pPr>
          </a:lstStyle>
          <a:p xmlns:a="http://schemas.openxmlformats.org/drawingml/2006/main">
            <a:pPr algn="l">
              <a:defRPr sz="2100" b="1">
                <a:solidFill>
                  <a:srgbClr val="231F20"/>
                </a:solidFill>
                <a:latin typeface="Yu Gothic"/>
                <a:ea typeface="Yu Gothic"/>
                <a:cs typeface="Yu Gothic"/>
              </a:defRPr>
            </a:pPr>
            <a:r>
              <a:rPr sz="2100" b="1">
                <a:solidFill>
                  <a:srgbClr val="231F20"/>
                </a:solidFill>
                <a:latin typeface="Yu Gothic"/>
                <a:ea typeface="Yu Gothic"/>
                <a:cs typeface="Yu Gothic"/>
              </a:rPr>
              <a:t>受渡しの条件</a:t>
            </a:r>
          </a:p>
        </p:txBody>
      </p:sp>
      <p:sp>
        <p:nvSpPr>
          <p:cNvPr id="10" name="text-1035">
            <a:extLst xmlns:a="http://schemas.openxmlformats.org/drawingml/2006/main">
              <a:ext uri="{FF2B5EF4-FFF2-40B4-BE49-F238E27FC236}">
                <a16:creationId xmlns:a16="http://schemas.microsoft.com/office/drawing/2014/main" id="{AAA19F83-9EB9-4CBC-A1CE-EE45A136C1CA}"/>
              </a:ext>
            </a:extLst>
          </p:cNvPr>
          <p:cNvSpPr>
            <a:spLocks xmlns:a="http://schemas.openxmlformats.org/drawingml/2006/main" noGrp="1"/>
          </p:cNvSpPr>
          <p:nvPr/>
        </p:nvSpPr>
        <p:spPr>
          <a:xfrm xmlns:a="http://schemas.openxmlformats.org/drawingml/2006/main">
            <a:off x="3905250" y="2857500"/>
            <a:ext cx="75723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950" b="0">
                <a:solidFill>
                  <a:srgbClr val="231F20"/>
                </a:solidFill>
                <a:latin typeface="Yu Gothic"/>
                <a:ea typeface="Yu Gothic"/>
                <a:cs typeface="Yu Gothic"/>
              </a:defRPr>
            </a:defPPr>
            <a:lvl1pPr algn="l">
              <a:defRPr sz="1950" b="0">
                <a:solidFill>
                  <a:srgbClr val="231F20"/>
                </a:solidFill>
                <a:latin typeface="Yu Gothic"/>
                <a:ea typeface="Yu Gothic"/>
                <a:cs typeface="Yu Gothic"/>
              </a:defRPr>
            </a:lvl1pPr>
            <a:lvl2pPr algn="l">
              <a:defRPr sz="1950" b="0">
                <a:solidFill>
                  <a:srgbClr val="231F20"/>
                </a:solidFill>
                <a:latin typeface="Yu Gothic"/>
                <a:ea typeface="Yu Gothic"/>
                <a:cs typeface="Yu Gothic"/>
              </a:defRPr>
            </a:lvl2pPr>
            <a:lvl3pPr algn="l">
              <a:defRPr sz="1950" b="0">
                <a:solidFill>
                  <a:srgbClr val="231F20"/>
                </a:solidFill>
                <a:latin typeface="Yu Gothic"/>
                <a:ea typeface="Yu Gothic"/>
                <a:cs typeface="Yu Gothic"/>
              </a:defRPr>
            </a:lvl3pPr>
            <a:lvl4pPr algn="l">
              <a:defRPr sz="1950" b="0">
                <a:solidFill>
                  <a:srgbClr val="231F20"/>
                </a:solidFill>
                <a:latin typeface="Yu Gothic"/>
                <a:ea typeface="Yu Gothic"/>
                <a:cs typeface="Yu Gothic"/>
              </a:defRPr>
            </a:lvl4pPr>
            <a:lvl5pPr algn="l">
              <a:defRPr sz="1950" b="0">
                <a:solidFill>
                  <a:srgbClr val="231F20"/>
                </a:solidFill>
                <a:latin typeface="Yu Gothic"/>
                <a:ea typeface="Yu Gothic"/>
                <a:cs typeface="Yu Gothic"/>
              </a:defRPr>
            </a:lvl5pPr>
            <a:lvl6pPr algn="l">
              <a:defRPr sz="1950" b="0">
                <a:solidFill>
                  <a:srgbClr val="231F20"/>
                </a:solidFill>
                <a:latin typeface="Yu Gothic"/>
                <a:ea typeface="Yu Gothic"/>
                <a:cs typeface="Yu Gothic"/>
              </a:defRPr>
            </a:lvl6pPr>
            <a:lvl7pPr algn="l">
              <a:defRPr sz="1950" b="0">
                <a:solidFill>
                  <a:srgbClr val="231F20"/>
                </a:solidFill>
                <a:latin typeface="Yu Gothic"/>
                <a:ea typeface="Yu Gothic"/>
                <a:cs typeface="Yu Gothic"/>
              </a:defRPr>
            </a:lvl7pPr>
            <a:lvl8pPr algn="l">
              <a:defRPr sz="1950" b="0">
                <a:solidFill>
                  <a:srgbClr val="231F20"/>
                </a:solidFill>
                <a:latin typeface="Yu Gothic"/>
                <a:ea typeface="Yu Gothic"/>
                <a:cs typeface="Yu Gothic"/>
              </a:defRPr>
            </a:lvl8pPr>
            <a:lvl9pPr algn="l">
              <a:defRPr sz="1950" b="0">
                <a:solidFill>
                  <a:srgbClr val="231F20"/>
                </a:solidFill>
                <a:latin typeface="Yu Gothic"/>
                <a:ea typeface="Yu Gothic"/>
                <a:cs typeface="Yu Gothic"/>
              </a:defRPr>
            </a:lvl9pPr>
          </a:lstStyle>
          <a:p xmlns:a="http://schemas.openxmlformats.org/drawingml/2006/main">
            <a:pPr algn="l">
              <a:defRPr sz="1950" b="0">
                <a:solidFill>
                  <a:srgbClr val="231F20"/>
                </a:solidFill>
                <a:latin typeface="Yu Gothic"/>
                <a:ea typeface="Yu Gothic"/>
                <a:cs typeface="Yu Gothic"/>
              </a:defRPr>
            </a:pPr>
            <a:r>
              <a:rPr sz="1950" b="0">
                <a:solidFill>
                  <a:srgbClr val="231F20"/>
                </a:solidFill>
                <a:latin typeface="Yu Gothic"/>
                <a:ea typeface="Yu Gothic"/>
                <a:cs typeface="Yu Gothic"/>
              </a:rPr>
              <a:t>書込みをFIFOのデータ・有効へ変換</a:t>
            </a:r>
          </a:p>
        </p:txBody>
      </p:sp>
      <p:sp>
        <p:nvSpPr>
          <p:cNvPr id="11" name="text-1036">
            <a:extLst xmlns:a="http://schemas.openxmlformats.org/drawingml/2006/main">
              <a:ext uri="{FF2B5EF4-FFF2-40B4-BE49-F238E27FC236}">
                <a16:creationId xmlns:a16="http://schemas.microsoft.com/office/drawing/2014/main" id="{681F055E-54C8-4D07-9EC8-527093EAC235}"/>
              </a:ext>
            </a:extLst>
          </p:cNvPr>
          <p:cNvSpPr>
            <a:spLocks xmlns:a="http://schemas.openxmlformats.org/drawingml/2006/main" noGrp="1"/>
          </p:cNvSpPr>
          <p:nvPr/>
        </p:nvSpPr>
        <p:spPr>
          <a:xfrm xmlns:a="http://schemas.openxmlformats.org/drawingml/2006/main">
            <a:off x="666750" y="3467100"/>
            <a:ext cx="238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025" b="1">
                <a:solidFill>
                  <a:srgbClr val="0078BA"/>
                </a:solidFill>
                <a:latin typeface="Yu Gothic"/>
                <a:ea typeface="Yu Gothic"/>
                <a:cs typeface="Yu Gothic"/>
              </a:defRPr>
            </a:defPPr>
            <a:lvl1pPr algn="l">
              <a:defRPr sz="2025" b="1">
                <a:solidFill>
                  <a:srgbClr val="0078BA"/>
                </a:solidFill>
                <a:latin typeface="Yu Gothic"/>
                <a:ea typeface="Yu Gothic"/>
                <a:cs typeface="Yu Gothic"/>
              </a:defRPr>
            </a:lvl1pPr>
            <a:lvl2pPr algn="l">
              <a:defRPr sz="2025" b="1">
                <a:solidFill>
                  <a:srgbClr val="0078BA"/>
                </a:solidFill>
                <a:latin typeface="Yu Gothic"/>
                <a:ea typeface="Yu Gothic"/>
                <a:cs typeface="Yu Gothic"/>
              </a:defRPr>
            </a:lvl2pPr>
            <a:lvl3pPr algn="l">
              <a:defRPr sz="2025" b="1">
                <a:solidFill>
                  <a:srgbClr val="0078BA"/>
                </a:solidFill>
                <a:latin typeface="Yu Gothic"/>
                <a:ea typeface="Yu Gothic"/>
                <a:cs typeface="Yu Gothic"/>
              </a:defRPr>
            </a:lvl3pPr>
            <a:lvl4pPr algn="l">
              <a:defRPr sz="2025" b="1">
                <a:solidFill>
                  <a:srgbClr val="0078BA"/>
                </a:solidFill>
                <a:latin typeface="Yu Gothic"/>
                <a:ea typeface="Yu Gothic"/>
                <a:cs typeface="Yu Gothic"/>
              </a:defRPr>
            </a:lvl4pPr>
            <a:lvl5pPr algn="l">
              <a:defRPr sz="2025" b="1">
                <a:solidFill>
                  <a:srgbClr val="0078BA"/>
                </a:solidFill>
                <a:latin typeface="Yu Gothic"/>
                <a:ea typeface="Yu Gothic"/>
                <a:cs typeface="Yu Gothic"/>
              </a:defRPr>
            </a:lvl5pPr>
            <a:lvl6pPr algn="l">
              <a:defRPr sz="2025" b="1">
                <a:solidFill>
                  <a:srgbClr val="0078BA"/>
                </a:solidFill>
                <a:latin typeface="Yu Gothic"/>
                <a:ea typeface="Yu Gothic"/>
                <a:cs typeface="Yu Gothic"/>
              </a:defRPr>
            </a:lvl6pPr>
            <a:lvl7pPr algn="l">
              <a:defRPr sz="2025" b="1">
                <a:solidFill>
                  <a:srgbClr val="0078BA"/>
                </a:solidFill>
                <a:latin typeface="Yu Gothic"/>
                <a:ea typeface="Yu Gothic"/>
                <a:cs typeface="Yu Gothic"/>
              </a:defRPr>
            </a:lvl7pPr>
            <a:lvl8pPr algn="l">
              <a:defRPr sz="2025" b="1">
                <a:solidFill>
                  <a:srgbClr val="0078BA"/>
                </a:solidFill>
                <a:latin typeface="Yu Gothic"/>
                <a:ea typeface="Yu Gothic"/>
                <a:cs typeface="Yu Gothic"/>
              </a:defRPr>
            </a:lvl8pPr>
            <a:lvl9pPr algn="l">
              <a:defRPr sz="2025" b="1">
                <a:solidFill>
                  <a:srgbClr val="0078BA"/>
                </a:solidFill>
                <a:latin typeface="Yu Gothic"/>
                <a:ea typeface="Yu Gothic"/>
                <a:cs typeface="Yu Gothic"/>
              </a:defRPr>
            </a:lvl9pPr>
          </a:lstStyle>
          <a:p xmlns:a="http://schemas.openxmlformats.org/drawingml/2006/main">
            <a:pPr algn="l">
              <a:defRPr sz="2025" b="1">
                <a:solidFill>
                  <a:srgbClr val="0078BA"/>
                </a:solidFill>
                <a:latin typeface="Yu Gothic"/>
                <a:ea typeface="Yu Gothic"/>
                <a:cs typeface="Yu Gothic"/>
              </a:defRPr>
            </a:pPr>
            <a:r>
              <a:rPr sz="2025" b="1">
                <a:solidFill>
                  <a:srgbClr val="0078BA"/>
                </a:solidFill>
                <a:latin typeface="Yu Gothic"/>
                <a:ea typeface="Yu Gothic"/>
                <a:cs typeface="Yu Gothic"/>
              </a:rPr>
              <a:t>▸</a:t>
            </a:r>
          </a:p>
        </p:txBody>
      </p:sp>
      <p:sp>
        <p:nvSpPr>
          <p:cNvPr id="12" name="text-1037">
            <a:extLst xmlns:a="http://schemas.openxmlformats.org/drawingml/2006/main">
              <a:ext uri="{FF2B5EF4-FFF2-40B4-BE49-F238E27FC236}">
                <a16:creationId xmlns:a16="http://schemas.microsoft.com/office/drawing/2014/main" id="{78CEE336-EB7C-49CB-9DBF-0000BECAE413}"/>
              </a:ext>
            </a:extLst>
          </p:cNvPr>
          <p:cNvSpPr>
            <a:spLocks xmlns:a="http://schemas.openxmlformats.org/drawingml/2006/main" noGrp="1"/>
          </p:cNvSpPr>
          <p:nvPr/>
        </p:nvSpPr>
        <p:spPr>
          <a:xfrm xmlns:a="http://schemas.openxmlformats.org/drawingml/2006/main">
            <a:off x="1047750" y="3467100"/>
            <a:ext cx="26193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00" b="1">
                <a:solidFill>
                  <a:srgbClr val="231F20"/>
                </a:solidFill>
                <a:latin typeface="Yu Gothic"/>
                <a:ea typeface="Yu Gothic"/>
                <a:cs typeface="Yu Gothic"/>
              </a:defRPr>
            </a:defPPr>
            <a:lvl1pPr algn="l">
              <a:defRPr sz="2100" b="1">
                <a:solidFill>
                  <a:srgbClr val="231F20"/>
                </a:solidFill>
                <a:latin typeface="Yu Gothic"/>
                <a:ea typeface="Yu Gothic"/>
                <a:cs typeface="Yu Gothic"/>
              </a:defRPr>
            </a:lvl1pPr>
            <a:lvl2pPr algn="l">
              <a:defRPr sz="2100" b="1">
                <a:solidFill>
                  <a:srgbClr val="231F20"/>
                </a:solidFill>
                <a:latin typeface="Yu Gothic"/>
                <a:ea typeface="Yu Gothic"/>
                <a:cs typeface="Yu Gothic"/>
              </a:defRPr>
            </a:lvl2pPr>
            <a:lvl3pPr algn="l">
              <a:defRPr sz="2100" b="1">
                <a:solidFill>
                  <a:srgbClr val="231F20"/>
                </a:solidFill>
                <a:latin typeface="Yu Gothic"/>
                <a:ea typeface="Yu Gothic"/>
                <a:cs typeface="Yu Gothic"/>
              </a:defRPr>
            </a:lvl3pPr>
            <a:lvl4pPr algn="l">
              <a:defRPr sz="2100" b="1">
                <a:solidFill>
                  <a:srgbClr val="231F20"/>
                </a:solidFill>
                <a:latin typeface="Yu Gothic"/>
                <a:ea typeface="Yu Gothic"/>
                <a:cs typeface="Yu Gothic"/>
              </a:defRPr>
            </a:lvl4pPr>
            <a:lvl5pPr algn="l">
              <a:defRPr sz="2100" b="1">
                <a:solidFill>
                  <a:srgbClr val="231F20"/>
                </a:solidFill>
                <a:latin typeface="Yu Gothic"/>
                <a:ea typeface="Yu Gothic"/>
                <a:cs typeface="Yu Gothic"/>
              </a:defRPr>
            </a:lvl5pPr>
            <a:lvl6pPr algn="l">
              <a:defRPr sz="2100" b="1">
                <a:solidFill>
                  <a:srgbClr val="231F20"/>
                </a:solidFill>
                <a:latin typeface="Yu Gothic"/>
                <a:ea typeface="Yu Gothic"/>
                <a:cs typeface="Yu Gothic"/>
              </a:defRPr>
            </a:lvl6pPr>
            <a:lvl7pPr algn="l">
              <a:defRPr sz="2100" b="1">
                <a:solidFill>
                  <a:srgbClr val="231F20"/>
                </a:solidFill>
                <a:latin typeface="Yu Gothic"/>
                <a:ea typeface="Yu Gothic"/>
                <a:cs typeface="Yu Gothic"/>
              </a:defRPr>
            </a:lvl7pPr>
            <a:lvl8pPr algn="l">
              <a:defRPr sz="2100" b="1">
                <a:solidFill>
                  <a:srgbClr val="231F20"/>
                </a:solidFill>
                <a:latin typeface="Yu Gothic"/>
                <a:ea typeface="Yu Gothic"/>
                <a:cs typeface="Yu Gothic"/>
              </a:defRPr>
            </a:lvl8pPr>
            <a:lvl9pPr algn="l">
              <a:defRPr sz="2100" b="1">
                <a:solidFill>
                  <a:srgbClr val="231F20"/>
                </a:solidFill>
                <a:latin typeface="Yu Gothic"/>
                <a:ea typeface="Yu Gothic"/>
                <a:cs typeface="Yu Gothic"/>
              </a:defRPr>
            </a:lvl9pPr>
          </a:lstStyle>
          <a:p xmlns:a="http://schemas.openxmlformats.org/drawingml/2006/main">
            <a:pPr algn="l">
              <a:defRPr sz="2100" b="1">
                <a:solidFill>
                  <a:srgbClr val="231F20"/>
                </a:solidFill>
                <a:latin typeface="Yu Gothic"/>
                <a:ea typeface="Yu Gothic"/>
                <a:cs typeface="Yu Gothic"/>
              </a:defRPr>
            </a:pPr>
            <a:r>
              <a:rPr sz="2100" b="1">
                <a:solidFill>
                  <a:srgbClr val="231F20"/>
                </a:solidFill>
                <a:latin typeface="Yu Gothic"/>
                <a:ea typeface="Yu Gothic"/>
                <a:cs typeface="Yu Gothic"/>
              </a:rPr>
              <a:t>実機での確認</a:t>
            </a:r>
          </a:p>
        </p:txBody>
      </p:sp>
      <p:sp>
        <p:nvSpPr>
          <p:cNvPr id="13" name="text-1038">
            <a:extLst xmlns:a="http://schemas.openxmlformats.org/drawingml/2006/main">
              <a:ext uri="{FF2B5EF4-FFF2-40B4-BE49-F238E27FC236}">
                <a16:creationId xmlns:a16="http://schemas.microsoft.com/office/drawing/2014/main" id="{05D06C41-7119-43BB-9DD9-E760C8CF2126}"/>
              </a:ext>
            </a:extLst>
          </p:cNvPr>
          <p:cNvSpPr>
            <a:spLocks xmlns:a="http://schemas.openxmlformats.org/drawingml/2006/main" noGrp="1"/>
          </p:cNvSpPr>
          <p:nvPr/>
        </p:nvSpPr>
        <p:spPr>
          <a:xfrm xmlns:a="http://schemas.openxmlformats.org/drawingml/2006/main">
            <a:off x="3905250" y="3467100"/>
            <a:ext cx="75723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950" b="0">
                <a:solidFill>
                  <a:srgbClr val="231F20"/>
                </a:solidFill>
                <a:latin typeface="Yu Gothic"/>
                <a:ea typeface="Yu Gothic"/>
                <a:cs typeface="Yu Gothic"/>
              </a:defRPr>
            </a:defPPr>
            <a:lvl1pPr algn="l">
              <a:defRPr sz="1950" b="0">
                <a:solidFill>
                  <a:srgbClr val="231F20"/>
                </a:solidFill>
                <a:latin typeface="Yu Gothic"/>
                <a:ea typeface="Yu Gothic"/>
                <a:cs typeface="Yu Gothic"/>
              </a:defRPr>
            </a:lvl1pPr>
            <a:lvl2pPr algn="l">
              <a:defRPr sz="1950" b="0">
                <a:solidFill>
                  <a:srgbClr val="231F20"/>
                </a:solidFill>
                <a:latin typeface="Yu Gothic"/>
                <a:ea typeface="Yu Gothic"/>
                <a:cs typeface="Yu Gothic"/>
              </a:defRPr>
            </a:lvl2pPr>
            <a:lvl3pPr algn="l">
              <a:defRPr sz="1950" b="0">
                <a:solidFill>
                  <a:srgbClr val="231F20"/>
                </a:solidFill>
                <a:latin typeface="Yu Gothic"/>
                <a:ea typeface="Yu Gothic"/>
                <a:cs typeface="Yu Gothic"/>
              </a:defRPr>
            </a:lvl3pPr>
            <a:lvl4pPr algn="l">
              <a:defRPr sz="1950" b="0">
                <a:solidFill>
                  <a:srgbClr val="231F20"/>
                </a:solidFill>
                <a:latin typeface="Yu Gothic"/>
                <a:ea typeface="Yu Gothic"/>
                <a:cs typeface="Yu Gothic"/>
              </a:defRPr>
            </a:lvl4pPr>
            <a:lvl5pPr algn="l">
              <a:defRPr sz="1950" b="0">
                <a:solidFill>
                  <a:srgbClr val="231F20"/>
                </a:solidFill>
                <a:latin typeface="Yu Gothic"/>
                <a:ea typeface="Yu Gothic"/>
                <a:cs typeface="Yu Gothic"/>
              </a:defRPr>
            </a:lvl5pPr>
            <a:lvl6pPr algn="l">
              <a:defRPr sz="1950" b="0">
                <a:solidFill>
                  <a:srgbClr val="231F20"/>
                </a:solidFill>
                <a:latin typeface="Yu Gothic"/>
                <a:ea typeface="Yu Gothic"/>
                <a:cs typeface="Yu Gothic"/>
              </a:defRPr>
            </a:lvl6pPr>
            <a:lvl7pPr algn="l">
              <a:defRPr sz="1950" b="0">
                <a:solidFill>
                  <a:srgbClr val="231F20"/>
                </a:solidFill>
                <a:latin typeface="Yu Gothic"/>
                <a:ea typeface="Yu Gothic"/>
                <a:cs typeface="Yu Gothic"/>
              </a:defRPr>
            </a:lvl7pPr>
            <a:lvl8pPr algn="l">
              <a:defRPr sz="1950" b="0">
                <a:solidFill>
                  <a:srgbClr val="231F20"/>
                </a:solidFill>
                <a:latin typeface="Yu Gothic"/>
                <a:ea typeface="Yu Gothic"/>
                <a:cs typeface="Yu Gothic"/>
              </a:defRPr>
            </a:lvl8pPr>
            <a:lvl9pPr algn="l">
              <a:defRPr sz="1950" b="0">
                <a:solidFill>
                  <a:srgbClr val="231F20"/>
                </a:solidFill>
                <a:latin typeface="Yu Gothic"/>
                <a:ea typeface="Yu Gothic"/>
                <a:cs typeface="Yu Gothic"/>
              </a:defRPr>
            </a:lvl9pPr>
          </a:lstStyle>
          <a:p xmlns:a="http://schemas.openxmlformats.org/drawingml/2006/main">
            <a:pPr algn="l">
              <a:defRPr sz="1950" b="0">
                <a:solidFill>
                  <a:srgbClr val="231F20"/>
                </a:solidFill>
                <a:latin typeface="Yu Gothic"/>
                <a:ea typeface="Yu Gothic"/>
                <a:cs typeface="Yu Gothic"/>
              </a:defRPr>
            </a:pPr>
            <a:r>
              <a:rPr sz="1950" b="0">
                <a:solidFill>
                  <a:srgbClr val="231F20"/>
                </a:solidFill>
                <a:latin typeface="Yu Gothic"/>
                <a:ea typeface="Yu Gothic"/>
                <a:cs typeface="Yu Gothic"/>
              </a:rPr>
              <a:t>ゲーム画面の生成と継続動作を確認</a:t>
            </a:r>
          </a:p>
        </p:txBody>
      </p:sp>
      <p:sp>
        <p:nvSpPr>
          <p:cNvPr id="14" name="text-1039">
            <a:extLst xmlns:a="http://schemas.openxmlformats.org/drawingml/2006/main">
              <a:ext uri="{FF2B5EF4-FFF2-40B4-BE49-F238E27FC236}">
                <a16:creationId xmlns:a16="http://schemas.microsoft.com/office/drawing/2014/main" id="{0ED36D82-17C4-477F-A344-26A0F9DEE5AE}"/>
              </a:ext>
            </a:extLst>
          </p:cNvPr>
          <p:cNvSpPr>
            <a:spLocks xmlns:a="http://schemas.openxmlformats.org/drawingml/2006/main" noGrp="1"/>
          </p:cNvSpPr>
          <p:nvPr/>
        </p:nvSpPr>
        <p:spPr>
          <a:xfrm xmlns:a="http://schemas.openxmlformats.org/drawingml/2006/main">
            <a:off x="609600" y="44291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475" b="1">
                <a:solidFill>
                  <a:srgbClr val="231F20"/>
                </a:solidFill>
                <a:latin typeface="Yu Gothic"/>
                <a:ea typeface="Yu Gothic"/>
                <a:cs typeface="Yu Gothic"/>
              </a:defRPr>
            </a:defPPr>
            <a:lvl1pPr algn="l">
              <a:defRPr sz="2475" b="1">
                <a:solidFill>
                  <a:srgbClr val="231F20"/>
                </a:solidFill>
                <a:latin typeface="Yu Gothic"/>
                <a:ea typeface="Yu Gothic"/>
                <a:cs typeface="Yu Gothic"/>
              </a:defRPr>
            </a:lvl1pPr>
            <a:lvl2pPr algn="l">
              <a:defRPr sz="2475" b="1">
                <a:solidFill>
                  <a:srgbClr val="231F20"/>
                </a:solidFill>
                <a:latin typeface="Yu Gothic"/>
                <a:ea typeface="Yu Gothic"/>
                <a:cs typeface="Yu Gothic"/>
              </a:defRPr>
            </a:lvl2pPr>
            <a:lvl3pPr algn="l">
              <a:defRPr sz="2475" b="1">
                <a:solidFill>
                  <a:srgbClr val="231F20"/>
                </a:solidFill>
                <a:latin typeface="Yu Gothic"/>
                <a:ea typeface="Yu Gothic"/>
                <a:cs typeface="Yu Gothic"/>
              </a:defRPr>
            </a:lvl3pPr>
            <a:lvl4pPr algn="l">
              <a:defRPr sz="2475" b="1">
                <a:solidFill>
                  <a:srgbClr val="231F20"/>
                </a:solidFill>
                <a:latin typeface="Yu Gothic"/>
                <a:ea typeface="Yu Gothic"/>
                <a:cs typeface="Yu Gothic"/>
              </a:defRPr>
            </a:lvl4pPr>
            <a:lvl5pPr algn="l">
              <a:defRPr sz="2475" b="1">
                <a:solidFill>
                  <a:srgbClr val="231F20"/>
                </a:solidFill>
                <a:latin typeface="Yu Gothic"/>
                <a:ea typeface="Yu Gothic"/>
                <a:cs typeface="Yu Gothic"/>
              </a:defRPr>
            </a:lvl5pPr>
            <a:lvl6pPr algn="l">
              <a:defRPr sz="2475" b="1">
                <a:solidFill>
                  <a:srgbClr val="231F20"/>
                </a:solidFill>
                <a:latin typeface="Yu Gothic"/>
                <a:ea typeface="Yu Gothic"/>
                <a:cs typeface="Yu Gothic"/>
              </a:defRPr>
            </a:lvl6pPr>
            <a:lvl7pPr algn="l">
              <a:defRPr sz="2475" b="1">
                <a:solidFill>
                  <a:srgbClr val="231F20"/>
                </a:solidFill>
                <a:latin typeface="Yu Gothic"/>
                <a:ea typeface="Yu Gothic"/>
                <a:cs typeface="Yu Gothic"/>
              </a:defRPr>
            </a:lvl7pPr>
            <a:lvl8pPr algn="l">
              <a:defRPr sz="2475" b="1">
                <a:solidFill>
                  <a:srgbClr val="231F20"/>
                </a:solidFill>
                <a:latin typeface="Yu Gothic"/>
                <a:ea typeface="Yu Gothic"/>
                <a:cs typeface="Yu Gothic"/>
              </a:defRPr>
            </a:lvl8pPr>
            <a:lvl9pPr algn="l">
              <a:defRPr sz="2475" b="1">
                <a:solidFill>
                  <a:srgbClr val="231F20"/>
                </a:solidFill>
                <a:latin typeface="Yu Gothic"/>
                <a:ea typeface="Yu Gothic"/>
                <a:cs typeface="Yu Gothic"/>
              </a:defRPr>
            </a:lvl9pPr>
          </a:lstStyle>
          <a:p xmlns:a="http://schemas.openxmlformats.org/drawingml/2006/main">
            <a:pPr algn="l">
              <a:defRPr sz="2475" b="1">
                <a:solidFill>
                  <a:srgbClr val="231F20"/>
                </a:solidFill>
                <a:latin typeface="Yu Gothic"/>
                <a:ea typeface="Yu Gothic"/>
                <a:cs typeface="Yu Gothic"/>
              </a:defRPr>
            </a:pPr>
            <a:r>
              <a:rPr sz="2475" b="1">
                <a:solidFill>
                  <a:srgbClr val="231F20"/>
                </a:solidFill>
                <a:latin typeface="Yu Gothic"/>
                <a:ea typeface="Yu Gothic"/>
                <a:cs typeface="Yu Gothic"/>
              </a:rPr>
              <a:t>Wallyの拡張を学ぶ人が参照できる、</a:t>
            </a:r>
          </a:p>
          <a:p xmlns:a="http://schemas.openxmlformats.org/drawingml/2006/main">
            <a:pPr algn="l">
              <a:defRPr sz="2475" b="1">
                <a:solidFill>
                  <a:srgbClr val="231F20"/>
                </a:solidFill>
                <a:latin typeface="Yu Gothic"/>
                <a:ea typeface="Yu Gothic"/>
                <a:cs typeface="Yu Gothic"/>
              </a:defRPr>
            </a:pPr>
            <a:r>
              <a:rPr sz="2475" b="1">
                <a:solidFill>
                  <a:srgbClr val="231F20"/>
                </a:solidFill>
                <a:latin typeface="Yu Gothic"/>
                <a:ea typeface="Yu Gothic"/>
                <a:cs typeface="Yu Gothic"/>
              </a:rPr>
              <a:t>接続設計と実機での動作確認の例</a:t>
            </a:r>
          </a:p>
        </p:txBody>
      </p:sp>
      <p:sp>
        <p:nvSpPr>
          <p:cNvPr id="15" name="text-1040">
            <a:extLst xmlns:a="http://schemas.openxmlformats.org/drawingml/2006/main">
              <a:ext uri="{FF2B5EF4-FFF2-40B4-BE49-F238E27FC236}">
                <a16:creationId xmlns:a16="http://schemas.microsoft.com/office/drawing/2014/main" id="{327820C1-EF66-40AB-879E-D57B12DD4095}"/>
              </a:ext>
            </a:extLst>
          </p:cNvPr>
          <p:cNvSpPr>
            <a:spLocks xmlns:a="http://schemas.openxmlformats.org/drawingml/2006/main" noGrp="1"/>
          </p:cNvSpPr>
          <p:nvPr/>
        </p:nvSpPr>
        <p:spPr>
          <a:xfrm xmlns:a="http://schemas.openxmlformats.org/drawingml/2006/main">
            <a:off x="609600" y="56673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75" b="0">
                <a:solidFill>
                  <a:srgbClr val="231F20"/>
                </a:solidFill>
                <a:latin typeface="Yu Gothic"/>
                <a:ea typeface="Yu Gothic"/>
                <a:cs typeface="Yu Gothic"/>
              </a:defRPr>
            </a:defPPr>
            <a:lvl1pPr algn="l">
              <a:defRPr sz="2175" b="0">
                <a:solidFill>
                  <a:srgbClr val="231F20"/>
                </a:solidFill>
                <a:latin typeface="Yu Gothic"/>
                <a:ea typeface="Yu Gothic"/>
                <a:cs typeface="Yu Gothic"/>
              </a:defRPr>
            </a:lvl1pPr>
            <a:lvl2pPr algn="l">
              <a:defRPr sz="2175" b="0">
                <a:solidFill>
                  <a:srgbClr val="231F20"/>
                </a:solidFill>
                <a:latin typeface="Yu Gothic"/>
                <a:ea typeface="Yu Gothic"/>
                <a:cs typeface="Yu Gothic"/>
              </a:defRPr>
            </a:lvl2pPr>
            <a:lvl3pPr algn="l">
              <a:defRPr sz="2175" b="0">
                <a:solidFill>
                  <a:srgbClr val="231F20"/>
                </a:solidFill>
                <a:latin typeface="Yu Gothic"/>
                <a:ea typeface="Yu Gothic"/>
                <a:cs typeface="Yu Gothic"/>
              </a:defRPr>
            </a:lvl3pPr>
            <a:lvl4pPr algn="l">
              <a:defRPr sz="2175" b="0">
                <a:solidFill>
                  <a:srgbClr val="231F20"/>
                </a:solidFill>
                <a:latin typeface="Yu Gothic"/>
                <a:ea typeface="Yu Gothic"/>
                <a:cs typeface="Yu Gothic"/>
              </a:defRPr>
            </a:lvl4pPr>
            <a:lvl5pPr algn="l">
              <a:defRPr sz="2175" b="0">
                <a:solidFill>
                  <a:srgbClr val="231F20"/>
                </a:solidFill>
                <a:latin typeface="Yu Gothic"/>
                <a:ea typeface="Yu Gothic"/>
                <a:cs typeface="Yu Gothic"/>
              </a:defRPr>
            </a:lvl5pPr>
            <a:lvl6pPr algn="l">
              <a:defRPr sz="2175" b="0">
                <a:solidFill>
                  <a:srgbClr val="231F20"/>
                </a:solidFill>
                <a:latin typeface="Yu Gothic"/>
                <a:ea typeface="Yu Gothic"/>
                <a:cs typeface="Yu Gothic"/>
              </a:defRPr>
            </a:lvl6pPr>
            <a:lvl7pPr algn="l">
              <a:defRPr sz="2175" b="0">
                <a:solidFill>
                  <a:srgbClr val="231F20"/>
                </a:solidFill>
                <a:latin typeface="Yu Gothic"/>
                <a:ea typeface="Yu Gothic"/>
                <a:cs typeface="Yu Gothic"/>
              </a:defRPr>
            </a:lvl7pPr>
            <a:lvl8pPr algn="l">
              <a:defRPr sz="2175" b="0">
                <a:solidFill>
                  <a:srgbClr val="231F20"/>
                </a:solidFill>
                <a:latin typeface="Yu Gothic"/>
                <a:ea typeface="Yu Gothic"/>
                <a:cs typeface="Yu Gothic"/>
              </a:defRPr>
            </a:lvl8pPr>
            <a:lvl9pPr algn="l">
              <a:defRPr sz="2175" b="0">
                <a:solidFill>
                  <a:srgbClr val="231F20"/>
                </a:solidFill>
                <a:latin typeface="Yu Gothic"/>
                <a:ea typeface="Yu Gothic"/>
                <a:cs typeface="Yu Gothic"/>
              </a:defRPr>
            </a:lvl9pPr>
          </a:lstStyle>
          <a:p xmlns:a="http://schemas.openxmlformats.org/drawingml/2006/main">
            <a:pPr algn="l">
              <a:defRPr sz="2175" b="0">
                <a:solidFill>
                  <a:srgbClr val="231F20"/>
                </a:solidFill>
                <a:latin typeface="Yu Gothic"/>
                <a:ea typeface="Yu Gothic"/>
                <a:cs typeface="Yu Gothic"/>
              </a:defRPr>
            </a:pPr>
            <a:r>
              <a:rPr sz="2175" b="0">
                <a:solidFill>
                  <a:srgbClr val="231F20"/>
                </a:solidFill>
                <a:latin typeface="Yu Gothic"/>
                <a:ea typeface="Yu Gothic"/>
                <a:cs typeface="Yu Gothic"/>
              </a:rPr>
              <a:t>次の段階：コントローラーを加え、手で操作する</a:t>
            </a:r>
          </a:p>
        </p:txBody>
      </p:sp>
      <p:sp>
        <p:nvSpPr>
          <p:cNvPr id="16" name="text-1041">
            <a:extLst xmlns:a="http://schemas.openxmlformats.org/drawingml/2006/main">
              <a:ext uri="{FF2B5EF4-FFF2-40B4-BE49-F238E27FC236}">
                <a16:creationId xmlns:a16="http://schemas.microsoft.com/office/drawing/2014/main" id="{6E5A7BCC-ABCA-456F-AF85-5C5E0AF6C198}"/>
              </a:ext>
            </a:extLst>
          </p:cNvPr>
          <p:cNvSpPr>
            <a:spLocks xmlns:a="http://schemas.openxmlformats.org/drawingml/2006/main" noGrp="1"/>
          </p:cNvSpPr>
          <p:nvPr/>
        </p:nvSpPr>
        <p:spPr>
          <a:xfrm xmlns:a="http://schemas.openxmlformats.org/drawingml/2006/main">
            <a:off x="609600" y="6334125"/>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777777"/>
                </a:solidFill>
                <a:latin typeface="Yu Gothic"/>
                <a:ea typeface="Yu Gothic"/>
                <a:cs typeface="Yu Gothic"/>
              </a:defRPr>
            </a:defPPr>
            <a:lvl1pPr algn="l">
              <a:defRPr sz="1200" b="0">
                <a:solidFill>
                  <a:srgbClr val="777777"/>
                </a:solidFill>
                <a:latin typeface="Yu Gothic"/>
                <a:ea typeface="Yu Gothic"/>
                <a:cs typeface="Yu Gothic"/>
              </a:defRPr>
            </a:lvl1pPr>
            <a:lvl2pPr algn="l">
              <a:defRPr sz="1200" b="0">
                <a:solidFill>
                  <a:srgbClr val="777777"/>
                </a:solidFill>
                <a:latin typeface="Yu Gothic"/>
                <a:ea typeface="Yu Gothic"/>
                <a:cs typeface="Yu Gothic"/>
              </a:defRPr>
            </a:lvl2pPr>
            <a:lvl3pPr algn="l">
              <a:defRPr sz="1200" b="0">
                <a:solidFill>
                  <a:srgbClr val="777777"/>
                </a:solidFill>
                <a:latin typeface="Yu Gothic"/>
                <a:ea typeface="Yu Gothic"/>
                <a:cs typeface="Yu Gothic"/>
              </a:defRPr>
            </a:lvl3pPr>
            <a:lvl4pPr algn="l">
              <a:defRPr sz="1200" b="0">
                <a:solidFill>
                  <a:srgbClr val="777777"/>
                </a:solidFill>
                <a:latin typeface="Yu Gothic"/>
                <a:ea typeface="Yu Gothic"/>
                <a:cs typeface="Yu Gothic"/>
              </a:defRPr>
            </a:lvl4pPr>
            <a:lvl5pPr algn="l">
              <a:defRPr sz="1200" b="0">
                <a:solidFill>
                  <a:srgbClr val="777777"/>
                </a:solidFill>
                <a:latin typeface="Yu Gothic"/>
                <a:ea typeface="Yu Gothic"/>
                <a:cs typeface="Yu Gothic"/>
              </a:defRPr>
            </a:lvl5pPr>
            <a:lvl6pPr algn="l">
              <a:defRPr sz="1200" b="0">
                <a:solidFill>
                  <a:srgbClr val="777777"/>
                </a:solidFill>
                <a:latin typeface="Yu Gothic"/>
                <a:ea typeface="Yu Gothic"/>
                <a:cs typeface="Yu Gothic"/>
              </a:defRPr>
            </a:lvl6pPr>
            <a:lvl7pPr algn="l">
              <a:defRPr sz="1200" b="0">
                <a:solidFill>
                  <a:srgbClr val="777777"/>
                </a:solidFill>
                <a:latin typeface="Yu Gothic"/>
                <a:ea typeface="Yu Gothic"/>
                <a:cs typeface="Yu Gothic"/>
              </a:defRPr>
            </a:lvl7pPr>
            <a:lvl8pPr algn="l">
              <a:defRPr sz="1200" b="0">
                <a:solidFill>
                  <a:srgbClr val="777777"/>
                </a:solidFill>
                <a:latin typeface="Yu Gothic"/>
                <a:ea typeface="Yu Gothic"/>
                <a:cs typeface="Yu Gothic"/>
              </a:defRPr>
            </a:lvl8pPr>
            <a:lvl9pPr algn="l">
              <a:defRPr sz="1200" b="0">
                <a:solidFill>
                  <a:srgbClr val="777777"/>
                </a:solidFill>
                <a:latin typeface="Yu Gothic"/>
                <a:ea typeface="Yu Gothic"/>
                <a:cs typeface="Yu Gothic"/>
              </a:defRPr>
            </a:lvl9pPr>
          </a:lstStyle>
          <a:p xmlns:a="http://schemas.openxmlformats.org/drawingml/2006/main">
            <a:pPr algn="l">
              <a:defRPr sz="1200" b="0">
                <a:solidFill>
                  <a:srgbClr val="777777"/>
                </a:solidFill>
                <a:latin typeface="Yu Gothic"/>
                <a:ea typeface="Yu Gothic"/>
                <a:cs typeface="Yu Gothic"/>
              </a:defRPr>
            </a:pPr>
            <a:r>
              <a:rPr sz="1200" b="0">
                <a:solidFill>
                  <a:srgbClr val="777777"/>
                </a:solidFill>
                <a:latin typeface="Yu Gothic"/>
                <a:ea typeface="Yu Gothic"/>
                <a:cs typeface="Yu Gothic"/>
              </a:rPr>
              <a:t>CPU・RasterIXは既存回路を利用。学習効果そのものを実験したという主張ではない</a:t>
            </a:r>
          </a:p>
        </p:txBody>
      </p:sp>
    </p:spTree>
    <p:extLst>
      <p:ext uri="{BB962C8B-B14F-4D97-AF65-F5344CB8AC3E}">
        <p14:creationId xmlns:p14="http://schemas.microsoft.com/office/powerpoint/2010/main" val="37506103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title>Presentation</dc:title>
  <dcterms:created xsi:type="dcterms:W3CDTF">2026-10-19T05:13:47.1120000Z</dcterms:created>
  <dcterms:modified xsi:type="dcterms:W3CDTF">2026-10-19T05:13:47.1120000Z</dcterms:modified>
</coreProperties>
</file>