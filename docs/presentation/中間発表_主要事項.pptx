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mp4" ContentType="video/mp4"/>
</Types>
</file>

<file path=_rels/.rels><?xml version='1.0' encoding='UTF-8' standalone='yes'?>
<Relationships xmlns="http://schemas.openxmlformats.org/package/2006/relationships"><Relationship Type="http://schemas.openxmlformats.org/package/2006/relationships/metadata/core-properties" Target="/docProps/core.xml" Id="R5830551a3f85423d"/><Relationship Type="http://schemas.openxmlformats.org/officeDocument/2006/relationships/extended-properties" Target="/docProps/app.xml" Id="R80204f6e1eee4156"/><Relationship Type="http://schemas.openxmlformats.org/officeDocument/2006/relationships/officeDocument" Target="/ppt/presentation.xml" Id="R8c2576411dd6472f"/></Relationships>
</file>

<file path=ppt/presentation.xml><?xml version="1.0" encoding="utf-8"?>
<p:presentation xmlns:p="http://schemas.openxmlformats.org/presentationml/2006/main">
  <p:sldMasterIdLst>
    <p:sldMasterId xmlns:r="http://schemas.openxmlformats.org/officeDocument/2006/relationships" id="2147483648" r:id="R7c7f47e933834665"/>
  </p:sldMasterIdLst>
  <p:notesMasterIdLst>
    <p:notesMasterId xmlns:r="http://schemas.openxmlformats.org/officeDocument/2006/relationships" r:id="R313c4243b7154984"/>
  </p:notesMasterIdLst>
  <p:sldIdLst>
    <p:sldId xmlns:r="http://schemas.openxmlformats.org/officeDocument/2006/relationships" id="256" r:id="Rc9eceead93524fbf"/>
    <p:sldId xmlns:r="http://schemas.openxmlformats.org/officeDocument/2006/relationships" id="257" r:id="R8bdedd9414c84f49"/>
    <p:sldId xmlns:r="http://schemas.openxmlformats.org/officeDocument/2006/relationships" id="258" r:id="R265df85a1da64e37"/>
    <p:sldId xmlns:r="http://schemas.openxmlformats.org/officeDocument/2006/relationships" id="259" r:id="R3a9dd4e0ee784053"/>
    <p:sldId xmlns:r="http://schemas.openxmlformats.org/officeDocument/2006/relationships" id="260" r:id="Rb931e3f729394263"/>
    <p:sldId xmlns:r="http://schemas.openxmlformats.org/officeDocument/2006/relationships" id="261" r:id="R16c16b08b2f34c0a"/>
    <p:sldId xmlns:r="http://schemas.openxmlformats.org/officeDocument/2006/relationships" id="262" r:id="R46bd9d0294ce4816"/>
    <p:sldId xmlns:r="http://schemas.openxmlformats.org/officeDocument/2006/relationships" id="263" r:id="R73dcbbd895dd4e91"/>
    <p:sldId xmlns:r="http://schemas.openxmlformats.org/officeDocument/2006/relationships" id="264" r:id="R561734a86b0b4abb"/>
    <p:sldId xmlns:r="http://schemas.openxmlformats.org/officeDocument/2006/relationships" id="265" r:id="R16d295366d6b4afd"/>
    <p:sldId xmlns:r="http://schemas.openxmlformats.org/officeDocument/2006/relationships" id="266" r:id="R982b6144dfdb4661"/>
    <p:sldId xmlns:r="http://schemas.openxmlformats.org/officeDocument/2006/relationships" id="267" r:id="R592819966343439f"/>
    <p:sldId xmlns:r="http://schemas.openxmlformats.org/officeDocument/2006/relationships" id="268" r:id="R105ae65115344d0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5bb8e733290048c5"/><Relationship Type="http://schemas.openxmlformats.org/officeDocument/2006/relationships/slideMaster" Target="/ppt/slideMasters/slideMaster1.xml" Id="R7c7f47e933834665"/><Relationship Type="http://schemas.openxmlformats.org/officeDocument/2006/relationships/notesMaster" Target="/ppt/notesMasters/notesMaster1.xml" Id="R313c4243b7154984"/><Relationship Type="http://schemas.openxmlformats.org/officeDocument/2006/relationships/presProps" Target="/ppt/presProps.xml" Id="R620a5ecdabfb48b2"/><Relationship Type="http://schemas.openxmlformats.org/officeDocument/2006/relationships/tableStyles" Target="/ppt/tableStyles.xml" Id="Rdbe25a68223f42e9"/><Relationship Type="http://schemas.openxmlformats.org/officeDocument/2006/relationships/slide" Target="/ppt/slides/slide1.xml" Id="Rc9eceead93524fbf"/><Relationship Type="http://schemas.openxmlformats.org/officeDocument/2006/relationships/slide" Target="/ppt/slides/slide2.xml" Id="R8bdedd9414c84f49"/><Relationship Type="http://schemas.openxmlformats.org/officeDocument/2006/relationships/slide" Target="/ppt/slides/slide3.xml" Id="R265df85a1da64e37"/><Relationship Type="http://schemas.openxmlformats.org/officeDocument/2006/relationships/slide" Target="/ppt/slides/slide4.xml" Id="R3a9dd4e0ee784053"/><Relationship Type="http://schemas.openxmlformats.org/officeDocument/2006/relationships/slide" Target="/ppt/slides/slide5.xml" Id="Rb931e3f729394263"/><Relationship Type="http://schemas.openxmlformats.org/officeDocument/2006/relationships/slide" Target="/ppt/slides/slide6.xml" Id="R16c16b08b2f34c0a"/><Relationship Type="http://schemas.openxmlformats.org/officeDocument/2006/relationships/slide" Target="/ppt/slides/slide7.xml" Id="R46bd9d0294ce4816"/><Relationship Type="http://schemas.openxmlformats.org/officeDocument/2006/relationships/slide" Target="/ppt/slides/slide8.xml" Id="R73dcbbd895dd4e91"/><Relationship Type="http://schemas.openxmlformats.org/officeDocument/2006/relationships/slide" Target="/ppt/slides/slide9.xml" Id="R561734a86b0b4abb"/><Relationship Type="http://schemas.openxmlformats.org/officeDocument/2006/relationships/slide" Target="/ppt/slides/slide10.xml" Id="R16d295366d6b4afd"/><Relationship Type="http://schemas.openxmlformats.org/officeDocument/2006/relationships/slide" Target="/ppt/slides/slide11.xml" Id="R982b6144dfdb4661"/><Relationship Type="http://schemas.openxmlformats.org/officeDocument/2006/relationships/slide" Target="/ppt/slides/slide12.xml" Id="R592819966343439f"/><Relationship Type="http://schemas.openxmlformats.org/officeDocument/2006/relationships/slide" Target="/ppt/slides/slide13.xml" Id="R105ae65115344d06"/></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ba7e86ae9b2a48ab"/></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3d5906a285454453"/><Relationship Type="http://schemas.openxmlformats.org/officeDocument/2006/relationships/notesMaster" Target="/ppt/notesMasters/notesMaster1.xml" Id="R898ae69418714831"/></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67ab81c7f99742e9"/><Relationship Type="http://schemas.openxmlformats.org/officeDocument/2006/relationships/notesMaster" Target="/ppt/notesMasters/notesMaster1.xml" Id="R72ad7e1587c3494f"/></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46b5a558d0fa4610"/><Relationship Type="http://schemas.openxmlformats.org/officeDocument/2006/relationships/notesMaster" Target="/ppt/notesMasters/notesMaster1.xml" Id="R233186e32dc24849"/></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2b13d1bdb957412b"/><Relationship Type="http://schemas.openxmlformats.org/officeDocument/2006/relationships/notesMaster" Target="/ppt/notesMasters/notesMaster1.xml" Id="R5e20afa55181430f"/></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695fda85193a4bbe"/><Relationship Type="http://schemas.openxmlformats.org/officeDocument/2006/relationships/notesMaster" Target="/ppt/notesMasters/notesMaster1.xml" Id="R259e1418a2214d8a"/></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a811e92772844c61"/><Relationship Type="http://schemas.openxmlformats.org/officeDocument/2006/relationships/notesMaster" Target="/ppt/notesMasters/notesMaster1.xml" Id="R4c8b041b6d0b42de"/></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aaed387d52424c18"/><Relationship Type="http://schemas.openxmlformats.org/officeDocument/2006/relationships/notesMaster" Target="/ppt/notesMasters/notesMaster1.xml" Id="R5d5e9aeca1394b41"/></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19ef5fa7c2a14a9d"/><Relationship Type="http://schemas.openxmlformats.org/officeDocument/2006/relationships/notesMaster" Target="/ppt/notesMasters/notesMaster1.xml" Id="R3c4a7c4fff3a497c"/></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b42779d4b1dd417b"/><Relationship Type="http://schemas.openxmlformats.org/officeDocument/2006/relationships/notesMaster" Target="/ppt/notesMasters/notesMaster1.xml" Id="Rd54c503c528c4e50"/></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92801a58e21e42c9"/><Relationship Type="http://schemas.openxmlformats.org/officeDocument/2006/relationships/notesMaster" Target="/ppt/notesMasters/notesMaster1.xml" Id="R876964ca533b42fb"/></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b87c249b2237434e"/><Relationship Type="http://schemas.openxmlformats.org/officeDocument/2006/relationships/notesMaster" Target="/ppt/notesMasters/notesMaster1.xml" Id="R833ffdf151c74324"/></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d3b9aaf4b3494a3e"/><Relationship Type="http://schemas.openxmlformats.org/officeDocument/2006/relationships/notesMaster" Target="/ppt/notesMasters/notesMaster1.xml" Id="R075f0c4babee4bdd"/></Relationships>
</file>

<file path=ppt/notesSlides/_rels/notesSlide13.xml.rels><?xml version='1.0' encoding='UTF-8' standalone='yes'?>
<Relationships xmlns="http://schemas.openxmlformats.org/package/2006/relationships"><Relationship Type="http://schemas.openxmlformats.org/officeDocument/2006/relationships/slide" Target="/ppt/slides/slide13.xml" Id="Rad5feca072a94536"/><Relationship Type="http://schemas.openxmlformats.org/officeDocument/2006/relationships/notesMaster" Target="/ppt/notesMasters/notesMaster1.xml" Id="Rd339af0d6721485e"/></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説明時間の目安：5秒</a:t>
            </a:r>
          </a:p>
          <a:p xmlns:a="http://schemas.openxmlformats.org/drawingml/2006/main">
            <a:r>
              <a:t/>
            </a:r>
          </a:p>
          <a:p xmlns:a="http://schemas.openxmlformats.org/drawingml/2006/main">
            <a:r>
              <a:t>この題目で発表します。</a:t>
            </a:r>
          </a:p>
          <a:p xmlns:a="http://schemas.openxmlformats.org/drawingml/2006/main">
            <a:r>
              <a:t/>
            </a:r>
          </a:p>
          <a:p xmlns:a="http://schemas.openxmlformats.org/drawingml/2006/main">
            <a:r>
              <a:t>出典：</a:t>
            </a:r>
          </a:p>
          <a:p xmlns:a="http://schemas.openxmlformats.org/drawingml/2006/main">
            <a:r>
              <a:t/>
            </a:r>
          </a:p>
          <a:p xmlns:a="http://schemas.openxmlformats.org/drawingml/2006/main">
            <a:r>
              <a:t>補足説明：表紙は題目と発表者・指導教員の情報のみを示す。公開版は個人情報を伏せる。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説明時間の目安：20秒</a:t>
            </a:r>
          </a:p>
          <a:p xmlns:a="http://schemas.openxmlformats.org/drawingml/2006/main">
            <a:r>
              <a:t/>
            </a:r>
          </a:p>
          <a:p xmlns:a="http://schemas.openxmlformats.org/drawingml/2006/main">
            <a:r>
              <a:t>FPGAボードには、チップの周囲にSDカードスロットやDDR3メモリ、HDMI端子が実物として付いています。これらを制御する論理回路を、チップの中に実装できます。回路はコードで記述します。左のコードと、右のAND回路が対応する例で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Chapters 2 and 4, combinational logic and HDL. Harris et al., RISC-V System-on-Chip Design, Chapters 7–13, 20, 22–23. Official figure source: https://pages.hmc.edu/harris/ddca/rvsocd.html (RVSoCD_figs.zip). Chapter 23. Nexys Video Reference Manual (2020), pp.3–4: https://digilent.com/reference/_media/reference/programmable-logic/nexys-video/nexys-video_rm.pdf .</a:t>
            </a:r>
          </a:p>
          <a:p xmlns:a="http://schemas.openxmlformats.org/drawingml/2006/main">
            <a:r>
              <a:t/>
            </a:r>
          </a:p>
          <a:p xmlns:a="http://schemas.openxmlformats.org/drawingml/2006/main">
            <a:r>
              <a:t>補足説明：外側の薄い青の枠はFPGAボード、内側の青い枠はFPGAチップを表す。SDカードスロット、DDR3メモリ、HDMI端子はボード上に実物として取り付けられた部品であり、コードでチップ内に作る回路とは区別する。チップ内に、それらの部品を制御する論理回路を実装できる。模式図の配置は実物の物理配置ではない。左のSystemVerilogコードとチップ内のAND回路は同じ組合せ回路の例であり、aとbが両方1のときにyが1となる。AND回路だけでSDカードやDDR3を制御できるという意味ではない。周辺部品には、それぞれの信号規約に合う制御回路を用意する。回路の構成を書き込むとは、HDLから設計ツールで生成した構成データをFPGAに設定することを指す。CPUがHDLをプログラムとして実行するという意味ではない。設計ツールと構成データの図示は省略する。チップから周辺部品へ延びる線は部品間の物理的な接続をまとめてい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説明時間の目安：15秒</a:t>
            </a:r>
          </a:p>
          <a:p xmlns:a="http://schemas.openxmlformats.org/drawingml/2006/main">
            <a:r>
              <a:t/>
            </a:r>
          </a:p>
          <a:p xmlns:a="http://schemas.openxmlformats.org/drawingml/2006/main">
            <a:r>
              <a:t>本研究では、既存の教育用CPUに、ゲーム画面を作って出力する機能を追加します。この回路をFPGAチップに実装し、ボードをゲーム機として使います。教育用CPUをゲーム機へ拡張する例を示すことが目的で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前の図と同じFPGAボード、FPGAチップ、SDカードスロット、DDR3メモリ、HDMI端子を、同じ位置と大きさで示す。チップ内部を、説明用のAND回路から研究で使う機能の概要へ置き換える。教育用CPUはWally、描画機能には既存の描画回路と表示回路、それらを利用するための接続を含む。CPUと描画回路本体を新たに設計したという主張ではない。図中のCPUと描画機能の線は機能間の接続をまとめたものであり、実際のバスや制御信号を網羅しない。SDカードやDDR3の制御回路などは、この目的説明の図では省略する。実装にはそれらの回路も含まれる。既存の教育用CPUに描画機能を追加し、ボードをゲーム機として使う拡張例を示すことが研究の目的である。教育効果を学習実験で測定したという主張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説明時間の目安：60秒</a:t>
            </a:r>
          </a:p>
          <a:p xmlns:a="http://schemas.openxmlformats.org/drawingml/2006/main">
            <a:r>
              <a:t/>
            </a:r>
          </a:p>
          <a:p xmlns:a="http://schemas.openxmlformats.org/drawingml/2006/main">
            <a:r>
              <a:t>ここからはFPGAチップの中を拡大します。CPUと二つのメモリをFPGA内に置いた構成で説明します。PCから現在の命令の番地が出ます。ここでは0とすると、命令メモリは0番地のlw x1, 8(x0)を出します。これは、常に0であるx0の値に8を足し、その番地の値をx1へ読む命令です。実際の命令は上の32ビットです。19から15ビットの00000がA1に入り、レジスタ群はx0の値0を出します。31から20ビットの000000001000は8で、これもALUへ入ります。ALUは0足す8で番地8を作ります。そこに3があれば、メモリから3が戻ります。11から7ビットの00001は書込み先x1を選び、3を保存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single-cycle load datapath. RISC-V unprivileged ISA, RV32I load instruction format.</a:t>
            </a:r>
          </a:p>
          <a:p xmlns:a="http://schemas.openxmlformats.org/drawingml/2006/main">
            <a:r>
              <a:t/>
            </a:r>
          </a:p>
          <a:p xmlns:a="http://schemas.openxmlformats.org/drawingml/2006/main">
            <a:r>
              <a:t>補足説明：CPUの動きを説明するため、命令メモリとデータメモリをFPGA内部に置いた単純な構成を示す。外付けDDR3はここでは使わない。この構成を実機で試作・測定したという主張ではなく、現在のWally全体を表す図でもない。命令メモリの0番地には32ビット命令lw x1,8(x0)、データメモリの8番地には32ビット値3があるとする。命令メモリとデータメモリは別の記憶領域である。命令の格納先0とデータの読出し先8を区別する。命令の機械語は0x00802083。I形式の[31:20]=000000001000（即値8）、[19:15]=00000（rs1=x0）、[14:12]=010、[11:7]=00001（rd=x1）、[6:0]=0000011。A1は読出しレジスタ番号、RD1はそのレジスタの値であり、番号0と値0は役割が異なる。x0は読出すと常に0になる。A3は書込み先番号、WD3は書く値、WE3は書込許可を表す。lwではメモリへの書込みは行わず、読んだ値をレジスタへ書く。今回は正の即値8だけを使うため、即値の幅を広げる回路、命令を解読して許可信号を作る回路、PCの次の値を作る回路は図示しない。線が交差しても接続点として示していない場所ではつながらない。灰色の経路はこの命令で使用し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説明時間の目安：45秒</a:t>
            </a:r>
          </a:p>
          <a:p xmlns:a="http://schemas.openxmlformats.org/drawingml/2006/main">
            <a:r>
              <a:t/>
            </a:r>
          </a:p>
          <a:p xmlns:a="http://schemas.openxmlformats.org/drawingml/2006/main">
            <a:r>
              <a:t>次は、レジスタの値をメモリへ書くsw命令です。前のlwでx1には3が入りました。ここでは、命令を順に実行するため、PCに4を足して戻す回路を加えます。lwが終わるとPCは0から4へ進み、命令メモリの4番地からsw x1, 12(x0)を読みます。これは、x0の値に12を足した番地へ、x1の値を書く命令です。命令から取り出した番号0がA1に、番号1がA2に入り、レジスタ群から0と3が出ます。ALUは0足す12で書く番地12を作ります。一方、書く値3はALUを通らない線で、データメモリのWDへ届きます。こうして12番地に3を書きます。lwはメモリからレジスタへ、swはレジスタからメモリへ値を移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Chapter 7, sequential PC update and store datapath.</a:t>
            </a:r>
          </a:p>
          <a:p xmlns:a="http://schemas.openxmlformats.org/drawingml/2006/main">
            <a:r>
              <a:t/>
            </a:r>
          </a:p>
          <a:p xmlns:a="http://schemas.openxmlformats.org/drawingml/2006/main">
            <a:r>
              <a:t>補足説明：前のlwと同じく、命令メモリとデータメモリをFPGA内部に置いた説明用の構成である。バスや外付けDDR3はまだ使わない。命令メモリの0番地にlw x1,8(x0)、4番地にsw x1,12(x0)があるとする。lwで読んだ値3がx1に残っており、swがそれをデータメモリの12番地へ保存する。二つのメモリは別の記憶領域である。図はPC=4でswを実行している状態を示し、PC+4の加算器は次の番地8を用意する。PCを0から4へ進める操作は前のlwの終了時に行われる。32ビットで分岐しない命令だけを例にする。上段は命令から取り出す意味上の内容を並べた表示で、実際の32ビット内の配置ではない。即値12を一つの数として示し、ビット位置や取り出し方は省略する。A1には基準値を読む番号0、A2には保存する値を読む番号1が入る。ALUが作る番地12と、RD2からWDへ届く値3は別々の経路である。データメモリ内の3は書込みの結果を示す。swではデータメモリへの書込みを許可し、レジスタ群への書込みは許可しない。灰色の経路はswで使用しない。命令の解読、書込み許可信号の生成、即値の幅を広げる回路は省略する。メモリの書込みがどのクロックで確定するかを示す波形ではない。PC、命令メモリ、レジスタ群、ALU、データメモリの位置と大きさは前のlwの図と同じに保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説明時間の目安：45秒</a:t>
            </a:r>
          </a:p>
          <a:p xmlns:a="http://schemas.openxmlformats.org/drawingml/2006/main">
            <a:r>
              <a:t/>
            </a:r>
          </a:p>
          <a:p xmlns:a="http://schemas.openxmlformats.org/drawingml/2006/main">
            <a:r>
              <a:t>次に、ボード全体の図へ戻り、命令とデータの置き場所を外付けのDDR3へ広げます。CPUの命令読出し側とデータの読み書き側を、共通の経路であるバスへつなぎます。ただし、DDR3には専用の信号で読み書きする必要があります。そこでAMDが提供するDDRコントローラーを利用します。これはDDR3とのやり取りを担当する既存の回路です。CPU側から番地と読み書きの要求を渡し、必要なデータをやり取りします。PCの番地で命令を読むと、これまでと同じレジスタ群とALUで処理できます。先ほどのswでは、ALUで作った番地12と、x1からの値3をバスへ渡します。DDRコントローラーがこの要求を処理し、DDR3の12番地へ3を書き込み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Chapters 9 and 23. Product revision 261832d48832dd6e26c4971ab8893ce61200688b. console/fpga/src/fpgaTopNexysVideo.sv; console/fpga/src/rasterix.sv; console/fpga/src/rasterix_apb.sv; console/fpga/generator/axiscdc.tcl. console/fpga/generator/ddr3-nexysvideo.tcl; console/config/rv64gc/config.vh.</a:t>
            </a:r>
          </a:p>
          <a:p xmlns:a="http://schemas.openxmlformats.org/drawingml/2006/main">
            <a:r>
              <a:t/>
            </a:r>
          </a:p>
          <a:p xmlns:a="http://schemas.openxmlformats.org/drawingml/2006/main">
            <a:r>
              <a:t>補足説明：ここで初めてバスとAMD提供のDDRコントローラーを加える。前の図でFPGA内に置いた二つのメモリに代わり、命令とデータを外付けDDR3内の別の領域に置く構成を説明する。チップ内の図を縮めてボード全体を示す。PC、レジスタ群、ALUの相対的な位置と主要経路、PC+4の経路を保つ。前の図と同じsw x1,12(x0)を例にし、書込み先がFPGA内のデータメモリから外付けDDR3へ変わることを示す。「命令メモリ」の箱は「命令読出し」へ変更し、バスへ要求を出して応答を受け取る機能をまとめた箱とする。独立した命令ROMが実機にあるという意味ではない。命令の要求と戻りを別々の線でバスにつなぐ。DDRコントローラーはFPGA内、DDR3メモリチップはFPGA外にある。製品の生成スクリプトはAMD（旧Xilinx）のmig_7seriesを生成する。MIGはMemory Interface Generatorの略で、図の箱はそれで生成したメモリ制御回路を指す。既存の回路を利用するため、DDR3のコマンド、信号のタイミング、初期化やリフレッシュを内部でどう実現するかは、この発表では展開しない。接続にはメモリ種類、ピン、クロック、リセット、CPU側との信号規約などを合わせる必要がある。「内部を作り直さず利用する」ことと「接続条件を知らなくてよい」ことは異なる。バス側の変換と仲裁は図ではまとめる。実機の構成はIROM_SUPPORTED=0、DTIM_SUPPORTED=0、ICACHE_SUPPORTED=1、DCACHE_SUPPORTED=1であり、全命令が毎回DDR3への読出しを起こすわけではない。キャッシュ、番地変換や応答待ちの内部は省略する。図中の番地は説明用で、実機のDDR3領域は0x80000000から始まる。バスの線は複数の信号をまとめており、異なる信号を電気的に短絡する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説明時間の目安：55秒</a:t>
            </a:r>
          </a:p>
          <a:p xmlns:a="http://schemas.openxmlformats.org/drawingml/2006/main">
            <a:r>
              <a:t/>
            </a:r>
          </a:p>
          <a:p xmlns:a="http://schemas.openxmlformats.org/drawingml/2006/main">
            <a:r>
              <a:t>このバスに、SDカードの制御回路もつなぎます。電源を切っても残したいゲームプログラムはSDカードに保存しておきます。実行前に、CPUが読込み用のプログラムを動かします。まずSD制御回路の決められた番地へ書き込み、カードからの読み出しを指示します。制御回路がカードと通信し、データを受け取ります。次にCPUが受取り用の番地を読むと、そのデータがバスを通ってCPUのレジスタへ戻ります。続いて、その値をDDR3の番地へ書きます。この書込みもDDRコントローラーが処理します。これを繰り返すと、プログラムがDDR3へコピーされます。準備ができたら、実行する命令の番地をPCに入れます。以後は前のスライドの経路で、DDR3上の命令を読んで実行し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Chapters 20 and 23. Product revision 261832d48832dd6e26c4971ab8893ce61200688b. console/fpga/src/fpgaTopNexysVideo.sv; console/fpga/src/rasterix.sv; console/fpga/src/rasterix_apb.sv; console/fpga/generator/axiscdc.tcl. console/src/uncore/spi_apb.sv; console/fpga/zsbl.</a:t>
            </a:r>
          </a:p>
          <a:p xmlns:a="http://schemas.openxmlformats.org/drawingml/2006/main">
            <a:r>
              <a:t/>
            </a:r>
          </a:p>
          <a:p xmlns:a="http://schemas.openxmlformats.org/drawingml/2006/main">
            <a:r>
              <a:t>補足説明：読み出しを指示する書込み、受信した値の読出し、DDR3への保存をCPUの仕事として説明する。SDカードからDDR3へ直接転送する専用回路を新たに設けたという図ではない。製品のSPI制御回路では受信データの読出しレジスタを介してCPUが値を受け取る。カードとの通信、ブロック単位の処理、ファイルの解釈、バッファ間のコピーなどの詳細は省略する。受信した1バイトに対して実際に必ずlwを1回、swを1回使うという実装の断定ではなく、CPUの読出しと書込みによる移動をまとめている。最初の読込みを始める処理は起動用のプログラムが担い、CPUが空のDDR3からゲームを読み始めるという説明ではない。ゲームの開始番地へ制御を移す細部は省略し、準備とゲームの実行を分けて説明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説明時間の目安：40秒</a:t>
            </a:r>
          </a:p>
          <a:p xmlns:a="http://schemas.openxmlformats.org/drawingml/2006/main">
            <a:r>
              <a:t/>
            </a:r>
          </a:p>
          <a:p xmlns:a="http://schemas.openxmlformats.org/drawingml/2006/main">
            <a:r>
              <a:t>ここへ、本研究で描画用の接続回路と描画回路を加えました。描画用の窓口にも番地を割り当てるので、先ほどのswで操作できます。例えばx2に窓口の番地B、x1に送りたい数値Dを用意します。sw x1, 0(x2)では、ALUがB足す0で番地Bを作り、x1のDを別の線で送ります。番地Bの相手はDDR3ではなく描画用の窓口なので、Dを描画回路へ渡します。描画用ソフトウェアが用意した数値列をこのように送ります。CPUが実行するsw命令と、データとして送る描画命令は別のもので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console/examples/rasterix/WallyBusConnector.hpp; console/fpga/src/rasterix_apb.sv.</a:t>
            </a:r>
          </a:p>
          <a:p xmlns:a="http://schemas.openxmlformats.org/drawingml/2006/main">
            <a:r>
              <a:t/>
            </a:r>
          </a:p>
          <a:p xmlns:a="http://schemas.openxmlformats.org/drawingml/2006/main">
            <a:r>
              <a:t>補足説明：既存CPUと既存の描画回路を利用し、その間の接続を設計した。上部には即値0、基準値を読む番号2、書く値を読む番号1を、取り出した内容として並べる。実際の機械語のビット配置は示さない。x2とx1への値の準備は省略し、レジスタ割当ては説明用とする。BはCPUから見た窓口の番地で、物理アドレスと必ず同じ値とは限らない。Dは描画命令の数値列の一語であり、RISC-V命令のswの機械語ではない。OpenGLの1回の呼出しがそのまま1回のswに対応するという意味でもない。接続回路の内部の規約や時刻合わせは一つの箱にまとめる。前の図のCPUとバスの位置を保ち、描画回路を加える。描画回路による画像の保存と表示回路を次の図で加える。描画命令の送信用アダプタは描画回路の箱にまとめ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描画回路は描画命令に従って、画面の各点の色を求めます。この一つひとつの点が画素です。作った画像は、DDRコントローラーを通して、DDR3の画像用の領域へ保存します。表示回路もこのコントローラーを通して画素の色を順に読み、画面に表示するためのタイミングに合わせてHDMI端子へ出します。CPUはゲームの処理と描画命令の送信、描画回路は画像の作成、表示回路は画像の出力を担当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console/fpga/src/rasterixdisplay.sv; console/fpga/generator/rasterixmem.tcl; console/addins/rasterix/rtl/RasterIX/RasterIX_IF.v.</a:t>
            </a:r>
          </a:p>
          <a:p xmlns:a="http://schemas.openxmlformats.org/drawingml/2006/main">
            <a:r>
              <a:t/>
            </a:r>
          </a:p>
          <a:p xmlns:a="http://schemas.openxmlformats.org/drawingml/2006/main">
            <a:r>
              <a:t>補足説明：同じボード図の中で、描画回路のメモリへの書込み経路と、表示回路による読出し経路を詳しく示す。描画回路は内部の作業領域で描画し、結果を外部メモリへ転送する。内部作業領域、テクスチャ読出し、表示画像の切替、メモリ仲裁や映像符号化の内部は省略する。画像用とプログラム用にはDDR3内の別の範囲を確保する。描画回路による書込みと表示回路への読出しの線は、いずれもDDRコントローラーへ接続する。DDR3へ直接つないだ線ではない。実装の共有インターコネクトや仲裁は線にまとめており、別々の出力を電気的に短絡するという意味ではない。表示回路は表示タイミングに従って読み出す。CPUの書込み1回ごとに画面全体を一回表示するもの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こちらが実機で取得した30秒の動画です。この構成で640掛ける480画素のブロック崩しが動きました。四つの条件で期待画像との一致を確認しました。さらに5分間の自動プレイを記録し、別の試行では30秒の映像を確認しました。現在は自動操作で、専用コントローラーの接続はこれからです。</a:t>
            </a:r>
          </a:p>
          <a:p xmlns:a="http://schemas.openxmlformats.org/drawingml/2006/main">
            <a:r>
              <a:t/>
            </a:r>
          </a:p>
          <a:p xmlns:a="http://schemas.openxmlformats.org/drawingml/2006/main">
            <a:r>
              <a:t>出典：docs/thesis/再現資料/実験記録/E6/fresh-product/qualification/qualification.json; docs/thesis/再現資料/実験記録/E6/report/results/video/validation.json. Video: docs/thesis/再現資料/実験記録/E6/report/results/video/breakout-latest-30s.mp4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4条件は3種類の描画条件と再起動後の1条件。これらの条件で全画面を期待画像と比較した。5分の記録は300.011秒の自動プレイで、30秒の取得映像とは別試行。動画のフレーム数をゲームFPSとして用いていない。ゲームには描画負荷を軽減する実装を含むが、この案はその最適化の優劣を主張しない。録画の取得経路は実験環境であり、ゲーム機の公開構成と分けている。映像を受信できない場合の条件の特定は残っており、全ての表示機器での互換性を確認したわけではない。専用コントローラーは将来項目で未検証。動画はPowerPoint内へ埋め込み、スライドショー中に動画の領域をクリックして再生する。再生中に結果を説明する。音声はない。再生前は同じ試行の静止フレームを表示する。資料は既存実験E6の結果を示し、新たな実機計測を行った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説明時間の目安：10秒</a:t>
            </a:r>
          </a:p>
          <a:p xmlns:a="http://schemas.openxmlformats.org/drawingml/2006/main">
            <a:r>
              <a:t/>
            </a:r>
          </a:p>
          <a:p xmlns:a="http://schemas.openxmlformats.org/drawingml/2006/main">
            <a:r>
              <a:t>CPUに描画回路をつなぎ、ブロック崩しを動かしました。CPUを拡張したい人が、つなぎ方と動かし方を参照できる例です。次はコントローラーで操作できるようにします。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docs/thesis/再現資料/実験記録/E6/fresh-product/qualification/qualification.json; docs/thesis/再現資料/実験記録/E6/report/results/video/validation.json. Video: docs/thesis/再現資料/実験記録/E6/report/results/video/breakout-latest-30s.mp4</a:t>
            </a:r>
          </a:p>
          <a:p xmlns:a="http://schemas.openxmlformats.org/drawingml/2006/main">
            <a:r>
              <a:t/>
            </a:r>
          </a:p>
          <a:p xmlns:a="http://schemas.openxmlformats.org/drawingml/2006/main">
            <a:r>
              <a:t>補足説明：既存の教育用CPUと描画回路を利用し、それらをつなぐ回路とソフトウェア側の接続を実装した。CPUや描画回路本体を新たに設計したという主張ではない。FPGAボード上でブロック崩しのゲーム画面を生成し、HDMI端子から出力した。現在は自動プレイであり、専用コントローラーの接続は未実装・未検証である。実機の結果は既存の実験E6に基づく。4条件の画像比較、300.011秒の自動プレイ、別試行の30秒映像を確認している。回路をどう接続し、プログラムをどう動かすかを、公開したソースと資料で参照できる拡張例としてまとめた。学習者向けの利用を想定するが、教育効果を学習実験で測定したわけではない。次の段階ではコントローラーを接続し、入力によってゲームを操作できることを確認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説明時間の目安：0秒</a:t>
            </a:r>
          </a:p>
          <a:p xmlns:a="http://schemas.openxmlformats.org/drawingml/2006/main">
            <a:r>
              <a:t/>
            </a:r>
          </a:p>
          <a:p xmlns:a="http://schemas.openxmlformats.org/drawingml/2006/main">
            <a:r>
              <a:t>RVSOCのパイプライン図を基にした全体図です。PC、レジスタ群、ALU、段間レジスタ、書戻しの経路を保ち、実機のメモリ接続と本研究の描画接続を付け加えています。質問に応じて関係する経路をたどります。</a:t>
            </a:r>
          </a:p>
          <a:p xmlns:a="http://schemas.openxmlformats.org/drawingml/2006/main">
            <a:r>
              <a:t/>
            </a:r>
          </a:p>
          <a:p xmlns:a="http://schemas.openxmlformats.org/drawingml/2006/main">
            <a:r>
              <a:t>出典：Harris et al., RISC-V System-on-Chip Design, Chapters 7–13, 20, 22–23. Official figure source: https://pages.hmc.edu/harris/ddca/rvsocd.html (RVSoCD_figs.zip). Figure 7.11 (pipeline datapath), Figure 9.20 (uncore), Chapters 10–11 and 23. Product revision 261832d48832dd6e26c4971ab8893ce61200688b. console/fpga/src/fpgaTopNexysVideo.sv; console/fpga/src/rasterix.sv; console/fpga/src/rasterix_apb.sv; console/fpga/generator/axiscdc.tcl. console/src/wally/wallypipelinedcore.sv; console/src/uncore/uncore.sv; console/src/ieu/datapath.sv; console/src/ifu/ifu.sv; console/src/lsu/lsu.sv.</a:t>
            </a:r>
          </a:p>
          <a:p xmlns:a="http://schemas.openxmlformats.org/drawingml/2006/main">
            <a:r>
              <a:t/>
            </a:r>
          </a:p>
          <a:p xmlns:a="http://schemas.openxmlformats.org/drawingml/2006/main">
            <a:r>
              <a:t>補足説明：RVSOC図7.11の配置と回路記号を基に、PCから命令読出し、レジスタ群、入力選択、ALU、メモリアクセス、書戻しへ進むデータパスを示す。Fetch、Decode、Execute、Memory、Writebackの位置関係、段間レジスタ、転送用MUX、下側を戻る書戻し経路を保つ。読める大きさを優先し、図7.11のすべての制御線や端子名をそのまま描き写してはいない。実機ではIROMとDTIMが無効のため、その箱を残さず、命令側をMMU・I-cache・バスI/F、データ側をMMU・D-cache・非キャッシュアクセス経路へ置き換える。命令側とデータ側の外部要求はebuからAHBへ出る。uncoreとAHB/APB変換を上部に加え、SPI、Boot ROMなどの既存周辺回路を示す。CPU側のDDR接続はAHB/AXI変換とclkconverterを通る。右側には共有AXI、MIG、描画接続回路、命令用と応答用の非同期FIFO、描画回路、表示回路を加える。CPU、描画回路、表示回路は共有AXIを介してDDR3へアクセスする。描画回路と表示回路の間の線は表示先の通知と切替確認であり、画素そのものはDDR3を介して共有する。回路内部を展開しない箱も、単なる名前の一覧ではなく入力と出力の接続を示す。細長い白い箱はレジスタ、台形はMUX、切欠きのある記号はALUを表す。段間レジスタは複数の状態をまとめた表記であり、一本の線で全制御情報を短絡する意味ではない。図は全RTLと等価な回路図や物理配置図ではない。MMUとキャッシュ内部、ALUの個々の演算回路、CSR、FPU、MDU、予測、例外、全制御線、クロックとリセットの詳細は省略する。各々の内部は別の図で扱う。青い塗りは本編で説明した機能、青い枠は追加した描画接続を表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説明時間の目安：0秒</a:t>
            </a:r>
          </a:p>
          <a:p xmlns:a="http://schemas.openxmlformats.org/drawingml/2006/main">
            <a:r>
              <a:t/>
            </a:r>
          </a:p>
          <a:p xmlns:a="http://schemas.openxmlformats.org/drawingml/2006/main">
            <a:r>
              <a:t>DDCAは、高専・大学の学部・大学院の授業で、教科書や参考書として挙げられています。過去の指定も含めて、公式の公開資料から22機関・14都道府県で確認できました。1枚の地図にまとめ、同じ県で複数の区分を確認した場合は、それらの色の縞模様にしています。すべての採用校を調べたものではありません。</a:t>
            </a:r>
          </a:p>
          <a:p xmlns:a="http://schemas.openxmlformats.org/drawingml/2006/main">
            <a:r>
              <a:t/>
            </a:r>
          </a:p>
          <a:p xmlns:a="http://schemas.openxmlformats.org/drawingml/2006/main">
            <a:r>
              <a:t>出典：学校別の出典：docs/presentation/DDCA授業利用の出典.md。確認日：2026-10-26。</a:t>
            </a:r>
          </a:p>
          <a:p xmlns:a="http://schemas.openxmlformats.org/drawingml/2006/main">
            <a:r>
              <a:t>K01 東京都立産業技術高等専門学校、2021年度「コンピュータハードウェアⅠ」、教科書。https://www.metro-cit.ac.jp/contents/000006531.pdf#page=16</a:t>
            </a:r>
          </a:p>
          <a:p xmlns:a="http://schemas.openxmlformats.org/drawingml/2006/main">
            <a:r>
              <a:t>K02 豊田工業高等専門学校、2025年度「コンピュータアーキテクチャⅡ」、教科書／教材。https://syllabus.kosen-k.go.jp/Pages/PublicSyllabus?department_id=13&amp;lang=ja&amp;school_id=23&amp;subject_code=34234&amp;year=2022</a:t>
            </a:r>
          </a:p>
          <a:p xmlns:a="http://schemas.openxmlformats.org/drawingml/2006/main">
            <a:r>
              <a:t>K03 鈴鹿工業高等専門学校、2026年度「計算機工学」、参考書。https://syllabus.kosen-k.go.jp/Pages/PublicSyllabus?department_id=13&amp;lang=ja&amp;school_id=25&amp;subject_id=0097&amp;year=2023</a:t>
            </a:r>
          </a:p>
          <a:p xmlns:a="http://schemas.openxmlformats.org/drawingml/2006/main">
            <a:r>
              <a:t>K04 久留米工業高等専門学校、2026年度「ディジタル回路設計」、教科書。https://syllabus.kosen-k.go.jp/Pages/PublicSyllabus?department_id=03&amp;from=curriculum&amp;lang=ja&amp;school_id=43&amp;subject_code=4S18&amp;year=2023</a:t>
            </a:r>
          </a:p>
          <a:p xmlns:a="http://schemas.openxmlformats.org/drawingml/2006/main">
            <a:r>
              <a:t>U01 公立はこだて未来大学、2019年度「ハードウェア基礎」、教科書。https://www.fun.ac.jp/wp/wp-content/uploads/2020/03/2019_syllabus_2.pdf#page=77</a:t>
            </a:r>
          </a:p>
          <a:p xmlns:a="http://schemas.openxmlformats.org/drawingml/2006/main">
            <a:r>
              <a:t>U02 法政大学、2025年度「ディジタル回路デザイン」、教科書。https://syllabus.hosei.ac.jp/web/preview.php?gakubueng=AP&amp;nendo=2025&amp;no_id=2513717&amp;radd=&amp;t_mode=sp</a:t>
            </a:r>
          </a:p>
          <a:p xmlns:a="http://schemas.openxmlformats.org/drawingml/2006/main">
            <a:r>
              <a:t>U03 青山学院大学、2021年度「電子計算機工学Ⅰ」、参考書。https://syllabus.aoyama.ac.jp/shousai_view2.aspx?FN=4611510-0074&amp;YR=2021</a:t>
            </a:r>
          </a:p>
          <a:p xmlns:a="http://schemas.openxmlformats.org/drawingml/2006/main">
            <a:r>
              <a:t>U04 島根大学、2022年度「コンピュータハードウェア実験」、教科書。https://gkm2019-sy.shimane-u.ac.jp/syllabusHtml/2022/04/04_TB50052_ja_JP.html</a:t>
            </a:r>
          </a:p>
          <a:p xmlns:a="http://schemas.openxmlformats.org/drawingml/2006/main">
            <a:r>
              <a:t>U05 広島大学、2026年度「コンピューターアーキテクチャ」、教科書。https://momiji.hiroshima-u.ac.jp/syllabusHtml/2026_12_K6406020.html</a:t>
            </a:r>
          </a:p>
          <a:p xmlns:a="http://schemas.openxmlformats.org/drawingml/2006/main">
            <a:r>
              <a:t>U06 高知工科大学、2026年度「電子システム設計」、参考書。https://portal.kochi-tech.ac.jp/Portal/Public/Syllabus/DetailMain.aspx?lct_cd=1160018001&amp;lct_year=2026</a:t>
            </a:r>
          </a:p>
          <a:p xmlns:a="http://schemas.openxmlformats.org/drawingml/2006/main">
            <a:r>
              <a:t>G01 情報セキュリティ大学院大学、2025年度「情報デバイス技術」、参考書。https://www.iisec.ac.jp/education/curriculum/2025/syllabus_14.html</a:t>
            </a:r>
          </a:p>
          <a:p xmlns:a="http://schemas.openxmlformats.org/drawingml/2006/main">
            <a:r>
              <a:t>G02 北陸先端科学技術大学院大学、2024年度「デジタル論理と計算機構成（I115）」、参考書。https://syllabus.jaist.ac.jp/public/web/Syllabus/WebSyllabusSansho/UI/WSL_SyllabusSansho.aspx?P1=I1151000&amp;P2=2024&amp;P3=20240401</a:t>
            </a:r>
          </a:p>
          <a:p xmlns:a="http://schemas.openxmlformats.org/drawingml/2006/main">
            <a:r>
              <a:t>G03 高知大学大学院、2026年度「計算機アーキテクチャ特論（1A305）」、教科書・参考書（区別なし）。https://www.lib.kochi-u.ac.jp/html/シラバス掲載図書：総合人間自然科学研究科修士</a:t>
            </a:r>
          </a:p>
          <a:p xmlns:a="http://schemas.openxmlformats.org/drawingml/2006/main">
            <a:r>
              <a:t>U07 東京大学、2022年度「計算機構成論」、教科書。https://catalog.he.u-tokyo.ac.jp/detail?code=0510019&amp;year=2022</a:t>
            </a:r>
          </a:p>
          <a:p xmlns:a="http://schemas.openxmlformats.org/drawingml/2006/main">
            <a:r>
              <a:t>U08 電気通信大学、2024年度「計算機通論」、推薦図書。https://kyoumu.office.uec.ac.jp/syllabus/2024/31/31_21122106.html</a:t>
            </a:r>
          </a:p>
          <a:p xmlns:a="http://schemas.openxmlformats.org/drawingml/2006/main">
            <a:r>
              <a:t>U09 京都大学、2026年度「計算機科学実験及演習3（ハードウェア）」、参考書。https://isle3hw.kuis.kyoto-u.ac.jp/kuis_le3a_hdl.pdf#page=26</a:t>
            </a:r>
          </a:p>
          <a:p xmlns:a="http://schemas.openxmlformats.org/drawingml/2006/main">
            <a:r>
              <a:t>U10 開志専門職大学、年度不明「コンピュータアーキテクチャ」、教科書（必ず購入する書籍）。https://kaishi-pu.ac.jp/wp/wp-content/themes/kaishi/assets/pdf/openinfo/shugakushien_syllabus_info-c.pdf?ver=3#page=1</a:t>
            </a:r>
          </a:p>
          <a:p xmlns:a="http://schemas.openxmlformats.org/drawingml/2006/main">
            <a:r>
              <a:t>U11 長崎大学、年度不明「論理回路」、教科書・教材・参考書（資料では区別なし）。https://www.idsci.nagasaki-u.ac.jp/education/lectureintroduction/lesson16</a:t>
            </a:r>
          </a:p>
          <a:p xmlns:a="http://schemas.openxmlformats.org/drawingml/2006/main">
            <a:r>
              <a:t>U12 中央大学、2026年度「コンピュータ設計」、参考文献。https://syllabus.chuo-u.ac.jp/syllabus/detail/?id=10765</a:t>
            </a:r>
          </a:p>
          <a:p xmlns:a="http://schemas.openxmlformats.org/drawingml/2006/main">
            <a:r>
              <a:t>U13 慶應義塾大学、2026年度「計算機基礎」、参考書。https://gslbs.keio.jp/pub-syllabus/detail?entno=37331&amp;lang=jp&amp;ttblyr=2026</a:t>
            </a:r>
          </a:p>
          <a:p xmlns:a="http://schemas.openxmlformats.org/drawingml/2006/main">
            <a:r>
              <a:t>U14 金沢大学、2025年度「計算機アーキテクチャＡ」、参考書。https://eduweb.sta.kanazawa-u.ac.jp/Portal/Public/Syllabus/DetailMain.aspx?je_cd=1&amp;lct_cd=52-42210&amp;lct_idx=A000000000200402&amp;lct_year=2025</a:t>
            </a:r>
          </a:p>
          <a:p xmlns:a="http://schemas.openxmlformats.org/drawingml/2006/main">
            <a:r>
              <a:t>G04 広島大学大学院、2026年度「システムLSI設計（System LSI Design、WSP03200）」、参考書。https://momiji.hiroshima-u.ac.jp/syllabusHtml_en/2026_E90113_WSP03200_en.html</a:t>
            </a:r>
          </a:p>
          <a:p xmlns:a="http://schemas.openxmlformats.org/drawingml/2006/main">
            <a:r>
              <a:t>G05 総合研究大学院大学、2026年度「計測と制御（デジタル信号処理Ⅰ・Ⅱ）」、参考書。https://openit.kek.jp/training/2026/daq</a:t>
            </a:r>
          </a:p>
          <a:p xmlns:a="http://schemas.openxmlformats.org/drawingml/2006/main">
            <a:r>
              <a:t>G06 東京大学大学院、2024年度「カスタムコンピューティング特論（4810-1190）」、参考書。https://catalog.he.u-tokyo.ac.jp/detail?code=4810-1190&amp;year=2024</a:t>
            </a:r>
          </a:p>
          <a:p xmlns:a="http://schemas.openxmlformats.org/drawingml/2006/main">
            <a:r>
              <a:t>地図：lalamalink, https://github.com/lalamalink/japan-map-svg (CC0 1.0)。</a:t>
            </a:r>
          </a:p>
          <a:p xmlns:a="http://schemas.openxmlformats.org/drawingml/2006/main">
            <a:r>
              <a:t/>
            </a:r>
          </a:p>
          <a:p xmlns:a="http://schemas.openxmlformats.org/drawingml/2006/main">
            <a:r>
              <a:t>補足説明：図は、DDCAを公式シラバス・授業資料の教科書・教材・参考書欄で確認した例を示す。日本語版と英語版、MIPS版・ARM版・RISC-V版などを含む。区分別では高専4機関、大学（学部）14機関、大学院6機関である。東京大学と広島大学は学部・大学院の両方に例があるが、全体ではそれぞれ1機関と数える。重複を除いた合計は22機関・14都道府県である。区分は学校名ではなく授業の対象課程を表す。所在地は授業のキャンパスや開催地を使い、大学本部の住所でまとめない。教科書と参考書は出典一覧で区別する。参考書欄への掲載だけから、授業で毎回使うことや全学生の購入までは分からない。年度が分かる資料は2019〜2026年度である。開志専門職大学と長崎大学は授業年度不明、京都大学は2026年度授業ページからリンクされている資料である。現在も同じ指定が続くことや、同一年度の全国分布を示すものではない。縞模様は同じ県に複数の区分があることを示し、各色の面積は機関数に比例しない。灰色はこの一覧で未確認という意味で、使う学校がないという意味ではない。全国の全校・全年度を網羅していないため、色の面積や県数を採用率・市場シェアとして解釈しない。図書館の蔵書だけや書店の取扱いだけは根拠にしない。高知大学の資料は授業名とシラバス掲載図書を対応づけた公式一覧である。長崎大学は公式学部サイトの個別授業紹介を根拠とする。DDCAの掲載例は、RVSOCの採用実績や本研究の教育効果を直接示さない。授業・年度・版・確認箇所はDDCA授業利用の出典.mdを参照。地図の着色と集計はsource/presentation/ddca-adoption/records.jsonから生成する。地図は都道府県の形を簡略化した比較用の図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d033dd1b60b44d60"/></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161bdcb74b944acc"/></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62b3f1a55fe64796"/></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6feb8a017aff4c52"/></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4b8e0b0b7aa04599"/></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7f0f8fe212e3414e"/></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1FF73D-A431-415A-9A31-3EDED71A079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B2BAFB2-102C-4CEF-B849-C087B034AD7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9D53A6B-9CB9-4102-9E5D-690DDE217B5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92B921-F390-4577-A328-F93542A32EC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02C2CEC-1B0D-4A63-ADC0-3207698FC30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052C943-DF21-4FD7-AE62-72B3439A69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3566741-EC46-45E5-9D2B-80C726B5BF9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3ECE2B0-3692-4256-9ABF-2398AE8AE9F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9BB5E9-EB5C-448F-9862-0EBED9B0506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9862D93-98CC-4DA0-8444-09E8096E12F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38d4edb56c5248c1"/><Relationship Type="http://schemas.openxmlformats.org/officeDocument/2006/relationships/slideLayout" Target="/ppt/slideLayouts/slideLayout1.xml" Id="R35b7ddcd41b84092"/><Relationship Type="http://schemas.openxmlformats.org/officeDocument/2006/relationships/slideLayout" Target="/ppt/slideLayouts/slideLayout2.xml" Id="R7d63a73d5f3a409c"/><Relationship Type="http://schemas.openxmlformats.org/officeDocument/2006/relationships/slideLayout" Target="/ppt/slideLayouts/slideLayout3.xml" Id="Re2cce68d7da94ae7"/><Relationship Type="http://schemas.openxmlformats.org/officeDocument/2006/relationships/slideLayout" Target="/ppt/slideLayouts/slideLayout4.xml" Id="R97d9628e663b475b"/><Relationship Type="http://schemas.openxmlformats.org/officeDocument/2006/relationships/slideLayout" Target="/ppt/slideLayouts/slideLayout5.xml" Id="R83af55d42c9d464f"/><Relationship Type="http://schemas.openxmlformats.org/officeDocument/2006/relationships/slideLayout" Target="/ppt/slideLayouts/slideLayout6.xml" Id="Ra8b5edd5ed484b61"/></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b7ddcd41b84092"/>
    <p:sldLayoutId xmlns:r="http://schemas.openxmlformats.org/officeDocument/2006/relationships" id="2147483650" r:id="R7d63a73d5f3a409c"/>
    <p:sldLayoutId xmlns:r="http://schemas.openxmlformats.org/officeDocument/2006/relationships" id="2147483651" r:id="Re2cce68d7da94ae7"/>
    <p:sldLayoutId xmlns:r="http://schemas.openxmlformats.org/officeDocument/2006/relationships" id="2147483652" r:id="R97d9628e663b475b"/>
    <p:sldLayoutId xmlns:r="http://schemas.openxmlformats.org/officeDocument/2006/relationships" id="2147483653" r:id="R83af55d42c9d464f"/>
    <p:sldLayoutId xmlns:r="http://schemas.openxmlformats.org/officeDocument/2006/relationships" id="2147483654" r:id="Ra8b5edd5ed484b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c08bd880e01742f2"/><Relationship Type="http://schemas.openxmlformats.org/officeDocument/2006/relationships/notesSlide" Target="/ppt/notesSlides/notesSlide1.xml" Id="R20ace4ebd1ef42f8"/></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7e7b576abe144bd8"/><Relationship Type="http://schemas.openxmlformats.org/officeDocument/2006/relationships/notesSlide" Target="/ppt/notesSlides/notesSlide2.xml" Id="Rf7717d70987b43d5"/></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93904dbf97174c39"/><Relationship Type="http://schemas.openxmlformats.org/officeDocument/2006/relationships/notesSlide" Target="/ppt/notesSlides/notesSlide3.xml" Id="R3b4ca1dfb39e4d51"/></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fce874fc21d9458b"/><Relationship Type="http://schemas.openxmlformats.org/officeDocument/2006/relationships/notesSlide" Target="/ppt/notesSlides/notesSlide4.xml" Id="R14225ad5f44c4942"/></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4fecc9c908ca4dd7"/><Relationship Type="http://schemas.openxmlformats.org/officeDocument/2006/relationships/notesSlide" Target="/ppt/notesSlides/notesSlide5.xml" Id="R80631db75b9346d0"/></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e4d2c1d998804ed7"/><Relationship Type="http://schemas.openxmlformats.org/officeDocument/2006/relationships/notesSlide" Target="/ppt/notesSlides/notesSlide6.xml" Id="R4ed8c9c1394a45d8"/></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4f35de6efade4245"/><Relationship Type="http://schemas.openxmlformats.org/officeDocument/2006/relationships/notesSlide" Target="/ppt/notesSlides/notesSlide7.xml" Id="Rf11faa9e89ac4fd8"/></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97e9ab559aac4ebb"/><Relationship Type="http://schemas.openxmlformats.org/officeDocument/2006/relationships/notesSlide" Target="/ppt/notesSlides/notesSlide8.xml" Id="Rae4e6a9734ef4323"/></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f7230f677f844a18"/><Relationship Type="http://schemas.openxmlformats.org/officeDocument/2006/relationships/notesSlide" Target="/ppt/notesSlides/notesSlide9.xml" Id="R63c19abf9a3945b3"/></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bc8efe34bb634202"/><Relationship Type="http://schemas.openxmlformats.org/officeDocument/2006/relationships/image" Target="/ppt/media/image.png" Id="R3bd1435061994f7a"/><Relationship Type="http://schemas.openxmlformats.org/officeDocument/2006/relationships/notesSlide" Target="/ppt/notesSlides/notesSlide10.xml" Id="R66f5f778e0794e54"/><Relationship Id="rIdBreakoutVideo" Type="http://schemas.openxmlformats.org/officeDocument/2006/relationships/video" Target="../media/breakout-demo.mp4"/><Relationship Id="rIdBreakoutMedia" Type="http://schemas.microsoft.com/office/2007/relationships/media" Target="../media/breakout-demo.mp4"/></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074db6e4e4c949c0"/><Relationship Type="http://schemas.openxmlformats.org/officeDocument/2006/relationships/notesSlide" Target="/ppt/notesSlides/notesSlide11.xml" Id="Rf1f640a88324458c"/></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ddd10dd262984196"/><Relationship Type="http://schemas.openxmlformats.org/officeDocument/2006/relationships/notesSlide" Target="/ppt/notesSlides/notesSlide12.xml" Id="R2642feab02434653"/></Relationships>
</file>

<file path=ppt/slides/_rels/slide13.xml.rels><?xml version='1.0' encoding='UTF-8' standalone='yes'?>
<Relationships xmlns="http://schemas.openxmlformats.org/package/2006/relationships"><Relationship Type="http://schemas.openxmlformats.org/officeDocument/2006/relationships/slideLayout" Target="/ppt/slideLayouts/slideLayout6.xml" Id="Rfd71d5bef1f246b6"/><Relationship Type="http://schemas.openxmlformats.org/officeDocument/2006/relationships/notesSlide" Target="/ppt/notesSlides/notesSlide13.xml" Id="Rb1b22baa5320441e"/></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457551D3-25A9-4139-B413-230B7F075C74}"/>
              </a:ext>
            </a:extLst>
          </p:cNvPr>
          <p:cNvSpPr>
            <a:spLocks xmlns:a="http://schemas.openxmlformats.org/drawingml/2006/main" noGrp="1"/>
          </p:cNvSpPr>
          <p:nvPr/>
        </p:nvSpPr>
        <p:spPr>
          <a:xfrm xmlns:a="http://schemas.openxmlformats.org/drawingml/2006/main">
            <a:off x="1000125" y="1762125"/>
            <a:ext cx="1019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3600" b="1">
                <a:solidFill>
                  <a:srgbClr val="231F20"/>
                </a:solidFill>
                <a:latin typeface="Yu Gothic"/>
                <a:ea typeface="Yu Gothic"/>
                <a:cs typeface="Yu Gothic"/>
              </a:defRPr>
            </a:defPPr>
            <a:lvl1pPr algn="ctr">
              <a:defRPr sz="3600" b="1">
                <a:solidFill>
                  <a:srgbClr val="231F20"/>
                </a:solidFill>
                <a:latin typeface="Yu Gothic"/>
                <a:ea typeface="Yu Gothic"/>
                <a:cs typeface="Yu Gothic"/>
              </a:defRPr>
            </a:lvl1pPr>
            <a:lvl2pPr algn="ctr">
              <a:defRPr sz="3600" b="1">
                <a:solidFill>
                  <a:srgbClr val="231F20"/>
                </a:solidFill>
                <a:latin typeface="Yu Gothic"/>
                <a:ea typeface="Yu Gothic"/>
                <a:cs typeface="Yu Gothic"/>
              </a:defRPr>
            </a:lvl2pPr>
            <a:lvl3pPr algn="ctr">
              <a:defRPr sz="3600" b="1">
                <a:solidFill>
                  <a:srgbClr val="231F20"/>
                </a:solidFill>
                <a:latin typeface="Yu Gothic"/>
                <a:ea typeface="Yu Gothic"/>
                <a:cs typeface="Yu Gothic"/>
              </a:defRPr>
            </a:lvl3pPr>
            <a:lvl4pPr algn="ctr">
              <a:defRPr sz="3600" b="1">
                <a:solidFill>
                  <a:srgbClr val="231F20"/>
                </a:solidFill>
                <a:latin typeface="Yu Gothic"/>
                <a:ea typeface="Yu Gothic"/>
                <a:cs typeface="Yu Gothic"/>
              </a:defRPr>
            </a:lvl4pPr>
            <a:lvl5pPr algn="ctr">
              <a:defRPr sz="3600" b="1">
                <a:solidFill>
                  <a:srgbClr val="231F20"/>
                </a:solidFill>
                <a:latin typeface="Yu Gothic"/>
                <a:ea typeface="Yu Gothic"/>
                <a:cs typeface="Yu Gothic"/>
              </a:defRPr>
            </a:lvl5pPr>
            <a:lvl6pPr algn="ctr">
              <a:defRPr sz="3600" b="1">
                <a:solidFill>
                  <a:srgbClr val="231F20"/>
                </a:solidFill>
                <a:latin typeface="Yu Gothic"/>
                <a:ea typeface="Yu Gothic"/>
                <a:cs typeface="Yu Gothic"/>
              </a:defRPr>
            </a:lvl6pPr>
            <a:lvl7pPr algn="ctr">
              <a:defRPr sz="3600" b="1">
                <a:solidFill>
                  <a:srgbClr val="231F20"/>
                </a:solidFill>
                <a:latin typeface="Yu Gothic"/>
                <a:ea typeface="Yu Gothic"/>
                <a:cs typeface="Yu Gothic"/>
              </a:defRPr>
            </a:lvl7pPr>
            <a:lvl8pPr algn="ctr">
              <a:defRPr sz="3600" b="1">
                <a:solidFill>
                  <a:srgbClr val="231F20"/>
                </a:solidFill>
                <a:latin typeface="Yu Gothic"/>
                <a:ea typeface="Yu Gothic"/>
                <a:cs typeface="Yu Gothic"/>
              </a:defRPr>
            </a:lvl8pPr>
            <a:lvl9pPr algn="ctr">
              <a:defRPr sz="3600" b="1">
                <a:solidFill>
                  <a:srgbClr val="231F20"/>
                </a:solidFill>
                <a:latin typeface="Yu Gothic"/>
                <a:ea typeface="Yu Gothic"/>
                <a:cs typeface="Yu Gothic"/>
              </a:defRPr>
            </a:lvl9pPr>
          </a:lstStyle>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FPGAを用いた二次元ゲーム機の</a:t>
            </a:r>
          </a:p>
          <a:p xmlns:a="http://schemas.openxmlformats.org/drawingml/2006/main">
            <a:pPr algn="ctr">
              <a:defRPr sz="3600" b="1">
                <a:solidFill>
                  <a:srgbClr val="231F20"/>
                </a:solidFill>
                <a:latin typeface="Yu Gothic"/>
                <a:ea typeface="Yu Gothic"/>
                <a:cs typeface="Yu Gothic"/>
              </a:defRPr>
            </a:pPr>
            <a:r>
              <a:rPr sz="3600" b="1">
                <a:solidFill>
                  <a:srgbClr val="231F20"/>
                </a:solidFill>
                <a:latin typeface="Yu Gothic"/>
                <a:ea typeface="Yu Gothic"/>
                <a:cs typeface="Yu Gothic"/>
              </a:rPr>
              <a:t>設計と実装</a:t>
            </a:r>
          </a:p>
        </p:txBody>
      </p:sp>
      <p:sp>
        <p:nvSpPr>
          <p:cNvPr id="2" name="wire-2">
            <a:extLst xmlns:a="http://schemas.openxmlformats.org/drawingml/2006/main">
              <a:ext uri="{FF2B5EF4-FFF2-40B4-BE49-F238E27FC236}">
                <a16:creationId xmlns:a16="http://schemas.microsoft.com/office/drawing/2014/main" id="{4CA73560-0ED5-4FEB-BA47-6E70C5225643}"/>
              </a:ext>
            </a:extLst>
          </p:cNvPr>
          <p:cNvSpPr>
            <a:spLocks xmlns:a="http://schemas.openxmlformats.org/drawingml/2006/main" noGrp="1"/>
          </p:cNvSpPr>
          <p:nvPr/>
        </p:nvSpPr>
        <p:spPr>
          <a:xfrm xmlns:a="http://schemas.openxmlformats.org/drawingml/2006/main">
            <a:off x="1809750" y="3533775"/>
            <a:ext cx="8572500" cy="9525"/>
          </a:xfrm>
          <a:custGeom xmlns:a="http://schemas.openxmlformats.org/drawingml/2006/main">
            <a:pathLst>
              <a:path w="8572500" h="9525">
                <a:moveTo>
                  <a:pt x="0" y="0"/>
                </a:moveTo>
                <a:lnTo>
                  <a:pt x="8572500" y="0"/>
                </a:lnTo>
              </a:path>
            </a:pathLst>
          </a:custGeom>
          <a:noFill xmlns:a="http://schemas.openxmlformats.org/drawingml/2006/main"/>
          <a:ln xmlns:a="http://schemas.openxmlformats.org/drawingml/2006/main" w="16193">
            <a:solidFill>
              <a:srgbClr val="0078BA"/>
            </a:solidFill>
          </a:ln>
        </p:spPr>
      </p:sp>
      <p:sp>
        <p:nvSpPr>
          <p:cNvPr id="3" name="text-3">
            <a:extLst xmlns:a="http://schemas.openxmlformats.org/drawingml/2006/main">
              <a:ext uri="{FF2B5EF4-FFF2-40B4-BE49-F238E27FC236}">
                <a16:creationId xmlns:a16="http://schemas.microsoft.com/office/drawing/2014/main" id="{50AC73C2-FE21-4E92-897F-0FD32DE04C1B}"/>
              </a:ext>
            </a:extLst>
          </p:cNvPr>
          <p:cNvSpPr>
            <a:spLocks xmlns:a="http://schemas.openxmlformats.org/drawingml/2006/main" noGrp="1"/>
          </p:cNvSpPr>
          <p:nvPr/>
        </p:nvSpPr>
        <p:spPr>
          <a:xfrm xmlns:a="http://schemas.openxmlformats.org/drawingml/2006/main">
            <a:off x="1714500" y="4019550"/>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発表者：非公開</a:t>
            </a:r>
          </a:p>
        </p:txBody>
      </p:sp>
      <p:sp>
        <p:nvSpPr>
          <p:cNvPr id="4" name="text-4">
            <a:extLst xmlns:a="http://schemas.openxmlformats.org/drawingml/2006/main">
              <a:ext uri="{FF2B5EF4-FFF2-40B4-BE49-F238E27FC236}">
                <a16:creationId xmlns:a16="http://schemas.microsoft.com/office/drawing/2014/main" id="{E856637E-D8B3-4F0E-8766-F7A663A5482F}"/>
              </a:ext>
            </a:extLst>
          </p:cNvPr>
          <p:cNvSpPr>
            <a:spLocks xmlns:a="http://schemas.openxmlformats.org/drawingml/2006/main" noGrp="1"/>
          </p:cNvSpPr>
          <p:nvPr/>
        </p:nvSpPr>
        <p:spPr>
          <a:xfrm xmlns:a="http://schemas.openxmlformats.org/drawingml/2006/main">
            <a:off x="1714500" y="4600575"/>
            <a:ext cx="8763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325" b="0">
                <a:solidFill>
                  <a:srgbClr val="231F20"/>
                </a:solidFill>
                <a:latin typeface="Yu Gothic"/>
                <a:ea typeface="Yu Gothic"/>
                <a:cs typeface="Yu Gothic"/>
              </a:defRPr>
            </a:defPPr>
            <a:lvl1pPr algn="ctr">
              <a:defRPr sz="2325" b="0">
                <a:solidFill>
                  <a:srgbClr val="231F20"/>
                </a:solidFill>
                <a:latin typeface="Yu Gothic"/>
                <a:ea typeface="Yu Gothic"/>
                <a:cs typeface="Yu Gothic"/>
              </a:defRPr>
            </a:lvl1pPr>
            <a:lvl2pPr algn="ctr">
              <a:defRPr sz="2325" b="0">
                <a:solidFill>
                  <a:srgbClr val="231F20"/>
                </a:solidFill>
                <a:latin typeface="Yu Gothic"/>
                <a:ea typeface="Yu Gothic"/>
                <a:cs typeface="Yu Gothic"/>
              </a:defRPr>
            </a:lvl2pPr>
            <a:lvl3pPr algn="ctr">
              <a:defRPr sz="2325" b="0">
                <a:solidFill>
                  <a:srgbClr val="231F20"/>
                </a:solidFill>
                <a:latin typeface="Yu Gothic"/>
                <a:ea typeface="Yu Gothic"/>
                <a:cs typeface="Yu Gothic"/>
              </a:defRPr>
            </a:lvl3pPr>
            <a:lvl4pPr algn="ctr">
              <a:defRPr sz="2325" b="0">
                <a:solidFill>
                  <a:srgbClr val="231F20"/>
                </a:solidFill>
                <a:latin typeface="Yu Gothic"/>
                <a:ea typeface="Yu Gothic"/>
                <a:cs typeface="Yu Gothic"/>
              </a:defRPr>
            </a:lvl4pPr>
            <a:lvl5pPr algn="ctr">
              <a:defRPr sz="2325" b="0">
                <a:solidFill>
                  <a:srgbClr val="231F20"/>
                </a:solidFill>
                <a:latin typeface="Yu Gothic"/>
                <a:ea typeface="Yu Gothic"/>
                <a:cs typeface="Yu Gothic"/>
              </a:defRPr>
            </a:lvl5pPr>
            <a:lvl6pPr algn="ctr">
              <a:defRPr sz="2325" b="0">
                <a:solidFill>
                  <a:srgbClr val="231F20"/>
                </a:solidFill>
                <a:latin typeface="Yu Gothic"/>
                <a:ea typeface="Yu Gothic"/>
                <a:cs typeface="Yu Gothic"/>
              </a:defRPr>
            </a:lvl6pPr>
            <a:lvl7pPr algn="ctr">
              <a:defRPr sz="2325" b="0">
                <a:solidFill>
                  <a:srgbClr val="231F20"/>
                </a:solidFill>
                <a:latin typeface="Yu Gothic"/>
                <a:ea typeface="Yu Gothic"/>
                <a:cs typeface="Yu Gothic"/>
              </a:defRPr>
            </a:lvl7pPr>
            <a:lvl8pPr algn="ctr">
              <a:defRPr sz="2325" b="0">
                <a:solidFill>
                  <a:srgbClr val="231F20"/>
                </a:solidFill>
                <a:latin typeface="Yu Gothic"/>
                <a:ea typeface="Yu Gothic"/>
                <a:cs typeface="Yu Gothic"/>
              </a:defRPr>
            </a:lvl8pPr>
            <a:lvl9pPr algn="ctr">
              <a:defRPr sz="2325" b="0">
                <a:solidFill>
                  <a:srgbClr val="231F20"/>
                </a:solidFill>
                <a:latin typeface="Yu Gothic"/>
                <a:ea typeface="Yu Gothic"/>
                <a:cs typeface="Yu Gothic"/>
              </a:defRPr>
            </a:lvl9pPr>
          </a:lstStyle>
          <a:p xmlns:a="http://schemas.openxmlformats.org/drawingml/2006/main">
            <a:pPr algn="ctr">
              <a:defRPr sz="2325" b="0">
                <a:solidFill>
                  <a:srgbClr val="231F20"/>
                </a:solidFill>
                <a:latin typeface="Yu Gothic"/>
                <a:ea typeface="Yu Gothic"/>
                <a:cs typeface="Yu Gothic"/>
              </a:defRPr>
            </a:pPr>
            <a:r>
              <a:rPr sz="2325" b="0">
                <a:solidFill>
                  <a:srgbClr val="231F20"/>
                </a:solidFill>
                <a:latin typeface="Yu Gothic"/>
                <a:ea typeface="Yu Gothic"/>
                <a:cs typeface="Yu Gothic"/>
              </a:rPr>
              <a:t>指導教員：非公開</a:t>
            </a:r>
          </a:p>
        </p:txBody>
      </p:sp>
    </p:spTree>
    <p:extLst>
      <p:ext uri="{BB962C8B-B14F-4D97-AF65-F5344CB8AC3E}">
        <p14:creationId xmlns:p14="http://schemas.microsoft.com/office/powerpoint/2010/main" val="27734362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text-5">
            <a:extLst xmlns:a="http://schemas.openxmlformats.org/drawingml/2006/main">
              <a:ext uri="{FF2B5EF4-FFF2-40B4-BE49-F238E27FC236}">
                <a16:creationId xmlns:a16="http://schemas.microsoft.com/office/drawing/2014/main" id="{03C99BEE-457B-458B-B6BB-3E693C78AA6C}"/>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2</a:t>
            </a:r>
          </a:p>
        </p:txBody>
      </p:sp>
      <p:sp>
        <p:nvSpPr>
          <p:cNvPr id="2" name="text-6">
            <a:extLst xmlns:a="http://schemas.openxmlformats.org/drawingml/2006/main">
              <a:ext uri="{FF2B5EF4-FFF2-40B4-BE49-F238E27FC236}">
                <a16:creationId xmlns:a16="http://schemas.microsoft.com/office/drawing/2014/main" id="{9B6016DF-6FAF-41A8-9D59-128E9E3E8F1F}"/>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FPGAチップで周囲の部品を制御する</a:t>
            </a:r>
          </a:p>
        </p:txBody>
      </p:sp>
      <p:sp>
        <p:nvSpPr>
          <p:cNvPr id="3" name="text-7">
            <a:extLst xmlns:a="http://schemas.openxmlformats.org/drawingml/2006/main">
              <a:ext uri="{FF2B5EF4-FFF2-40B4-BE49-F238E27FC236}">
                <a16:creationId xmlns:a16="http://schemas.microsoft.com/office/drawing/2014/main" id="{0E1D80CB-0671-4449-9724-1E0660236BB1}"/>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2</a:t>
            </a:r>
          </a:p>
        </p:txBody>
      </p:sp>
      <p:sp>
        <p:nvSpPr>
          <p:cNvPr id="4" name="text-8">
            <a:extLst xmlns:a="http://schemas.openxmlformats.org/drawingml/2006/main">
              <a:ext uri="{FF2B5EF4-FFF2-40B4-BE49-F238E27FC236}">
                <a16:creationId xmlns:a16="http://schemas.microsoft.com/office/drawing/2014/main" id="{097C96DC-B18B-4B42-A17F-CB5CE063AF27}"/>
              </a:ext>
            </a:extLst>
          </p:cNvPr>
          <p:cNvSpPr>
            <a:spLocks xmlns:a="http://schemas.openxmlformats.org/drawingml/2006/main" noGrp="1"/>
          </p:cNvSpPr>
          <p:nvPr/>
        </p:nvSpPr>
        <p:spPr>
          <a:xfrm xmlns:a="http://schemas.openxmlformats.org/drawingml/2006/main">
            <a:off x="609600" y="11334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SDカードスロットなどは、FPGAボード上に実物として存在する</a:t>
            </a:r>
          </a:p>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それらを制御する回路を、FPGAチップ内に実装できる</a:t>
            </a:r>
          </a:p>
        </p:txBody>
      </p:sp>
      <p:sp>
        <p:nvSpPr>
          <p:cNvPr id="5" name="text-9">
            <a:extLst xmlns:a="http://schemas.openxmlformats.org/drawingml/2006/main">
              <a:ext uri="{FF2B5EF4-FFF2-40B4-BE49-F238E27FC236}">
                <a16:creationId xmlns:a16="http://schemas.microsoft.com/office/drawing/2014/main" id="{D88E5B6A-79B3-4917-A16B-9143475223FD}"/>
              </a:ext>
            </a:extLst>
          </p:cNvPr>
          <p:cNvSpPr>
            <a:spLocks xmlns:a="http://schemas.openxmlformats.org/drawingml/2006/main" noGrp="1"/>
          </p:cNvSpPr>
          <p:nvPr/>
        </p:nvSpPr>
        <p:spPr>
          <a:xfrm xmlns:a="http://schemas.openxmlformats.org/drawingml/2006/main">
            <a:off x="609600" y="2466975"/>
            <a:ext cx="4362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0078BA"/>
                </a:solidFill>
                <a:latin typeface="Yu Gothic"/>
                <a:ea typeface="Yu Gothic"/>
                <a:cs typeface="Yu Gothic"/>
              </a:defRPr>
            </a:defPPr>
            <a:lvl1pPr algn="l">
              <a:defRPr sz="2175" b="1">
                <a:solidFill>
                  <a:srgbClr val="0078BA"/>
                </a:solidFill>
                <a:latin typeface="Yu Gothic"/>
                <a:ea typeface="Yu Gothic"/>
                <a:cs typeface="Yu Gothic"/>
              </a:defRPr>
            </a:lvl1pPr>
            <a:lvl2pPr algn="l">
              <a:defRPr sz="2175" b="1">
                <a:solidFill>
                  <a:srgbClr val="0078BA"/>
                </a:solidFill>
                <a:latin typeface="Yu Gothic"/>
                <a:ea typeface="Yu Gothic"/>
                <a:cs typeface="Yu Gothic"/>
              </a:defRPr>
            </a:lvl2pPr>
            <a:lvl3pPr algn="l">
              <a:defRPr sz="2175" b="1">
                <a:solidFill>
                  <a:srgbClr val="0078BA"/>
                </a:solidFill>
                <a:latin typeface="Yu Gothic"/>
                <a:ea typeface="Yu Gothic"/>
                <a:cs typeface="Yu Gothic"/>
              </a:defRPr>
            </a:lvl3pPr>
            <a:lvl4pPr algn="l">
              <a:defRPr sz="2175" b="1">
                <a:solidFill>
                  <a:srgbClr val="0078BA"/>
                </a:solidFill>
                <a:latin typeface="Yu Gothic"/>
                <a:ea typeface="Yu Gothic"/>
                <a:cs typeface="Yu Gothic"/>
              </a:defRPr>
            </a:lvl4pPr>
            <a:lvl5pPr algn="l">
              <a:defRPr sz="2175" b="1">
                <a:solidFill>
                  <a:srgbClr val="0078BA"/>
                </a:solidFill>
                <a:latin typeface="Yu Gothic"/>
                <a:ea typeface="Yu Gothic"/>
                <a:cs typeface="Yu Gothic"/>
              </a:defRPr>
            </a:lvl5pPr>
            <a:lvl6pPr algn="l">
              <a:defRPr sz="2175" b="1">
                <a:solidFill>
                  <a:srgbClr val="0078BA"/>
                </a:solidFill>
                <a:latin typeface="Yu Gothic"/>
                <a:ea typeface="Yu Gothic"/>
                <a:cs typeface="Yu Gothic"/>
              </a:defRPr>
            </a:lvl6pPr>
            <a:lvl7pPr algn="l">
              <a:defRPr sz="2175" b="1">
                <a:solidFill>
                  <a:srgbClr val="0078BA"/>
                </a:solidFill>
                <a:latin typeface="Yu Gothic"/>
                <a:ea typeface="Yu Gothic"/>
                <a:cs typeface="Yu Gothic"/>
              </a:defRPr>
            </a:lvl7pPr>
            <a:lvl8pPr algn="l">
              <a:defRPr sz="2175" b="1">
                <a:solidFill>
                  <a:srgbClr val="0078BA"/>
                </a:solidFill>
                <a:latin typeface="Yu Gothic"/>
                <a:ea typeface="Yu Gothic"/>
                <a:cs typeface="Yu Gothic"/>
              </a:defRPr>
            </a:lvl8pPr>
            <a:lvl9pPr algn="l">
              <a:defRPr sz="2175" b="1">
                <a:solidFill>
                  <a:srgbClr val="0078BA"/>
                </a:solidFill>
                <a:latin typeface="Yu Gothic"/>
                <a:ea typeface="Yu Gothic"/>
                <a:cs typeface="Yu Gothic"/>
              </a:defRPr>
            </a:lvl9pPr>
          </a:lstStyle>
          <a:p xmlns:a="http://schemas.openxmlformats.org/drawingml/2006/main">
            <a:pPr algn="l">
              <a:defRPr sz="2175" b="1">
                <a:solidFill>
                  <a:srgbClr val="0078BA"/>
                </a:solidFill>
                <a:latin typeface="Yu Gothic"/>
                <a:ea typeface="Yu Gothic"/>
                <a:cs typeface="Yu Gothic"/>
              </a:defRPr>
            </a:pPr>
            <a:r>
              <a:rPr sz="2175" b="1">
                <a:solidFill>
                  <a:srgbClr val="0078BA"/>
                </a:solidFill>
                <a:latin typeface="Yu Gothic"/>
                <a:ea typeface="Yu Gothic"/>
                <a:cs typeface="Yu Gothic"/>
              </a:rPr>
              <a:t>回路をコードで記述</a:t>
            </a:r>
          </a:p>
        </p:txBody>
      </p:sp>
      <p:sp>
        <p:nvSpPr>
          <p:cNvPr id="6" name="implementation-hdl">
            <a:extLst xmlns:a="http://schemas.openxmlformats.org/drawingml/2006/main">
              <a:ext uri="{FF2B5EF4-FFF2-40B4-BE49-F238E27FC236}">
                <a16:creationId xmlns:a16="http://schemas.microsoft.com/office/drawing/2014/main" id="{B402B1B9-A00D-4CFB-A978-F22E0D85EDAB}"/>
              </a:ext>
            </a:extLst>
          </p:cNvPr>
          <p:cNvSpPr>
            <a:spLocks xmlns:a="http://schemas.openxmlformats.org/drawingml/2006/main" noGrp="1"/>
          </p:cNvSpPr>
          <p:nvPr/>
        </p:nvSpPr>
        <p:spPr>
          <a:xfrm xmlns:a="http://schemas.openxmlformats.org/drawingml/2006/main">
            <a:off x="609600" y="3105150"/>
            <a:ext cx="4457700" cy="1457325"/>
          </a:xfrm>
          <a:prstGeom xmlns:a="http://schemas.openxmlformats.org/drawingml/2006/main" prst="rect">
            <a:avLst/>
          </a:prstGeom>
          <a:solidFill xmlns:a="http://schemas.openxmlformats.org/drawingml/2006/main">
            <a:srgbClr val="F5F7FB"/>
          </a:solidFill>
          <a:ln xmlns:a="http://schemas.openxmlformats.org/drawingml/2006/main" w="20955">
            <a:solidFill>
              <a:srgbClr val="231F20"/>
            </a:solidFill>
          </a:ln>
        </p:spPr>
      </p:sp>
      <p:sp>
        <p:nvSpPr>
          <p:cNvPr id="7" name="implementation-code-0">
            <a:extLst xmlns:a="http://schemas.openxmlformats.org/drawingml/2006/main">
              <a:ext uri="{FF2B5EF4-FFF2-40B4-BE49-F238E27FC236}">
                <a16:creationId xmlns:a16="http://schemas.microsoft.com/office/drawing/2014/main" id="{62A0D729-DBB5-4649-90D7-EDCF43A68BCD}"/>
              </a:ext>
            </a:extLst>
          </p:cNvPr>
          <p:cNvSpPr>
            <a:spLocks xmlns:a="http://schemas.openxmlformats.org/drawingml/2006/main" noGrp="1"/>
          </p:cNvSpPr>
          <p:nvPr/>
        </p:nvSpPr>
        <p:spPr>
          <a:xfrm xmlns:a="http://schemas.openxmlformats.org/drawingml/2006/main">
            <a:off x="752475" y="3248025"/>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module example(input logic a, b,</a:t>
            </a:r>
          </a:p>
        </p:txBody>
      </p:sp>
      <p:sp>
        <p:nvSpPr>
          <p:cNvPr id="8" name="implementation-code-1">
            <a:extLst xmlns:a="http://schemas.openxmlformats.org/drawingml/2006/main">
              <a:ext uri="{FF2B5EF4-FFF2-40B4-BE49-F238E27FC236}">
                <a16:creationId xmlns:a16="http://schemas.microsoft.com/office/drawing/2014/main" id="{18260143-CCD2-4554-BEE0-38356C971970}"/>
              </a:ext>
            </a:extLst>
          </p:cNvPr>
          <p:cNvSpPr>
            <a:spLocks xmlns:a="http://schemas.openxmlformats.org/drawingml/2006/main" noGrp="1"/>
          </p:cNvSpPr>
          <p:nvPr/>
        </p:nvSpPr>
        <p:spPr>
          <a:xfrm xmlns:a="http://schemas.openxmlformats.org/drawingml/2006/main">
            <a:off x="752475" y="3524250"/>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               output logic y);</a:t>
            </a:r>
          </a:p>
        </p:txBody>
      </p:sp>
      <p:sp>
        <p:nvSpPr>
          <p:cNvPr id="9" name="implementation-code-2">
            <a:extLst xmlns:a="http://schemas.openxmlformats.org/drawingml/2006/main">
              <a:ext uri="{FF2B5EF4-FFF2-40B4-BE49-F238E27FC236}">
                <a16:creationId xmlns:a16="http://schemas.microsoft.com/office/drawing/2014/main" id="{0BB93757-C5B6-495C-9699-D2422AA6A70B}"/>
              </a:ext>
            </a:extLst>
          </p:cNvPr>
          <p:cNvSpPr>
            <a:spLocks xmlns:a="http://schemas.openxmlformats.org/drawingml/2006/main" noGrp="1"/>
          </p:cNvSpPr>
          <p:nvPr/>
        </p:nvSpPr>
        <p:spPr>
          <a:xfrm xmlns:a="http://schemas.openxmlformats.org/drawingml/2006/main">
            <a:off x="752475" y="3800475"/>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1572C3"/>
                </a:solidFill>
                <a:latin typeface="Consolas"/>
                <a:ea typeface="Consolas"/>
                <a:cs typeface="Consolas"/>
              </a:defRPr>
            </a:defPPr>
            <a:lvl1pPr algn="l">
              <a:defRPr sz="1500" b="0">
                <a:solidFill>
                  <a:srgbClr val="1572C3"/>
                </a:solidFill>
                <a:latin typeface="Consolas"/>
                <a:ea typeface="Consolas"/>
                <a:cs typeface="Consolas"/>
              </a:defRPr>
            </a:lvl1pPr>
            <a:lvl2pPr algn="l">
              <a:defRPr sz="1500" b="0">
                <a:solidFill>
                  <a:srgbClr val="1572C3"/>
                </a:solidFill>
                <a:latin typeface="Consolas"/>
                <a:ea typeface="Consolas"/>
                <a:cs typeface="Consolas"/>
              </a:defRPr>
            </a:lvl2pPr>
            <a:lvl3pPr algn="l">
              <a:defRPr sz="1500" b="0">
                <a:solidFill>
                  <a:srgbClr val="1572C3"/>
                </a:solidFill>
                <a:latin typeface="Consolas"/>
                <a:ea typeface="Consolas"/>
                <a:cs typeface="Consolas"/>
              </a:defRPr>
            </a:lvl3pPr>
            <a:lvl4pPr algn="l">
              <a:defRPr sz="1500" b="0">
                <a:solidFill>
                  <a:srgbClr val="1572C3"/>
                </a:solidFill>
                <a:latin typeface="Consolas"/>
                <a:ea typeface="Consolas"/>
                <a:cs typeface="Consolas"/>
              </a:defRPr>
            </a:lvl4pPr>
            <a:lvl5pPr algn="l">
              <a:defRPr sz="1500" b="0">
                <a:solidFill>
                  <a:srgbClr val="1572C3"/>
                </a:solidFill>
                <a:latin typeface="Consolas"/>
                <a:ea typeface="Consolas"/>
                <a:cs typeface="Consolas"/>
              </a:defRPr>
            </a:lvl5pPr>
            <a:lvl6pPr algn="l">
              <a:defRPr sz="1500" b="0">
                <a:solidFill>
                  <a:srgbClr val="1572C3"/>
                </a:solidFill>
                <a:latin typeface="Consolas"/>
                <a:ea typeface="Consolas"/>
                <a:cs typeface="Consolas"/>
              </a:defRPr>
            </a:lvl6pPr>
            <a:lvl7pPr algn="l">
              <a:defRPr sz="1500" b="0">
                <a:solidFill>
                  <a:srgbClr val="1572C3"/>
                </a:solidFill>
                <a:latin typeface="Consolas"/>
                <a:ea typeface="Consolas"/>
                <a:cs typeface="Consolas"/>
              </a:defRPr>
            </a:lvl7pPr>
            <a:lvl8pPr algn="l">
              <a:defRPr sz="1500" b="0">
                <a:solidFill>
                  <a:srgbClr val="1572C3"/>
                </a:solidFill>
                <a:latin typeface="Consolas"/>
                <a:ea typeface="Consolas"/>
                <a:cs typeface="Consolas"/>
              </a:defRPr>
            </a:lvl8pPr>
            <a:lvl9pPr algn="l">
              <a:defRPr sz="1500" b="0">
                <a:solidFill>
                  <a:srgbClr val="1572C3"/>
                </a:solidFill>
                <a:latin typeface="Consolas"/>
                <a:ea typeface="Consolas"/>
                <a:cs typeface="Consolas"/>
              </a:defRPr>
            </a:lvl9pPr>
          </a:lstStyle>
          <a:p xmlns:a="http://schemas.openxmlformats.org/drawingml/2006/main">
            <a:pPr algn="l">
              <a:defRPr sz="1500" b="0">
                <a:solidFill>
                  <a:srgbClr val="1572C3"/>
                </a:solidFill>
                <a:latin typeface="Consolas"/>
                <a:ea typeface="Consolas"/>
                <a:cs typeface="Consolas"/>
              </a:defRPr>
            </a:pPr>
            <a:r>
              <a:rPr sz="1500" b="0">
                <a:solidFill>
                  <a:srgbClr val="1572C3"/>
                </a:solidFill>
                <a:latin typeface="Consolas"/>
                <a:ea typeface="Consolas"/>
                <a:cs typeface="Consolas"/>
              </a:rPr>
              <a:t>  assign y = a &amp; b;</a:t>
            </a:r>
          </a:p>
        </p:txBody>
      </p:sp>
      <p:sp>
        <p:nvSpPr>
          <p:cNvPr id="10" name="implementation-code-3">
            <a:extLst xmlns:a="http://schemas.openxmlformats.org/drawingml/2006/main">
              <a:ext uri="{FF2B5EF4-FFF2-40B4-BE49-F238E27FC236}">
                <a16:creationId xmlns:a16="http://schemas.microsoft.com/office/drawing/2014/main" id="{050B2DDC-6D22-4673-9A8F-EB3940E322D2}"/>
              </a:ext>
            </a:extLst>
          </p:cNvPr>
          <p:cNvSpPr>
            <a:spLocks xmlns:a="http://schemas.openxmlformats.org/drawingml/2006/main" noGrp="1"/>
          </p:cNvSpPr>
          <p:nvPr/>
        </p:nvSpPr>
        <p:spPr>
          <a:xfrm xmlns:a="http://schemas.openxmlformats.org/drawingml/2006/main">
            <a:off x="752475" y="4076700"/>
            <a:ext cx="4171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lstStyle xmlns:a="http://schemas.openxmlformats.org/drawingml/2006/main">
            <a:defPPr algn="l">
              <a:defRPr sz="1500" b="0">
                <a:solidFill>
                  <a:srgbClr val="231F20"/>
                </a:solidFill>
                <a:latin typeface="Consolas"/>
                <a:ea typeface="Consolas"/>
                <a:cs typeface="Consolas"/>
              </a:defRPr>
            </a:defPPr>
            <a:lvl1pPr algn="l">
              <a:defRPr sz="1500" b="0">
                <a:solidFill>
                  <a:srgbClr val="231F20"/>
                </a:solidFill>
                <a:latin typeface="Consolas"/>
                <a:ea typeface="Consolas"/>
                <a:cs typeface="Consolas"/>
              </a:defRPr>
            </a:lvl1pPr>
            <a:lvl2pPr algn="l">
              <a:defRPr sz="1500" b="0">
                <a:solidFill>
                  <a:srgbClr val="231F20"/>
                </a:solidFill>
                <a:latin typeface="Consolas"/>
                <a:ea typeface="Consolas"/>
                <a:cs typeface="Consolas"/>
              </a:defRPr>
            </a:lvl2pPr>
            <a:lvl3pPr algn="l">
              <a:defRPr sz="1500" b="0">
                <a:solidFill>
                  <a:srgbClr val="231F20"/>
                </a:solidFill>
                <a:latin typeface="Consolas"/>
                <a:ea typeface="Consolas"/>
                <a:cs typeface="Consolas"/>
              </a:defRPr>
            </a:lvl3pPr>
            <a:lvl4pPr algn="l">
              <a:defRPr sz="1500" b="0">
                <a:solidFill>
                  <a:srgbClr val="231F20"/>
                </a:solidFill>
                <a:latin typeface="Consolas"/>
                <a:ea typeface="Consolas"/>
                <a:cs typeface="Consolas"/>
              </a:defRPr>
            </a:lvl4pPr>
            <a:lvl5pPr algn="l">
              <a:defRPr sz="1500" b="0">
                <a:solidFill>
                  <a:srgbClr val="231F20"/>
                </a:solidFill>
                <a:latin typeface="Consolas"/>
                <a:ea typeface="Consolas"/>
                <a:cs typeface="Consolas"/>
              </a:defRPr>
            </a:lvl5pPr>
            <a:lvl6pPr algn="l">
              <a:defRPr sz="1500" b="0">
                <a:solidFill>
                  <a:srgbClr val="231F20"/>
                </a:solidFill>
                <a:latin typeface="Consolas"/>
                <a:ea typeface="Consolas"/>
                <a:cs typeface="Consolas"/>
              </a:defRPr>
            </a:lvl6pPr>
            <a:lvl7pPr algn="l">
              <a:defRPr sz="1500" b="0">
                <a:solidFill>
                  <a:srgbClr val="231F20"/>
                </a:solidFill>
                <a:latin typeface="Consolas"/>
                <a:ea typeface="Consolas"/>
                <a:cs typeface="Consolas"/>
              </a:defRPr>
            </a:lvl7pPr>
            <a:lvl8pPr algn="l">
              <a:defRPr sz="1500" b="0">
                <a:solidFill>
                  <a:srgbClr val="231F20"/>
                </a:solidFill>
                <a:latin typeface="Consolas"/>
                <a:ea typeface="Consolas"/>
                <a:cs typeface="Consolas"/>
              </a:defRPr>
            </a:lvl8pPr>
            <a:lvl9pPr algn="l">
              <a:defRPr sz="1500" b="0">
                <a:solidFill>
                  <a:srgbClr val="231F20"/>
                </a:solidFill>
                <a:latin typeface="Consolas"/>
                <a:ea typeface="Consolas"/>
                <a:cs typeface="Consolas"/>
              </a:defRPr>
            </a:lvl9pPr>
          </a:lstStyle>
          <a:p xmlns:a="http://schemas.openxmlformats.org/drawingml/2006/main">
            <a:pPr algn="l">
              <a:defRPr sz="1500" b="0">
                <a:solidFill>
                  <a:srgbClr val="231F20"/>
                </a:solidFill>
                <a:latin typeface="Consolas"/>
                <a:ea typeface="Consolas"/>
                <a:cs typeface="Consolas"/>
              </a:defRPr>
            </a:pPr>
            <a:r>
              <a:rPr sz="1500" b="0">
                <a:solidFill>
                  <a:srgbClr val="231F20"/>
                </a:solidFill>
                <a:latin typeface="Consolas"/>
                <a:ea typeface="Consolas"/>
                <a:cs typeface="Consolas"/>
              </a:rPr>
              <a:t>endmodule</a:t>
            </a:r>
          </a:p>
        </p:txBody>
      </p:sp>
      <p:sp>
        <p:nvSpPr>
          <p:cNvPr id="11" name="text-15">
            <a:extLst xmlns:a="http://schemas.openxmlformats.org/drawingml/2006/main">
              <a:ext uri="{FF2B5EF4-FFF2-40B4-BE49-F238E27FC236}">
                <a16:creationId xmlns:a16="http://schemas.microsoft.com/office/drawing/2014/main" id="{0AD9F12D-5CE7-4C9D-9792-F69ACAF60A2E}"/>
              </a:ext>
            </a:extLst>
          </p:cNvPr>
          <p:cNvSpPr>
            <a:spLocks xmlns:a="http://schemas.openxmlformats.org/drawingml/2006/main" noGrp="1"/>
          </p:cNvSpPr>
          <p:nvPr/>
        </p:nvSpPr>
        <p:spPr>
          <a:xfrm xmlns:a="http://schemas.openxmlformats.org/drawingml/2006/main">
            <a:off x="609600" y="4695825"/>
            <a:ext cx="4457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論理回路の記述例</a:t>
            </a:r>
          </a:p>
        </p:txBody>
      </p:sp>
      <p:sp>
        <p:nvSpPr>
          <p:cNvPr id="12" name="implementation-board">
            <a:extLst xmlns:a="http://schemas.openxmlformats.org/drawingml/2006/main">
              <a:ext uri="{FF2B5EF4-FFF2-40B4-BE49-F238E27FC236}">
                <a16:creationId xmlns:a16="http://schemas.microsoft.com/office/drawing/2014/main" id="{D900B04B-0D2F-45B4-8DB3-357F2435D560}"/>
              </a:ext>
            </a:extLst>
          </p:cNvPr>
          <p:cNvSpPr>
            <a:spLocks xmlns:a="http://schemas.openxmlformats.org/drawingml/2006/main" noGrp="1"/>
          </p:cNvSpPr>
          <p:nvPr/>
        </p:nvSpPr>
        <p:spPr>
          <a:xfrm xmlns:a="http://schemas.openxmlformats.org/drawingml/2006/main">
            <a:off x="6076950" y="2305050"/>
            <a:ext cx="5505450" cy="29337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13" name="text-17">
            <a:extLst xmlns:a="http://schemas.openxmlformats.org/drawingml/2006/main">
              <a:ext uri="{FF2B5EF4-FFF2-40B4-BE49-F238E27FC236}">
                <a16:creationId xmlns:a16="http://schemas.microsoft.com/office/drawing/2014/main" id="{A5BCA569-F941-4FFC-89A4-841F0BD7862B}"/>
              </a:ext>
            </a:extLst>
          </p:cNvPr>
          <p:cNvSpPr>
            <a:spLocks xmlns:a="http://schemas.openxmlformats.org/drawingml/2006/main" noGrp="1"/>
          </p:cNvSpPr>
          <p:nvPr/>
        </p:nvSpPr>
        <p:spPr>
          <a:xfrm xmlns:a="http://schemas.openxmlformats.org/drawingml/2006/main">
            <a:off x="6229350" y="2390775"/>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FPGAボード</a:t>
            </a:r>
          </a:p>
        </p:txBody>
      </p:sp>
      <p:sp>
        <p:nvSpPr>
          <p:cNvPr id="14" name="implementation-chip">
            <a:extLst xmlns:a="http://schemas.openxmlformats.org/drawingml/2006/main">
              <a:ext uri="{FF2B5EF4-FFF2-40B4-BE49-F238E27FC236}">
                <a16:creationId xmlns:a16="http://schemas.microsoft.com/office/drawing/2014/main" id="{4465E877-3598-4764-86F3-CB294BE3B286}"/>
              </a:ext>
            </a:extLst>
          </p:cNvPr>
          <p:cNvSpPr>
            <a:spLocks xmlns:a="http://schemas.openxmlformats.org/drawingml/2006/main" noGrp="1"/>
          </p:cNvSpPr>
          <p:nvPr/>
        </p:nvSpPr>
        <p:spPr>
          <a:xfrm xmlns:a="http://schemas.openxmlformats.org/drawingml/2006/main">
            <a:off x="6248400" y="2790825"/>
            <a:ext cx="3333750" cy="227647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15" name="text-19">
            <a:extLst xmlns:a="http://schemas.openxmlformats.org/drawingml/2006/main">
              <a:ext uri="{FF2B5EF4-FFF2-40B4-BE49-F238E27FC236}">
                <a16:creationId xmlns:a16="http://schemas.microsoft.com/office/drawing/2014/main" id="{17D0C145-31CB-4F4A-BD87-F2BF248D5FC2}"/>
              </a:ext>
            </a:extLst>
          </p:cNvPr>
          <p:cNvSpPr>
            <a:spLocks xmlns:a="http://schemas.openxmlformats.org/drawingml/2006/main" noGrp="1"/>
          </p:cNvSpPr>
          <p:nvPr/>
        </p:nvSpPr>
        <p:spPr>
          <a:xfrm xmlns:a="http://schemas.openxmlformats.org/drawingml/2006/main">
            <a:off x="6372225" y="291465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FPGAチップ</a:t>
            </a:r>
          </a:p>
        </p:txBody>
      </p:sp>
      <p:sp>
        <p:nvSpPr>
          <p:cNvPr id="16" name="implementation-and-gate">
            <a:extLst xmlns:a="http://schemas.openxmlformats.org/drawingml/2006/main">
              <a:ext uri="{FF2B5EF4-FFF2-40B4-BE49-F238E27FC236}">
                <a16:creationId xmlns:a16="http://schemas.microsoft.com/office/drawing/2014/main" id="{1EFD8DF0-64C7-464F-9DCE-B010DB43C27A}"/>
              </a:ext>
            </a:extLst>
          </p:cNvPr>
          <p:cNvSpPr>
            <a:spLocks xmlns:a="http://schemas.openxmlformats.org/drawingml/2006/main" noGrp="1"/>
          </p:cNvSpPr>
          <p:nvPr/>
        </p:nvSpPr>
        <p:spPr>
          <a:xfrm xmlns:a="http://schemas.openxmlformats.org/drawingml/2006/main">
            <a:off x="7010400" y="3571875"/>
            <a:ext cx="685800" cy="742950"/>
          </a:xfrm>
          <a:custGeom xmlns:a="http://schemas.openxmlformats.org/drawingml/2006/main">
            <a:pathLst>
              <a:path w="685800" h="742950">
                <a:moveTo>
                  <a:pt x="0" y="0"/>
                </a:moveTo>
                <a:lnTo>
                  <a:pt x="314325" y="0"/>
                </a:lnTo>
                <a:lnTo>
                  <a:pt x="386796" y="7138"/>
                </a:lnTo>
                <a:lnTo>
                  <a:pt x="456482" y="28277"/>
                </a:lnTo>
                <a:lnTo>
                  <a:pt x="520705" y="62605"/>
                </a:lnTo>
                <a:lnTo>
                  <a:pt x="576997" y="108803"/>
                </a:lnTo>
                <a:lnTo>
                  <a:pt x="623195" y="165095"/>
                </a:lnTo>
                <a:lnTo>
                  <a:pt x="657523" y="229318"/>
                </a:lnTo>
                <a:lnTo>
                  <a:pt x="678662" y="299004"/>
                </a:lnTo>
                <a:lnTo>
                  <a:pt x="685800" y="371475"/>
                </a:lnTo>
                <a:lnTo>
                  <a:pt x="678662" y="443946"/>
                </a:lnTo>
                <a:lnTo>
                  <a:pt x="657523" y="513632"/>
                </a:lnTo>
                <a:lnTo>
                  <a:pt x="623195" y="577855"/>
                </a:lnTo>
                <a:lnTo>
                  <a:pt x="576997" y="634147"/>
                </a:lnTo>
                <a:lnTo>
                  <a:pt x="520705" y="680345"/>
                </a:lnTo>
                <a:lnTo>
                  <a:pt x="456482" y="714673"/>
                </a:lnTo>
                <a:lnTo>
                  <a:pt x="386796" y="735812"/>
                </a:lnTo>
                <a:lnTo>
                  <a:pt x="314325" y="742950"/>
                </a:lnTo>
                <a:lnTo>
                  <a:pt x="0" y="742950"/>
                </a:lnTo>
                <a:close/>
              </a:path>
            </a:pathLst>
          </a:custGeom>
          <a:solidFill xmlns:a="http://schemas.openxmlformats.org/drawingml/2006/main">
            <a:srgbClr val="FFFFFF"/>
          </a:solidFill>
          <a:ln xmlns:a="http://schemas.openxmlformats.org/drawingml/2006/main" w="20955">
            <a:solidFill>
              <a:srgbClr val="231F20"/>
            </a:solidFill>
          </a:ln>
        </p:spPr>
      </p:sp>
      <p:sp>
        <p:nvSpPr>
          <p:cNvPr id="17" name="wire-21">
            <a:extLst xmlns:a="http://schemas.openxmlformats.org/drawingml/2006/main">
              <a:ext uri="{FF2B5EF4-FFF2-40B4-BE49-F238E27FC236}">
                <a16:creationId xmlns:a16="http://schemas.microsoft.com/office/drawing/2014/main" id="{5B6F67B7-A8F2-4124-A532-BFFEA0E61B8F}"/>
              </a:ext>
            </a:extLst>
          </p:cNvPr>
          <p:cNvSpPr>
            <a:spLocks xmlns:a="http://schemas.openxmlformats.org/drawingml/2006/main" noGrp="1"/>
          </p:cNvSpPr>
          <p:nvPr/>
        </p:nvSpPr>
        <p:spPr>
          <a:xfrm xmlns:a="http://schemas.openxmlformats.org/drawingml/2006/main">
            <a:off x="6619875" y="3762375"/>
            <a:ext cx="390525" cy="9525"/>
          </a:xfrm>
          <a:custGeom xmlns:a="http://schemas.openxmlformats.org/drawingml/2006/main">
            <a:pathLst>
              <a:path w="390525" h="9525">
                <a:moveTo>
                  <a:pt x="0" y="0"/>
                </a:moveTo>
                <a:lnTo>
                  <a:pt x="390525" y="0"/>
                </a:lnTo>
              </a:path>
            </a:pathLst>
          </a:custGeom>
          <a:noFill xmlns:a="http://schemas.openxmlformats.org/drawingml/2006/main"/>
          <a:ln xmlns:a="http://schemas.openxmlformats.org/drawingml/2006/main" w="22860">
            <a:solidFill>
              <a:srgbClr val="231F20"/>
            </a:solidFill>
          </a:ln>
        </p:spPr>
      </p:sp>
      <p:sp>
        <p:nvSpPr>
          <p:cNvPr id="18" name="wire-22">
            <a:extLst xmlns:a="http://schemas.openxmlformats.org/drawingml/2006/main">
              <a:ext uri="{FF2B5EF4-FFF2-40B4-BE49-F238E27FC236}">
                <a16:creationId xmlns:a16="http://schemas.microsoft.com/office/drawing/2014/main" id="{52240C06-FD1E-4926-B69C-93FD4330AD3A}"/>
              </a:ext>
            </a:extLst>
          </p:cNvPr>
          <p:cNvSpPr>
            <a:spLocks xmlns:a="http://schemas.openxmlformats.org/drawingml/2006/main" noGrp="1"/>
          </p:cNvSpPr>
          <p:nvPr/>
        </p:nvSpPr>
        <p:spPr>
          <a:xfrm xmlns:a="http://schemas.openxmlformats.org/drawingml/2006/main">
            <a:off x="6619875" y="4124325"/>
            <a:ext cx="390525" cy="9525"/>
          </a:xfrm>
          <a:custGeom xmlns:a="http://schemas.openxmlformats.org/drawingml/2006/main">
            <a:pathLst>
              <a:path w="390525" h="9525">
                <a:moveTo>
                  <a:pt x="0" y="0"/>
                </a:moveTo>
                <a:lnTo>
                  <a:pt x="390525" y="0"/>
                </a:lnTo>
              </a:path>
            </a:pathLst>
          </a:custGeom>
          <a:noFill xmlns:a="http://schemas.openxmlformats.org/drawingml/2006/main"/>
          <a:ln xmlns:a="http://schemas.openxmlformats.org/drawingml/2006/main" w="22860">
            <a:solidFill>
              <a:srgbClr val="231F20"/>
            </a:solidFill>
          </a:ln>
        </p:spPr>
      </p:sp>
      <p:sp>
        <p:nvSpPr>
          <p:cNvPr id="19" name="wire-23">
            <a:extLst xmlns:a="http://schemas.openxmlformats.org/drawingml/2006/main">
              <a:ext uri="{FF2B5EF4-FFF2-40B4-BE49-F238E27FC236}">
                <a16:creationId xmlns:a16="http://schemas.microsoft.com/office/drawing/2014/main" id="{FF834A79-1DC6-4573-84E6-842AD4FC71C0}"/>
              </a:ext>
            </a:extLst>
          </p:cNvPr>
          <p:cNvSpPr>
            <a:spLocks xmlns:a="http://schemas.openxmlformats.org/drawingml/2006/main" noGrp="1"/>
          </p:cNvSpPr>
          <p:nvPr/>
        </p:nvSpPr>
        <p:spPr>
          <a:xfrm xmlns:a="http://schemas.openxmlformats.org/drawingml/2006/main">
            <a:off x="7696200" y="3943350"/>
            <a:ext cx="1266825" cy="9525"/>
          </a:xfrm>
          <a:custGeom xmlns:a="http://schemas.openxmlformats.org/drawingml/2006/main">
            <a:pathLst>
              <a:path w="1266825" h="9525">
                <a:moveTo>
                  <a:pt x="0" y="0"/>
                </a:moveTo>
                <a:lnTo>
                  <a:pt x="1266825" y="0"/>
                </a:lnTo>
              </a:path>
            </a:pathLst>
          </a:custGeom>
          <a:noFill xmlns:a="http://schemas.openxmlformats.org/drawingml/2006/main"/>
          <a:ln xmlns:a="http://schemas.openxmlformats.org/drawingml/2006/main" w="22860">
            <a:solidFill>
              <a:srgbClr val="231F20"/>
            </a:solidFill>
          </a:ln>
        </p:spPr>
      </p:sp>
      <p:sp>
        <p:nvSpPr>
          <p:cNvPr id="20" name="circuit-24">
            <a:extLst xmlns:a="http://schemas.openxmlformats.org/drawingml/2006/main">
              <a:ext uri="{FF2B5EF4-FFF2-40B4-BE49-F238E27FC236}">
                <a16:creationId xmlns:a16="http://schemas.microsoft.com/office/drawing/2014/main" id="{A89691B3-8342-4582-8ED5-07DBFD904192}"/>
              </a:ext>
            </a:extLst>
          </p:cNvPr>
          <p:cNvSpPr>
            <a:spLocks xmlns:a="http://schemas.openxmlformats.org/drawingml/2006/main" noGrp="1"/>
          </p:cNvSpPr>
          <p:nvPr/>
        </p:nvSpPr>
        <p:spPr>
          <a:xfrm xmlns:a="http://schemas.openxmlformats.org/drawingml/2006/main">
            <a:off x="8886825" y="39119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21" name="text-25">
            <a:extLst xmlns:a="http://schemas.openxmlformats.org/drawingml/2006/main">
              <a:ext uri="{FF2B5EF4-FFF2-40B4-BE49-F238E27FC236}">
                <a16:creationId xmlns:a16="http://schemas.microsoft.com/office/drawing/2014/main" id="{C342C20E-9F49-4760-81F0-0EE9299E94E7}"/>
              </a:ext>
            </a:extLst>
          </p:cNvPr>
          <p:cNvSpPr>
            <a:spLocks xmlns:a="http://schemas.openxmlformats.org/drawingml/2006/main" noGrp="1"/>
          </p:cNvSpPr>
          <p:nvPr/>
        </p:nvSpPr>
        <p:spPr>
          <a:xfrm xmlns:a="http://schemas.openxmlformats.org/drawingml/2006/main">
            <a:off x="6391275" y="3600450"/>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Arial"/>
                <a:ea typeface="Arial"/>
                <a:cs typeface="Arial"/>
              </a:defRPr>
            </a:defPPr>
            <a:lvl1pPr algn="l">
              <a:defRPr sz="1875" b="1">
                <a:solidFill>
                  <a:srgbClr val="231F20"/>
                </a:solidFill>
                <a:latin typeface="Arial"/>
                <a:ea typeface="Arial"/>
                <a:cs typeface="Arial"/>
              </a:defRPr>
            </a:lvl1pPr>
            <a:lvl2pPr algn="l">
              <a:defRPr sz="1875" b="1">
                <a:solidFill>
                  <a:srgbClr val="231F20"/>
                </a:solidFill>
                <a:latin typeface="Arial"/>
                <a:ea typeface="Arial"/>
                <a:cs typeface="Arial"/>
              </a:defRPr>
            </a:lvl2pPr>
            <a:lvl3pPr algn="l">
              <a:defRPr sz="1875" b="1">
                <a:solidFill>
                  <a:srgbClr val="231F20"/>
                </a:solidFill>
                <a:latin typeface="Arial"/>
                <a:ea typeface="Arial"/>
                <a:cs typeface="Arial"/>
              </a:defRPr>
            </a:lvl3pPr>
            <a:lvl4pPr algn="l">
              <a:defRPr sz="1875" b="1">
                <a:solidFill>
                  <a:srgbClr val="231F20"/>
                </a:solidFill>
                <a:latin typeface="Arial"/>
                <a:ea typeface="Arial"/>
                <a:cs typeface="Arial"/>
              </a:defRPr>
            </a:lvl4pPr>
            <a:lvl5pPr algn="l">
              <a:defRPr sz="1875" b="1">
                <a:solidFill>
                  <a:srgbClr val="231F20"/>
                </a:solidFill>
                <a:latin typeface="Arial"/>
                <a:ea typeface="Arial"/>
                <a:cs typeface="Arial"/>
              </a:defRPr>
            </a:lvl5pPr>
            <a:lvl6pPr algn="l">
              <a:defRPr sz="1875" b="1">
                <a:solidFill>
                  <a:srgbClr val="231F20"/>
                </a:solidFill>
                <a:latin typeface="Arial"/>
                <a:ea typeface="Arial"/>
                <a:cs typeface="Arial"/>
              </a:defRPr>
            </a:lvl6pPr>
            <a:lvl7pPr algn="l">
              <a:defRPr sz="1875" b="1">
                <a:solidFill>
                  <a:srgbClr val="231F20"/>
                </a:solidFill>
                <a:latin typeface="Arial"/>
                <a:ea typeface="Arial"/>
                <a:cs typeface="Arial"/>
              </a:defRPr>
            </a:lvl7pPr>
            <a:lvl8pPr algn="l">
              <a:defRPr sz="1875" b="1">
                <a:solidFill>
                  <a:srgbClr val="231F20"/>
                </a:solidFill>
                <a:latin typeface="Arial"/>
                <a:ea typeface="Arial"/>
                <a:cs typeface="Arial"/>
              </a:defRPr>
            </a:lvl8pPr>
            <a:lvl9pPr algn="l">
              <a:defRPr sz="1875" b="1">
                <a:solidFill>
                  <a:srgbClr val="231F20"/>
                </a:solidFill>
                <a:latin typeface="Arial"/>
                <a:ea typeface="Arial"/>
                <a:cs typeface="Arial"/>
              </a:defRPr>
            </a:lvl9pPr>
          </a:lstStyle>
          <a:p xmlns:a="http://schemas.openxmlformats.org/drawingml/2006/main">
            <a:pPr algn="l">
              <a:defRPr sz="1875" b="1">
                <a:solidFill>
                  <a:srgbClr val="231F20"/>
                </a:solidFill>
                <a:latin typeface="Arial"/>
                <a:ea typeface="Arial"/>
                <a:cs typeface="Arial"/>
              </a:defRPr>
            </a:pPr>
            <a:r>
              <a:rPr sz="1875" b="1">
                <a:solidFill>
                  <a:srgbClr val="231F20"/>
                </a:solidFill>
                <a:latin typeface="Arial"/>
                <a:ea typeface="Arial"/>
                <a:cs typeface="Arial"/>
              </a:rPr>
              <a:t>a</a:t>
            </a:r>
          </a:p>
        </p:txBody>
      </p:sp>
      <p:sp>
        <p:nvSpPr>
          <p:cNvPr id="22" name="text-26">
            <a:extLst xmlns:a="http://schemas.openxmlformats.org/drawingml/2006/main">
              <a:ext uri="{FF2B5EF4-FFF2-40B4-BE49-F238E27FC236}">
                <a16:creationId xmlns:a16="http://schemas.microsoft.com/office/drawing/2014/main" id="{342ECF9F-76C7-4188-BF9A-DAEBB72BD369}"/>
              </a:ext>
            </a:extLst>
          </p:cNvPr>
          <p:cNvSpPr>
            <a:spLocks xmlns:a="http://schemas.openxmlformats.org/drawingml/2006/main" noGrp="1"/>
          </p:cNvSpPr>
          <p:nvPr/>
        </p:nvSpPr>
        <p:spPr>
          <a:xfrm xmlns:a="http://schemas.openxmlformats.org/drawingml/2006/main">
            <a:off x="6391275" y="3981450"/>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Arial"/>
                <a:ea typeface="Arial"/>
                <a:cs typeface="Arial"/>
              </a:defRPr>
            </a:defPPr>
            <a:lvl1pPr algn="l">
              <a:defRPr sz="1875" b="1">
                <a:solidFill>
                  <a:srgbClr val="231F20"/>
                </a:solidFill>
                <a:latin typeface="Arial"/>
                <a:ea typeface="Arial"/>
                <a:cs typeface="Arial"/>
              </a:defRPr>
            </a:lvl1pPr>
            <a:lvl2pPr algn="l">
              <a:defRPr sz="1875" b="1">
                <a:solidFill>
                  <a:srgbClr val="231F20"/>
                </a:solidFill>
                <a:latin typeface="Arial"/>
                <a:ea typeface="Arial"/>
                <a:cs typeface="Arial"/>
              </a:defRPr>
            </a:lvl2pPr>
            <a:lvl3pPr algn="l">
              <a:defRPr sz="1875" b="1">
                <a:solidFill>
                  <a:srgbClr val="231F20"/>
                </a:solidFill>
                <a:latin typeface="Arial"/>
                <a:ea typeface="Arial"/>
                <a:cs typeface="Arial"/>
              </a:defRPr>
            </a:lvl3pPr>
            <a:lvl4pPr algn="l">
              <a:defRPr sz="1875" b="1">
                <a:solidFill>
                  <a:srgbClr val="231F20"/>
                </a:solidFill>
                <a:latin typeface="Arial"/>
                <a:ea typeface="Arial"/>
                <a:cs typeface="Arial"/>
              </a:defRPr>
            </a:lvl4pPr>
            <a:lvl5pPr algn="l">
              <a:defRPr sz="1875" b="1">
                <a:solidFill>
                  <a:srgbClr val="231F20"/>
                </a:solidFill>
                <a:latin typeface="Arial"/>
                <a:ea typeface="Arial"/>
                <a:cs typeface="Arial"/>
              </a:defRPr>
            </a:lvl5pPr>
            <a:lvl6pPr algn="l">
              <a:defRPr sz="1875" b="1">
                <a:solidFill>
                  <a:srgbClr val="231F20"/>
                </a:solidFill>
                <a:latin typeface="Arial"/>
                <a:ea typeface="Arial"/>
                <a:cs typeface="Arial"/>
              </a:defRPr>
            </a:lvl6pPr>
            <a:lvl7pPr algn="l">
              <a:defRPr sz="1875" b="1">
                <a:solidFill>
                  <a:srgbClr val="231F20"/>
                </a:solidFill>
                <a:latin typeface="Arial"/>
                <a:ea typeface="Arial"/>
                <a:cs typeface="Arial"/>
              </a:defRPr>
            </a:lvl7pPr>
            <a:lvl8pPr algn="l">
              <a:defRPr sz="1875" b="1">
                <a:solidFill>
                  <a:srgbClr val="231F20"/>
                </a:solidFill>
                <a:latin typeface="Arial"/>
                <a:ea typeface="Arial"/>
                <a:cs typeface="Arial"/>
              </a:defRPr>
            </a:lvl8pPr>
            <a:lvl9pPr algn="l">
              <a:defRPr sz="1875" b="1">
                <a:solidFill>
                  <a:srgbClr val="231F20"/>
                </a:solidFill>
                <a:latin typeface="Arial"/>
                <a:ea typeface="Arial"/>
                <a:cs typeface="Arial"/>
              </a:defRPr>
            </a:lvl9pPr>
          </a:lstStyle>
          <a:p xmlns:a="http://schemas.openxmlformats.org/drawingml/2006/main">
            <a:pPr algn="l">
              <a:defRPr sz="1875" b="1">
                <a:solidFill>
                  <a:srgbClr val="231F20"/>
                </a:solidFill>
                <a:latin typeface="Arial"/>
                <a:ea typeface="Arial"/>
                <a:cs typeface="Arial"/>
              </a:defRPr>
            </a:pPr>
            <a:r>
              <a:rPr sz="1875" b="1">
                <a:solidFill>
                  <a:srgbClr val="231F20"/>
                </a:solidFill>
                <a:latin typeface="Arial"/>
                <a:ea typeface="Arial"/>
                <a:cs typeface="Arial"/>
              </a:rPr>
              <a:t>b</a:t>
            </a:r>
          </a:p>
        </p:txBody>
      </p:sp>
      <p:sp>
        <p:nvSpPr>
          <p:cNvPr id="23" name="text-27">
            <a:extLst xmlns:a="http://schemas.openxmlformats.org/drawingml/2006/main">
              <a:ext uri="{FF2B5EF4-FFF2-40B4-BE49-F238E27FC236}">
                <a16:creationId xmlns:a16="http://schemas.microsoft.com/office/drawing/2014/main" id="{138DC54E-8918-42BE-9E72-14FC2A0797E6}"/>
              </a:ext>
            </a:extLst>
          </p:cNvPr>
          <p:cNvSpPr>
            <a:spLocks xmlns:a="http://schemas.openxmlformats.org/drawingml/2006/main" noGrp="1"/>
          </p:cNvSpPr>
          <p:nvPr/>
        </p:nvSpPr>
        <p:spPr>
          <a:xfrm xmlns:a="http://schemas.openxmlformats.org/drawingml/2006/main">
            <a:off x="9029700" y="37814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Arial"/>
                <a:ea typeface="Arial"/>
                <a:cs typeface="Arial"/>
              </a:defRPr>
            </a:defPPr>
            <a:lvl1pPr algn="l">
              <a:defRPr sz="1875" b="1">
                <a:solidFill>
                  <a:srgbClr val="231F20"/>
                </a:solidFill>
                <a:latin typeface="Arial"/>
                <a:ea typeface="Arial"/>
                <a:cs typeface="Arial"/>
              </a:defRPr>
            </a:lvl1pPr>
            <a:lvl2pPr algn="l">
              <a:defRPr sz="1875" b="1">
                <a:solidFill>
                  <a:srgbClr val="231F20"/>
                </a:solidFill>
                <a:latin typeface="Arial"/>
                <a:ea typeface="Arial"/>
                <a:cs typeface="Arial"/>
              </a:defRPr>
            </a:lvl2pPr>
            <a:lvl3pPr algn="l">
              <a:defRPr sz="1875" b="1">
                <a:solidFill>
                  <a:srgbClr val="231F20"/>
                </a:solidFill>
                <a:latin typeface="Arial"/>
                <a:ea typeface="Arial"/>
                <a:cs typeface="Arial"/>
              </a:defRPr>
            </a:lvl3pPr>
            <a:lvl4pPr algn="l">
              <a:defRPr sz="1875" b="1">
                <a:solidFill>
                  <a:srgbClr val="231F20"/>
                </a:solidFill>
                <a:latin typeface="Arial"/>
                <a:ea typeface="Arial"/>
                <a:cs typeface="Arial"/>
              </a:defRPr>
            </a:lvl4pPr>
            <a:lvl5pPr algn="l">
              <a:defRPr sz="1875" b="1">
                <a:solidFill>
                  <a:srgbClr val="231F20"/>
                </a:solidFill>
                <a:latin typeface="Arial"/>
                <a:ea typeface="Arial"/>
                <a:cs typeface="Arial"/>
              </a:defRPr>
            </a:lvl5pPr>
            <a:lvl6pPr algn="l">
              <a:defRPr sz="1875" b="1">
                <a:solidFill>
                  <a:srgbClr val="231F20"/>
                </a:solidFill>
                <a:latin typeface="Arial"/>
                <a:ea typeface="Arial"/>
                <a:cs typeface="Arial"/>
              </a:defRPr>
            </a:lvl6pPr>
            <a:lvl7pPr algn="l">
              <a:defRPr sz="1875" b="1">
                <a:solidFill>
                  <a:srgbClr val="231F20"/>
                </a:solidFill>
                <a:latin typeface="Arial"/>
                <a:ea typeface="Arial"/>
                <a:cs typeface="Arial"/>
              </a:defRPr>
            </a:lvl7pPr>
            <a:lvl8pPr algn="l">
              <a:defRPr sz="1875" b="1">
                <a:solidFill>
                  <a:srgbClr val="231F20"/>
                </a:solidFill>
                <a:latin typeface="Arial"/>
                <a:ea typeface="Arial"/>
                <a:cs typeface="Arial"/>
              </a:defRPr>
            </a:lvl8pPr>
            <a:lvl9pPr algn="l">
              <a:defRPr sz="1875" b="1">
                <a:solidFill>
                  <a:srgbClr val="231F20"/>
                </a:solidFill>
                <a:latin typeface="Arial"/>
                <a:ea typeface="Arial"/>
                <a:cs typeface="Arial"/>
              </a:defRPr>
            </a:lvl9pPr>
          </a:lstStyle>
          <a:p xmlns:a="http://schemas.openxmlformats.org/drawingml/2006/main">
            <a:pPr algn="l">
              <a:defRPr sz="1875" b="1">
                <a:solidFill>
                  <a:srgbClr val="231F20"/>
                </a:solidFill>
                <a:latin typeface="Arial"/>
                <a:ea typeface="Arial"/>
                <a:cs typeface="Arial"/>
              </a:defRPr>
            </a:pPr>
            <a:r>
              <a:rPr sz="1875" b="1">
                <a:solidFill>
                  <a:srgbClr val="231F20"/>
                </a:solidFill>
                <a:latin typeface="Arial"/>
                <a:ea typeface="Arial"/>
                <a:cs typeface="Arial"/>
              </a:rPr>
              <a:t>y</a:t>
            </a:r>
          </a:p>
        </p:txBody>
      </p:sp>
      <p:sp>
        <p:nvSpPr>
          <p:cNvPr id="24" name="text-28">
            <a:extLst xmlns:a="http://schemas.openxmlformats.org/drawingml/2006/main">
              <a:ext uri="{FF2B5EF4-FFF2-40B4-BE49-F238E27FC236}">
                <a16:creationId xmlns:a16="http://schemas.microsoft.com/office/drawing/2014/main" id="{159D8E4B-AF7C-48E0-8F0C-209126D07B5A}"/>
              </a:ext>
            </a:extLst>
          </p:cNvPr>
          <p:cNvSpPr>
            <a:spLocks xmlns:a="http://schemas.openxmlformats.org/drawingml/2006/main" noGrp="1"/>
          </p:cNvSpPr>
          <p:nvPr/>
        </p:nvSpPr>
        <p:spPr>
          <a:xfrm xmlns:a="http://schemas.openxmlformats.org/drawingml/2006/main">
            <a:off x="6400800" y="4562475"/>
            <a:ext cx="30289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回路の例（AND）</a:t>
            </a:r>
          </a:p>
        </p:txBody>
      </p:sp>
      <p:sp>
        <p:nvSpPr>
          <p:cNvPr id="25" name="implementation-card">
            <a:extLst xmlns:a="http://schemas.openxmlformats.org/drawingml/2006/main">
              <a:ext uri="{FF2B5EF4-FFF2-40B4-BE49-F238E27FC236}">
                <a16:creationId xmlns:a16="http://schemas.microsoft.com/office/drawing/2014/main" id="{F5786B3D-E3D9-42EA-A28D-37332E94E5F3}"/>
              </a:ext>
            </a:extLst>
          </p:cNvPr>
          <p:cNvSpPr>
            <a:spLocks xmlns:a="http://schemas.openxmlformats.org/drawingml/2006/main" noGrp="1"/>
          </p:cNvSpPr>
          <p:nvPr/>
        </p:nvSpPr>
        <p:spPr>
          <a:xfrm xmlns:a="http://schemas.openxmlformats.org/drawingml/2006/main">
            <a:off x="9915525" y="28956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6" name="text-30">
            <a:extLst xmlns:a="http://schemas.openxmlformats.org/drawingml/2006/main">
              <a:ext uri="{FF2B5EF4-FFF2-40B4-BE49-F238E27FC236}">
                <a16:creationId xmlns:a16="http://schemas.microsoft.com/office/drawing/2014/main" id="{44449234-E000-402B-8B69-406176917BB0}"/>
              </a:ext>
            </a:extLst>
          </p:cNvPr>
          <p:cNvSpPr>
            <a:spLocks xmlns:a="http://schemas.openxmlformats.org/drawingml/2006/main" noGrp="1"/>
          </p:cNvSpPr>
          <p:nvPr/>
        </p:nvSpPr>
        <p:spPr>
          <a:xfrm xmlns:a="http://schemas.openxmlformats.org/drawingml/2006/main">
            <a:off x="9972675" y="29908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SDスロット</a:t>
            </a:r>
          </a:p>
        </p:txBody>
      </p:sp>
      <p:sp>
        <p:nvSpPr>
          <p:cNvPr id="27" name="wire-31">
            <a:extLst xmlns:a="http://schemas.openxmlformats.org/drawingml/2006/main">
              <a:ext uri="{FF2B5EF4-FFF2-40B4-BE49-F238E27FC236}">
                <a16:creationId xmlns:a16="http://schemas.microsoft.com/office/drawing/2014/main" id="{DA98194C-92DC-40C1-9337-1DB822618E56}"/>
              </a:ext>
            </a:extLst>
          </p:cNvPr>
          <p:cNvSpPr>
            <a:spLocks xmlns:a="http://schemas.openxmlformats.org/drawingml/2006/main" noGrp="1"/>
          </p:cNvSpPr>
          <p:nvPr/>
        </p:nvSpPr>
        <p:spPr>
          <a:xfrm xmlns:a="http://schemas.openxmlformats.org/drawingml/2006/main">
            <a:off x="9582150" y="31670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8" name="implementation-memory">
            <a:extLst xmlns:a="http://schemas.openxmlformats.org/drawingml/2006/main">
              <a:ext uri="{FF2B5EF4-FFF2-40B4-BE49-F238E27FC236}">
                <a16:creationId xmlns:a16="http://schemas.microsoft.com/office/drawing/2014/main" id="{EE0E7598-C423-4B83-A044-07A76C2DAD5B}"/>
              </a:ext>
            </a:extLst>
          </p:cNvPr>
          <p:cNvSpPr>
            <a:spLocks xmlns:a="http://schemas.openxmlformats.org/drawingml/2006/main" noGrp="1"/>
          </p:cNvSpPr>
          <p:nvPr/>
        </p:nvSpPr>
        <p:spPr>
          <a:xfrm xmlns:a="http://schemas.openxmlformats.org/drawingml/2006/main">
            <a:off x="9915525" y="36957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9" name="text-33">
            <a:extLst xmlns:a="http://schemas.openxmlformats.org/drawingml/2006/main">
              <a:ext uri="{FF2B5EF4-FFF2-40B4-BE49-F238E27FC236}">
                <a16:creationId xmlns:a16="http://schemas.microsoft.com/office/drawing/2014/main" id="{E76E2714-07EE-47CC-A8CC-4816FB8A7B5F}"/>
              </a:ext>
            </a:extLst>
          </p:cNvPr>
          <p:cNvSpPr>
            <a:spLocks xmlns:a="http://schemas.openxmlformats.org/drawingml/2006/main" noGrp="1"/>
          </p:cNvSpPr>
          <p:nvPr/>
        </p:nvSpPr>
        <p:spPr>
          <a:xfrm xmlns:a="http://schemas.openxmlformats.org/drawingml/2006/main">
            <a:off x="9972675" y="37909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DDR3メモリ</a:t>
            </a:r>
          </a:p>
        </p:txBody>
      </p:sp>
      <p:sp>
        <p:nvSpPr>
          <p:cNvPr id="30" name="wire-34">
            <a:extLst xmlns:a="http://schemas.openxmlformats.org/drawingml/2006/main">
              <a:ext uri="{FF2B5EF4-FFF2-40B4-BE49-F238E27FC236}">
                <a16:creationId xmlns:a16="http://schemas.microsoft.com/office/drawing/2014/main" id="{4BE8CBFA-1DA4-4B35-9448-C9FBB58F49D0}"/>
              </a:ext>
            </a:extLst>
          </p:cNvPr>
          <p:cNvSpPr>
            <a:spLocks xmlns:a="http://schemas.openxmlformats.org/drawingml/2006/main" noGrp="1"/>
          </p:cNvSpPr>
          <p:nvPr/>
        </p:nvSpPr>
        <p:spPr>
          <a:xfrm xmlns:a="http://schemas.openxmlformats.org/drawingml/2006/main">
            <a:off x="9582150" y="39671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31" name="implementation-hdmi">
            <a:extLst xmlns:a="http://schemas.openxmlformats.org/drawingml/2006/main">
              <a:ext uri="{FF2B5EF4-FFF2-40B4-BE49-F238E27FC236}">
                <a16:creationId xmlns:a16="http://schemas.microsoft.com/office/drawing/2014/main" id="{524C99F5-D885-4665-84A8-CFAD5E34F9AE}"/>
              </a:ext>
            </a:extLst>
          </p:cNvPr>
          <p:cNvSpPr>
            <a:spLocks xmlns:a="http://schemas.openxmlformats.org/drawingml/2006/main" noGrp="1"/>
          </p:cNvSpPr>
          <p:nvPr/>
        </p:nvSpPr>
        <p:spPr>
          <a:xfrm xmlns:a="http://schemas.openxmlformats.org/drawingml/2006/main">
            <a:off x="9915525" y="44958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32" name="text-36">
            <a:extLst xmlns:a="http://schemas.openxmlformats.org/drawingml/2006/main">
              <a:ext uri="{FF2B5EF4-FFF2-40B4-BE49-F238E27FC236}">
                <a16:creationId xmlns:a16="http://schemas.microsoft.com/office/drawing/2014/main" id="{1A0E8F7C-1C37-4F89-8411-AF8290FF380C}"/>
              </a:ext>
            </a:extLst>
          </p:cNvPr>
          <p:cNvSpPr>
            <a:spLocks xmlns:a="http://schemas.openxmlformats.org/drawingml/2006/main" noGrp="1"/>
          </p:cNvSpPr>
          <p:nvPr/>
        </p:nvSpPr>
        <p:spPr>
          <a:xfrm xmlns:a="http://schemas.openxmlformats.org/drawingml/2006/main">
            <a:off x="9972675" y="45910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HDMI OUT</a:t>
            </a:r>
          </a:p>
        </p:txBody>
      </p:sp>
      <p:sp>
        <p:nvSpPr>
          <p:cNvPr id="33" name="wire-37">
            <a:extLst xmlns:a="http://schemas.openxmlformats.org/drawingml/2006/main">
              <a:ext uri="{FF2B5EF4-FFF2-40B4-BE49-F238E27FC236}">
                <a16:creationId xmlns:a16="http://schemas.microsoft.com/office/drawing/2014/main" id="{77A2EDD8-5B94-4A5E-B52F-A4110189BA9F}"/>
              </a:ext>
            </a:extLst>
          </p:cNvPr>
          <p:cNvSpPr>
            <a:spLocks xmlns:a="http://schemas.openxmlformats.org/drawingml/2006/main" noGrp="1"/>
          </p:cNvSpPr>
          <p:nvPr/>
        </p:nvSpPr>
        <p:spPr>
          <a:xfrm xmlns:a="http://schemas.openxmlformats.org/drawingml/2006/main">
            <a:off x="9582150" y="47672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34" name="wire-38">
            <a:extLst xmlns:a="http://schemas.openxmlformats.org/drawingml/2006/main">
              <a:ext uri="{FF2B5EF4-FFF2-40B4-BE49-F238E27FC236}">
                <a16:creationId xmlns:a16="http://schemas.microsoft.com/office/drawing/2014/main" id="{C33357DE-6BAE-4833-95A5-ECA134B01E90}"/>
              </a:ext>
            </a:extLst>
          </p:cNvPr>
          <p:cNvSpPr>
            <a:spLocks xmlns:a="http://schemas.openxmlformats.org/drawingml/2006/main" noGrp="1"/>
          </p:cNvSpPr>
          <p:nvPr/>
        </p:nvSpPr>
        <p:spPr>
          <a:xfrm xmlns:a="http://schemas.openxmlformats.org/drawingml/2006/main">
            <a:off x="5086350" y="3981450"/>
            <a:ext cx="1162050" cy="9525"/>
          </a:xfrm>
          <a:custGeom xmlns:a="http://schemas.openxmlformats.org/drawingml/2006/main">
            <a:pathLst>
              <a:path w="1162050" h="9525">
                <a:moveTo>
                  <a:pt x="0" y="0"/>
                </a:moveTo>
                <a:lnTo>
                  <a:pt x="1162050" y="0"/>
                </a:lnTo>
              </a:path>
            </a:pathLst>
          </a:custGeom>
          <a:noFill xmlns:a="http://schemas.openxmlformats.org/drawingml/2006/main"/>
          <a:ln xmlns:a="http://schemas.openxmlformats.org/drawingml/2006/main" w="28575">
            <a:solidFill>
              <a:srgbClr val="1572C3"/>
            </a:solidFill>
          </a:ln>
        </p:spPr>
      </p:sp>
      <p:sp>
        <p:nvSpPr>
          <p:cNvPr id="35" name="circuit-39">
            <a:extLst xmlns:a="http://schemas.openxmlformats.org/drawingml/2006/main">
              <a:ext uri="{FF2B5EF4-FFF2-40B4-BE49-F238E27FC236}">
                <a16:creationId xmlns:a16="http://schemas.microsoft.com/office/drawing/2014/main" id="{0570F187-34C3-4C9B-AF6C-3615D1CF3542}"/>
              </a:ext>
            </a:extLst>
          </p:cNvPr>
          <p:cNvSpPr>
            <a:spLocks xmlns:a="http://schemas.openxmlformats.org/drawingml/2006/main" noGrp="1"/>
          </p:cNvSpPr>
          <p:nvPr/>
        </p:nvSpPr>
        <p:spPr>
          <a:xfrm xmlns:a="http://schemas.openxmlformats.org/drawingml/2006/main">
            <a:off x="6172200" y="39500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6" name="text-40">
            <a:extLst xmlns:a="http://schemas.openxmlformats.org/drawingml/2006/main">
              <a:ext uri="{FF2B5EF4-FFF2-40B4-BE49-F238E27FC236}">
                <a16:creationId xmlns:a16="http://schemas.microsoft.com/office/drawing/2014/main" id="{CAB7C2B4-30BB-4FAD-B95F-6686DE5BADD5}"/>
              </a:ext>
            </a:extLst>
          </p:cNvPr>
          <p:cNvSpPr>
            <a:spLocks xmlns:a="http://schemas.openxmlformats.org/drawingml/2006/main" noGrp="1"/>
          </p:cNvSpPr>
          <p:nvPr/>
        </p:nvSpPr>
        <p:spPr>
          <a:xfrm xmlns:a="http://schemas.openxmlformats.org/drawingml/2006/main">
            <a:off x="5095875" y="3448050"/>
            <a:ext cx="9715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回路を</a:t>
            </a:r>
          </a:p>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実装</a:t>
            </a:r>
          </a:p>
        </p:txBody>
      </p:sp>
      <p:sp>
        <p:nvSpPr>
          <p:cNvPr id="37" name="text-41">
            <a:extLst xmlns:a="http://schemas.openxmlformats.org/drawingml/2006/main">
              <a:ext uri="{FF2B5EF4-FFF2-40B4-BE49-F238E27FC236}">
                <a16:creationId xmlns:a16="http://schemas.microsoft.com/office/drawing/2014/main" id="{250179B0-EE9A-42DC-8C3F-02D60E75BA63}"/>
              </a:ext>
            </a:extLst>
          </p:cNvPr>
          <p:cNvSpPr>
            <a:spLocks xmlns:a="http://schemas.openxmlformats.org/drawingml/2006/main" noGrp="1"/>
          </p:cNvSpPr>
          <p:nvPr/>
        </p:nvSpPr>
        <p:spPr>
          <a:xfrm xmlns:a="http://schemas.openxmlformats.org/drawingml/2006/main">
            <a:off x="609600" y="57054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チップ内に実装する回路を、コードで記述する</a:t>
            </a:r>
          </a:p>
        </p:txBody>
      </p:sp>
      <p:sp>
        <p:nvSpPr>
          <p:cNvPr id="38" name="text-42">
            <a:extLst xmlns:a="http://schemas.openxmlformats.org/drawingml/2006/main">
              <a:ext uri="{FF2B5EF4-FFF2-40B4-BE49-F238E27FC236}">
                <a16:creationId xmlns:a16="http://schemas.microsoft.com/office/drawing/2014/main" id="{006A41D4-3F87-421E-9585-5CF7E62E56B2}"/>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2</a:t>
            </a:r>
          </a:p>
        </p:txBody>
      </p:sp>
      <p:sp>
        <p:nvSpPr>
          <p:cNvPr id="39" name="text-43">
            <a:extLst xmlns:a="http://schemas.openxmlformats.org/drawingml/2006/main">
              <a:ext uri="{FF2B5EF4-FFF2-40B4-BE49-F238E27FC236}">
                <a16:creationId xmlns:a16="http://schemas.microsoft.com/office/drawing/2014/main" id="{B3FED82B-4175-4002-A820-13346A5574EA}"/>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AND回路はコードと回路の対応を示す小さな例。部品ごとに必要な制御回路は異なる</a:t>
            </a:r>
          </a:p>
        </p:txBody>
      </p:sp>
    </p:spTree>
    <p:extLst>
      <p:ext uri="{BB962C8B-B14F-4D97-AF65-F5344CB8AC3E}">
        <p14:creationId xmlns:p14="http://schemas.microsoft.com/office/powerpoint/2010/main" val="11133963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text-44">
            <a:extLst xmlns:a="http://schemas.openxmlformats.org/drawingml/2006/main">
              <a:ext uri="{FF2B5EF4-FFF2-40B4-BE49-F238E27FC236}">
                <a16:creationId xmlns:a16="http://schemas.microsoft.com/office/drawing/2014/main" id="{5188C01A-A2CD-4FF2-AA4F-B3A5439F75FD}"/>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3</a:t>
            </a:r>
          </a:p>
        </p:txBody>
      </p:sp>
      <p:sp>
        <p:nvSpPr>
          <p:cNvPr id="2" name="text-45">
            <a:extLst xmlns:a="http://schemas.openxmlformats.org/drawingml/2006/main">
              <a:ext uri="{FF2B5EF4-FFF2-40B4-BE49-F238E27FC236}">
                <a16:creationId xmlns:a16="http://schemas.microsoft.com/office/drawing/2014/main" id="{C1F46F9C-46B0-4695-8689-CCF00750109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教育用CPUに描画機能を追加する</a:t>
            </a:r>
          </a:p>
        </p:txBody>
      </p:sp>
      <p:sp>
        <p:nvSpPr>
          <p:cNvPr id="3" name="text-46">
            <a:extLst xmlns:a="http://schemas.openxmlformats.org/drawingml/2006/main">
              <a:ext uri="{FF2B5EF4-FFF2-40B4-BE49-F238E27FC236}">
                <a16:creationId xmlns:a16="http://schemas.microsoft.com/office/drawing/2014/main" id="{EA50AB49-D79C-461A-BF24-18B9D81F2DDB}"/>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3</a:t>
            </a:r>
          </a:p>
        </p:txBody>
      </p:sp>
      <p:sp>
        <p:nvSpPr>
          <p:cNvPr id="4" name="text-47">
            <a:extLst xmlns:a="http://schemas.openxmlformats.org/drawingml/2006/main">
              <a:ext uri="{FF2B5EF4-FFF2-40B4-BE49-F238E27FC236}">
                <a16:creationId xmlns:a16="http://schemas.microsoft.com/office/drawing/2014/main" id="{C50D2522-5014-4AD5-A21E-1C9B9B21E910}"/>
              </a:ext>
            </a:extLst>
          </p:cNvPr>
          <p:cNvSpPr>
            <a:spLocks xmlns:a="http://schemas.openxmlformats.org/drawingml/2006/main" noGrp="1"/>
          </p:cNvSpPr>
          <p:nvPr/>
        </p:nvSpPr>
        <p:spPr>
          <a:xfrm xmlns:a="http://schemas.openxmlformats.org/drawingml/2006/main">
            <a:off x="609600" y="1133475"/>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拡張した回路をFPGAチップに実装し、</a:t>
            </a:r>
          </a:p>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FPGAボードをゲーム機として使う</a:t>
            </a:r>
          </a:p>
        </p:txBody>
      </p:sp>
      <p:sp>
        <p:nvSpPr>
          <p:cNvPr id="5" name="text-48">
            <a:extLst xmlns:a="http://schemas.openxmlformats.org/drawingml/2006/main">
              <a:ext uri="{FF2B5EF4-FFF2-40B4-BE49-F238E27FC236}">
                <a16:creationId xmlns:a16="http://schemas.microsoft.com/office/drawing/2014/main" id="{1577A57B-5D7B-4889-A04B-D35210A10D2F}"/>
              </a:ext>
            </a:extLst>
          </p:cNvPr>
          <p:cNvSpPr>
            <a:spLocks xmlns:a="http://schemas.openxmlformats.org/drawingml/2006/main" noGrp="1"/>
          </p:cNvSpPr>
          <p:nvPr/>
        </p:nvSpPr>
        <p:spPr>
          <a:xfrm xmlns:a="http://schemas.openxmlformats.org/drawingml/2006/main">
            <a:off x="609600" y="2466975"/>
            <a:ext cx="4457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0078BA"/>
                </a:solidFill>
                <a:latin typeface="Yu Gothic"/>
                <a:ea typeface="Yu Gothic"/>
                <a:cs typeface="Yu Gothic"/>
              </a:defRPr>
            </a:defPPr>
            <a:lvl1pPr algn="l">
              <a:defRPr sz="2175" b="1">
                <a:solidFill>
                  <a:srgbClr val="0078BA"/>
                </a:solidFill>
                <a:latin typeface="Yu Gothic"/>
                <a:ea typeface="Yu Gothic"/>
                <a:cs typeface="Yu Gothic"/>
              </a:defRPr>
            </a:lvl1pPr>
            <a:lvl2pPr algn="l">
              <a:defRPr sz="2175" b="1">
                <a:solidFill>
                  <a:srgbClr val="0078BA"/>
                </a:solidFill>
                <a:latin typeface="Yu Gothic"/>
                <a:ea typeface="Yu Gothic"/>
                <a:cs typeface="Yu Gothic"/>
              </a:defRPr>
            </a:lvl2pPr>
            <a:lvl3pPr algn="l">
              <a:defRPr sz="2175" b="1">
                <a:solidFill>
                  <a:srgbClr val="0078BA"/>
                </a:solidFill>
                <a:latin typeface="Yu Gothic"/>
                <a:ea typeface="Yu Gothic"/>
                <a:cs typeface="Yu Gothic"/>
              </a:defRPr>
            </a:lvl3pPr>
            <a:lvl4pPr algn="l">
              <a:defRPr sz="2175" b="1">
                <a:solidFill>
                  <a:srgbClr val="0078BA"/>
                </a:solidFill>
                <a:latin typeface="Yu Gothic"/>
                <a:ea typeface="Yu Gothic"/>
                <a:cs typeface="Yu Gothic"/>
              </a:defRPr>
            </a:lvl4pPr>
            <a:lvl5pPr algn="l">
              <a:defRPr sz="2175" b="1">
                <a:solidFill>
                  <a:srgbClr val="0078BA"/>
                </a:solidFill>
                <a:latin typeface="Yu Gothic"/>
                <a:ea typeface="Yu Gothic"/>
                <a:cs typeface="Yu Gothic"/>
              </a:defRPr>
            </a:lvl5pPr>
            <a:lvl6pPr algn="l">
              <a:defRPr sz="2175" b="1">
                <a:solidFill>
                  <a:srgbClr val="0078BA"/>
                </a:solidFill>
                <a:latin typeface="Yu Gothic"/>
                <a:ea typeface="Yu Gothic"/>
                <a:cs typeface="Yu Gothic"/>
              </a:defRPr>
            </a:lvl6pPr>
            <a:lvl7pPr algn="l">
              <a:defRPr sz="2175" b="1">
                <a:solidFill>
                  <a:srgbClr val="0078BA"/>
                </a:solidFill>
                <a:latin typeface="Yu Gothic"/>
                <a:ea typeface="Yu Gothic"/>
                <a:cs typeface="Yu Gothic"/>
              </a:defRPr>
            </a:lvl7pPr>
            <a:lvl8pPr algn="l">
              <a:defRPr sz="2175" b="1">
                <a:solidFill>
                  <a:srgbClr val="0078BA"/>
                </a:solidFill>
                <a:latin typeface="Yu Gothic"/>
                <a:ea typeface="Yu Gothic"/>
                <a:cs typeface="Yu Gothic"/>
              </a:defRPr>
            </a:lvl8pPr>
            <a:lvl9pPr algn="l">
              <a:defRPr sz="2175" b="1">
                <a:solidFill>
                  <a:srgbClr val="0078BA"/>
                </a:solidFill>
                <a:latin typeface="Yu Gothic"/>
                <a:ea typeface="Yu Gothic"/>
                <a:cs typeface="Yu Gothic"/>
              </a:defRPr>
            </a:lvl9pPr>
          </a:lstStyle>
          <a:p xmlns:a="http://schemas.openxmlformats.org/drawingml/2006/main">
            <a:pPr algn="l">
              <a:defRPr sz="2175" b="1">
                <a:solidFill>
                  <a:srgbClr val="0078BA"/>
                </a:solidFill>
                <a:latin typeface="Yu Gothic"/>
                <a:ea typeface="Yu Gothic"/>
                <a:cs typeface="Yu Gothic"/>
              </a:defRPr>
            </a:pPr>
            <a:r>
              <a:rPr sz="2175" b="1">
                <a:solidFill>
                  <a:srgbClr val="0078BA"/>
                </a:solidFill>
                <a:latin typeface="Yu Gothic"/>
                <a:ea typeface="Yu Gothic"/>
                <a:cs typeface="Yu Gothic"/>
              </a:rPr>
              <a:t>本研究の目的</a:t>
            </a:r>
          </a:p>
        </p:txBody>
      </p:sp>
      <p:sp>
        <p:nvSpPr>
          <p:cNvPr id="6" name="text-49">
            <a:extLst xmlns:a="http://schemas.openxmlformats.org/drawingml/2006/main">
              <a:ext uri="{FF2B5EF4-FFF2-40B4-BE49-F238E27FC236}">
                <a16:creationId xmlns:a16="http://schemas.microsoft.com/office/drawing/2014/main" id="{900B6DD4-6E98-4739-8B90-9908A1D8FBA0}"/>
              </a:ext>
            </a:extLst>
          </p:cNvPr>
          <p:cNvSpPr>
            <a:spLocks xmlns:a="http://schemas.openxmlformats.org/drawingml/2006/main" noGrp="1"/>
          </p:cNvSpPr>
          <p:nvPr/>
        </p:nvSpPr>
        <p:spPr>
          <a:xfrm xmlns:a="http://schemas.openxmlformats.org/drawingml/2006/main">
            <a:off x="609600" y="3105150"/>
            <a:ext cx="44577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700" b="1">
                <a:solidFill>
                  <a:srgbClr val="231F20"/>
                </a:solidFill>
                <a:latin typeface="Yu Gothic"/>
                <a:ea typeface="Yu Gothic"/>
                <a:cs typeface="Yu Gothic"/>
              </a:defRPr>
            </a:defPPr>
            <a:lvl1pPr algn="l">
              <a:defRPr sz="2700" b="1">
                <a:solidFill>
                  <a:srgbClr val="231F20"/>
                </a:solidFill>
                <a:latin typeface="Yu Gothic"/>
                <a:ea typeface="Yu Gothic"/>
                <a:cs typeface="Yu Gothic"/>
              </a:defRPr>
            </a:lvl1pPr>
            <a:lvl2pPr algn="l">
              <a:defRPr sz="2700" b="1">
                <a:solidFill>
                  <a:srgbClr val="231F20"/>
                </a:solidFill>
                <a:latin typeface="Yu Gothic"/>
                <a:ea typeface="Yu Gothic"/>
                <a:cs typeface="Yu Gothic"/>
              </a:defRPr>
            </a:lvl2pPr>
            <a:lvl3pPr algn="l">
              <a:defRPr sz="2700" b="1">
                <a:solidFill>
                  <a:srgbClr val="231F20"/>
                </a:solidFill>
                <a:latin typeface="Yu Gothic"/>
                <a:ea typeface="Yu Gothic"/>
                <a:cs typeface="Yu Gothic"/>
              </a:defRPr>
            </a:lvl3pPr>
            <a:lvl4pPr algn="l">
              <a:defRPr sz="2700" b="1">
                <a:solidFill>
                  <a:srgbClr val="231F20"/>
                </a:solidFill>
                <a:latin typeface="Yu Gothic"/>
                <a:ea typeface="Yu Gothic"/>
                <a:cs typeface="Yu Gothic"/>
              </a:defRPr>
            </a:lvl4pPr>
            <a:lvl5pPr algn="l">
              <a:defRPr sz="2700" b="1">
                <a:solidFill>
                  <a:srgbClr val="231F20"/>
                </a:solidFill>
                <a:latin typeface="Yu Gothic"/>
                <a:ea typeface="Yu Gothic"/>
                <a:cs typeface="Yu Gothic"/>
              </a:defRPr>
            </a:lvl5pPr>
            <a:lvl6pPr algn="l">
              <a:defRPr sz="2700" b="1">
                <a:solidFill>
                  <a:srgbClr val="231F20"/>
                </a:solidFill>
                <a:latin typeface="Yu Gothic"/>
                <a:ea typeface="Yu Gothic"/>
                <a:cs typeface="Yu Gothic"/>
              </a:defRPr>
            </a:lvl6pPr>
            <a:lvl7pPr algn="l">
              <a:defRPr sz="2700" b="1">
                <a:solidFill>
                  <a:srgbClr val="231F20"/>
                </a:solidFill>
                <a:latin typeface="Yu Gothic"/>
                <a:ea typeface="Yu Gothic"/>
                <a:cs typeface="Yu Gothic"/>
              </a:defRPr>
            </a:lvl7pPr>
            <a:lvl8pPr algn="l">
              <a:defRPr sz="2700" b="1">
                <a:solidFill>
                  <a:srgbClr val="231F20"/>
                </a:solidFill>
                <a:latin typeface="Yu Gothic"/>
                <a:ea typeface="Yu Gothic"/>
                <a:cs typeface="Yu Gothic"/>
              </a:defRPr>
            </a:lvl8pPr>
            <a:lvl9pPr algn="l">
              <a:defRPr sz="2700" b="1">
                <a:solidFill>
                  <a:srgbClr val="231F20"/>
                </a:solidFill>
                <a:latin typeface="Yu Gothic"/>
                <a:ea typeface="Yu Gothic"/>
                <a:cs typeface="Yu Gothic"/>
              </a:defRPr>
            </a:lvl9pPr>
          </a:lstStyle>
          <a:p xmlns:a="http://schemas.openxmlformats.org/drawingml/2006/main">
            <a:pPr algn="l">
              <a:defRPr sz="2700" b="1">
                <a:solidFill>
                  <a:srgbClr val="231F20"/>
                </a:solidFill>
                <a:latin typeface="Yu Gothic"/>
                <a:ea typeface="Yu Gothic"/>
                <a:cs typeface="Yu Gothic"/>
              </a:defRPr>
            </a:pPr>
            <a:r>
              <a:rPr sz="2700" b="1">
                <a:solidFill>
                  <a:srgbClr val="231F20"/>
                </a:solidFill>
                <a:latin typeface="Yu Gothic"/>
                <a:ea typeface="Yu Gothic"/>
                <a:cs typeface="Yu Gothic"/>
              </a:rPr>
              <a:t>教育用CPUを</a:t>
            </a:r>
          </a:p>
          <a:p xmlns:a="http://schemas.openxmlformats.org/drawingml/2006/main">
            <a:pPr algn="l">
              <a:defRPr sz="2700" b="1">
                <a:solidFill>
                  <a:srgbClr val="231F20"/>
                </a:solidFill>
                <a:latin typeface="Yu Gothic"/>
                <a:ea typeface="Yu Gothic"/>
                <a:cs typeface="Yu Gothic"/>
              </a:defRPr>
            </a:pPr>
            <a:r>
              <a:rPr sz="2700" b="1">
                <a:solidFill>
                  <a:srgbClr val="231F20"/>
                </a:solidFill>
                <a:latin typeface="Yu Gothic"/>
                <a:ea typeface="Yu Gothic"/>
                <a:cs typeface="Yu Gothic"/>
              </a:rPr>
              <a:t>ゲーム機へ拡張する</a:t>
            </a:r>
          </a:p>
          <a:p xmlns:a="http://schemas.openxmlformats.org/drawingml/2006/main">
            <a:pPr algn="l">
              <a:defRPr sz="2700" b="1">
                <a:solidFill>
                  <a:srgbClr val="231F20"/>
                </a:solidFill>
                <a:latin typeface="Yu Gothic"/>
                <a:ea typeface="Yu Gothic"/>
                <a:cs typeface="Yu Gothic"/>
              </a:defRPr>
            </a:pPr>
            <a:r>
              <a:rPr sz="2700" b="1">
                <a:solidFill>
                  <a:srgbClr val="231F20"/>
                </a:solidFill>
                <a:latin typeface="Yu Gothic"/>
                <a:ea typeface="Yu Gothic"/>
                <a:cs typeface="Yu Gothic"/>
              </a:rPr>
              <a:t>例を示す</a:t>
            </a:r>
          </a:p>
        </p:txBody>
      </p:sp>
      <p:sp>
        <p:nvSpPr>
          <p:cNvPr id="7" name="implementation-board">
            <a:extLst xmlns:a="http://schemas.openxmlformats.org/drawingml/2006/main">
              <a:ext uri="{FF2B5EF4-FFF2-40B4-BE49-F238E27FC236}">
                <a16:creationId xmlns:a16="http://schemas.microsoft.com/office/drawing/2014/main" id="{3C969C4A-2640-4DE6-8E43-FA17C7E49511}"/>
              </a:ext>
            </a:extLst>
          </p:cNvPr>
          <p:cNvSpPr>
            <a:spLocks xmlns:a="http://schemas.openxmlformats.org/drawingml/2006/main" noGrp="1"/>
          </p:cNvSpPr>
          <p:nvPr/>
        </p:nvSpPr>
        <p:spPr>
          <a:xfrm xmlns:a="http://schemas.openxmlformats.org/drawingml/2006/main">
            <a:off x="6076950" y="2305050"/>
            <a:ext cx="5505450" cy="293370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8" name="text-51">
            <a:extLst xmlns:a="http://schemas.openxmlformats.org/drawingml/2006/main">
              <a:ext uri="{FF2B5EF4-FFF2-40B4-BE49-F238E27FC236}">
                <a16:creationId xmlns:a16="http://schemas.microsoft.com/office/drawing/2014/main" id="{C9FAF085-C00B-4336-8197-A9B4627AA291}"/>
              </a:ext>
            </a:extLst>
          </p:cNvPr>
          <p:cNvSpPr>
            <a:spLocks xmlns:a="http://schemas.openxmlformats.org/drawingml/2006/main" noGrp="1"/>
          </p:cNvSpPr>
          <p:nvPr/>
        </p:nvSpPr>
        <p:spPr>
          <a:xfrm xmlns:a="http://schemas.openxmlformats.org/drawingml/2006/main">
            <a:off x="6229350" y="2390775"/>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FPGAボード</a:t>
            </a:r>
          </a:p>
        </p:txBody>
      </p:sp>
      <p:sp>
        <p:nvSpPr>
          <p:cNvPr id="9" name="implementation-chip">
            <a:extLst xmlns:a="http://schemas.openxmlformats.org/drawingml/2006/main">
              <a:ext uri="{FF2B5EF4-FFF2-40B4-BE49-F238E27FC236}">
                <a16:creationId xmlns:a16="http://schemas.microsoft.com/office/drawing/2014/main" id="{D956EB73-3BB5-439B-8EDE-F4629CBF19AE}"/>
              </a:ext>
            </a:extLst>
          </p:cNvPr>
          <p:cNvSpPr>
            <a:spLocks xmlns:a="http://schemas.openxmlformats.org/drawingml/2006/main" noGrp="1"/>
          </p:cNvSpPr>
          <p:nvPr/>
        </p:nvSpPr>
        <p:spPr>
          <a:xfrm xmlns:a="http://schemas.openxmlformats.org/drawingml/2006/main">
            <a:off x="6248400" y="2790825"/>
            <a:ext cx="3333750" cy="227647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10" name="text-53">
            <a:extLst xmlns:a="http://schemas.openxmlformats.org/drawingml/2006/main">
              <a:ext uri="{FF2B5EF4-FFF2-40B4-BE49-F238E27FC236}">
                <a16:creationId xmlns:a16="http://schemas.microsoft.com/office/drawing/2014/main" id="{74BF1F74-E8CF-4902-8F7B-F3853830E304}"/>
              </a:ext>
            </a:extLst>
          </p:cNvPr>
          <p:cNvSpPr>
            <a:spLocks xmlns:a="http://schemas.openxmlformats.org/drawingml/2006/main" noGrp="1"/>
          </p:cNvSpPr>
          <p:nvPr/>
        </p:nvSpPr>
        <p:spPr>
          <a:xfrm xmlns:a="http://schemas.openxmlformats.org/drawingml/2006/main">
            <a:off x="6372225" y="291465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FPGAチップ</a:t>
            </a:r>
          </a:p>
        </p:txBody>
      </p:sp>
      <p:sp>
        <p:nvSpPr>
          <p:cNvPr id="11" name="implementation-education-cpu">
            <a:extLst xmlns:a="http://schemas.openxmlformats.org/drawingml/2006/main">
              <a:ext uri="{FF2B5EF4-FFF2-40B4-BE49-F238E27FC236}">
                <a16:creationId xmlns:a16="http://schemas.microsoft.com/office/drawing/2014/main" id="{772C0F82-D5AD-459F-947C-D2CBD3C20E6E}"/>
              </a:ext>
            </a:extLst>
          </p:cNvPr>
          <p:cNvSpPr>
            <a:spLocks xmlns:a="http://schemas.openxmlformats.org/drawingml/2006/main" noGrp="1"/>
          </p:cNvSpPr>
          <p:nvPr/>
        </p:nvSpPr>
        <p:spPr>
          <a:xfrm xmlns:a="http://schemas.openxmlformats.org/drawingml/2006/main">
            <a:off x="6457950" y="3571875"/>
            <a:ext cx="1200150" cy="8382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2" name="text-55">
            <a:extLst xmlns:a="http://schemas.openxmlformats.org/drawingml/2006/main">
              <a:ext uri="{FF2B5EF4-FFF2-40B4-BE49-F238E27FC236}">
                <a16:creationId xmlns:a16="http://schemas.microsoft.com/office/drawing/2014/main" id="{31B92872-EDF3-4672-B113-A4164ACD5BFF}"/>
              </a:ext>
            </a:extLst>
          </p:cNvPr>
          <p:cNvSpPr>
            <a:spLocks xmlns:a="http://schemas.openxmlformats.org/drawingml/2006/main" noGrp="1"/>
          </p:cNvSpPr>
          <p:nvPr/>
        </p:nvSpPr>
        <p:spPr>
          <a:xfrm xmlns:a="http://schemas.openxmlformats.org/drawingml/2006/main">
            <a:off x="6534150" y="3638550"/>
            <a:ext cx="1047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教育用</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CPU</a:t>
            </a:r>
          </a:p>
        </p:txBody>
      </p:sp>
      <p:sp>
        <p:nvSpPr>
          <p:cNvPr id="13" name="implementation-graphics-function">
            <a:extLst xmlns:a="http://schemas.openxmlformats.org/drawingml/2006/main">
              <a:ext uri="{FF2B5EF4-FFF2-40B4-BE49-F238E27FC236}">
                <a16:creationId xmlns:a16="http://schemas.microsoft.com/office/drawing/2014/main" id="{93C00347-5C61-4420-AC42-2140363E4F67}"/>
              </a:ext>
            </a:extLst>
          </p:cNvPr>
          <p:cNvSpPr>
            <a:spLocks xmlns:a="http://schemas.openxmlformats.org/drawingml/2006/main" noGrp="1"/>
          </p:cNvSpPr>
          <p:nvPr/>
        </p:nvSpPr>
        <p:spPr>
          <a:xfrm xmlns:a="http://schemas.openxmlformats.org/drawingml/2006/main">
            <a:off x="8105775" y="3571875"/>
            <a:ext cx="1266825" cy="838200"/>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14" name="text-57">
            <a:extLst xmlns:a="http://schemas.openxmlformats.org/drawingml/2006/main">
              <a:ext uri="{FF2B5EF4-FFF2-40B4-BE49-F238E27FC236}">
                <a16:creationId xmlns:a16="http://schemas.microsoft.com/office/drawing/2014/main" id="{4EF87E4B-28D9-4C3E-94EB-64F3FEC64246}"/>
              </a:ext>
            </a:extLst>
          </p:cNvPr>
          <p:cNvSpPr>
            <a:spLocks xmlns:a="http://schemas.openxmlformats.org/drawingml/2006/main" noGrp="1"/>
          </p:cNvSpPr>
          <p:nvPr/>
        </p:nvSpPr>
        <p:spPr>
          <a:xfrm xmlns:a="http://schemas.openxmlformats.org/drawingml/2006/main">
            <a:off x="8181975" y="3638550"/>
            <a:ext cx="11144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Yu Gothic"/>
                <a:ea typeface="Yu Gothic"/>
                <a:cs typeface="Yu Gothic"/>
              </a:defRPr>
            </a:defPPr>
            <a:lvl1pPr algn="ctr">
              <a:defRPr sz="1875" b="1">
                <a:solidFill>
                  <a:srgbClr val="1572C3"/>
                </a:solidFill>
                <a:latin typeface="Yu Gothic"/>
                <a:ea typeface="Yu Gothic"/>
                <a:cs typeface="Yu Gothic"/>
              </a:defRPr>
            </a:lvl1pPr>
            <a:lvl2pPr algn="ctr">
              <a:defRPr sz="1875" b="1">
                <a:solidFill>
                  <a:srgbClr val="1572C3"/>
                </a:solidFill>
                <a:latin typeface="Yu Gothic"/>
                <a:ea typeface="Yu Gothic"/>
                <a:cs typeface="Yu Gothic"/>
              </a:defRPr>
            </a:lvl2pPr>
            <a:lvl3pPr algn="ctr">
              <a:defRPr sz="1875" b="1">
                <a:solidFill>
                  <a:srgbClr val="1572C3"/>
                </a:solidFill>
                <a:latin typeface="Yu Gothic"/>
                <a:ea typeface="Yu Gothic"/>
                <a:cs typeface="Yu Gothic"/>
              </a:defRPr>
            </a:lvl3pPr>
            <a:lvl4pPr algn="ctr">
              <a:defRPr sz="1875" b="1">
                <a:solidFill>
                  <a:srgbClr val="1572C3"/>
                </a:solidFill>
                <a:latin typeface="Yu Gothic"/>
                <a:ea typeface="Yu Gothic"/>
                <a:cs typeface="Yu Gothic"/>
              </a:defRPr>
            </a:lvl4pPr>
            <a:lvl5pPr algn="ctr">
              <a:defRPr sz="1875" b="1">
                <a:solidFill>
                  <a:srgbClr val="1572C3"/>
                </a:solidFill>
                <a:latin typeface="Yu Gothic"/>
                <a:ea typeface="Yu Gothic"/>
                <a:cs typeface="Yu Gothic"/>
              </a:defRPr>
            </a:lvl5pPr>
            <a:lvl6pPr algn="ctr">
              <a:defRPr sz="1875" b="1">
                <a:solidFill>
                  <a:srgbClr val="1572C3"/>
                </a:solidFill>
                <a:latin typeface="Yu Gothic"/>
                <a:ea typeface="Yu Gothic"/>
                <a:cs typeface="Yu Gothic"/>
              </a:defRPr>
            </a:lvl6pPr>
            <a:lvl7pPr algn="ctr">
              <a:defRPr sz="1875" b="1">
                <a:solidFill>
                  <a:srgbClr val="1572C3"/>
                </a:solidFill>
                <a:latin typeface="Yu Gothic"/>
                <a:ea typeface="Yu Gothic"/>
                <a:cs typeface="Yu Gothic"/>
              </a:defRPr>
            </a:lvl7pPr>
            <a:lvl8pPr algn="ctr">
              <a:defRPr sz="1875" b="1">
                <a:solidFill>
                  <a:srgbClr val="1572C3"/>
                </a:solidFill>
                <a:latin typeface="Yu Gothic"/>
                <a:ea typeface="Yu Gothic"/>
                <a:cs typeface="Yu Gothic"/>
              </a:defRPr>
            </a:lvl8pPr>
            <a:lvl9pPr algn="ctr">
              <a:defRPr sz="1875" b="1">
                <a:solidFill>
                  <a:srgbClr val="1572C3"/>
                </a:solidFill>
                <a:latin typeface="Yu Gothic"/>
                <a:ea typeface="Yu Gothic"/>
                <a:cs typeface="Yu Gothic"/>
              </a:defRPr>
            </a:lvl9pPr>
          </a:lstStyle>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描画</a:t>
            </a:r>
          </a:p>
          <a:p xmlns:a="http://schemas.openxmlformats.org/drawingml/2006/main">
            <a:pPr algn="ctr">
              <a:defRPr sz="1875" b="1">
                <a:solidFill>
                  <a:srgbClr val="1572C3"/>
                </a:solidFill>
                <a:latin typeface="Yu Gothic"/>
                <a:ea typeface="Yu Gothic"/>
                <a:cs typeface="Yu Gothic"/>
              </a:defRPr>
            </a:pPr>
            <a:r>
              <a:rPr sz="1875" b="1">
                <a:solidFill>
                  <a:srgbClr val="1572C3"/>
                </a:solidFill>
                <a:latin typeface="Yu Gothic"/>
                <a:ea typeface="Yu Gothic"/>
                <a:cs typeface="Yu Gothic"/>
              </a:rPr>
              <a:t>機能</a:t>
            </a:r>
          </a:p>
        </p:txBody>
      </p:sp>
      <p:sp>
        <p:nvSpPr>
          <p:cNvPr id="15" name="wire-58">
            <a:extLst xmlns:a="http://schemas.openxmlformats.org/drawingml/2006/main">
              <a:ext uri="{FF2B5EF4-FFF2-40B4-BE49-F238E27FC236}">
                <a16:creationId xmlns:a16="http://schemas.microsoft.com/office/drawing/2014/main" id="{8EEF5FC8-F721-4D43-B8C4-5D3E8357ACB2}"/>
              </a:ext>
            </a:extLst>
          </p:cNvPr>
          <p:cNvSpPr>
            <a:spLocks xmlns:a="http://schemas.openxmlformats.org/drawingml/2006/main" noGrp="1"/>
          </p:cNvSpPr>
          <p:nvPr/>
        </p:nvSpPr>
        <p:spPr>
          <a:xfrm xmlns:a="http://schemas.openxmlformats.org/drawingml/2006/main">
            <a:off x="7658100" y="39909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4765">
            <a:solidFill>
              <a:srgbClr val="1572C3"/>
            </a:solidFill>
          </a:ln>
        </p:spPr>
      </p:sp>
      <p:sp>
        <p:nvSpPr>
          <p:cNvPr id="16" name="circuit-59">
            <a:extLst xmlns:a="http://schemas.openxmlformats.org/drawingml/2006/main">
              <a:ext uri="{FF2B5EF4-FFF2-40B4-BE49-F238E27FC236}">
                <a16:creationId xmlns:a16="http://schemas.microsoft.com/office/drawing/2014/main" id="{E7452CC1-462E-4F6E-9B83-96C1D2593D4D}"/>
              </a:ext>
            </a:extLst>
          </p:cNvPr>
          <p:cNvSpPr>
            <a:spLocks xmlns:a="http://schemas.openxmlformats.org/drawingml/2006/main" noGrp="1"/>
          </p:cNvSpPr>
          <p:nvPr/>
        </p:nvSpPr>
        <p:spPr>
          <a:xfrm xmlns:a="http://schemas.openxmlformats.org/drawingml/2006/main">
            <a:off x="8029575" y="39595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7" name="text-60">
            <a:extLst xmlns:a="http://schemas.openxmlformats.org/drawingml/2006/main">
              <a:ext uri="{FF2B5EF4-FFF2-40B4-BE49-F238E27FC236}">
                <a16:creationId xmlns:a16="http://schemas.microsoft.com/office/drawing/2014/main" id="{3EFC8D37-25C5-4842-BDFC-5822F3043EBC}"/>
              </a:ext>
            </a:extLst>
          </p:cNvPr>
          <p:cNvSpPr>
            <a:spLocks xmlns:a="http://schemas.openxmlformats.org/drawingml/2006/main" noGrp="1"/>
          </p:cNvSpPr>
          <p:nvPr/>
        </p:nvSpPr>
        <p:spPr>
          <a:xfrm xmlns:a="http://schemas.openxmlformats.org/drawingml/2006/main">
            <a:off x="6410325" y="4562475"/>
            <a:ext cx="3009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描画機能を追加</a:t>
            </a:r>
          </a:p>
        </p:txBody>
      </p:sp>
      <p:sp>
        <p:nvSpPr>
          <p:cNvPr id="18" name="implementation-card">
            <a:extLst xmlns:a="http://schemas.openxmlformats.org/drawingml/2006/main">
              <a:ext uri="{FF2B5EF4-FFF2-40B4-BE49-F238E27FC236}">
                <a16:creationId xmlns:a16="http://schemas.microsoft.com/office/drawing/2014/main" id="{FF4EBB8E-52B4-443D-9280-A5DE4519B082}"/>
              </a:ext>
            </a:extLst>
          </p:cNvPr>
          <p:cNvSpPr>
            <a:spLocks xmlns:a="http://schemas.openxmlformats.org/drawingml/2006/main" noGrp="1"/>
          </p:cNvSpPr>
          <p:nvPr/>
        </p:nvSpPr>
        <p:spPr>
          <a:xfrm xmlns:a="http://schemas.openxmlformats.org/drawingml/2006/main">
            <a:off x="9915525" y="28956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9" name="text-62">
            <a:extLst xmlns:a="http://schemas.openxmlformats.org/drawingml/2006/main">
              <a:ext uri="{FF2B5EF4-FFF2-40B4-BE49-F238E27FC236}">
                <a16:creationId xmlns:a16="http://schemas.microsoft.com/office/drawing/2014/main" id="{2717C4F5-AB0F-464C-B552-1F96F5FE1718}"/>
              </a:ext>
            </a:extLst>
          </p:cNvPr>
          <p:cNvSpPr>
            <a:spLocks xmlns:a="http://schemas.openxmlformats.org/drawingml/2006/main" noGrp="1"/>
          </p:cNvSpPr>
          <p:nvPr/>
        </p:nvSpPr>
        <p:spPr>
          <a:xfrm xmlns:a="http://schemas.openxmlformats.org/drawingml/2006/main">
            <a:off x="9972675" y="29908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SDスロット</a:t>
            </a:r>
          </a:p>
        </p:txBody>
      </p:sp>
      <p:sp>
        <p:nvSpPr>
          <p:cNvPr id="20" name="wire-63">
            <a:extLst xmlns:a="http://schemas.openxmlformats.org/drawingml/2006/main">
              <a:ext uri="{FF2B5EF4-FFF2-40B4-BE49-F238E27FC236}">
                <a16:creationId xmlns:a16="http://schemas.microsoft.com/office/drawing/2014/main" id="{DE53D01C-7A6C-423D-BB46-39B3388850D6}"/>
              </a:ext>
            </a:extLst>
          </p:cNvPr>
          <p:cNvSpPr>
            <a:spLocks xmlns:a="http://schemas.openxmlformats.org/drawingml/2006/main" noGrp="1"/>
          </p:cNvSpPr>
          <p:nvPr/>
        </p:nvSpPr>
        <p:spPr>
          <a:xfrm xmlns:a="http://schemas.openxmlformats.org/drawingml/2006/main">
            <a:off x="9582150" y="31670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1" name="implementation-memory">
            <a:extLst xmlns:a="http://schemas.openxmlformats.org/drawingml/2006/main">
              <a:ext uri="{FF2B5EF4-FFF2-40B4-BE49-F238E27FC236}">
                <a16:creationId xmlns:a16="http://schemas.microsoft.com/office/drawing/2014/main" id="{D96D2C46-6B11-4008-9AEB-4C2BE4F10EB6}"/>
              </a:ext>
            </a:extLst>
          </p:cNvPr>
          <p:cNvSpPr>
            <a:spLocks xmlns:a="http://schemas.openxmlformats.org/drawingml/2006/main" noGrp="1"/>
          </p:cNvSpPr>
          <p:nvPr/>
        </p:nvSpPr>
        <p:spPr>
          <a:xfrm xmlns:a="http://schemas.openxmlformats.org/drawingml/2006/main">
            <a:off x="9915525" y="36957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2" name="text-65">
            <a:extLst xmlns:a="http://schemas.openxmlformats.org/drawingml/2006/main">
              <a:ext uri="{FF2B5EF4-FFF2-40B4-BE49-F238E27FC236}">
                <a16:creationId xmlns:a16="http://schemas.microsoft.com/office/drawing/2014/main" id="{9CA1177F-7A11-43E0-8E46-37EBB4A1ED65}"/>
              </a:ext>
            </a:extLst>
          </p:cNvPr>
          <p:cNvSpPr>
            <a:spLocks xmlns:a="http://schemas.openxmlformats.org/drawingml/2006/main" noGrp="1"/>
          </p:cNvSpPr>
          <p:nvPr/>
        </p:nvSpPr>
        <p:spPr>
          <a:xfrm xmlns:a="http://schemas.openxmlformats.org/drawingml/2006/main">
            <a:off x="9972675" y="37909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Yu Gothic"/>
                <a:ea typeface="Yu Gothic"/>
                <a:cs typeface="Yu Gothic"/>
              </a:defRPr>
            </a:defPPr>
            <a:lvl1pPr algn="ctr">
              <a:defRPr sz="1575" b="1">
                <a:solidFill>
                  <a:srgbClr val="231F20"/>
                </a:solidFill>
                <a:latin typeface="Yu Gothic"/>
                <a:ea typeface="Yu Gothic"/>
                <a:cs typeface="Yu Gothic"/>
              </a:defRPr>
            </a:lvl1pPr>
            <a:lvl2pPr algn="ctr">
              <a:defRPr sz="1575" b="1">
                <a:solidFill>
                  <a:srgbClr val="231F20"/>
                </a:solidFill>
                <a:latin typeface="Yu Gothic"/>
                <a:ea typeface="Yu Gothic"/>
                <a:cs typeface="Yu Gothic"/>
              </a:defRPr>
            </a:lvl2pPr>
            <a:lvl3pPr algn="ctr">
              <a:defRPr sz="1575" b="1">
                <a:solidFill>
                  <a:srgbClr val="231F20"/>
                </a:solidFill>
                <a:latin typeface="Yu Gothic"/>
                <a:ea typeface="Yu Gothic"/>
                <a:cs typeface="Yu Gothic"/>
              </a:defRPr>
            </a:lvl3pPr>
            <a:lvl4pPr algn="ctr">
              <a:defRPr sz="1575" b="1">
                <a:solidFill>
                  <a:srgbClr val="231F20"/>
                </a:solidFill>
                <a:latin typeface="Yu Gothic"/>
                <a:ea typeface="Yu Gothic"/>
                <a:cs typeface="Yu Gothic"/>
              </a:defRPr>
            </a:lvl4pPr>
            <a:lvl5pPr algn="ctr">
              <a:defRPr sz="1575" b="1">
                <a:solidFill>
                  <a:srgbClr val="231F20"/>
                </a:solidFill>
                <a:latin typeface="Yu Gothic"/>
                <a:ea typeface="Yu Gothic"/>
                <a:cs typeface="Yu Gothic"/>
              </a:defRPr>
            </a:lvl5pPr>
            <a:lvl6pPr algn="ctr">
              <a:defRPr sz="1575" b="1">
                <a:solidFill>
                  <a:srgbClr val="231F20"/>
                </a:solidFill>
                <a:latin typeface="Yu Gothic"/>
                <a:ea typeface="Yu Gothic"/>
                <a:cs typeface="Yu Gothic"/>
              </a:defRPr>
            </a:lvl6pPr>
            <a:lvl7pPr algn="ctr">
              <a:defRPr sz="1575" b="1">
                <a:solidFill>
                  <a:srgbClr val="231F20"/>
                </a:solidFill>
                <a:latin typeface="Yu Gothic"/>
                <a:ea typeface="Yu Gothic"/>
                <a:cs typeface="Yu Gothic"/>
              </a:defRPr>
            </a:lvl7pPr>
            <a:lvl8pPr algn="ctr">
              <a:defRPr sz="1575" b="1">
                <a:solidFill>
                  <a:srgbClr val="231F20"/>
                </a:solidFill>
                <a:latin typeface="Yu Gothic"/>
                <a:ea typeface="Yu Gothic"/>
                <a:cs typeface="Yu Gothic"/>
              </a:defRPr>
            </a:lvl8pPr>
            <a:lvl9pPr algn="ctr">
              <a:defRPr sz="1575" b="1">
                <a:solidFill>
                  <a:srgbClr val="231F20"/>
                </a:solidFill>
                <a:latin typeface="Yu Gothic"/>
                <a:ea typeface="Yu Gothic"/>
                <a:cs typeface="Yu Gothic"/>
              </a:defRPr>
            </a:lvl9pPr>
          </a:lstStyle>
          <a:p xmlns:a="http://schemas.openxmlformats.org/drawingml/2006/main">
            <a:pPr algn="ctr">
              <a:defRPr sz="1575" b="1">
                <a:solidFill>
                  <a:srgbClr val="231F20"/>
                </a:solidFill>
                <a:latin typeface="Yu Gothic"/>
                <a:ea typeface="Yu Gothic"/>
                <a:cs typeface="Yu Gothic"/>
              </a:defRPr>
            </a:pPr>
            <a:r>
              <a:rPr sz="1575" b="1">
                <a:solidFill>
                  <a:srgbClr val="231F20"/>
                </a:solidFill>
                <a:latin typeface="Yu Gothic"/>
                <a:ea typeface="Yu Gothic"/>
                <a:cs typeface="Yu Gothic"/>
              </a:rPr>
              <a:t>DDR3メモリ</a:t>
            </a:r>
          </a:p>
        </p:txBody>
      </p:sp>
      <p:sp>
        <p:nvSpPr>
          <p:cNvPr id="23" name="wire-66">
            <a:extLst xmlns:a="http://schemas.openxmlformats.org/drawingml/2006/main">
              <a:ext uri="{FF2B5EF4-FFF2-40B4-BE49-F238E27FC236}">
                <a16:creationId xmlns:a16="http://schemas.microsoft.com/office/drawing/2014/main" id="{3A9D45E4-F185-491D-8DF3-9134DF658300}"/>
              </a:ext>
            </a:extLst>
          </p:cNvPr>
          <p:cNvSpPr>
            <a:spLocks xmlns:a="http://schemas.openxmlformats.org/drawingml/2006/main" noGrp="1"/>
          </p:cNvSpPr>
          <p:nvPr/>
        </p:nvSpPr>
        <p:spPr>
          <a:xfrm xmlns:a="http://schemas.openxmlformats.org/drawingml/2006/main">
            <a:off x="9582150" y="39671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4" name="implementation-hdmi">
            <a:extLst xmlns:a="http://schemas.openxmlformats.org/drawingml/2006/main">
              <a:ext uri="{FF2B5EF4-FFF2-40B4-BE49-F238E27FC236}">
                <a16:creationId xmlns:a16="http://schemas.microsoft.com/office/drawing/2014/main" id="{97D5C9C7-DEA2-4C9C-9A85-9C44209E34B3}"/>
              </a:ext>
            </a:extLst>
          </p:cNvPr>
          <p:cNvSpPr>
            <a:spLocks xmlns:a="http://schemas.openxmlformats.org/drawingml/2006/main" noGrp="1"/>
          </p:cNvSpPr>
          <p:nvPr/>
        </p:nvSpPr>
        <p:spPr>
          <a:xfrm xmlns:a="http://schemas.openxmlformats.org/drawingml/2006/main">
            <a:off x="9915525" y="4495800"/>
            <a:ext cx="1495425" cy="542925"/>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25" name="text-68">
            <a:extLst xmlns:a="http://schemas.openxmlformats.org/drawingml/2006/main">
              <a:ext uri="{FF2B5EF4-FFF2-40B4-BE49-F238E27FC236}">
                <a16:creationId xmlns:a16="http://schemas.microsoft.com/office/drawing/2014/main" id="{6DDB15D8-4A05-4D99-B55D-BAE064A69087}"/>
              </a:ext>
            </a:extLst>
          </p:cNvPr>
          <p:cNvSpPr>
            <a:spLocks xmlns:a="http://schemas.openxmlformats.org/drawingml/2006/main" noGrp="1"/>
          </p:cNvSpPr>
          <p:nvPr/>
        </p:nvSpPr>
        <p:spPr>
          <a:xfrm xmlns:a="http://schemas.openxmlformats.org/drawingml/2006/main">
            <a:off x="9972675" y="4591050"/>
            <a:ext cx="1381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231F20"/>
                </a:solidFill>
                <a:latin typeface="Arial"/>
                <a:ea typeface="Arial"/>
                <a:cs typeface="Arial"/>
              </a:defRPr>
            </a:defPPr>
            <a:lvl1pPr algn="ctr">
              <a:defRPr sz="1575" b="1">
                <a:solidFill>
                  <a:srgbClr val="231F20"/>
                </a:solidFill>
                <a:latin typeface="Arial"/>
                <a:ea typeface="Arial"/>
                <a:cs typeface="Arial"/>
              </a:defRPr>
            </a:lvl1pPr>
            <a:lvl2pPr algn="ctr">
              <a:defRPr sz="1575" b="1">
                <a:solidFill>
                  <a:srgbClr val="231F20"/>
                </a:solidFill>
                <a:latin typeface="Arial"/>
                <a:ea typeface="Arial"/>
                <a:cs typeface="Arial"/>
              </a:defRPr>
            </a:lvl2pPr>
            <a:lvl3pPr algn="ctr">
              <a:defRPr sz="1575" b="1">
                <a:solidFill>
                  <a:srgbClr val="231F20"/>
                </a:solidFill>
                <a:latin typeface="Arial"/>
                <a:ea typeface="Arial"/>
                <a:cs typeface="Arial"/>
              </a:defRPr>
            </a:lvl3pPr>
            <a:lvl4pPr algn="ctr">
              <a:defRPr sz="1575" b="1">
                <a:solidFill>
                  <a:srgbClr val="231F20"/>
                </a:solidFill>
                <a:latin typeface="Arial"/>
                <a:ea typeface="Arial"/>
                <a:cs typeface="Arial"/>
              </a:defRPr>
            </a:lvl4pPr>
            <a:lvl5pPr algn="ctr">
              <a:defRPr sz="1575" b="1">
                <a:solidFill>
                  <a:srgbClr val="231F20"/>
                </a:solidFill>
                <a:latin typeface="Arial"/>
                <a:ea typeface="Arial"/>
                <a:cs typeface="Arial"/>
              </a:defRPr>
            </a:lvl5pPr>
            <a:lvl6pPr algn="ctr">
              <a:defRPr sz="1575" b="1">
                <a:solidFill>
                  <a:srgbClr val="231F20"/>
                </a:solidFill>
                <a:latin typeface="Arial"/>
                <a:ea typeface="Arial"/>
                <a:cs typeface="Arial"/>
              </a:defRPr>
            </a:lvl6pPr>
            <a:lvl7pPr algn="ctr">
              <a:defRPr sz="1575" b="1">
                <a:solidFill>
                  <a:srgbClr val="231F20"/>
                </a:solidFill>
                <a:latin typeface="Arial"/>
                <a:ea typeface="Arial"/>
                <a:cs typeface="Arial"/>
              </a:defRPr>
            </a:lvl7pPr>
            <a:lvl8pPr algn="ctr">
              <a:defRPr sz="1575" b="1">
                <a:solidFill>
                  <a:srgbClr val="231F20"/>
                </a:solidFill>
                <a:latin typeface="Arial"/>
                <a:ea typeface="Arial"/>
                <a:cs typeface="Arial"/>
              </a:defRPr>
            </a:lvl8pPr>
            <a:lvl9pPr algn="ctr">
              <a:defRPr sz="1575" b="1">
                <a:solidFill>
                  <a:srgbClr val="231F20"/>
                </a:solidFill>
                <a:latin typeface="Arial"/>
                <a:ea typeface="Arial"/>
                <a:cs typeface="Arial"/>
              </a:defRPr>
            </a:lvl9pPr>
          </a:lstStyle>
          <a:p xmlns:a="http://schemas.openxmlformats.org/drawingml/2006/main">
            <a:pPr algn="ctr">
              <a:defRPr sz="1575" b="1">
                <a:solidFill>
                  <a:srgbClr val="231F20"/>
                </a:solidFill>
                <a:latin typeface="Arial"/>
                <a:ea typeface="Arial"/>
                <a:cs typeface="Arial"/>
              </a:defRPr>
            </a:pPr>
            <a:r>
              <a:rPr sz="1575" b="1">
                <a:solidFill>
                  <a:srgbClr val="231F20"/>
                </a:solidFill>
                <a:latin typeface="Arial"/>
                <a:ea typeface="Arial"/>
                <a:cs typeface="Arial"/>
              </a:rPr>
              <a:t>HDMI OUT</a:t>
            </a:r>
          </a:p>
        </p:txBody>
      </p:sp>
      <p:sp>
        <p:nvSpPr>
          <p:cNvPr id="26" name="wire-69">
            <a:extLst xmlns:a="http://schemas.openxmlformats.org/drawingml/2006/main">
              <a:ext uri="{FF2B5EF4-FFF2-40B4-BE49-F238E27FC236}">
                <a16:creationId xmlns:a16="http://schemas.microsoft.com/office/drawing/2014/main" id="{5FE43FF8-714F-4862-B525-2D37A6E34C05}"/>
              </a:ext>
            </a:extLst>
          </p:cNvPr>
          <p:cNvSpPr>
            <a:spLocks xmlns:a="http://schemas.openxmlformats.org/drawingml/2006/main" noGrp="1"/>
          </p:cNvSpPr>
          <p:nvPr/>
        </p:nvSpPr>
        <p:spPr>
          <a:xfrm xmlns:a="http://schemas.openxmlformats.org/drawingml/2006/main">
            <a:off x="9582150" y="4767263"/>
            <a:ext cx="333375" cy="9525"/>
          </a:xfrm>
          <a:custGeom xmlns:a="http://schemas.openxmlformats.org/drawingml/2006/main">
            <a:pathLst>
              <a:path w="333375" h="9525">
                <a:moveTo>
                  <a:pt x="0" y="0"/>
                </a:moveTo>
                <a:lnTo>
                  <a:pt x="333375" y="0"/>
                </a:lnTo>
              </a:path>
            </a:pathLst>
          </a:custGeom>
          <a:noFill xmlns:a="http://schemas.openxmlformats.org/drawingml/2006/main"/>
          <a:ln xmlns:a="http://schemas.openxmlformats.org/drawingml/2006/main" w="21908">
            <a:solidFill>
              <a:srgbClr val="231F20"/>
            </a:solidFill>
          </a:ln>
        </p:spPr>
      </p:sp>
      <p:sp>
        <p:nvSpPr>
          <p:cNvPr id="27" name="text-70">
            <a:extLst xmlns:a="http://schemas.openxmlformats.org/drawingml/2006/main">
              <a:ext uri="{FF2B5EF4-FFF2-40B4-BE49-F238E27FC236}">
                <a16:creationId xmlns:a16="http://schemas.microsoft.com/office/drawing/2014/main" id="{34E6A1F3-FE9C-4E7E-887E-01A2D1FEB3F4}"/>
              </a:ext>
            </a:extLst>
          </p:cNvPr>
          <p:cNvSpPr>
            <a:spLocks xmlns:a="http://schemas.openxmlformats.org/drawingml/2006/main" noGrp="1"/>
          </p:cNvSpPr>
          <p:nvPr/>
        </p:nvSpPr>
        <p:spPr>
          <a:xfrm xmlns:a="http://schemas.openxmlformats.org/drawingml/2006/main">
            <a:off x="609600" y="57054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描画機能：ゲーム画面を作り、映像として出力する</a:t>
            </a:r>
          </a:p>
        </p:txBody>
      </p:sp>
      <p:sp>
        <p:nvSpPr>
          <p:cNvPr id="28" name="text-71">
            <a:extLst xmlns:a="http://schemas.openxmlformats.org/drawingml/2006/main">
              <a:ext uri="{FF2B5EF4-FFF2-40B4-BE49-F238E27FC236}">
                <a16:creationId xmlns:a16="http://schemas.microsoft.com/office/drawing/2014/main" id="{B8F1FEB7-5C21-4B84-BB67-90E3C7564C71}"/>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3</a:t>
            </a:r>
          </a:p>
        </p:txBody>
      </p:sp>
      <p:sp>
        <p:nvSpPr>
          <p:cNvPr id="29" name="text-72">
            <a:extLst xmlns:a="http://schemas.openxmlformats.org/drawingml/2006/main">
              <a:ext uri="{FF2B5EF4-FFF2-40B4-BE49-F238E27FC236}">
                <a16:creationId xmlns:a16="http://schemas.microsoft.com/office/drawing/2014/main" id="{F8C3CFFC-668A-44A8-8117-14C1E250DEF8}"/>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既存のCPU・描画回路を利用。チップ内は機能をまとめた図</a:t>
            </a:r>
          </a:p>
        </p:txBody>
      </p:sp>
    </p:spTree>
    <p:extLst>
      <p:ext uri="{BB962C8B-B14F-4D97-AF65-F5344CB8AC3E}">
        <p14:creationId xmlns:p14="http://schemas.microsoft.com/office/powerpoint/2010/main" val="20286620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3" name="text-73">
            <a:extLst xmlns:a="http://schemas.openxmlformats.org/drawingml/2006/main">
              <a:ext uri="{FF2B5EF4-FFF2-40B4-BE49-F238E27FC236}">
                <a16:creationId xmlns:a16="http://schemas.microsoft.com/office/drawing/2014/main" id="{69FCE7E5-CF5F-48C9-B0EB-AEFF920FE04B}"/>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4</a:t>
            </a:r>
          </a:p>
        </p:txBody>
      </p:sp>
      <p:sp>
        <p:nvSpPr>
          <p:cNvPr id="2" name="text-74">
            <a:extLst xmlns:a="http://schemas.openxmlformats.org/drawingml/2006/main">
              <a:ext uri="{FF2B5EF4-FFF2-40B4-BE49-F238E27FC236}">
                <a16:creationId xmlns:a16="http://schemas.microsoft.com/office/drawing/2014/main" id="{762DC120-D9AF-4941-9794-8F1922F431FA}"/>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lw：命令を読み、指定した値をレジスタへ入れる</a:t>
            </a:r>
          </a:p>
        </p:txBody>
      </p:sp>
      <p:sp>
        <p:nvSpPr>
          <p:cNvPr id="3" name="text-75">
            <a:extLst xmlns:a="http://schemas.openxmlformats.org/drawingml/2006/main">
              <a:ext uri="{FF2B5EF4-FFF2-40B4-BE49-F238E27FC236}">
                <a16:creationId xmlns:a16="http://schemas.microsoft.com/office/drawing/2014/main" id="{CA8FA729-7FC0-485A-B20E-D62D18E1798C}"/>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4</a:t>
            </a:r>
          </a:p>
        </p:txBody>
      </p:sp>
      <p:sp>
        <p:nvSpPr>
          <p:cNvPr id="4" name="text-76">
            <a:extLst xmlns:a="http://schemas.openxmlformats.org/drawingml/2006/main">
              <a:ext uri="{FF2B5EF4-FFF2-40B4-BE49-F238E27FC236}">
                <a16:creationId xmlns:a16="http://schemas.microsoft.com/office/drawing/2014/main" id="{2F0661AB-A7D9-4C3D-86EF-41ECA7FA0F97}"/>
              </a:ext>
            </a:extLst>
          </p:cNvPr>
          <p:cNvSpPr>
            <a:spLocks xmlns:a="http://schemas.openxmlformats.org/drawingml/2006/main" noGrp="1"/>
          </p:cNvSpPr>
          <p:nvPr/>
        </p:nvSpPr>
        <p:spPr>
          <a:xfrm xmlns:a="http://schemas.openxmlformats.org/drawingml/2006/main">
            <a:off x="609600" y="12287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lw x1, 8(x0)　：　データの8番地の値を、x1へ読む</a:t>
            </a:r>
          </a:p>
        </p:txBody>
      </p:sp>
      <p:sp>
        <p:nvSpPr>
          <p:cNvPr id="5" name="board-stable-chip">
            <a:extLst xmlns:a="http://schemas.openxmlformats.org/drawingml/2006/main">
              <a:ext uri="{FF2B5EF4-FFF2-40B4-BE49-F238E27FC236}">
                <a16:creationId xmlns:a16="http://schemas.microsoft.com/office/drawing/2014/main" id="{38A11A71-28B1-43A6-8F42-B9E3B932EB19}"/>
              </a:ext>
            </a:extLst>
          </p:cNvPr>
          <p:cNvSpPr>
            <a:spLocks xmlns:a="http://schemas.openxmlformats.org/drawingml/2006/main" noGrp="1"/>
          </p:cNvSpPr>
          <p:nvPr/>
        </p:nvSpPr>
        <p:spPr>
          <a:xfrm xmlns:a="http://schemas.openxmlformats.org/drawingml/2006/main">
            <a:off x="609600" y="1962150"/>
            <a:ext cx="10972800" cy="4080510"/>
          </a:xfrm>
          <a:prstGeom xmlns:a="http://schemas.openxmlformats.org/drawingml/2006/main" prst="rect">
            <a:avLst/>
          </a:prstGeom>
          <a:solidFill xmlns:a="http://schemas.openxmlformats.org/drawingml/2006/main">
            <a:srgbClr val="CCD9F1"/>
          </a:solidFill>
          <a:ln xmlns:a="http://schemas.openxmlformats.org/drawingml/2006/main" w="25146">
            <a:solidFill>
              <a:srgbClr val="1572C3"/>
            </a:solidFill>
          </a:ln>
        </p:spPr>
      </p:sp>
      <p:sp>
        <p:nvSpPr>
          <p:cNvPr id="6" name="text-78">
            <a:extLst xmlns:a="http://schemas.openxmlformats.org/drawingml/2006/main">
              <a:ext uri="{FF2B5EF4-FFF2-40B4-BE49-F238E27FC236}">
                <a16:creationId xmlns:a16="http://schemas.microsoft.com/office/drawing/2014/main" id="{7C8ED30E-28F9-40F2-A49D-BD841F1D3482}"/>
              </a:ext>
            </a:extLst>
          </p:cNvPr>
          <p:cNvSpPr>
            <a:spLocks xmlns:a="http://schemas.openxmlformats.org/drawingml/2006/main" noGrp="1"/>
          </p:cNvSpPr>
          <p:nvPr/>
        </p:nvSpPr>
        <p:spPr>
          <a:xfrm xmlns:a="http://schemas.openxmlformats.org/drawingml/2006/main">
            <a:off x="758190" y="1985010"/>
            <a:ext cx="285750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70" b="1">
                <a:solidFill>
                  <a:srgbClr val="1572C3"/>
                </a:solidFill>
                <a:latin typeface="Yu Gothic"/>
                <a:ea typeface="Yu Gothic"/>
                <a:cs typeface="Yu Gothic"/>
              </a:defRPr>
            </a:defPPr>
            <a:lvl1pPr algn="l">
              <a:defRPr sz="2070" b="1">
                <a:solidFill>
                  <a:srgbClr val="1572C3"/>
                </a:solidFill>
                <a:latin typeface="Yu Gothic"/>
                <a:ea typeface="Yu Gothic"/>
                <a:cs typeface="Yu Gothic"/>
              </a:defRPr>
            </a:lvl1pPr>
            <a:lvl2pPr algn="l">
              <a:defRPr sz="2070" b="1">
                <a:solidFill>
                  <a:srgbClr val="1572C3"/>
                </a:solidFill>
                <a:latin typeface="Yu Gothic"/>
                <a:ea typeface="Yu Gothic"/>
                <a:cs typeface="Yu Gothic"/>
              </a:defRPr>
            </a:lvl2pPr>
            <a:lvl3pPr algn="l">
              <a:defRPr sz="2070" b="1">
                <a:solidFill>
                  <a:srgbClr val="1572C3"/>
                </a:solidFill>
                <a:latin typeface="Yu Gothic"/>
                <a:ea typeface="Yu Gothic"/>
                <a:cs typeface="Yu Gothic"/>
              </a:defRPr>
            </a:lvl3pPr>
            <a:lvl4pPr algn="l">
              <a:defRPr sz="2070" b="1">
                <a:solidFill>
                  <a:srgbClr val="1572C3"/>
                </a:solidFill>
                <a:latin typeface="Yu Gothic"/>
                <a:ea typeface="Yu Gothic"/>
                <a:cs typeface="Yu Gothic"/>
              </a:defRPr>
            </a:lvl4pPr>
            <a:lvl5pPr algn="l">
              <a:defRPr sz="2070" b="1">
                <a:solidFill>
                  <a:srgbClr val="1572C3"/>
                </a:solidFill>
                <a:latin typeface="Yu Gothic"/>
                <a:ea typeface="Yu Gothic"/>
                <a:cs typeface="Yu Gothic"/>
              </a:defRPr>
            </a:lvl5pPr>
            <a:lvl6pPr algn="l">
              <a:defRPr sz="2070" b="1">
                <a:solidFill>
                  <a:srgbClr val="1572C3"/>
                </a:solidFill>
                <a:latin typeface="Yu Gothic"/>
                <a:ea typeface="Yu Gothic"/>
                <a:cs typeface="Yu Gothic"/>
              </a:defRPr>
            </a:lvl6pPr>
            <a:lvl7pPr algn="l">
              <a:defRPr sz="2070" b="1">
                <a:solidFill>
                  <a:srgbClr val="1572C3"/>
                </a:solidFill>
                <a:latin typeface="Yu Gothic"/>
                <a:ea typeface="Yu Gothic"/>
                <a:cs typeface="Yu Gothic"/>
              </a:defRPr>
            </a:lvl7pPr>
            <a:lvl8pPr algn="l">
              <a:defRPr sz="2070" b="1">
                <a:solidFill>
                  <a:srgbClr val="1572C3"/>
                </a:solidFill>
                <a:latin typeface="Yu Gothic"/>
                <a:ea typeface="Yu Gothic"/>
                <a:cs typeface="Yu Gothic"/>
              </a:defRPr>
            </a:lvl8pPr>
            <a:lvl9pPr algn="l">
              <a:defRPr sz="2070" b="1">
                <a:solidFill>
                  <a:srgbClr val="1572C3"/>
                </a:solidFill>
                <a:latin typeface="Yu Gothic"/>
                <a:ea typeface="Yu Gothic"/>
                <a:cs typeface="Yu Gothic"/>
              </a:defRPr>
            </a:lvl9pPr>
          </a:lstStyle>
          <a:p xmlns:a="http://schemas.openxmlformats.org/drawingml/2006/main">
            <a:pPr algn="l">
              <a:defRPr sz="2070" b="1">
                <a:solidFill>
                  <a:srgbClr val="1572C3"/>
                </a:solidFill>
                <a:latin typeface="Yu Gothic"/>
                <a:ea typeface="Yu Gothic"/>
                <a:cs typeface="Yu Gothic"/>
              </a:defRPr>
            </a:pPr>
            <a:r>
              <a:rPr sz="2070" b="1">
                <a:solidFill>
                  <a:srgbClr val="1572C3"/>
                </a:solidFill>
                <a:latin typeface="Yu Gothic"/>
                <a:ea typeface="Yu Gothic"/>
                <a:cs typeface="Yu Gothic"/>
              </a:rPr>
              <a:t>FPGAチップ</a:t>
            </a:r>
          </a:p>
        </p:txBody>
      </p:sp>
      <p:sp>
        <p:nvSpPr>
          <p:cNvPr id="7" name="board-stable-dataMemory">
            <a:extLst xmlns:a="http://schemas.openxmlformats.org/drawingml/2006/main">
              <a:ext uri="{FF2B5EF4-FFF2-40B4-BE49-F238E27FC236}">
                <a16:creationId xmlns:a16="http://schemas.microsoft.com/office/drawing/2014/main" id="{54BBEBF5-6970-48A0-B72F-DCF9CFBF5F88}"/>
              </a:ext>
            </a:extLst>
          </p:cNvPr>
          <p:cNvSpPr>
            <a:spLocks xmlns:a="http://schemas.openxmlformats.org/drawingml/2006/main" noGrp="1"/>
          </p:cNvSpPr>
          <p:nvPr/>
        </p:nvSpPr>
        <p:spPr>
          <a:xfrm xmlns:a="http://schemas.openxmlformats.org/drawingml/2006/main">
            <a:off x="9639300" y="3676650"/>
            <a:ext cx="1680210" cy="16230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8" name="text-80">
            <a:extLst xmlns:a="http://schemas.openxmlformats.org/drawingml/2006/main">
              <a:ext uri="{FF2B5EF4-FFF2-40B4-BE49-F238E27FC236}">
                <a16:creationId xmlns:a16="http://schemas.microsoft.com/office/drawing/2014/main" id="{6A0338A4-06C7-4A4E-A95B-3B523B877E93}"/>
              </a:ext>
            </a:extLst>
          </p:cNvPr>
          <p:cNvSpPr>
            <a:spLocks xmlns:a="http://schemas.openxmlformats.org/drawingml/2006/main" noGrp="1"/>
          </p:cNvSpPr>
          <p:nvPr/>
        </p:nvSpPr>
        <p:spPr>
          <a:xfrm xmlns:a="http://schemas.openxmlformats.org/drawingml/2006/main">
            <a:off x="9387840" y="3219450"/>
            <a:ext cx="2171700" cy="3771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Yu Gothic"/>
                <a:ea typeface="Yu Gothic"/>
                <a:cs typeface="Yu Gothic"/>
              </a:defRPr>
            </a:defPPr>
            <a:lvl1pPr algn="ctr">
              <a:defRPr sz="2250" b="1">
                <a:solidFill>
                  <a:srgbClr val="231F20"/>
                </a:solidFill>
                <a:latin typeface="Yu Gothic"/>
                <a:ea typeface="Yu Gothic"/>
                <a:cs typeface="Yu Gothic"/>
              </a:defRPr>
            </a:lvl1pPr>
            <a:lvl2pPr algn="ctr">
              <a:defRPr sz="2250" b="1">
                <a:solidFill>
                  <a:srgbClr val="231F20"/>
                </a:solidFill>
                <a:latin typeface="Yu Gothic"/>
                <a:ea typeface="Yu Gothic"/>
                <a:cs typeface="Yu Gothic"/>
              </a:defRPr>
            </a:lvl2pPr>
            <a:lvl3pPr algn="ctr">
              <a:defRPr sz="2250" b="1">
                <a:solidFill>
                  <a:srgbClr val="231F20"/>
                </a:solidFill>
                <a:latin typeface="Yu Gothic"/>
                <a:ea typeface="Yu Gothic"/>
                <a:cs typeface="Yu Gothic"/>
              </a:defRPr>
            </a:lvl3pPr>
            <a:lvl4pPr algn="ctr">
              <a:defRPr sz="2250" b="1">
                <a:solidFill>
                  <a:srgbClr val="231F20"/>
                </a:solidFill>
                <a:latin typeface="Yu Gothic"/>
                <a:ea typeface="Yu Gothic"/>
                <a:cs typeface="Yu Gothic"/>
              </a:defRPr>
            </a:lvl4pPr>
            <a:lvl5pPr algn="ctr">
              <a:defRPr sz="2250" b="1">
                <a:solidFill>
                  <a:srgbClr val="231F20"/>
                </a:solidFill>
                <a:latin typeface="Yu Gothic"/>
                <a:ea typeface="Yu Gothic"/>
                <a:cs typeface="Yu Gothic"/>
              </a:defRPr>
            </a:lvl5pPr>
            <a:lvl6pPr algn="ctr">
              <a:defRPr sz="2250" b="1">
                <a:solidFill>
                  <a:srgbClr val="231F20"/>
                </a:solidFill>
                <a:latin typeface="Yu Gothic"/>
                <a:ea typeface="Yu Gothic"/>
                <a:cs typeface="Yu Gothic"/>
              </a:defRPr>
            </a:lvl6pPr>
            <a:lvl7pPr algn="ctr">
              <a:defRPr sz="2250" b="1">
                <a:solidFill>
                  <a:srgbClr val="231F20"/>
                </a:solidFill>
                <a:latin typeface="Yu Gothic"/>
                <a:ea typeface="Yu Gothic"/>
                <a:cs typeface="Yu Gothic"/>
              </a:defRPr>
            </a:lvl7pPr>
            <a:lvl8pPr algn="ctr">
              <a:defRPr sz="2250" b="1">
                <a:solidFill>
                  <a:srgbClr val="231F20"/>
                </a:solidFill>
                <a:latin typeface="Yu Gothic"/>
                <a:ea typeface="Yu Gothic"/>
                <a:cs typeface="Yu Gothic"/>
              </a:defRPr>
            </a:lvl8pPr>
            <a:lvl9pPr algn="ctr">
              <a:defRPr sz="2250" b="1">
                <a:solidFill>
                  <a:srgbClr val="231F20"/>
                </a:solidFill>
                <a:latin typeface="Yu Gothic"/>
                <a:ea typeface="Yu Gothic"/>
                <a:cs typeface="Yu Gothic"/>
              </a:defRPr>
            </a:lvl9pPr>
          </a:lstStyle>
          <a:p xmlns:a="http://schemas.openxmlformats.org/drawingml/2006/main">
            <a:pPr algn="ctr">
              <a:defRPr sz="2250" b="1">
                <a:solidFill>
                  <a:srgbClr val="231F20"/>
                </a:solidFill>
                <a:latin typeface="Yu Gothic"/>
                <a:ea typeface="Yu Gothic"/>
                <a:cs typeface="Yu Gothic"/>
              </a:defRPr>
            </a:pPr>
            <a:r>
              <a:rPr sz="2250" b="1">
                <a:solidFill>
                  <a:srgbClr val="231F20"/>
                </a:solidFill>
                <a:latin typeface="Yu Gothic"/>
                <a:ea typeface="Yu Gothic"/>
                <a:cs typeface="Yu Gothic"/>
              </a:rPr>
              <a:t>データメモリ</a:t>
            </a:r>
          </a:p>
        </p:txBody>
      </p:sp>
      <p:sp>
        <p:nvSpPr>
          <p:cNvPr id="9" name="text-81">
            <a:extLst xmlns:a="http://schemas.openxmlformats.org/drawingml/2006/main">
              <a:ext uri="{FF2B5EF4-FFF2-40B4-BE49-F238E27FC236}">
                <a16:creationId xmlns:a16="http://schemas.microsoft.com/office/drawing/2014/main" id="{2A553DC5-5A78-4D3E-9563-D0B4001F549B}"/>
              </a:ext>
            </a:extLst>
          </p:cNvPr>
          <p:cNvSpPr>
            <a:spLocks xmlns:a="http://schemas.openxmlformats.org/drawingml/2006/main" noGrp="1"/>
          </p:cNvSpPr>
          <p:nvPr/>
        </p:nvSpPr>
        <p:spPr>
          <a:xfrm xmlns:a="http://schemas.openxmlformats.org/drawingml/2006/main">
            <a:off x="9719310" y="411099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10" name="text-82">
            <a:extLst xmlns:a="http://schemas.openxmlformats.org/drawingml/2006/main">
              <a:ext uri="{FF2B5EF4-FFF2-40B4-BE49-F238E27FC236}">
                <a16:creationId xmlns:a16="http://schemas.microsoft.com/office/drawing/2014/main" id="{341CDAE1-926A-41D7-B39F-7E7F19BED879}"/>
              </a:ext>
            </a:extLst>
          </p:cNvPr>
          <p:cNvSpPr>
            <a:spLocks xmlns:a="http://schemas.openxmlformats.org/drawingml/2006/main" noGrp="1"/>
          </p:cNvSpPr>
          <p:nvPr/>
        </p:nvSpPr>
        <p:spPr>
          <a:xfrm xmlns:a="http://schemas.openxmlformats.org/drawingml/2006/main">
            <a:off x="9719310" y="4831080"/>
            <a:ext cx="4000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WD</a:t>
            </a:r>
          </a:p>
        </p:txBody>
      </p:sp>
      <p:sp>
        <p:nvSpPr>
          <p:cNvPr id="11" name="text-83">
            <a:extLst xmlns:a="http://schemas.openxmlformats.org/drawingml/2006/main">
              <a:ext uri="{FF2B5EF4-FFF2-40B4-BE49-F238E27FC236}">
                <a16:creationId xmlns:a16="http://schemas.microsoft.com/office/drawing/2014/main" id="{58EDB0A9-AB40-4887-A24C-8F46DA1824D3}"/>
              </a:ext>
            </a:extLst>
          </p:cNvPr>
          <p:cNvSpPr>
            <a:spLocks xmlns:a="http://schemas.openxmlformats.org/drawingml/2006/main" noGrp="1"/>
          </p:cNvSpPr>
          <p:nvPr/>
        </p:nvSpPr>
        <p:spPr>
          <a:xfrm xmlns:a="http://schemas.openxmlformats.org/drawingml/2006/main">
            <a:off x="10908030" y="463677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12" name="text-84">
            <a:extLst xmlns:a="http://schemas.openxmlformats.org/drawingml/2006/main">
              <a:ext uri="{FF2B5EF4-FFF2-40B4-BE49-F238E27FC236}">
                <a16:creationId xmlns:a16="http://schemas.microsoft.com/office/drawing/2014/main" id="{C06BF29F-EDA2-45D6-A211-3DFDD084099A}"/>
              </a:ext>
            </a:extLst>
          </p:cNvPr>
          <p:cNvSpPr>
            <a:spLocks xmlns:a="http://schemas.openxmlformats.org/drawingml/2006/main" noGrp="1"/>
          </p:cNvSpPr>
          <p:nvPr/>
        </p:nvSpPr>
        <p:spPr>
          <a:xfrm xmlns:a="http://schemas.openxmlformats.org/drawingml/2006/main">
            <a:off x="10096500" y="3905250"/>
            <a:ext cx="113157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8番地</a:t>
            </a:r>
          </a:p>
        </p:txBody>
      </p:sp>
      <p:sp>
        <p:nvSpPr>
          <p:cNvPr id="13" name="text-85">
            <a:extLst xmlns:a="http://schemas.openxmlformats.org/drawingml/2006/main">
              <a:ext uri="{FF2B5EF4-FFF2-40B4-BE49-F238E27FC236}">
                <a16:creationId xmlns:a16="http://schemas.microsoft.com/office/drawing/2014/main" id="{31C7DD01-30C5-49FE-B684-B294B4BDF156}"/>
              </a:ext>
            </a:extLst>
          </p:cNvPr>
          <p:cNvSpPr>
            <a:spLocks xmlns:a="http://schemas.openxmlformats.org/drawingml/2006/main" noGrp="1"/>
          </p:cNvSpPr>
          <p:nvPr/>
        </p:nvSpPr>
        <p:spPr>
          <a:xfrm xmlns:a="http://schemas.openxmlformats.org/drawingml/2006/main">
            <a:off x="10290810" y="4305300"/>
            <a:ext cx="58293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610" b="1">
                <a:solidFill>
                  <a:srgbClr val="1572C3"/>
                </a:solidFill>
                <a:latin typeface="Arial"/>
                <a:ea typeface="Arial"/>
                <a:cs typeface="Arial"/>
              </a:defRPr>
            </a:defPPr>
            <a:lvl1pPr algn="ctr">
              <a:defRPr sz="2610" b="1">
                <a:solidFill>
                  <a:srgbClr val="1572C3"/>
                </a:solidFill>
                <a:latin typeface="Arial"/>
                <a:ea typeface="Arial"/>
                <a:cs typeface="Arial"/>
              </a:defRPr>
            </a:lvl1pPr>
            <a:lvl2pPr algn="ctr">
              <a:defRPr sz="2610" b="1">
                <a:solidFill>
                  <a:srgbClr val="1572C3"/>
                </a:solidFill>
                <a:latin typeface="Arial"/>
                <a:ea typeface="Arial"/>
                <a:cs typeface="Arial"/>
              </a:defRPr>
            </a:lvl2pPr>
            <a:lvl3pPr algn="ctr">
              <a:defRPr sz="2610" b="1">
                <a:solidFill>
                  <a:srgbClr val="1572C3"/>
                </a:solidFill>
                <a:latin typeface="Arial"/>
                <a:ea typeface="Arial"/>
                <a:cs typeface="Arial"/>
              </a:defRPr>
            </a:lvl3pPr>
            <a:lvl4pPr algn="ctr">
              <a:defRPr sz="2610" b="1">
                <a:solidFill>
                  <a:srgbClr val="1572C3"/>
                </a:solidFill>
                <a:latin typeface="Arial"/>
                <a:ea typeface="Arial"/>
                <a:cs typeface="Arial"/>
              </a:defRPr>
            </a:lvl4pPr>
            <a:lvl5pPr algn="ctr">
              <a:defRPr sz="2610" b="1">
                <a:solidFill>
                  <a:srgbClr val="1572C3"/>
                </a:solidFill>
                <a:latin typeface="Arial"/>
                <a:ea typeface="Arial"/>
                <a:cs typeface="Arial"/>
              </a:defRPr>
            </a:lvl5pPr>
            <a:lvl6pPr algn="ctr">
              <a:defRPr sz="2610" b="1">
                <a:solidFill>
                  <a:srgbClr val="1572C3"/>
                </a:solidFill>
                <a:latin typeface="Arial"/>
                <a:ea typeface="Arial"/>
                <a:cs typeface="Arial"/>
              </a:defRPr>
            </a:lvl6pPr>
            <a:lvl7pPr algn="ctr">
              <a:defRPr sz="2610" b="1">
                <a:solidFill>
                  <a:srgbClr val="1572C3"/>
                </a:solidFill>
                <a:latin typeface="Arial"/>
                <a:ea typeface="Arial"/>
                <a:cs typeface="Arial"/>
              </a:defRPr>
            </a:lvl7pPr>
            <a:lvl8pPr algn="ctr">
              <a:defRPr sz="2610" b="1">
                <a:solidFill>
                  <a:srgbClr val="1572C3"/>
                </a:solidFill>
                <a:latin typeface="Arial"/>
                <a:ea typeface="Arial"/>
                <a:cs typeface="Arial"/>
              </a:defRPr>
            </a:lvl8pPr>
            <a:lvl9pPr algn="ctr">
              <a:defRPr sz="2610" b="1">
                <a:solidFill>
                  <a:srgbClr val="1572C3"/>
                </a:solidFill>
                <a:latin typeface="Arial"/>
                <a:ea typeface="Arial"/>
                <a:cs typeface="Arial"/>
              </a:defRPr>
            </a:lvl9pPr>
          </a:lstStyle>
          <a:p xmlns:a="http://schemas.openxmlformats.org/drawingml/2006/main">
            <a:pPr algn="ctr">
              <a:defRPr sz="2610" b="1">
                <a:solidFill>
                  <a:srgbClr val="1572C3"/>
                </a:solidFill>
                <a:latin typeface="Arial"/>
                <a:ea typeface="Arial"/>
                <a:cs typeface="Arial"/>
              </a:defRPr>
            </a:pPr>
            <a:r>
              <a:rPr sz="2610" b="1">
                <a:solidFill>
                  <a:srgbClr val="1572C3"/>
                </a:solidFill>
                <a:latin typeface="Arial"/>
                <a:ea typeface="Arial"/>
                <a:cs typeface="Arial"/>
              </a:rPr>
              <a:t>3</a:t>
            </a:r>
          </a:p>
        </p:txBody>
      </p:sp>
      <p:sp>
        <p:nvSpPr>
          <p:cNvPr id="14" name="text-86">
            <a:extLst xmlns:a="http://schemas.openxmlformats.org/drawingml/2006/main">
              <a:ext uri="{FF2B5EF4-FFF2-40B4-BE49-F238E27FC236}">
                <a16:creationId xmlns:a16="http://schemas.microsoft.com/office/drawing/2014/main" id="{AE664558-9BD8-4D51-8C68-500FEDB40316}"/>
              </a:ext>
            </a:extLst>
          </p:cNvPr>
          <p:cNvSpPr>
            <a:spLocks xmlns:a="http://schemas.openxmlformats.org/drawingml/2006/main" noGrp="1"/>
          </p:cNvSpPr>
          <p:nvPr/>
        </p:nvSpPr>
        <p:spPr>
          <a:xfrm xmlns:a="http://schemas.openxmlformats.org/drawingml/2006/main">
            <a:off x="3912870" y="2350770"/>
            <a:ext cx="42748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30" b="1">
                <a:solidFill>
                  <a:srgbClr val="231F20"/>
                </a:solidFill>
                <a:latin typeface="Yu Gothic"/>
                <a:ea typeface="Yu Gothic"/>
                <a:cs typeface="Yu Gothic"/>
              </a:defRPr>
            </a:defPPr>
            <a:lvl1pPr algn="l">
              <a:defRPr sz="1530" b="1">
                <a:solidFill>
                  <a:srgbClr val="231F20"/>
                </a:solidFill>
                <a:latin typeface="Yu Gothic"/>
                <a:ea typeface="Yu Gothic"/>
                <a:cs typeface="Yu Gothic"/>
              </a:defRPr>
            </a:lvl1pPr>
            <a:lvl2pPr algn="l">
              <a:defRPr sz="1530" b="1">
                <a:solidFill>
                  <a:srgbClr val="231F20"/>
                </a:solidFill>
                <a:latin typeface="Yu Gothic"/>
                <a:ea typeface="Yu Gothic"/>
                <a:cs typeface="Yu Gothic"/>
              </a:defRPr>
            </a:lvl2pPr>
            <a:lvl3pPr algn="l">
              <a:defRPr sz="1530" b="1">
                <a:solidFill>
                  <a:srgbClr val="231F20"/>
                </a:solidFill>
                <a:latin typeface="Yu Gothic"/>
                <a:ea typeface="Yu Gothic"/>
                <a:cs typeface="Yu Gothic"/>
              </a:defRPr>
            </a:lvl3pPr>
            <a:lvl4pPr algn="l">
              <a:defRPr sz="1530" b="1">
                <a:solidFill>
                  <a:srgbClr val="231F20"/>
                </a:solidFill>
                <a:latin typeface="Yu Gothic"/>
                <a:ea typeface="Yu Gothic"/>
                <a:cs typeface="Yu Gothic"/>
              </a:defRPr>
            </a:lvl4pPr>
            <a:lvl5pPr algn="l">
              <a:defRPr sz="1530" b="1">
                <a:solidFill>
                  <a:srgbClr val="231F20"/>
                </a:solidFill>
                <a:latin typeface="Yu Gothic"/>
                <a:ea typeface="Yu Gothic"/>
                <a:cs typeface="Yu Gothic"/>
              </a:defRPr>
            </a:lvl5pPr>
            <a:lvl6pPr algn="l">
              <a:defRPr sz="1530" b="1">
                <a:solidFill>
                  <a:srgbClr val="231F20"/>
                </a:solidFill>
                <a:latin typeface="Yu Gothic"/>
                <a:ea typeface="Yu Gothic"/>
                <a:cs typeface="Yu Gothic"/>
              </a:defRPr>
            </a:lvl6pPr>
            <a:lvl7pPr algn="l">
              <a:defRPr sz="1530" b="1">
                <a:solidFill>
                  <a:srgbClr val="231F20"/>
                </a:solidFill>
                <a:latin typeface="Yu Gothic"/>
                <a:ea typeface="Yu Gothic"/>
                <a:cs typeface="Yu Gothic"/>
              </a:defRPr>
            </a:lvl7pPr>
            <a:lvl8pPr algn="l">
              <a:defRPr sz="1530" b="1">
                <a:solidFill>
                  <a:srgbClr val="231F20"/>
                </a:solidFill>
                <a:latin typeface="Yu Gothic"/>
                <a:ea typeface="Yu Gothic"/>
                <a:cs typeface="Yu Gothic"/>
              </a:defRPr>
            </a:lvl8pPr>
            <a:lvl9pPr algn="l">
              <a:defRPr sz="1530" b="1">
                <a:solidFill>
                  <a:srgbClr val="231F20"/>
                </a:solidFill>
                <a:latin typeface="Yu Gothic"/>
                <a:ea typeface="Yu Gothic"/>
                <a:cs typeface="Yu Gothic"/>
              </a:defRPr>
            </a:lvl9pPr>
          </a:lstStyle>
          <a:p xmlns:a="http://schemas.openxmlformats.org/drawingml/2006/main">
            <a:pPr algn="l">
              <a:defRPr sz="1530" b="1">
                <a:solidFill>
                  <a:srgbClr val="231F20"/>
                </a:solidFill>
                <a:latin typeface="Yu Gothic"/>
                <a:ea typeface="Yu Gothic"/>
                <a:cs typeface="Yu Gothic"/>
              </a:defRPr>
            </a:pPr>
            <a:r>
              <a:rPr sz="1530" b="1">
                <a:solidFill>
                  <a:srgbClr val="231F20"/>
                </a:solidFill>
                <a:latin typeface="Yu Gothic"/>
                <a:ea typeface="Yu Gothic"/>
                <a:cs typeface="Yu Gothic"/>
              </a:rPr>
              <a:t>命令の32ビット</a:t>
            </a:r>
          </a:p>
        </p:txBody>
      </p:sp>
      <p:sp>
        <p:nvSpPr>
          <p:cNvPr id="15" name="block-87">
            <a:extLst xmlns:a="http://schemas.openxmlformats.org/drawingml/2006/main">
              <a:ext uri="{FF2B5EF4-FFF2-40B4-BE49-F238E27FC236}">
                <a16:creationId xmlns:a16="http://schemas.microsoft.com/office/drawing/2014/main" id="{BF429E95-BB13-4EBF-9442-ECEBFA2D224E}"/>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6" name="text-88">
            <a:extLst xmlns:a="http://schemas.openxmlformats.org/drawingml/2006/main">
              <a:ext uri="{FF2B5EF4-FFF2-40B4-BE49-F238E27FC236}">
                <a16:creationId xmlns:a16="http://schemas.microsoft.com/office/drawing/2014/main" id="{1E02061A-9C3D-4F0B-B96D-550A51E43C1B}"/>
              </a:ext>
            </a:extLst>
          </p:cNvPr>
          <p:cNvSpPr>
            <a:spLocks xmlns:a="http://schemas.openxmlformats.org/drawingml/2006/main" noGrp="1"/>
          </p:cNvSpPr>
          <p:nvPr/>
        </p:nvSpPr>
        <p:spPr>
          <a:xfrm xmlns:a="http://schemas.openxmlformats.org/drawingml/2006/main">
            <a:off x="3947160" y="2602230"/>
            <a:ext cx="15087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231F20"/>
                </a:solidFill>
                <a:latin typeface="Arial"/>
                <a:ea typeface="Arial"/>
                <a:cs typeface="Arial"/>
              </a:defRPr>
            </a:defPPr>
            <a:lvl1pPr algn="ctr">
              <a:defRPr sz="1125" b="0">
                <a:solidFill>
                  <a:srgbClr val="231F20"/>
                </a:solidFill>
                <a:latin typeface="Arial"/>
                <a:ea typeface="Arial"/>
                <a:cs typeface="Arial"/>
              </a:defRPr>
            </a:lvl1pPr>
            <a:lvl2pPr algn="ctr">
              <a:defRPr sz="1125" b="0">
                <a:solidFill>
                  <a:srgbClr val="231F20"/>
                </a:solidFill>
                <a:latin typeface="Arial"/>
                <a:ea typeface="Arial"/>
                <a:cs typeface="Arial"/>
              </a:defRPr>
            </a:lvl2pPr>
            <a:lvl3pPr algn="ctr">
              <a:defRPr sz="1125" b="0">
                <a:solidFill>
                  <a:srgbClr val="231F20"/>
                </a:solidFill>
                <a:latin typeface="Arial"/>
                <a:ea typeface="Arial"/>
                <a:cs typeface="Arial"/>
              </a:defRPr>
            </a:lvl3pPr>
            <a:lvl4pPr algn="ctr">
              <a:defRPr sz="1125" b="0">
                <a:solidFill>
                  <a:srgbClr val="231F20"/>
                </a:solidFill>
                <a:latin typeface="Arial"/>
                <a:ea typeface="Arial"/>
                <a:cs typeface="Arial"/>
              </a:defRPr>
            </a:lvl4pPr>
            <a:lvl5pPr algn="ctr">
              <a:defRPr sz="1125" b="0">
                <a:solidFill>
                  <a:srgbClr val="231F20"/>
                </a:solidFill>
                <a:latin typeface="Arial"/>
                <a:ea typeface="Arial"/>
                <a:cs typeface="Arial"/>
              </a:defRPr>
            </a:lvl5pPr>
            <a:lvl6pPr algn="ctr">
              <a:defRPr sz="1125" b="0">
                <a:solidFill>
                  <a:srgbClr val="231F20"/>
                </a:solidFill>
                <a:latin typeface="Arial"/>
                <a:ea typeface="Arial"/>
                <a:cs typeface="Arial"/>
              </a:defRPr>
            </a:lvl6pPr>
            <a:lvl7pPr algn="ctr">
              <a:defRPr sz="1125" b="0">
                <a:solidFill>
                  <a:srgbClr val="231F20"/>
                </a:solidFill>
                <a:latin typeface="Arial"/>
                <a:ea typeface="Arial"/>
                <a:cs typeface="Arial"/>
              </a:defRPr>
            </a:lvl7pPr>
            <a:lvl8pPr algn="ctr">
              <a:defRPr sz="1125" b="0">
                <a:solidFill>
                  <a:srgbClr val="231F20"/>
                </a:solidFill>
                <a:latin typeface="Arial"/>
                <a:ea typeface="Arial"/>
                <a:cs typeface="Arial"/>
              </a:defRPr>
            </a:lvl8pPr>
            <a:lvl9pPr algn="ctr">
              <a:defRPr sz="1125" b="0">
                <a:solidFill>
                  <a:srgbClr val="231F20"/>
                </a:solidFill>
                <a:latin typeface="Arial"/>
                <a:ea typeface="Arial"/>
                <a:cs typeface="Arial"/>
              </a:defRPr>
            </a:lvl9pPr>
          </a:lstStyle>
          <a:p xmlns:a="http://schemas.openxmlformats.org/drawingml/2006/main">
            <a:pPr algn="ctr">
              <a:defRPr sz="1125" b="0">
                <a:solidFill>
                  <a:srgbClr val="231F20"/>
                </a:solidFill>
                <a:latin typeface="Arial"/>
                <a:ea typeface="Arial"/>
                <a:cs typeface="Arial"/>
              </a:defRPr>
            </a:pPr>
            <a:r>
              <a:rPr sz="1125" b="0">
                <a:solidFill>
                  <a:srgbClr val="231F20"/>
                </a:solidFill>
                <a:latin typeface="Arial"/>
                <a:ea typeface="Arial"/>
                <a:cs typeface="Arial"/>
              </a:rPr>
              <a:t>[31:20]</a:t>
            </a:r>
          </a:p>
        </p:txBody>
      </p:sp>
      <p:sp>
        <p:nvSpPr>
          <p:cNvPr id="17" name="text-89">
            <a:extLst xmlns:a="http://schemas.openxmlformats.org/drawingml/2006/main">
              <a:ext uri="{FF2B5EF4-FFF2-40B4-BE49-F238E27FC236}">
                <a16:creationId xmlns:a16="http://schemas.microsoft.com/office/drawing/2014/main" id="{87A79AF7-6276-493B-ABBA-0BF12B374AA5}"/>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000000001000</a:t>
            </a:r>
          </a:p>
        </p:txBody>
      </p:sp>
      <p:sp>
        <p:nvSpPr>
          <p:cNvPr id="18" name="block-90">
            <a:extLst xmlns:a="http://schemas.openxmlformats.org/drawingml/2006/main">
              <a:ext uri="{FF2B5EF4-FFF2-40B4-BE49-F238E27FC236}">
                <a16:creationId xmlns:a16="http://schemas.microsoft.com/office/drawing/2014/main" id="{DFCD4F66-F4A1-4D8D-935A-C2A74A4999DB}"/>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9" name="text-91">
            <a:extLst xmlns:a="http://schemas.openxmlformats.org/drawingml/2006/main">
              <a:ext uri="{FF2B5EF4-FFF2-40B4-BE49-F238E27FC236}">
                <a16:creationId xmlns:a16="http://schemas.microsoft.com/office/drawing/2014/main" id="{94FF789D-1187-46D7-8889-C30EEC2EC426}"/>
              </a:ext>
            </a:extLst>
          </p:cNvPr>
          <p:cNvSpPr>
            <a:spLocks xmlns:a="http://schemas.openxmlformats.org/drawingml/2006/main" noGrp="1"/>
          </p:cNvSpPr>
          <p:nvPr/>
        </p:nvSpPr>
        <p:spPr>
          <a:xfrm xmlns:a="http://schemas.openxmlformats.org/drawingml/2006/main">
            <a:off x="54559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231F20"/>
                </a:solidFill>
                <a:latin typeface="Arial"/>
                <a:ea typeface="Arial"/>
                <a:cs typeface="Arial"/>
              </a:defRPr>
            </a:defPPr>
            <a:lvl1pPr algn="ctr">
              <a:defRPr sz="1125" b="0">
                <a:solidFill>
                  <a:srgbClr val="231F20"/>
                </a:solidFill>
                <a:latin typeface="Arial"/>
                <a:ea typeface="Arial"/>
                <a:cs typeface="Arial"/>
              </a:defRPr>
            </a:lvl1pPr>
            <a:lvl2pPr algn="ctr">
              <a:defRPr sz="1125" b="0">
                <a:solidFill>
                  <a:srgbClr val="231F20"/>
                </a:solidFill>
                <a:latin typeface="Arial"/>
                <a:ea typeface="Arial"/>
                <a:cs typeface="Arial"/>
              </a:defRPr>
            </a:lvl2pPr>
            <a:lvl3pPr algn="ctr">
              <a:defRPr sz="1125" b="0">
                <a:solidFill>
                  <a:srgbClr val="231F20"/>
                </a:solidFill>
                <a:latin typeface="Arial"/>
                <a:ea typeface="Arial"/>
                <a:cs typeface="Arial"/>
              </a:defRPr>
            </a:lvl3pPr>
            <a:lvl4pPr algn="ctr">
              <a:defRPr sz="1125" b="0">
                <a:solidFill>
                  <a:srgbClr val="231F20"/>
                </a:solidFill>
                <a:latin typeface="Arial"/>
                <a:ea typeface="Arial"/>
                <a:cs typeface="Arial"/>
              </a:defRPr>
            </a:lvl4pPr>
            <a:lvl5pPr algn="ctr">
              <a:defRPr sz="1125" b="0">
                <a:solidFill>
                  <a:srgbClr val="231F20"/>
                </a:solidFill>
                <a:latin typeface="Arial"/>
                <a:ea typeface="Arial"/>
                <a:cs typeface="Arial"/>
              </a:defRPr>
            </a:lvl5pPr>
            <a:lvl6pPr algn="ctr">
              <a:defRPr sz="1125" b="0">
                <a:solidFill>
                  <a:srgbClr val="231F20"/>
                </a:solidFill>
                <a:latin typeface="Arial"/>
                <a:ea typeface="Arial"/>
                <a:cs typeface="Arial"/>
              </a:defRPr>
            </a:lvl6pPr>
            <a:lvl7pPr algn="ctr">
              <a:defRPr sz="1125" b="0">
                <a:solidFill>
                  <a:srgbClr val="231F20"/>
                </a:solidFill>
                <a:latin typeface="Arial"/>
                <a:ea typeface="Arial"/>
                <a:cs typeface="Arial"/>
              </a:defRPr>
            </a:lvl7pPr>
            <a:lvl8pPr algn="ctr">
              <a:defRPr sz="1125" b="0">
                <a:solidFill>
                  <a:srgbClr val="231F20"/>
                </a:solidFill>
                <a:latin typeface="Arial"/>
                <a:ea typeface="Arial"/>
                <a:cs typeface="Arial"/>
              </a:defRPr>
            </a:lvl8pPr>
            <a:lvl9pPr algn="ctr">
              <a:defRPr sz="1125" b="0">
                <a:solidFill>
                  <a:srgbClr val="231F20"/>
                </a:solidFill>
                <a:latin typeface="Arial"/>
                <a:ea typeface="Arial"/>
                <a:cs typeface="Arial"/>
              </a:defRPr>
            </a:lvl9pPr>
          </a:lstStyle>
          <a:p xmlns:a="http://schemas.openxmlformats.org/drawingml/2006/main">
            <a:pPr algn="ctr">
              <a:defRPr sz="1125" b="0">
                <a:solidFill>
                  <a:srgbClr val="231F20"/>
                </a:solidFill>
                <a:latin typeface="Arial"/>
                <a:ea typeface="Arial"/>
                <a:cs typeface="Arial"/>
              </a:defRPr>
            </a:pPr>
            <a:r>
              <a:rPr sz="1125" b="0">
                <a:solidFill>
                  <a:srgbClr val="231F20"/>
                </a:solidFill>
                <a:latin typeface="Arial"/>
                <a:ea typeface="Arial"/>
                <a:cs typeface="Arial"/>
              </a:rPr>
              <a:t>[19:15]</a:t>
            </a:r>
          </a:p>
        </p:txBody>
      </p:sp>
      <p:sp>
        <p:nvSpPr>
          <p:cNvPr id="20" name="text-92">
            <a:extLst xmlns:a="http://schemas.openxmlformats.org/drawingml/2006/main">
              <a:ext uri="{FF2B5EF4-FFF2-40B4-BE49-F238E27FC236}">
                <a16:creationId xmlns:a16="http://schemas.microsoft.com/office/drawing/2014/main" id="{F8FDBB6F-D646-4E7C-B001-02C00D064ABC}"/>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00000</a:t>
            </a:r>
          </a:p>
        </p:txBody>
      </p:sp>
      <p:sp>
        <p:nvSpPr>
          <p:cNvPr id="21" name="block-93">
            <a:extLst xmlns:a="http://schemas.openxmlformats.org/drawingml/2006/main">
              <a:ext uri="{FF2B5EF4-FFF2-40B4-BE49-F238E27FC236}">
                <a16:creationId xmlns:a16="http://schemas.microsoft.com/office/drawing/2014/main" id="{904F623D-14E3-479C-8FBE-FAE8DC3F94F7}"/>
              </a:ext>
            </a:extLst>
          </p:cNvPr>
          <p:cNvSpPr>
            <a:spLocks xmlns:a="http://schemas.openxmlformats.org/drawingml/2006/main" noGrp="1"/>
          </p:cNvSpPr>
          <p:nvPr/>
        </p:nvSpPr>
        <p:spPr>
          <a:xfrm xmlns:a="http://schemas.openxmlformats.org/drawingml/2006/main">
            <a:off x="6164580" y="2842260"/>
            <a:ext cx="52578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2" name="text-94">
            <a:extLst xmlns:a="http://schemas.openxmlformats.org/drawingml/2006/main">
              <a:ext uri="{FF2B5EF4-FFF2-40B4-BE49-F238E27FC236}">
                <a16:creationId xmlns:a16="http://schemas.microsoft.com/office/drawing/2014/main" id="{C897BAD2-546A-4C7C-8D22-3E70EDEC8F60}"/>
              </a:ext>
            </a:extLst>
          </p:cNvPr>
          <p:cNvSpPr>
            <a:spLocks xmlns:a="http://schemas.openxmlformats.org/drawingml/2006/main" noGrp="1"/>
          </p:cNvSpPr>
          <p:nvPr/>
        </p:nvSpPr>
        <p:spPr>
          <a:xfrm xmlns:a="http://schemas.openxmlformats.org/drawingml/2006/main">
            <a:off x="6164580" y="2602230"/>
            <a:ext cx="52578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231F20"/>
                </a:solidFill>
                <a:latin typeface="Arial"/>
                <a:ea typeface="Arial"/>
                <a:cs typeface="Arial"/>
              </a:defRPr>
            </a:defPPr>
            <a:lvl1pPr algn="ctr">
              <a:defRPr sz="1125" b="0">
                <a:solidFill>
                  <a:srgbClr val="231F20"/>
                </a:solidFill>
                <a:latin typeface="Arial"/>
                <a:ea typeface="Arial"/>
                <a:cs typeface="Arial"/>
              </a:defRPr>
            </a:lvl1pPr>
            <a:lvl2pPr algn="ctr">
              <a:defRPr sz="1125" b="0">
                <a:solidFill>
                  <a:srgbClr val="231F20"/>
                </a:solidFill>
                <a:latin typeface="Arial"/>
                <a:ea typeface="Arial"/>
                <a:cs typeface="Arial"/>
              </a:defRPr>
            </a:lvl2pPr>
            <a:lvl3pPr algn="ctr">
              <a:defRPr sz="1125" b="0">
                <a:solidFill>
                  <a:srgbClr val="231F20"/>
                </a:solidFill>
                <a:latin typeface="Arial"/>
                <a:ea typeface="Arial"/>
                <a:cs typeface="Arial"/>
              </a:defRPr>
            </a:lvl3pPr>
            <a:lvl4pPr algn="ctr">
              <a:defRPr sz="1125" b="0">
                <a:solidFill>
                  <a:srgbClr val="231F20"/>
                </a:solidFill>
                <a:latin typeface="Arial"/>
                <a:ea typeface="Arial"/>
                <a:cs typeface="Arial"/>
              </a:defRPr>
            </a:lvl4pPr>
            <a:lvl5pPr algn="ctr">
              <a:defRPr sz="1125" b="0">
                <a:solidFill>
                  <a:srgbClr val="231F20"/>
                </a:solidFill>
                <a:latin typeface="Arial"/>
                <a:ea typeface="Arial"/>
                <a:cs typeface="Arial"/>
              </a:defRPr>
            </a:lvl5pPr>
            <a:lvl6pPr algn="ctr">
              <a:defRPr sz="1125" b="0">
                <a:solidFill>
                  <a:srgbClr val="231F20"/>
                </a:solidFill>
                <a:latin typeface="Arial"/>
                <a:ea typeface="Arial"/>
                <a:cs typeface="Arial"/>
              </a:defRPr>
            </a:lvl6pPr>
            <a:lvl7pPr algn="ctr">
              <a:defRPr sz="1125" b="0">
                <a:solidFill>
                  <a:srgbClr val="231F20"/>
                </a:solidFill>
                <a:latin typeface="Arial"/>
                <a:ea typeface="Arial"/>
                <a:cs typeface="Arial"/>
              </a:defRPr>
            </a:lvl7pPr>
            <a:lvl8pPr algn="ctr">
              <a:defRPr sz="1125" b="0">
                <a:solidFill>
                  <a:srgbClr val="231F20"/>
                </a:solidFill>
                <a:latin typeface="Arial"/>
                <a:ea typeface="Arial"/>
                <a:cs typeface="Arial"/>
              </a:defRPr>
            </a:lvl8pPr>
            <a:lvl9pPr algn="ctr">
              <a:defRPr sz="1125" b="0">
                <a:solidFill>
                  <a:srgbClr val="231F20"/>
                </a:solidFill>
                <a:latin typeface="Arial"/>
                <a:ea typeface="Arial"/>
                <a:cs typeface="Arial"/>
              </a:defRPr>
            </a:lvl9pPr>
          </a:lstStyle>
          <a:p xmlns:a="http://schemas.openxmlformats.org/drawingml/2006/main">
            <a:pPr algn="ctr">
              <a:defRPr sz="1125" b="0">
                <a:solidFill>
                  <a:srgbClr val="231F20"/>
                </a:solidFill>
                <a:latin typeface="Arial"/>
                <a:ea typeface="Arial"/>
                <a:cs typeface="Arial"/>
              </a:defRPr>
            </a:pPr>
            <a:r>
              <a:rPr sz="1125" b="0">
                <a:solidFill>
                  <a:srgbClr val="231F20"/>
                </a:solidFill>
                <a:latin typeface="Arial"/>
                <a:ea typeface="Arial"/>
                <a:cs typeface="Arial"/>
              </a:rPr>
              <a:t>[14:12]</a:t>
            </a:r>
          </a:p>
        </p:txBody>
      </p:sp>
      <p:sp>
        <p:nvSpPr>
          <p:cNvPr id="23" name="text-95">
            <a:extLst xmlns:a="http://schemas.openxmlformats.org/drawingml/2006/main">
              <a:ext uri="{FF2B5EF4-FFF2-40B4-BE49-F238E27FC236}">
                <a16:creationId xmlns:a16="http://schemas.microsoft.com/office/drawing/2014/main" id="{19433B2A-1E0B-4E5C-B2F3-CB38E7F5E216}"/>
              </a:ext>
            </a:extLst>
          </p:cNvPr>
          <p:cNvSpPr>
            <a:spLocks xmlns:a="http://schemas.openxmlformats.org/drawingml/2006/main" noGrp="1"/>
          </p:cNvSpPr>
          <p:nvPr/>
        </p:nvSpPr>
        <p:spPr>
          <a:xfrm xmlns:a="http://schemas.openxmlformats.org/drawingml/2006/main">
            <a:off x="6164580" y="2842260"/>
            <a:ext cx="5257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010</a:t>
            </a:r>
          </a:p>
        </p:txBody>
      </p:sp>
      <p:sp>
        <p:nvSpPr>
          <p:cNvPr id="24" name="block-96">
            <a:extLst xmlns:a="http://schemas.openxmlformats.org/drawingml/2006/main">
              <a:ext uri="{FF2B5EF4-FFF2-40B4-BE49-F238E27FC236}">
                <a16:creationId xmlns:a16="http://schemas.microsoft.com/office/drawing/2014/main" id="{410180BB-DA6E-4C32-B0A0-32B3BA9BD44A}"/>
              </a:ext>
            </a:extLst>
          </p:cNvPr>
          <p:cNvSpPr>
            <a:spLocks xmlns:a="http://schemas.openxmlformats.org/drawingml/2006/main" noGrp="1"/>
          </p:cNvSpPr>
          <p:nvPr/>
        </p:nvSpPr>
        <p:spPr>
          <a:xfrm xmlns:a="http://schemas.openxmlformats.org/drawingml/2006/main">
            <a:off x="669036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5" name="text-97">
            <a:extLst xmlns:a="http://schemas.openxmlformats.org/drawingml/2006/main">
              <a:ext uri="{FF2B5EF4-FFF2-40B4-BE49-F238E27FC236}">
                <a16:creationId xmlns:a16="http://schemas.microsoft.com/office/drawing/2014/main" id="{F990D6F6-95A9-41E9-862D-91AB6ADBA909}"/>
              </a:ext>
            </a:extLst>
          </p:cNvPr>
          <p:cNvSpPr>
            <a:spLocks xmlns:a="http://schemas.openxmlformats.org/drawingml/2006/main" noGrp="1"/>
          </p:cNvSpPr>
          <p:nvPr/>
        </p:nvSpPr>
        <p:spPr>
          <a:xfrm xmlns:a="http://schemas.openxmlformats.org/drawingml/2006/main">
            <a:off x="669036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231F20"/>
                </a:solidFill>
                <a:latin typeface="Arial"/>
                <a:ea typeface="Arial"/>
                <a:cs typeface="Arial"/>
              </a:defRPr>
            </a:defPPr>
            <a:lvl1pPr algn="ctr">
              <a:defRPr sz="1125" b="0">
                <a:solidFill>
                  <a:srgbClr val="231F20"/>
                </a:solidFill>
                <a:latin typeface="Arial"/>
                <a:ea typeface="Arial"/>
                <a:cs typeface="Arial"/>
              </a:defRPr>
            </a:lvl1pPr>
            <a:lvl2pPr algn="ctr">
              <a:defRPr sz="1125" b="0">
                <a:solidFill>
                  <a:srgbClr val="231F20"/>
                </a:solidFill>
                <a:latin typeface="Arial"/>
                <a:ea typeface="Arial"/>
                <a:cs typeface="Arial"/>
              </a:defRPr>
            </a:lvl2pPr>
            <a:lvl3pPr algn="ctr">
              <a:defRPr sz="1125" b="0">
                <a:solidFill>
                  <a:srgbClr val="231F20"/>
                </a:solidFill>
                <a:latin typeface="Arial"/>
                <a:ea typeface="Arial"/>
                <a:cs typeface="Arial"/>
              </a:defRPr>
            </a:lvl3pPr>
            <a:lvl4pPr algn="ctr">
              <a:defRPr sz="1125" b="0">
                <a:solidFill>
                  <a:srgbClr val="231F20"/>
                </a:solidFill>
                <a:latin typeface="Arial"/>
                <a:ea typeface="Arial"/>
                <a:cs typeface="Arial"/>
              </a:defRPr>
            </a:lvl4pPr>
            <a:lvl5pPr algn="ctr">
              <a:defRPr sz="1125" b="0">
                <a:solidFill>
                  <a:srgbClr val="231F20"/>
                </a:solidFill>
                <a:latin typeface="Arial"/>
                <a:ea typeface="Arial"/>
                <a:cs typeface="Arial"/>
              </a:defRPr>
            </a:lvl5pPr>
            <a:lvl6pPr algn="ctr">
              <a:defRPr sz="1125" b="0">
                <a:solidFill>
                  <a:srgbClr val="231F20"/>
                </a:solidFill>
                <a:latin typeface="Arial"/>
                <a:ea typeface="Arial"/>
                <a:cs typeface="Arial"/>
              </a:defRPr>
            </a:lvl6pPr>
            <a:lvl7pPr algn="ctr">
              <a:defRPr sz="1125" b="0">
                <a:solidFill>
                  <a:srgbClr val="231F20"/>
                </a:solidFill>
                <a:latin typeface="Arial"/>
                <a:ea typeface="Arial"/>
                <a:cs typeface="Arial"/>
              </a:defRPr>
            </a:lvl7pPr>
            <a:lvl8pPr algn="ctr">
              <a:defRPr sz="1125" b="0">
                <a:solidFill>
                  <a:srgbClr val="231F20"/>
                </a:solidFill>
                <a:latin typeface="Arial"/>
                <a:ea typeface="Arial"/>
                <a:cs typeface="Arial"/>
              </a:defRPr>
            </a:lvl8pPr>
            <a:lvl9pPr algn="ctr">
              <a:defRPr sz="1125" b="0">
                <a:solidFill>
                  <a:srgbClr val="231F20"/>
                </a:solidFill>
                <a:latin typeface="Arial"/>
                <a:ea typeface="Arial"/>
                <a:cs typeface="Arial"/>
              </a:defRPr>
            </a:lvl9pPr>
          </a:lstStyle>
          <a:p xmlns:a="http://schemas.openxmlformats.org/drawingml/2006/main">
            <a:pPr algn="ctr">
              <a:defRPr sz="1125" b="0">
                <a:solidFill>
                  <a:srgbClr val="231F20"/>
                </a:solidFill>
                <a:latin typeface="Arial"/>
                <a:ea typeface="Arial"/>
                <a:cs typeface="Arial"/>
              </a:defRPr>
            </a:pPr>
            <a:r>
              <a:rPr sz="1125" b="0">
                <a:solidFill>
                  <a:srgbClr val="231F20"/>
                </a:solidFill>
                <a:latin typeface="Arial"/>
                <a:ea typeface="Arial"/>
                <a:cs typeface="Arial"/>
              </a:rPr>
              <a:t>[11:7]</a:t>
            </a:r>
          </a:p>
        </p:txBody>
      </p:sp>
      <p:sp>
        <p:nvSpPr>
          <p:cNvPr id="26" name="text-98">
            <a:extLst xmlns:a="http://schemas.openxmlformats.org/drawingml/2006/main">
              <a:ext uri="{FF2B5EF4-FFF2-40B4-BE49-F238E27FC236}">
                <a16:creationId xmlns:a16="http://schemas.microsoft.com/office/drawing/2014/main" id="{B1D4F360-CD7F-4298-BAF3-03A85186F106}"/>
              </a:ext>
            </a:extLst>
          </p:cNvPr>
          <p:cNvSpPr>
            <a:spLocks xmlns:a="http://schemas.openxmlformats.org/drawingml/2006/main" noGrp="1"/>
          </p:cNvSpPr>
          <p:nvPr/>
        </p:nvSpPr>
        <p:spPr>
          <a:xfrm xmlns:a="http://schemas.openxmlformats.org/drawingml/2006/main">
            <a:off x="669036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00001</a:t>
            </a:r>
          </a:p>
        </p:txBody>
      </p:sp>
      <p:sp>
        <p:nvSpPr>
          <p:cNvPr id="27" name="block-99">
            <a:extLst xmlns:a="http://schemas.openxmlformats.org/drawingml/2006/main">
              <a:ext uri="{FF2B5EF4-FFF2-40B4-BE49-F238E27FC236}">
                <a16:creationId xmlns:a16="http://schemas.microsoft.com/office/drawing/2014/main" id="{95E38323-E64C-4F6B-8049-AA443EF811B2}"/>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8" name="text-100">
            <a:extLst xmlns:a="http://schemas.openxmlformats.org/drawingml/2006/main">
              <a:ext uri="{FF2B5EF4-FFF2-40B4-BE49-F238E27FC236}">
                <a16:creationId xmlns:a16="http://schemas.microsoft.com/office/drawing/2014/main" id="{FB7460AA-72C5-4A5F-B9AD-344A47768D67}"/>
              </a:ext>
            </a:extLst>
          </p:cNvPr>
          <p:cNvSpPr>
            <a:spLocks xmlns:a="http://schemas.openxmlformats.org/drawingml/2006/main" noGrp="1"/>
          </p:cNvSpPr>
          <p:nvPr/>
        </p:nvSpPr>
        <p:spPr>
          <a:xfrm xmlns:a="http://schemas.openxmlformats.org/drawingml/2006/main">
            <a:off x="73990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231F20"/>
                </a:solidFill>
                <a:latin typeface="Arial"/>
                <a:ea typeface="Arial"/>
                <a:cs typeface="Arial"/>
              </a:defRPr>
            </a:defPPr>
            <a:lvl1pPr algn="ctr">
              <a:defRPr sz="1125" b="0">
                <a:solidFill>
                  <a:srgbClr val="231F20"/>
                </a:solidFill>
                <a:latin typeface="Arial"/>
                <a:ea typeface="Arial"/>
                <a:cs typeface="Arial"/>
              </a:defRPr>
            </a:lvl1pPr>
            <a:lvl2pPr algn="ctr">
              <a:defRPr sz="1125" b="0">
                <a:solidFill>
                  <a:srgbClr val="231F20"/>
                </a:solidFill>
                <a:latin typeface="Arial"/>
                <a:ea typeface="Arial"/>
                <a:cs typeface="Arial"/>
              </a:defRPr>
            </a:lvl2pPr>
            <a:lvl3pPr algn="ctr">
              <a:defRPr sz="1125" b="0">
                <a:solidFill>
                  <a:srgbClr val="231F20"/>
                </a:solidFill>
                <a:latin typeface="Arial"/>
                <a:ea typeface="Arial"/>
                <a:cs typeface="Arial"/>
              </a:defRPr>
            </a:lvl3pPr>
            <a:lvl4pPr algn="ctr">
              <a:defRPr sz="1125" b="0">
                <a:solidFill>
                  <a:srgbClr val="231F20"/>
                </a:solidFill>
                <a:latin typeface="Arial"/>
                <a:ea typeface="Arial"/>
                <a:cs typeface="Arial"/>
              </a:defRPr>
            </a:lvl4pPr>
            <a:lvl5pPr algn="ctr">
              <a:defRPr sz="1125" b="0">
                <a:solidFill>
                  <a:srgbClr val="231F20"/>
                </a:solidFill>
                <a:latin typeface="Arial"/>
                <a:ea typeface="Arial"/>
                <a:cs typeface="Arial"/>
              </a:defRPr>
            </a:lvl5pPr>
            <a:lvl6pPr algn="ctr">
              <a:defRPr sz="1125" b="0">
                <a:solidFill>
                  <a:srgbClr val="231F20"/>
                </a:solidFill>
                <a:latin typeface="Arial"/>
                <a:ea typeface="Arial"/>
                <a:cs typeface="Arial"/>
              </a:defRPr>
            </a:lvl6pPr>
            <a:lvl7pPr algn="ctr">
              <a:defRPr sz="1125" b="0">
                <a:solidFill>
                  <a:srgbClr val="231F20"/>
                </a:solidFill>
                <a:latin typeface="Arial"/>
                <a:ea typeface="Arial"/>
                <a:cs typeface="Arial"/>
              </a:defRPr>
            </a:lvl7pPr>
            <a:lvl8pPr algn="ctr">
              <a:defRPr sz="1125" b="0">
                <a:solidFill>
                  <a:srgbClr val="231F20"/>
                </a:solidFill>
                <a:latin typeface="Arial"/>
                <a:ea typeface="Arial"/>
                <a:cs typeface="Arial"/>
              </a:defRPr>
            </a:lvl8pPr>
            <a:lvl9pPr algn="ctr">
              <a:defRPr sz="1125" b="0">
                <a:solidFill>
                  <a:srgbClr val="231F20"/>
                </a:solidFill>
                <a:latin typeface="Arial"/>
                <a:ea typeface="Arial"/>
                <a:cs typeface="Arial"/>
              </a:defRPr>
            </a:lvl9pPr>
          </a:lstStyle>
          <a:p xmlns:a="http://schemas.openxmlformats.org/drawingml/2006/main">
            <a:pPr algn="ctr">
              <a:defRPr sz="1125" b="0">
                <a:solidFill>
                  <a:srgbClr val="231F20"/>
                </a:solidFill>
                <a:latin typeface="Arial"/>
                <a:ea typeface="Arial"/>
                <a:cs typeface="Arial"/>
              </a:defRPr>
            </a:pPr>
            <a:r>
              <a:rPr sz="1125" b="0">
                <a:solidFill>
                  <a:srgbClr val="231F20"/>
                </a:solidFill>
                <a:latin typeface="Arial"/>
                <a:ea typeface="Arial"/>
                <a:cs typeface="Arial"/>
              </a:rPr>
              <a:t>[6:0]</a:t>
            </a:r>
          </a:p>
        </p:txBody>
      </p:sp>
      <p:sp>
        <p:nvSpPr>
          <p:cNvPr id="29" name="text-101">
            <a:extLst xmlns:a="http://schemas.openxmlformats.org/drawingml/2006/main">
              <a:ext uri="{FF2B5EF4-FFF2-40B4-BE49-F238E27FC236}">
                <a16:creationId xmlns:a16="http://schemas.microsoft.com/office/drawing/2014/main" id="{553EF772-F94A-413D-BF91-0E808F03C8C5}"/>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05" b="0">
                <a:solidFill>
                  <a:srgbClr val="231F20"/>
                </a:solidFill>
                <a:latin typeface="Arial"/>
                <a:ea typeface="Arial"/>
                <a:cs typeface="Arial"/>
              </a:defRPr>
            </a:defPPr>
            <a:lvl1pPr algn="ctr">
              <a:defRPr sz="1305" b="0">
                <a:solidFill>
                  <a:srgbClr val="231F20"/>
                </a:solidFill>
                <a:latin typeface="Arial"/>
                <a:ea typeface="Arial"/>
                <a:cs typeface="Arial"/>
              </a:defRPr>
            </a:lvl1pPr>
            <a:lvl2pPr algn="ctr">
              <a:defRPr sz="1305" b="0">
                <a:solidFill>
                  <a:srgbClr val="231F20"/>
                </a:solidFill>
                <a:latin typeface="Arial"/>
                <a:ea typeface="Arial"/>
                <a:cs typeface="Arial"/>
              </a:defRPr>
            </a:lvl2pPr>
            <a:lvl3pPr algn="ctr">
              <a:defRPr sz="1305" b="0">
                <a:solidFill>
                  <a:srgbClr val="231F20"/>
                </a:solidFill>
                <a:latin typeface="Arial"/>
                <a:ea typeface="Arial"/>
                <a:cs typeface="Arial"/>
              </a:defRPr>
            </a:lvl3pPr>
            <a:lvl4pPr algn="ctr">
              <a:defRPr sz="1305" b="0">
                <a:solidFill>
                  <a:srgbClr val="231F20"/>
                </a:solidFill>
                <a:latin typeface="Arial"/>
                <a:ea typeface="Arial"/>
                <a:cs typeface="Arial"/>
              </a:defRPr>
            </a:lvl4pPr>
            <a:lvl5pPr algn="ctr">
              <a:defRPr sz="1305" b="0">
                <a:solidFill>
                  <a:srgbClr val="231F20"/>
                </a:solidFill>
                <a:latin typeface="Arial"/>
                <a:ea typeface="Arial"/>
                <a:cs typeface="Arial"/>
              </a:defRPr>
            </a:lvl5pPr>
            <a:lvl6pPr algn="ctr">
              <a:defRPr sz="1305" b="0">
                <a:solidFill>
                  <a:srgbClr val="231F20"/>
                </a:solidFill>
                <a:latin typeface="Arial"/>
                <a:ea typeface="Arial"/>
                <a:cs typeface="Arial"/>
              </a:defRPr>
            </a:lvl6pPr>
            <a:lvl7pPr algn="ctr">
              <a:defRPr sz="1305" b="0">
                <a:solidFill>
                  <a:srgbClr val="231F20"/>
                </a:solidFill>
                <a:latin typeface="Arial"/>
                <a:ea typeface="Arial"/>
                <a:cs typeface="Arial"/>
              </a:defRPr>
            </a:lvl7pPr>
            <a:lvl8pPr algn="ctr">
              <a:defRPr sz="1305" b="0">
                <a:solidFill>
                  <a:srgbClr val="231F20"/>
                </a:solidFill>
                <a:latin typeface="Arial"/>
                <a:ea typeface="Arial"/>
                <a:cs typeface="Arial"/>
              </a:defRPr>
            </a:lvl8pPr>
            <a:lvl9pPr algn="ctr">
              <a:defRPr sz="1305" b="0">
                <a:solidFill>
                  <a:srgbClr val="231F20"/>
                </a:solidFill>
                <a:latin typeface="Arial"/>
                <a:ea typeface="Arial"/>
                <a:cs typeface="Arial"/>
              </a:defRPr>
            </a:lvl9pPr>
          </a:lstStyle>
          <a:p xmlns:a="http://schemas.openxmlformats.org/drawingml/2006/main">
            <a:pPr algn="ctr">
              <a:defRPr sz="1305" b="0">
                <a:solidFill>
                  <a:srgbClr val="231F20"/>
                </a:solidFill>
                <a:latin typeface="Arial"/>
                <a:ea typeface="Arial"/>
                <a:cs typeface="Arial"/>
              </a:defRPr>
            </a:pPr>
            <a:r>
              <a:rPr sz="1305" b="0">
                <a:solidFill>
                  <a:srgbClr val="231F20"/>
                </a:solidFill>
                <a:latin typeface="Arial"/>
                <a:ea typeface="Arial"/>
                <a:cs typeface="Arial"/>
              </a:rPr>
              <a:t>0000011</a:t>
            </a:r>
          </a:p>
        </p:txBody>
      </p:sp>
      <p:sp>
        <p:nvSpPr>
          <p:cNvPr id="30" name="board-stable-pc">
            <a:extLst xmlns:a="http://schemas.openxmlformats.org/drawingml/2006/main">
              <a:ext uri="{FF2B5EF4-FFF2-40B4-BE49-F238E27FC236}">
                <a16:creationId xmlns:a16="http://schemas.microsoft.com/office/drawing/2014/main" id="{E51E6E0E-BF6D-42AC-BE73-CC8791FE6BC7}"/>
              </a:ext>
            </a:extLst>
          </p:cNvPr>
          <p:cNvSpPr>
            <a:spLocks xmlns:a="http://schemas.openxmlformats.org/drawingml/2006/main" noGrp="1"/>
          </p:cNvSpPr>
          <p:nvPr/>
        </p:nvSpPr>
        <p:spPr>
          <a:xfrm xmlns:a="http://schemas.openxmlformats.org/drawingml/2006/main">
            <a:off x="1055370" y="3950970"/>
            <a:ext cx="377190" cy="7543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31" name="text-103">
            <a:extLst xmlns:a="http://schemas.openxmlformats.org/drawingml/2006/main">
              <a:ext uri="{FF2B5EF4-FFF2-40B4-BE49-F238E27FC236}">
                <a16:creationId xmlns:a16="http://schemas.microsoft.com/office/drawing/2014/main" id="{33EADFDB-2B80-43A0-86D4-8C2A5C611752}"/>
              </a:ext>
            </a:extLst>
          </p:cNvPr>
          <p:cNvSpPr>
            <a:spLocks xmlns:a="http://schemas.openxmlformats.org/drawingml/2006/main" noGrp="1"/>
          </p:cNvSpPr>
          <p:nvPr/>
        </p:nvSpPr>
        <p:spPr>
          <a:xfrm xmlns:a="http://schemas.openxmlformats.org/drawingml/2006/main">
            <a:off x="1101090" y="4168140"/>
            <a:ext cx="2971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70" b="0">
                <a:solidFill>
                  <a:srgbClr val="231F20"/>
                </a:solidFill>
                <a:latin typeface="Arial"/>
                <a:ea typeface="Arial"/>
                <a:cs typeface="Arial"/>
              </a:defRPr>
            </a:defPPr>
            <a:lvl1pPr algn="ctr">
              <a:defRPr sz="1170" b="0">
                <a:solidFill>
                  <a:srgbClr val="231F20"/>
                </a:solidFill>
                <a:latin typeface="Arial"/>
                <a:ea typeface="Arial"/>
                <a:cs typeface="Arial"/>
              </a:defRPr>
            </a:lvl1pPr>
            <a:lvl2pPr algn="ctr">
              <a:defRPr sz="1170" b="0">
                <a:solidFill>
                  <a:srgbClr val="231F20"/>
                </a:solidFill>
                <a:latin typeface="Arial"/>
                <a:ea typeface="Arial"/>
                <a:cs typeface="Arial"/>
              </a:defRPr>
            </a:lvl2pPr>
            <a:lvl3pPr algn="ctr">
              <a:defRPr sz="1170" b="0">
                <a:solidFill>
                  <a:srgbClr val="231F20"/>
                </a:solidFill>
                <a:latin typeface="Arial"/>
                <a:ea typeface="Arial"/>
                <a:cs typeface="Arial"/>
              </a:defRPr>
            </a:lvl3pPr>
            <a:lvl4pPr algn="ctr">
              <a:defRPr sz="1170" b="0">
                <a:solidFill>
                  <a:srgbClr val="231F20"/>
                </a:solidFill>
                <a:latin typeface="Arial"/>
                <a:ea typeface="Arial"/>
                <a:cs typeface="Arial"/>
              </a:defRPr>
            </a:lvl4pPr>
            <a:lvl5pPr algn="ctr">
              <a:defRPr sz="1170" b="0">
                <a:solidFill>
                  <a:srgbClr val="231F20"/>
                </a:solidFill>
                <a:latin typeface="Arial"/>
                <a:ea typeface="Arial"/>
                <a:cs typeface="Arial"/>
              </a:defRPr>
            </a:lvl5pPr>
            <a:lvl6pPr algn="ctr">
              <a:defRPr sz="1170" b="0">
                <a:solidFill>
                  <a:srgbClr val="231F20"/>
                </a:solidFill>
                <a:latin typeface="Arial"/>
                <a:ea typeface="Arial"/>
                <a:cs typeface="Arial"/>
              </a:defRPr>
            </a:lvl6pPr>
            <a:lvl7pPr algn="ctr">
              <a:defRPr sz="1170" b="0">
                <a:solidFill>
                  <a:srgbClr val="231F20"/>
                </a:solidFill>
                <a:latin typeface="Arial"/>
                <a:ea typeface="Arial"/>
                <a:cs typeface="Arial"/>
              </a:defRPr>
            </a:lvl7pPr>
            <a:lvl8pPr algn="ctr">
              <a:defRPr sz="1170" b="0">
                <a:solidFill>
                  <a:srgbClr val="231F20"/>
                </a:solidFill>
                <a:latin typeface="Arial"/>
                <a:ea typeface="Arial"/>
                <a:cs typeface="Arial"/>
              </a:defRPr>
            </a:lvl8pPr>
            <a:lvl9pPr algn="ctr">
              <a:defRPr sz="1170" b="0">
                <a:solidFill>
                  <a:srgbClr val="231F20"/>
                </a:solidFill>
                <a:latin typeface="Arial"/>
                <a:ea typeface="Arial"/>
                <a:cs typeface="Arial"/>
              </a:defRPr>
            </a:lvl9pPr>
          </a:lstStyle>
          <a:p xmlns:a="http://schemas.openxmlformats.org/drawingml/2006/main">
            <a:pPr algn="ctr">
              <a:defRPr sz="1170" b="0">
                <a:solidFill>
                  <a:srgbClr val="231F20"/>
                </a:solidFill>
                <a:latin typeface="Arial"/>
                <a:ea typeface="Arial"/>
                <a:cs typeface="Arial"/>
              </a:defRPr>
            </a:pPr>
            <a:r>
              <a:rPr sz="1170" b="0">
                <a:solidFill>
                  <a:srgbClr val="231F20"/>
                </a:solidFill>
                <a:latin typeface="Arial"/>
                <a:ea typeface="Arial"/>
                <a:cs typeface="Arial"/>
              </a:rPr>
              <a:t>D Q</a:t>
            </a:r>
          </a:p>
        </p:txBody>
      </p:sp>
      <p:sp>
        <p:nvSpPr>
          <p:cNvPr id="32" name="circuit-104">
            <a:extLst xmlns:a="http://schemas.openxmlformats.org/drawingml/2006/main">
              <a:ext uri="{FF2B5EF4-FFF2-40B4-BE49-F238E27FC236}">
                <a16:creationId xmlns:a16="http://schemas.microsoft.com/office/drawing/2014/main" id="{27C29827-9480-49E8-A0B1-E7BD4AFC630A}"/>
              </a:ext>
            </a:extLst>
          </p:cNvPr>
          <p:cNvSpPr>
            <a:spLocks xmlns:a="http://schemas.openxmlformats.org/drawingml/2006/main" noGrp="1"/>
          </p:cNvSpPr>
          <p:nvPr/>
        </p:nvSpPr>
        <p:spPr>
          <a:xfrm xmlns:a="http://schemas.openxmlformats.org/drawingml/2006/main">
            <a:off x="1135380" y="3950970"/>
            <a:ext cx="205740" cy="114300"/>
          </a:xfrm>
          <a:custGeom xmlns:a="http://schemas.openxmlformats.org/drawingml/2006/main">
            <a:pathLst>
              <a:path w="205740" h="114300">
                <a:moveTo>
                  <a:pt x="0" y="0"/>
                </a:moveTo>
                <a:lnTo>
                  <a:pt x="102870" y="114300"/>
                </a:lnTo>
                <a:lnTo>
                  <a:pt x="205740" y="0"/>
                </a:lnTo>
                <a:close/>
              </a:path>
            </a:pathLst>
          </a:custGeom>
          <a:noFill xmlns:a="http://schemas.openxmlformats.org/drawingml/2006/main"/>
          <a:ln xmlns:a="http://schemas.openxmlformats.org/drawingml/2006/main" w="25146">
            <a:solidFill>
              <a:srgbClr val="231F20"/>
            </a:solidFill>
          </a:ln>
        </p:spPr>
      </p:sp>
      <p:sp>
        <p:nvSpPr>
          <p:cNvPr id="33" name="wire-105">
            <a:extLst xmlns:a="http://schemas.openxmlformats.org/drawingml/2006/main">
              <a:ext uri="{FF2B5EF4-FFF2-40B4-BE49-F238E27FC236}">
                <a16:creationId xmlns:a16="http://schemas.microsoft.com/office/drawing/2014/main" id="{DFF8C9BF-E00B-42BB-9BA0-6F5182ED1728}"/>
              </a:ext>
            </a:extLst>
          </p:cNvPr>
          <p:cNvSpPr>
            <a:spLocks xmlns:a="http://schemas.openxmlformats.org/drawingml/2006/main" noGrp="1"/>
          </p:cNvSpPr>
          <p:nvPr/>
        </p:nvSpPr>
        <p:spPr>
          <a:xfrm xmlns:a="http://schemas.openxmlformats.org/drawingml/2006/main">
            <a:off x="1238250" y="377952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3716">
            <a:solidFill>
              <a:srgbClr val="231F20"/>
            </a:solidFill>
          </a:ln>
        </p:spPr>
      </p:sp>
      <p:sp>
        <p:nvSpPr>
          <p:cNvPr id="34" name="text-106">
            <a:extLst xmlns:a="http://schemas.openxmlformats.org/drawingml/2006/main">
              <a:ext uri="{FF2B5EF4-FFF2-40B4-BE49-F238E27FC236}">
                <a16:creationId xmlns:a16="http://schemas.microsoft.com/office/drawing/2014/main" id="{F523E4E8-5C78-4CAD-8BD7-1B6FDDCCAC3B}"/>
              </a:ext>
            </a:extLst>
          </p:cNvPr>
          <p:cNvSpPr>
            <a:spLocks xmlns:a="http://schemas.openxmlformats.org/drawingml/2006/main" noGrp="1"/>
          </p:cNvSpPr>
          <p:nvPr/>
        </p:nvSpPr>
        <p:spPr>
          <a:xfrm xmlns:a="http://schemas.openxmlformats.org/drawingml/2006/main">
            <a:off x="1009650" y="3505200"/>
            <a:ext cx="514350" cy="2628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clk</a:t>
            </a:r>
          </a:p>
        </p:txBody>
      </p:sp>
      <p:sp>
        <p:nvSpPr>
          <p:cNvPr id="35" name="text-107">
            <a:extLst xmlns:a="http://schemas.openxmlformats.org/drawingml/2006/main">
              <a:ext uri="{FF2B5EF4-FFF2-40B4-BE49-F238E27FC236}">
                <a16:creationId xmlns:a16="http://schemas.microsoft.com/office/drawing/2014/main" id="{5974BEBC-D8DC-43E6-8951-352BCCBCFE7B}"/>
              </a:ext>
            </a:extLst>
          </p:cNvPr>
          <p:cNvSpPr>
            <a:spLocks xmlns:a="http://schemas.openxmlformats.org/drawingml/2006/main" noGrp="1"/>
          </p:cNvSpPr>
          <p:nvPr/>
        </p:nvSpPr>
        <p:spPr>
          <a:xfrm xmlns:a="http://schemas.openxmlformats.org/drawingml/2006/main">
            <a:off x="986790" y="4739640"/>
            <a:ext cx="59436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231F20"/>
                </a:solidFill>
                <a:latin typeface="Arial"/>
                <a:ea typeface="Arial"/>
                <a:cs typeface="Arial"/>
              </a:defRPr>
            </a:defPPr>
            <a:lvl1pPr algn="ctr">
              <a:defRPr sz="2070" b="1">
                <a:solidFill>
                  <a:srgbClr val="231F20"/>
                </a:solidFill>
                <a:latin typeface="Arial"/>
                <a:ea typeface="Arial"/>
                <a:cs typeface="Arial"/>
              </a:defRPr>
            </a:lvl1pPr>
            <a:lvl2pPr algn="ctr">
              <a:defRPr sz="2070" b="1">
                <a:solidFill>
                  <a:srgbClr val="231F20"/>
                </a:solidFill>
                <a:latin typeface="Arial"/>
                <a:ea typeface="Arial"/>
                <a:cs typeface="Arial"/>
              </a:defRPr>
            </a:lvl2pPr>
            <a:lvl3pPr algn="ctr">
              <a:defRPr sz="2070" b="1">
                <a:solidFill>
                  <a:srgbClr val="231F20"/>
                </a:solidFill>
                <a:latin typeface="Arial"/>
                <a:ea typeface="Arial"/>
                <a:cs typeface="Arial"/>
              </a:defRPr>
            </a:lvl3pPr>
            <a:lvl4pPr algn="ctr">
              <a:defRPr sz="2070" b="1">
                <a:solidFill>
                  <a:srgbClr val="231F20"/>
                </a:solidFill>
                <a:latin typeface="Arial"/>
                <a:ea typeface="Arial"/>
                <a:cs typeface="Arial"/>
              </a:defRPr>
            </a:lvl4pPr>
            <a:lvl5pPr algn="ctr">
              <a:defRPr sz="2070" b="1">
                <a:solidFill>
                  <a:srgbClr val="231F20"/>
                </a:solidFill>
                <a:latin typeface="Arial"/>
                <a:ea typeface="Arial"/>
                <a:cs typeface="Arial"/>
              </a:defRPr>
            </a:lvl5pPr>
            <a:lvl6pPr algn="ctr">
              <a:defRPr sz="2070" b="1">
                <a:solidFill>
                  <a:srgbClr val="231F20"/>
                </a:solidFill>
                <a:latin typeface="Arial"/>
                <a:ea typeface="Arial"/>
                <a:cs typeface="Arial"/>
              </a:defRPr>
            </a:lvl6pPr>
            <a:lvl7pPr algn="ctr">
              <a:defRPr sz="2070" b="1">
                <a:solidFill>
                  <a:srgbClr val="231F20"/>
                </a:solidFill>
                <a:latin typeface="Arial"/>
                <a:ea typeface="Arial"/>
                <a:cs typeface="Arial"/>
              </a:defRPr>
            </a:lvl7pPr>
            <a:lvl8pPr algn="ctr">
              <a:defRPr sz="2070" b="1">
                <a:solidFill>
                  <a:srgbClr val="231F20"/>
                </a:solidFill>
                <a:latin typeface="Arial"/>
                <a:ea typeface="Arial"/>
                <a:cs typeface="Arial"/>
              </a:defRPr>
            </a:lvl8pPr>
            <a:lvl9pPr algn="ctr">
              <a:defRPr sz="2070" b="1">
                <a:solidFill>
                  <a:srgbClr val="231F20"/>
                </a:solidFill>
                <a:latin typeface="Arial"/>
                <a:ea typeface="Arial"/>
                <a:cs typeface="Arial"/>
              </a:defRPr>
            </a:lvl9pPr>
          </a:lstStyle>
          <a:p xmlns:a="http://schemas.openxmlformats.org/drawingml/2006/main">
            <a:pPr algn="ctr">
              <a:defRPr sz="2070" b="1">
                <a:solidFill>
                  <a:srgbClr val="231F20"/>
                </a:solidFill>
                <a:latin typeface="Arial"/>
                <a:ea typeface="Arial"/>
                <a:cs typeface="Arial"/>
              </a:defRPr>
            </a:pPr>
            <a:r>
              <a:rPr sz="2070" b="1">
                <a:solidFill>
                  <a:srgbClr val="231F20"/>
                </a:solidFill>
                <a:latin typeface="Arial"/>
                <a:ea typeface="Arial"/>
                <a:cs typeface="Arial"/>
              </a:rPr>
              <a:t>PC</a:t>
            </a:r>
          </a:p>
        </p:txBody>
      </p:sp>
      <p:sp>
        <p:nvSpPr>
          <p:cNvPr id="36" name="wire-108">
            <a:extLst xmlns:a="http://schemas.openxmlformats.org/drawingml/2006/main">
              <a:ext uri="{FF2B5EF4-FFF2-40B4-BE49-F238E27FC236}">
                <a16:creationId xmlns:a16="http://schemas.microsoft.com/office/drawing/2014/main" id="{A7B0413C-3AAE-443E-859F-6882E9504C4F}"/>
              </a:ext>
            </a:extLst>
          </p:cNvPr>
          <p:cNvSpPr>
            <a:spLocks xmlns:a="http://schemas.openxmlformats.org/drawingml/2006/main" noGrp="1"/>
          </p:cNvSpPr>
          <p:nvPr/>
        </p:nvSpPr>
        <p:spPr>
          <a:xfrm xmlns:a="http://schemas.openxmlformats.org/drawingml/2006/main">
            <a:off x="1432560" y="4293870"/>
            <a:ext cx="331470" cy="9525"/>
          </a:xfrm>
          <a:custGeom xmlns:a="http://schemas.openxmlformats.org/drawingml/2006/main">
            <a:pathLst>
              <a:path w="331470" h="9525">
                <a:moveTo>
                  <a:pt x="0" y="0"/>
                </a:moveTo>
                <a:lnTo>
                  <a:pt x="331470" y="0"/>
                </a:lnTo>
              </a:path>
            </a:pathLst>
          </a:custGeom>
          <a:noFill xmlns:a="http://schemas.openxmlformats.org/drawingml/2006/main"/>
          <a:ln xmlns:a="http://schemas.openxmlformats.org/drawingml/2006/main" w="28575">
            <a:solidFill>
              <a:srgbClr val="1572C3"/>
            </a:solidFill>
          </a:ln>
        </p:spPr>
      </p:sp>
      <p:sp>
        <p:nvSpPr>
          <p:cNvPr id="37" name="circuit-109">
            <a:extLst xmlns:a="http://schemas.openxmlformats.org/drawingml/2006/main">
              <a:ext uri="{FF2B5EF4-FFF2-40B4-BE49-F238E27FC236}">
                <a16:creationId xmlns:a16="http://schemas.microsoft.com/office/drawing/2014/main" id="{F3C5E870-DBFB-41AB-8ECD-4F04B47C235D}"/>
              </a:ext>
            </a:extLst>
          </p:cNvPr>
          <p:cNvSpPr>
            <a:spLocks xmlns:a="http://schemas.openxmlformats.org/drawingml/2006/main" noGrp="1"/>
          </p:cNvSpPr>
          <p:nvPr/>
        </p:nvSpPr>
        <p:spPr>
          <a:xfrm xmlns:a="http://schemas.openxmlformats.org/drawingml/2006/main">
            <a:off x="1687830" y="4262437"/>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8" name="text-110">
            <a:extLst xmlns:a="http://schemas.openxmlformats.org/drawingml/2006/main">
              <a:ext uri="{FF2B5EF4-FFF2-40B4-BE49-F238E27FC236}">
                <a16:creationId xmlns:a16="http://schemas.microsoft.com/office/drawing/2014/main" id="{C23DB8D8-98C4-4DFB-84D9-004A80E3F265}"/>
              </a:ext>
            </a:extLst>
          </p:cNvPr>
          <p:cNvSpPr>
            <a:spLocks xmlns:a="http://schemas.openxmlformats.org/drawingml/2006/main" noGrp="1"/>
          </p:cNvSpPr>
          <p:nvPr/>
        </p:nvSpPr>
        <p:spPr>
          <a:xfrm xmlns:a="http://schemas.openxmlformats.org/drawingml/2006/main">
            <a:off x="1409700" y="4396740"/>
            <a:ext cx="4114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1572C3"/>
                </a:solidFill>
                <a:latin typeface="Arial"/>
                <a:ea typeface="Arial"/>
                <a:cs typeface="Arial"/>
              </a:defRPr>
            </a:defPPr>
            <a:lvl1pPr algn="ctr">
              <a:defRPr sz="1980" b="1">
                <a:solidFill>
                  <a:srgbClr val="1572C3"/>
                </a:solidFill>
                <a:latin typeface="Arial"/>
                <a:ea typeface="Arial"/>
                <a:cs typeface="Arial"/>
              </a:defRPr>
            </a:lvl1pPr>
            <a:lvl2pPr algn="ctr">
              <a:defRPr sz="1980" b="1">
                <a:solidFill>
                  <a:srgbClr val="1572C3"/>
                </a:solidFill>
                <a:latin typeface="Arial"/>
                <a:ea typeface="Arial"/>
                <a:cs typeface="Arial"/>
              </a:defRPr>
            </a:lvl2pPr>
            <a:lvl3pPr algn="ctr">
              <a:defRPr sz="1980" b="1">
                <a:solidFill>
                  <a:srgbClr val="1572C3"/>
                </a:solidFill>
                <a:latin typeface="Arial"/>
                <a:ea typeface="Arial"/>
                <a:cs typeface="Arial"/>
              </a:defRPr>
            </a:lvl3pPr>
            <a:lvl4pPr algn="ctr">
              <a:defRPr sz="1980" b="1">
                <a:solidFill>
                  <a:srgbClr val="1572C3"/>
                </a:solidFill>
                <a:latin typeface="Arial"/>
                <a:ea typeface="Arial"/>
                <a:cs typeface="Arial"/>
              </a:defRPr>
            </a:lvl4pPr>
            <a:lvl5pPr algn="ctr">
              <a:defRPr sz="1980" b="1">
                <a:solidFill>
                  <a:srgbClr val="1572C3"/>
                </a:solidFill>
                <a:latin typeface="Arial"/>
                <a:ea typeface="Arial"/>
                <a:cs typeface="Arial"/>
              </a:defRPr>
            </a:lvl5pPr>
            <a:lvl6pPr algn="ctr">
              <a:defRPr sz="1980" b="1">
                <a:solidFill>
                  <a:srgbClr val="1572C3"/>
                </a:solidFill>
                <a:latin typeface="Arial"/>
                <a:ea typeface="Arial"/>
                <a:cs typeface="Arial"/>
              </a:defRPr>
            </a:lvl6pPr>
            <a:lvl7pPr algn="ctr">
              <a:defRPr sz="1980" b="1">
                <a:solidFill>
                  <a:srgbClr val="1572C3"/>
                </a:solidFill>
                <a:latin typeface="Arial"/>
                <a:ea typeface="Arial"/>
                <a:cs typeface="Arial"/>
              </a:defRPr>
            </a:lvl7pPr>
            <a:lvl8pPr algn="ctr">
              <a:defRPr sz="1980" b="1">
                <a:solidFill>
                  <a:srgbClr val="1572C3"/>
                </a:solidFill>
                <a:latin typeface="Arial"/>
                <a:ea typeface="Arial"/>
                <a:cs typeface="Arial"/>
              </a:defRPr>
            </a:lvl8pPr>
            <a:lvl9pPr algn="ctr">
              <a:defRPr sz="1980" b="1">
                <a:solidFill>
                  <a:srgbClr val="1572C3"/>
                </a:solidFill>
                <a:latin typeface="Arial"/>
                <a:ea typeface="Arial"/>
                <a:cs typeface="Arial"/>
              </a:defRPr>
            </a:lvl9pPr>
          </a:lstStyle>
          <a:p xmlns:a="http://schemas.openxmlformats.org/drawingml/2006/main">
            <a:pPr algn="ctr">
              <a:defRPr sz="1980" b="1">
                <a:solidFill>
                  <a:srgbClr val="1572C3"/>
                </a:solidFill>
                <a:latin typeface="Arial"/>
                <a:ea typeface="Arial"/>
                <a:cs typeface="Arial"/>
              </a:defRPr>
            </a:pPr>
            <a:r>
              <a:rPr sz="1980" b="1">
                <a:solidFill>
                  <a:srgbClr val="1572C3"/>
                </a:solidFill>
                <a:latin typeface="Arial"/>
                <a:ea typeface="Arial"/>
                <a:cs typeface="Arial"/>
              </a:rPr>
              <a:t>0</a:t>
            </a:r>
          </a:p>
        </p:txBody>
      </p:sp>
      <p:sp>
        <p:nvSpPr>
          <p:cNvPr id="39" name="board-stable-fetch">
            <a:extLst xmlns:a="http://schemas.openxmlformats.org/drawingml/2006/main">
              <a:ext uri="{FF2B5EF4-FFF2-40B4-BE49-F238E27FC236}">
                <a16:creationId xmlns:a16="http://schemas.microsoft.com/office/drawing/2014/main" id="{AC2EA54D-82A3-4B90-A9C3-5FB909A44B8E}"/>
              </a:ext>
            </a:extLst>
          </p:cNvPr>
          <p:cNvSpPr>
            <a:spLocks xmlns:a="http://schemas.openxmlformats.org/drawingml/2006/main" noGrp="1"/>
          </p:cNvSpPr>
          <p:nvPr/>
        </p:nvSpPr>
        <p:spPr>
          <a:xfrm xmlns:a="http://schemas.openxmlformats.org/drawingml/2006/main">
            <a:off x="1764030" y="3676650"/>
            <a:ext cx="1657350" cy="13944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40" name="text-112">
            <a:extLst xmlns:a="http://schemas.openxmlformats.org/drawingml/2006/main">
              <a:ext uri="{FF2B5EF4-FFF2-40B4-BE49-F238E27FC236}">
                <a16:creationId xmlns:a16="http://schemas.microsoft.com/office/drawing/2014/main" id="{34BAD734-74E8-4A59-86D1-E959F74F11D3}"/>
              </a:ext>
            </a:extLst>
          </p:cNvPr>
          <p:cNvSpPr>
            <a:spLocks xmlns:a="http://schemas.openxmlformats.org/drawingml/2006/main" noGrp="1"/>
          </p:cNvSpPr>
          <p:nvPr/>
        </p:nvSpPr>
        <p:spPr>
          <a:xfrm xmlns:a="http://schemas.openxmlformats.org/drawingml/2006/main">
            <a:off x="1832610" y="3722370"/>
            <a:ext cx="152019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231F20"/>
                </a:solidFill>
                <a:latin typeface="Yu Gothic"/>
                <a:ea typeface="Yu Gothic"/>
                <a:cs typeface="Yu Gothic"/>
              </a:defRPr>
            </a:defPPr>
            <a:lvl1pPr algn="ctr">
              <a:defRPr sz="1980" b="1">
                <a:solidFill>
                  <a:srgbClr val="231F20"/>
                </a:solidFill>
                <a:latin typeface="Yu Gothic"/>
                <a:ea typeface="Yu Gothic"/>
                <a:cs typeface="Yu Gothic"/>
              </a:defRPr>
            </a:lvl1pPr>
            <a:lvl2pPr algn="ctr">
              <a:defRPr sz="1980" b="1">
                <a:solidFill>
                  <a:srgbClr val="231F20"/>
                </a:solidFill>
                <a:latin typeface="Yu Gothic"/>
                <a:ea typeface="Yu Gothic"/>
                <a:cs typeface="Yu Gothic"/>
              </a:defRPr>
            </a:lvl2pPr>
            <a:lvl3pPr algn="ctr">
              <a:defRPr sz="1980" b="1">
                <a:solidFill>
                  <a:srgbClr val="231F20"/>
                </a:solidFill>
                <a:latin typeface="Yu Gothic"/>
                <a:ea typeface="Yu Gothic"/>
                <a:cs typeface="Yu Gothic"/>
              </a:defRPr>
            </a:lvl3pPr>
            <a:lvl4pPr algn="ctr">
              <a:defRPr sz="1980" b="1">
                <a:solidFill>
                  <a:srgbClr val="231F20"/>
                </a:solidFill>
                <a:latin typeface="Yu Gothic"/>
                <a:ea typeface="Yu Gothic"/>
                <a:cs typeface="Yu Gothic"/>
              </a:defRPr>
            </a:lvl4pPr>
            <a:lvl5pPr algn="ctr">
              <a:defRPr sz="1980" b="1">
                <a:solidFill>
                  <a:srgbClr val="231F20"/>
                </a:solidFill>
                <a:latin typeface="Yu Gothic"/>
                <a:ea typeface="Yu Gothic"/>
                <a:cs typeface="Yu Gothic"/>
              </a:defRPr>
            </a:lvl5pPr>
            <a:lvl6pPr algn="ctr">
              <a:defRPr sz="1980" b="1">
                <a:solidFill>
                  <a:srgbClr val="231F20"/>
                </a:solidFill>
                <a:latin typeface="Yu Gothic"/>
                <a:ea typeface="Yu Gothic"/>
                <a:cs typeface="Yu Gothic"/>
              </a:defRPr>
            </a:lvl6pPr>
            <a:lvl7pPr algn="ctr">
              <a:defRPr sz="1980" b="1">
                <a:solidFill>
                  <a:srgbClr val="231F20"/>
                </a:solidFill>
                <a:latin typeface="Yu Gothic"/>
                <a:ea typeface="Yu Gothic"/>
                <a:cs typeface="Yu Gothic"/>
              </a:defRPr>
            </a:lvl7pPr>
            <a:lvl8pPr algn="ctr">
              <a:defRPr sz="1980" b="1">
                <a:solidFill>
                  <a:srgbClr val="231F20"/>
                </a:solidFill>
                <a:latin typeface="Yu Gothic"/>
                <a:ea typeface="Yu Gothic"/>
                <a:cs typeface="Yu Gothic"/>
              </a:defRPr>
            </a:lvl8pPr>
            <a:lvl9pPr algn="ctr">
              <a:defRPr sz="1980" b="1">
                <a:solidFill>
                  <a:srgbClr val="231F20"/>
                </a:solidFill>
                <a:latin typeface="Yu Gothic"/>
                <a:ea typeface="Yu Gothic"/>
                <a:cs typeface="Yu Gothic"/>
              </a:defRPr>
            </a:lvl9pPr>
          </a:lstStyle>
          <a:p xmlns:a="http://schemas.openxmlformats.org/drawingml/2006/main">
            <a:pPr algn="ctr">
              <a:defRPr sz="1980" b="1">
                <a:solidFill>
                  <a:srgbClr val="231F20"/>
                </a:solidFill>
                <a:latin typeface="Yu Gothic"/>
                <a:ea typeface="Yu Gothic"/>
                <a:cs typeface="Yu Gothic"/>
              </a:defRPr>
            </a:pPr>
            <a:r>
              <a:rPr sz="1980" b="1">
                <a:solidFill>
                  <a:srgbClr val="231F20"/>
                </a:solidFill>
                <a:latin typeface="Yu Gothic"/>
                <a:ea typeface="Yu Gothic"/>
                <a:cs typeface="Yu Gothic"/>
              </a:rPr>
              <a:t>命令メモリ</a:t>
            </a:r>
          </a:p>
        </p:txBody>
      </p:sp>
      <p:sp>
        <p:nvSpPr>
          <p:cNvPr id="41" name="text-113">
            <a:extLst xmlns:a="http://schemas.openxmlformats.org/drawingml/2006/main">
              <a:ext uri="{FF2B5EF4-FFF2-40B4-BE49-F238E27FC236}">
                <a16:creationId xmlns:a16="http://schemas.microsoft.com/office/drawing/2014/main" id="{39D13443-FA39-4349-B70D-11988181BA4A}"/>
              </a:ext>
            </a:extLst>
          </p:cNvPr>
          <p:cNvSpPr>
            <a:spLocks xmlns:a="http://schemas.openxmlformats.org/drawingml/2006/main" noGrp="1"/>
          </p:cNvSpPr>
          <p:nvPr/>
        </p:nvSpPr>
        <p:spPr>
          <a:xfrm xmlns:a="http://schemas.openxmlformats.org/drawingml/2006/main">
            <a:off x="1844040" y="415671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42" name="text-114">
            <a:extLst xmlns:a="http://schemas.openxmlformats.org/drawingml/2006/main">
              <a:ext uri="{FF2B5EF4-FFF2-40B4-BE49-F238E27FC236}">
                <a16:creationId xmlns:a16="http://schemas.microsoft.com/office/drawing/2014/main" id="{0CE0278E-B7A3-443A-874B-FF495338BBD4}"/>
              </a:ext>
            </a:extLst>
          </p:cNvPr>
          <p:cNvSpPr>
            <a:spLocks xmlns:a="http://schemas.openxmlformats.org/drawingml/2006/main" noGrp="1"/>
          </p:cNvSpPr>
          <p:nvPr/>
        </p:nvSpPr>
        <p:spPr>
          <a:xfrm xmlns:a="http://schemas.openxmlformats.org/drawingml/2006/main">
            <a:off x="3055620" y="415671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43" name="text-115">
            <a:extLst xmlns:a="http://schemas.openxmlformats.org/drawingml/2006/main">
              <a:ext uri="{FF2B5EF4-FFF2-40B4-BE49-F238E27FC236}">
                <a16:creationId xmlns:a16="http://schemas.microsoft.com/office/drawing/2014/main" id="{EF509C46-90EF-498D-B12E-509E60852DE3}"/>
              </a:ext>
            </a:extLst>
          </p:cNvPr>
          <p:cNvSpPr>
            <a:spLocks xmlns:a="http://schemas.openxmlformats.org/drawingml/2006/main" noGrp="1"/>
          </p:cNvSpPr>
          <p:nvPr/>
        </p:nvSpPr>
        <p:spPr>
          <a:xfrm xmlns:a="http://schemas.openxmlformats.org/drawingml/2006/main">
            <a:off x="1924050" y="4488180"/>
            <a:ext cx="1325880" cy="537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60" b="1">
                <a:solidFill>
                  <a:srgbClr val="1572C3"/>
                </a:solidFill>
                <a:latin typeface="Yu Gothic"/>
                <a:ea typeface="Yu Gothic"/>
                <a:cs typeface="Yu Gothic"/>
              </a:defRPr>
            </a:defPPr>
            <a:lvl1pPr algn="ctr">
              <a:defRPr sz="1260" b="1">
                <a:solidFill>
                  <a:srgbClr val="1572C3"/>
                </a:solidFill>
                <a:latin typeface="Yu Gothic"/>
                <a:ea typeface="Yu Gothic"/>
                <a:cs typeface="Yu Gothic"/>
              </a:defRPr>
            </a:lvl1pPr>
            <a:lvl2pPr algn="ctr">
              <a:defRPr sz="1260" b="1">
                <a:solidFill>
                  <a:srgbClr val="1572C3"/>
                </a:solidFill>
                <a:latin typeface="Yu Gothic"/>
                <a:ea typeface="Yu Gothic"/>
                <a:cs typeface="Yu Gothic"/>
              </a:defRPr>
            </a:lvl2pPr>
            <a:lvl3pPr algn="ctr">
              <a:defRPr sz="1260" b="1">
                <a:solidFill>
                  <a:srgbClr val="1572C3"/>
                </a:solidFill>
                <a:latin typeface="Yu Gothic"/>
                <a:ea typeface="Yu Gothic"/>
                <a:cs typeface="Yu Gothic"/>
              </a:defRPr>
            </a:lvl3pPr>
            <a:lvl4pPr algn="ctr">
              <a:defRPr sz="1260" b="1">
                <a:solidFill>
                  <a:srgbClr val="1572C3"/>
                </a:solidFill>
                <a:latin typeface="Yu Gothic"/>
                <a:ea typeface="Yu Gothic"/>
                <a:cs typeface="Yu Gothic"/>
              </a:defRPr>
            </a:lvl4pPr>
            <a:lvl5pPr algn="ctr">
              <a:defRPr sz="1260" b="1">
                <a:solidFill>
                  <a:srgbClr val="1572C3"/>
                </a:solidFill>
                <a:latin typeface="Yu Gothic"/>
                <a:ea typeface="Yu Gothic"/>
                <a:cs typeface="Yu Gothic"/>
              </a:defRPr>
            </a:lvl5pPr>
            <a:lvl6pPr algn="ctr">
              <a:defRPr sz="1260" b="1">
                <a:solidFill>
                  <a:srgbClr val="1572C3"/>
                </a:solidFill>
                <a:latin typeface="Yu Gothic"/>
                <a:ea typeface="Yu Gothic"/>
                <a:cs typeface="Yu Gothic"/>
              </a:defRPr>
            </a:lvl6pPr>
            <a:lvl7pPr algn="ctr">
              <a:defRPr sz="1260" b="1">
                <a:solidFill>
                  <a:srgbClr val="1572C3"/>
                </a:solidFill>
                <a:latin typeface="Yu Gothic"/>
                <a:ea typeface="Yu Gothic"/>
                <a:cs typeface="Yu Gothic"/>
              </a:defRPr>
            </a:lvl7pPr>
            <a:lvl8pPr algn="ctr">
              <a:defRPr sz="1260" b="1">
                <a:solidFill>
                  <a:srgbClr val="1572C3"/>
                </a:solidFill>
                <a:latin typeface="Yu Gothic"/>
                <a:ea typeface="Yu Gothic"/>
                <a:cs typeface="Yu Gothic"/>
              </a:defRPr>
            </a:lvl8pPr>
            <a:lvl9pPr algn="ctr">
              <a:defRPr sz="1260" b="1">
                <a:solidFill>
                  <a:srgbClr val="1572C3"/>
                </a:solidFill>
                <a:latin typeface="Yu Gothic"/>
                <a:ea typeface="Yu Gothic"/>
                <a:cs typeface="Yu Gothic"/>
              </a:defRPr>
            </a:lvl9pPr>
          </a:lstStyle>
          <a:p xmlns:a="http://schemas.openxmlformats.org/drawingml/2006/main">
            <a:pPr algn="ctr">
              <a:defRPr sz="1260" b="1">
                <a:solidFill>
                  <a:srgbClr val="1572C3"/>
                </a:solidFill>
                <a:latin typeface="Yu Gothic"/>
                <a:ea typeface="Yu Gothic"/>
                <a:cs typeface="Yu Gothic"/>
              </a:defRPr>
            </a:pPr>
            <a:r>
              <a:rPr sz="1260" b="1">
                <a:solidFill>
                  <a:srgbClr val="1572C3"/>
                </a:solidFill>
                <a:latin typeface="Yu Gothic"/>
                <a:ea typeface="Yu Gothic"/>
                <a:cs typeface="Yu Gothic"/>
              </a:rPr>
              <a:t>0：lw x1,8(x0)</a:t>
            </a:r>
          </a:p>
        </p:txBody>
      </p:sp>
      <p:sp>
        <p:nvSpPr>
          <p:cNvPr id="44" name="wire-116">
            <a:extLst xmlns:a="http://schemas.openxmlformats.org/drawingml/2006/main">
              <a:ext uri="{FF2B5EF4-FFF2-40B4-BE49-F238E27FC236}">
                <a16:creationId xmlns:a16="http://schemas.microsoft.com/office/drawing/2014/main" id="{E122621E-0819-4E0A-AD4C-D08E422360F3}"/>
              </a:ext>
            </a:extLst>
          </p:cNvPr>
          <p:cNvSpPr>
            <a:spLocks xmlns:a="http://schemas.openxmlformats.org/drawingml/2006/main" noGrp="1"/>
          </p:cNvSpPr>
          <p:nvPr/>
        </p:nvSpPr>
        <p:spPr>
          <a:xfrm xmlns:a="http://schemas.openxmlformats.org/drawingml/2006/main">
            <a:off x="3421380" y="42938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5" name="wire-117">
            <a:extLst xmlns:a="http://schemas.openxmlformats.org/drawingml/2006/main">
              <a:ext uri="{FF2B5EF4-FFF2-40B4-BE49-F238E27FC236}">
                <a16:creationId xmlns:a16="http://schemas.microsoft.com/office/drawing/2014/main" id="{CACD58D4-97F3-4350-9AB1-BFFE2B7B108B}"/>
              </a:ext>
            </a:extLst>
          </p:cNvPr>
          <p:cNvSpPr>
            <a:spLocks xmlns:a="http://schemas.openxmlformats.org/drawingml/2006/main" noGrp="1"/>
          </p:cNvSpPr>
          <p:nvPr/>
        </p:nvSpPr>
        <p:spPr>
          <a:xfrm xmlns:a="http://schemas.openxmlformats.org/drawingml/2006/main">
            <a:off x="3684270" y="3002280"/>
            <a:ext cx="9525" cy="1291590"/>
          </a:xfrm>
          <a:custGeom xmlns:a="http://schemas.openxmlformats.org/drawingml/2006/main">
            <a:pathLst>
              <a:path w="9525" h="1291590">
                <a:moveTo>
                  <a:pt x="0" y="1291590"/>
                </a:moveTo>
                <a:lnTo>
                  <a:pt x="0" y="0"/>
                </a:lnTo>
              </a:path>
            </a:pathLst>
          </a:custGeom>
          <a:noFill xmlns:a="http://schemas.openxmlformats.org/drawingml/2006/main"/>
          <a:ln xmlns:a="http://schemas.openxmlformats.org/drawingml/2006/main" w="26289">
            <a:solidFill>
              <a:srgbClr val="231F20"/>
            </a:solidFill>
          </a:ln>
        </p:spPr>
      </p:sp>
      <p:sp>
        <p:nvSpPr>
          <p:cNvPr id="46" name="wire-118">
            <a:extLst xmlns:a="http://schemas.openxmlformats.org/drawingml/2006/main">
              <a:ext uri="{FF2B5EF4-FFF2-40B4-BE49-F238E27FC236}">
                <a16:creationId xmlns:a16="http://schemas.microsoft.com/office/drawing/2014/main" id="{3F01824C-A316-4D6D-8263-F16CC839422D}"/>
              </a:ext>
            </a:extLst>
          </p:cNvPr>
          <p:cNvSpPr>
            <a:spLocks xmlns:a="http://schemas.openxmlformats.org/drawingml/2006/main" noGrp="1"/>
          </p:cNvSpPr>
          <p:nvPr/>
        </p:nvSpPr>
        <p:spPr>
          <a:xfrm xmlns:a="http://schemas.openxmlformats.org/drawingml/2006/main">
            <a:off x="3684270" y="300228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7" name="circuit-119">
            <a:extLst xmlns:a="http://schemas.openxmlformats.org/drawingml/2006/main">
              <a:ext uri="{FF2B5EF4-FFF2-40B4-BE49-F238E27FC236}">
                <a16:creationId xmlns:a16="http://schemas.microsoft.com/office/drawing/2014/main" id="{8BD4B957-D613-414F-98F3-DCF69DDE0948}"/>
              </a:ext>
            </a:extLst>
          </p:cNvPr>
          <p:cNvSpPr>
            <a:spLocks xmlns:a="http://schemas.openxmlformats.org/drawingml/2006/main" noGrp="1"/>
          </p:cNvSpPr>
          <p:nvPr/>
        </p:nvSpPr>
        <p:spPr>
          <a:xfrm xmlns:a="http://schemas.openxmlformats.org/drawingml/2006/main">
            <a:off x="3870960" y="29708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8" name="wire-120">
            <a:extLst xmlns:a="http://schemas.openxmlformats.org/drawingml/2006/main">
              <a:ext uri="{FF2B5EF4-FFF2-40B4-BE49-F238E27FC236}">
                <a16:creationId xmlns:a16="http://schemas.microsoft.com/office/drawing/2014/main" id="{13AC178C-FA4B-43CF-B666-75F907793B5A}"/>
              </a:ext>
            </a:extLst>
          </p:cNvPr>
          <p:cNvSpPr>
            <a:spLocks xmlns:a="http://schemas.openxmlformats.org/drawingml/2006/main" noGrp="1"/>
          </p:cNvSpPr>
          <p:nvPr/>
        </p:nvSpPr>
        <p:spPr>
          <a:xfrm xmlns:a="http://schemas.openxmlformats.org/drawingml/2006/main">
            <a:off x="5810250" y="3162300"/>
            <a:ext cx="9525" cy="160020"/>
          </a:xfrm>
          <a:custGeom xmlns:a="http://schemas.openxmlformats.org/drawingml/2006/main">
            <a:pathLst>
              <a:path w="9525" h="160020">
                <a:moveTo>
                  <a:pt x="0" y="0"/>
                </a:moveTo>
                <a:lnTo>
                  <a:pt x="0" y="160020"/>
                </a:lnTo>
              </a:path>
            </a:pathLst>
          </a:custGeom>
          <a:noFill xmlns:a="http://schemas.openxmlformats.org/drawingml/2006/main"/>
          <a:ln xmlns:a="http://schemas.openxmlformats.org/drawingml/2006/main" w="24003">
            <a:solidFill>
              <a:srgbClr val="1572C3"/>
            </a:solidFill>
          </a:ln>
        </p:spPr>
      </p:sp>
      <p:sp>
        <p:nvSpPr>
          <p:cNvPr id="49" name="wire-121">
            <a:extLst xmlns:a="http://schemas.openxmlformats.org/drawingml/2006/main">
              <a:ext uri="{FF2B5EF4-FFF2-40B4-BE49-F238E27FC236}">
                <a16:creationId xmlns:a16="http://schemas.microsoft.com/office/drawing/2014/main" id="{EB83C8F6-C8AE-4C58-9C10-6E1BDB7D65AA}"/>
              </a:ext>
            </a:extLst>
          </p:cNvPr>
          <p:cNvSpPr>
            <a:spLocks xmlns:a="http://schemas.openxmlformats.org/drawingml/2006/main" noGrp="1"/>
          </p:cNvSpPr>
          <p:nvPr/>
        </p:nvSpPr>
        <p:spPr>
          <a:xfrm xmlns:a="http://schemas.openxmlformats.org/drawingml/2006/main">
            <a:off x="4187190" y="3322320"/>
            <a:ext cx="1623060" cy="9525"/>
          </a:xfrm>
          <a:custGeom xmlns:a="http://schemas.openxmlformats.org/drawingml/2006/main">
            <a:pathLst>
              <a:path w="1623060" h="9525">
                <a:moveTo>
                  <a:pt x="1623060" y="0"/>
                </a:moveTo>
                <a:lnTo>
                  <a:pt x="0" y="0"/>
                </a:lnTo>
              </a:path>
            </a:pathLst>
          </a:custGeom>
          <a:noFill xmlns:a="http://schemas.openxmlformats.org/drawingml/2006/main"/>
          <a:ln xmlns:a="http://schemas.openxmlformats.org/drawingml/2006/main" w="24003">
            <a:solidFill>
              <a:srgbClr val="1572C3"/>
            </a:solidFill>
          </a:ln>
        </p:spPr>
      </p:sp>
      <p:sp>
        <p:nvSpPr>
          <p:cNvPr id="50" name="wire-122">
            <a:extLst xmlns:a="http://schemas.openxmlformats.org/drawingml/2006/main">
              <a:ext uri="{FF2B5EF4-FFF2-40B4-BE49-F238E27FC236}">
                <a16:creationId xmlns:a16="http://schemas.microsoft.com/office/drawing/2014/main" id="{553B421F-8257-449D-84E0-EA2D0EF5FC1A}"/>
              </a:ext>
            </a:extLst>
          </p:cNvPr>
          <p:cNvSpPr>
            <a:spLocks xmlns:a="http://schemas.openxmlformats.org/drawingml/2006/main" noGrp="1"/>
          </p:cNvSpPr>
          <p:nvPr/>
        </p:nvSpPr>
        <p:spPr>
          <a:xfrm xmlns:a="http://schemas.openxmlformats.org/drawingml/2006/main">
            <a:off x="4187190" y="3322320"/>
            <a:ext cx="9525" cy="674370"/>
          </a:xfrm>
          <a:custGeom xmlns:a="http://schemas.openxmlformats.org/drawingml/2006/main">
            <a:pathLst>
              <a:path w="9525" h="674370">
                <a:moveTo>
                  <a:pt x="0" y="0"/>
                </a:moveTo>
                <a:lnTo>
                  <a:pt x="0" y="674370"/>
                </a:lnTo>
              </a:path>
            </a:pathLst>
          </a:custGeom>
          <a:noFill xmlns:a="http://schemas.openxmlformats.org/drawingml/2006/main"/>
          <a:ln xmlns:a="http://schemas.openxmlformats.org/drawingml/2006/main" w="24003">
            <a:solidFill>
              <a:srgbClr val="1572C3"/>
            </a:solidFill>
          </a:ln>
        </p:spPr>
      </p:sp>
      <p:sp>
        <p:nvSpPr>
          <p:cNvPr id="51" name="wire-123">
            <a:extLst xmlns:a="http://schemas.openxmlformats.org/drawingml/2006/main">
              <a:ext uri="{FF2B5EF4-FFF2-40B4-BE49-F238E27FC236}">
                <a16:creationId xmlns:a16="http://schemas.microsoft.com/office/drawing/2014/main" id="{725811D3-C509-4ABB-9E33-4BC056EB6AE8}"/>
              </a:ext>
            </a:extLst>
          </p:cNvPr>
          <p:cNvSpPr>
            <a:spLocks xmlns:a="http://schemas.openxmlformats.org/drawingml/2006/main" noGrp="1"/>
          </p:cNvSpPr>
          <p:nvPr/>
        </p:nvSpPr>
        <p:spPr>
          <a:xfrm xmlns:a="http://schemas.openxmlformats.org/drawingml/2006/main">
            <a:off x="4187190" y="399669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24003">
            <a:solidFill>
              <a:srgbClr val="1572C3"/>
            </a:solidFill>
          </a:ln>
        </p:spPr>
      </p:sp>
      <p:sp>
        <p:nvSpPr>
          <p:cNvPr id="52" name="circuit-124">
            <a:extLst xmlns:a="http://schemas.openxmlformats.org/drawingml/2006/main">
              <a:ext uri="{FF2B5EF4-FFF2-40B4-BE49-F238E27FC236}">
                <a16:creationId xmlns:a16="http://schemas.microsoft.com/office/drawing/2014/main" id="{04265CB0-1D87-4682-9F89-67067F2798D6}"/>
              </a:ext>
            </a:extLst>
          </p:cNvPr>
          <p:cNvSpPr>
            <a:spLocks xmlns:a="http://schemas.openxmlformats.org/drawingml/2006/main" noGrp="1"/>
          </p:cNvSpPr>
          <p:nvPr/>
        </p:nvSpPr>
        <p:spPr>
          <a:xfrm xmlns:a="http://schemas.openxmlformats.org/drawingml/2006/main">
            <a:off x="431673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3" name="wire-125">
            <a:extLst xmlns:a="http://schemas.openxmlformats.org/drawingml/2006/main">
              <a:ext uri="{FF2B5EF4-FFF2-40B4-BE49-F238E27FC236}">
                <a16:creationId xmlns:a16="http://schemas.microsoft.com/office/drawing/2014/main" id="{3F8AA7DE-F54B-4C9C-B585-BB4B95C91411}"/>
              </a:ext>
            </a:extLst>
          </p:cNvPr>
          <p:cNvSpPr>
            <a:spLocks xmlns:a="http://schemas.openxmlformats.org/drawingml/2006/main" noGrp="1"/>
          </p:cNvSpPr>
          <p:nvPr/>
        </p:nvSpPr>
        <p:spPr>
          <a:xfrm xmlns:a="http://schemas.openxmlformats.org/drawingml/2006/main">
            <a:off x="4701540" y="316230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26289">
            <a:solidFill>
              <a:srgbClr val="1572C3"/>
            </a:solidFill>
          </a:ln>
        </p:spPr>
      </p:sp>
      <p:sp>
        <p:nvSpPr>
          <p:cNvPr id="54" name="wire-126">
            <a:extLst xmlns:a="http://schemas.openxmlformats.org/drawingml/2006/main">
              <a:ext uri="{FF2B5EF4-FFF2-40B4-BE49-F238E27FC236}">
                <a16:creationId xmlns:a16="http://schemas.microsoft.com/office/drawing/2014/main" id="{E9233CA2-5C38-4DFA-A568-FD37936218C2}"/>
              </a:ext>
            </a:extLst>
          </p:cNvPr>
          <p:cNvSpPr>
            <a:spLocks xmlns:a="http://schemas.openxmlformats.org/drawingml/2006/main" noGrp="1"/>
          </p:cNvSpPr>
          <p:nvPr/>
        </p:nvSpPr>
        <p:spPr>
          <a:xfrm xmlns:a="http://schemas.openxmlformats.org/drawingml/2006/main">
            <a:off x="4701540" y="3242310"/>
            <a:ext cx="2068830" cy="9525"/>
          </a:xfrm>
          <a:custGeom xmlns:a="http://schemas.openxmlformats.org/drawingml/2006/main">
            <a:pathLst>
              <a:path w="2068830" h="9525">
                <a:moveTo>
                  <a:pt x="0" y="0"/>
                </a:moveTo>
                <a:lnTo>
                  <a:pt x="2068830" y="0"/>
                </a:lnTo>
              </a:path>
            </a:pathLst>
          </a:custGeom>
          <a:noFill xmlns:a="http://schemas.openxmlformats.org/drawingml/2006/main"/>
          <a:ln xmlns:a="http://schemas.openxmlformats.org/drawingml/2006/main" w="26289">
            <a:solidFill>
              <a:srgbClr val="1572C3"/>
            </a:solidFill>
          </a:ln>
        </p:spPr>
      </p:sp>
      <p:sp>
        <p:nvSpPr>
          <p:cNvPr id="55" name="wire-127">
            <a:extLst xmlns:a="http://schemas.openxmlformats.org/drawingml/2006/main">
              <a:ext uri="{FF2B5EF4-FFF2-40B4-BE49-F238E27FC236}">
                <a16:creationId xmlns:a16="http://schemas.microsoft.com/office/drawing/2014/main" id="{DAA72B9E-CD61-4529-B310-12C00DF2A5F8}"/>
              </a:ext>
            </a:extLst>
          </p:cNvPr>
          <p:cNvSpPr>
            <a:spLocks xmlns:a="http://schemas.openxmlformats.org/drawingml/2006/main" noGrp="1"/>
          </p:cNvSpPr>
          <p:nvPr/>
        </p:nvSpPr>
        <p:spPr>
          <a:xfrm xmlns:a="http://schemas.openxmlformats.org/drawingml/2006/main">
            <a:off x="6770370" y="3242310"/>
            <a:ext cx="9525" cy="1508760"/>
          </a:xfrm>
          <a:custGeom xmlns:a="http://schemas.openxmlformats.org/drawingml/2006/main">
            <a:pathLst>
              <a:path w="9525" h="1508760">
                <a:moveTo>
                  <a:pt x="0" y="0"/>
                </a:moveTo>
                <a:lnTo>
                  <a:pt x="0" y="1508760"/>
                </a:lnTo>
              </a:path>
            </a:pathLst>
          </a:custGeom>
          <a:noFill xmlns:a="http://schemas.openxmlformats.org/drawingml/2006/main"/>
          <a:ln xmlns:a="http://schemas.openxmlformats.org/drawingml/2006/main" w="26289">
            <a:solidFill>
              <a:srgbClr val="1572C3"/>
            </a:solidFill>
          </a:ln>
        </p:spPr>
      </p:sp>
      <p:sp>
        <p:nvSpPr>
          <p:cNvPr id="56" name="wire-128">
            <a:extLst xmlns:a="http://schemas.openxmlformats.org/drawingml/2006/main">
              <a:ext uri="{FF2B5EF4-FFF2-40B4-BE49-F238E27FC236}">
                <a16:creationId xmlns:a16="http://schemas.microsoft.com/office/drawing/2014/main" id="{9EEE7ACE-AB08-4F8C-8231-FAFF7A5D0AFC}"/>
              </a:ext>
            </a:extLst>
          </p:cNvPr>
          <p:cNvSpPr>
            <a:spLocks xmlns:a="http://schemas.openxmlformats.org/drawingml/2006/main" noGrp="1"/>
          </p:cNvSpPr>
          <p:nvPr/>
        </p:nvSpPr>
        <p:spPr>
          <a:xfrm xmlns:a="http://schemas.openxmlformats.org/drawingml/2006/main">
            <a:off x="6770370" y="47510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1572C3"/>
            </a:solidFill>
          </a:ln>
        </p:spPr>
      </p:sp>
      <p:sp>
        <p:nvSpPr>
          <p:cNvPr id="57" name="circuit-129">
            <a:extLst xmlns:a="http://schemas.openxmlformats.org/drawingml/2006/main">
              <a:ext uri="{FF2B5EF4-FFF2-40B4-BE49-F238E27FC236}">
                <a16:creationId xmlns:a16="http://schemas.microsoft.com/office/drawing/2014/main" id="{DC3B1A80-ECE3-4892-9BD1-2B26EBEDA2F6}"/>
              </a:ext>
            </a:extLst>
          </p:cNvPr>
          <p:cNvSpPr>
            <a:spLocks xmlns:a="http://schemas.openxmlformats.org/drawingml/2006/main" noGrp="1"/>
          </p:cNvSpPr>
          <p:nvPr/>
        </p:nvSpPr>
        <p:spPr>
          <a:xfrm xmlns:a="http://schemas.openxmlformats.org/drawingml/2006/main">
            <a:off x="6957060" y="471963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8" name="wire-130">
            <a:extLst xmlns:a="http://schemas.openxmlformats.org/drawingml/2006/main">
              <a:ext uri="{FF2B5EF4-FFF2-40B4-BE49-F238E27FC236}">
                <a16:creationId xmlns:a16="http://schemas.microsoft.com/office/drawing/2014/main" id="{D0289AD6-A424-4F10-8B41-807402BBE885}"/>
              </a:ext>
            </a:extLst>
          </p:cNvPr>
          <p:cNvSpPr>
            <a:spLocks xmlns:a="http://schemas.openxmlformats.org/drawingml/2006/main" noGrp="1"/>
          </p:cNvSpPr>
          <p:nvPr/>
        </p:nvSpPr>
        <p:spPr>
          <a:xfrm xmlns:a="http://schemas.openxmlformats.org/drawingml/2006/main">
            <a:off x="7056120" y="3162300"/>
            <a:ext cx="9525" cy="262890"/>
          </a:xfrm>
          <a:custGeom xmlns:a="http://schemas.openxmlformats.org/drawingml/2006/main">
            <a:pathLst>
              <a:path w="9525" h="262890">
                <a:moveTo>
                  <a:pt x="0" y="0"/>
                </a:moveTo>
                <a:lnTo>
                  <a:pt x="0" y="262890"/>
                </a:lnTo>
              </a:path>
            </a:pathLst>
          </a:custGeom>
          <a:noFill xmlns:a="http://schemas.openxmlformats.org/drawingml/2006/main"/>
          <a:ln xmlns:a="http://schemas.openxmlformats.org/drawingml/2006/main" w="24003">
            <a:solidFill>
              <a:srgbClr val="1572C3"/>
            </a:solidFill>
          </a:ln>
        </p:spPr>
      </p:sp>
      <p:sp>
        <p:nvSpPr>
          <p:cNvPr id="59" name="wire-131">
            <a:extLst xmlns:a="http://schemas.openxmlformats.org/drawingml/2006/main">
              <a:ext uri="{FF2B5EF4-FFF2-40B4-BE49-F238E27FC236}">
                <a16:creationId xmlns:a16="http://schemas.microsoft.com/office/drawing/2014/main" id="{F5CFFC99-E01A-44F0-AEBE-229A6AD8D79F}"/>
              </a:ext>
            </a:extLst>
          </p:cNvPr>
          <p:cNvSpPr>
            <a:spLocks xmlns:a="http://schemas.openxmlformats.org/drawingml/2006/main" noGrp="1"/>
          </p:cNvSpPr>
          <p:nvPr/>
        </p:nvSpPr>
        <p:spPr>
          <a:xfrm xmlns:a="http://schemas.openxmlformats.org/drawingml/2006/main">
            <a:off x="4015740" y="3425190"/>
            <a:ext cx="3040380" cy="9525"/>
          </a:xfrm>
          <a:custGeom xmlns:a="http://schemas.openxmlformats.org/drawingml/2006/main">
            <a:pathLst>
              <a:path w="3040380" h="9525">
                <a:moveTo>
                  <a:pt x="3040380" y="0"/>
                </a:moveTo>
                <a:lnTo>
                  <a:pt x="0" y="0"/>
                </a:lnTo>
              </a:path>
            </a:pathLst>
          </a:custGeom>
          <a:noFill xmlns:a="http://schemas.openxmlformats.org/drawingml/2006/main"/>
          <a:ln xmlns:a="http://schemas.openxmlformats.org/drawingml/2006/main" w="24003">
            <a:solidFill>
              <a:srgbClr val="1572C3"/>
            </a:solidFill>
          </a:ln>
        </p:spPr>
      </p:sp>
      <p:sp>
        <p:nvSpPr>
          <p:cNvPr id="60" name="wire-132">
            <a:extLst xmlns:a="http://schemas.openxmlformats.org/drawingml/2006/main">
              <a:ext uri="{FF2B5EF4-FFF2-40B4-BE49-F238E27FC236}">
                <a16:creationId xmlns:a16="http://schemas.microsoft.com/office/drawing/2014/main" id="{D36A2478-8FDA-4095-BB1C-F94552C03668}"/>
              </a:ext>
            </a:extLst>
          </p:cNvPr>
          <p:cNvSpPr>
            <a:spLocks xmlns:a="http://schemas.openxmlformats.org/drawingml/2006/main" noGrp="1"/>
          </p:cNvSpPr>
          <p:nvPr/>
        </p:nvSpPr>
        <p:spPr>
          <a:xfrm xmlns:a="http://schemas.openxmlformats.org/drawingml/2006/main">
            <a:off x="4015740" y="3425190"/>
            <a:ext cx="9525" cy="1405890"/>
          </a:xfrm>
          <a:custGeom xmlns:a="http://schemas.openxmlformats.org/drawingml/2006/main">
            <a:pathLst>
              <a:path w="9525" h="1405890">
                <a:moveTo>
                  <a:pt x="0" y="0"/>
                </a:moveTo>
                <a:lnTo>
                  <a:pt x="0" y="1405890"/>
                </a:lnTo>
              </a:path>
            </a:pathLst>
          </a:custGeom>
          <a:noFill xmlns:a="http://schemas.openxmlformats.org/drawingml/2006/main"/>
          <a:ln xmlns:a="http://schemas.openxmlformats.org/drawingml/2006/main" w="24003">
            <a:solidFill>
              <a:srgbClr val="1572C3"/>
            </a:solidFill>
          </a:ln>
        </p:spPr>
      </p:sp>
      <p:sp>
        <p:nvSpPr>
          <p:cNvPr id="61" name="wire-133">
            <a:extLst xmlns:a="http://schemas.openxmlformats.org/drawingml/2006/main">
              <a:ext uri="{FF2B5EF4-FFF2-40B4-BE49-F238E27FC236}">
                <a16:creationId xmlns:a16="http://schemas.microsoft.com/office/drawing/2014/main" id="{BE98F1EF-631C-43CA-B87C-97194A2BF0B1}"/>
              </a:ext>
            </a:extLst>
          </p:cNvPr>
          <p:cNvSpPr>
            <a:spLocks xmlns:a="http://schemas.openxmlformats.org/drawingml/2006/main" noGrp="1"/>
          </p:cNvSpPr>
          <p:nvPr/>
        </p:nvSpPr>
        <p:spPr>
          <a:xfrm xmlns:a="http://schemas.openxmlformats.org/drawingml/2006/main">
            <a:off x="4015740" y="4831080"/>
            <a:ext cx="377190" cy="9525"/>
          </a:xfrm>
          <a:custGeom xmlns:a="http://schemas.openxmlformats.org/drawingml/2006/main">
            <a:pathLst>
              <a:path w="377190" h="9525">
                <a:moveTo>
                  <a:pt x="0" y="0"/>
                </a:moveTo>
                <a:lnTo>
                  <a:pt x="377190" y="0"/>
                </a:lnTo>
              </a:path>
            </a:pathLst>
          </a:custGeom>
          <a:noFill xmlns:a="http://schemas.openxmlformats.org/drawingml/2006/main"/>
          <a:ln xmlns:a="http://schemas.openxmlformats.org/drawingml/2006/main" w="24003">
            <a:solidFill>
              <a:srgbClr val="1572C3"/>
            </a:solidFill>
          </a:ln>
        </p:spPr>
      </p:sp>
      <p:sp>
        <p:nvSpPr>
          <p:cNvPr id="62" name="circuit-134">
            <a:extLst xmlns:a="http://schemas.openxmlformats.org/drawingml/2006/main">
              <a:ext uri="{FF2B5EF4-FFF2-40B4-BE49-F238E27FC236}">
                <a16:creationId xmlns:a16="http://schemas.microsoft.com/office/drawing/2014/main" id="{17FEE9E7-9B1D-4CA4-B4D2-1AE21791147E}"/>
              </a:ext>
            </a:extLst>
          </p:cNvPr>
          <p:cNvSpPr>
            <a:spLocks xmlns:a="http://schemas.openxmlformats.org/drawingml/2006/main" noGrp="1"/>
          </p:cNvSpPr>
          <p:nvPr/>
        </p:nvSpPr>
        <p:spPr>
          <a:xfrm xmlns:a="http://schemas.openxmlformats.org/drawingml/2006/main">
            <a:off x="4316730" y="47996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63" name="wire-135">
            <a:extLst xmlns:a="http://schemas.openxmlformats.org/drawingml/2006/main">
              <a:ext uri="{FF2B5EF4-FFF2-40B4-BE49-F238E27FC236}">
                <a16:creationId xmlns:a16="http://schemas.microsoft.com/office/drawing/2014/main" id="{4696893F-65CE-4FD6-AF42-E7B6B094CB5A}"/>
              </a:ext>
            </a:extLst>
          </p:cNvPr>
          <p:cNvSpPr>
            <a:spLocks xmlns:a="http://schemas.openxmlformats.org/drawingml/2006/main" noGrp="1"/>
          </p:cNvSpPr>
          <p:nvPr/>
        </p:nvSpPr>
        <p:spPr>
          <a:xfrm xmlns:a="http://schemas.openxmlformats.org/drawingml/2006/main">
            <a:off x="4198620" y="4476750"/>
            <a:ext cx="194310" cy="9525"/>
          </a:xfrm>
          <a:custGeom xmlns:a="http://schemas.openxmlformats.org/drawingml/2006/main">
            <a:pathLst>
              <a:path w="194310" h="9525">
                <a:moveTo>
                  <a:pt x="0" y="0"/>
                </a:moveTo>
                <a:lnTo>
                  <a:pt x="194310" y="0"/>
                </a:lnTo>
              </a:path>
            </a:pathLst>
          </a:custGeom>
          <a:noFill xmlns:a="http://schemas.openxmlformats.org/drawingml/2006/main"/>
          <a:ln xmlns:a="http://schemas.openxmlformats.org/drawingml/2006/main" w="17145">
            <a:solidFill>
              <a:srgbClr val="9FA9B9"/>
            </a:solidFill>
          </a:ln>
        </p:spPr>
      </p:sp>
      <p:sp>
        <p:nvSpPr>
          <p:cNvPr id="64" name="circuit-136">
            <a:extLst xmlns:a="http://schemas.openxmlformats.org/drawingml/2006/main">
              <a:ext uri="{FF2B5EF4-FFF2-40B4-BE49-F238E27FC236}">
                <a16:creationId xmlns:a16="http://schemas.microsoft.com/office/drawing/2014/main" id="{1D97B5DD-EF21-4F70-9E44-2660B6B4B187}"/>
              </a:ext>
            </a:extLst>
          </p:cNvPr>
          <p:cNvSpPr>
            <a:spLocks xmlns:a="http://schemas.openxmlformats.org/drawingml/2006/main" noGrp="1"/>
          </p:cNvSpPr>
          <p:nvPr/>
        </p:nvSpPr>
        <p:spPr>
          <a:xfrm xmlns:a="http://schemas.openxmlformats.org/drawingml/2006/main">
            <a:off x="4316730" y="4445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65" name="board-stable-rf">
            <a:extLst xmlns:a="http://schemas.openxmlformats.org/drawingml/2006/main">
              <a:ext uri="{FF2B5EF4-FFF2-40B4-BE49-F238E27FC236}">
                <a16:creationId xmlns:a16="http://schemas.microsoft.com/office/drawing/2014/main" id="{43B2EBAD-C5D1-49D7-AC6B-2C912AAC2B2B}"/>
              </a:ext>
            </a:extLst>
          </p:cNvPr>
          <p:cNvSpPr>
            <a:spLocks xmlns:a="http://schemas.openxmlformats.org/drawingml/2006/main" noGrp="1"/>
          </p:cNvSpPr>
          <p:nvPr/>
        </p:nvSpPr>
        <p:spPr>
          <a:xfrm xmlns:a="http://schemas.openxmlformats.org/drawingml/2006/main">
            <a:off x="4392930" y="3505200"/>
            <a:ext cx="1885950" cy="17830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66" name="circuit-138">
            <a:extLst xmlns:a="http://schemas.openxmlformats.org/drawingml/2006/main">
              <a:ext uri="{FF2B5EF4-FFF2-40B4-BE49-F238E27FC236}">
                <a16:creationId xmlns:a16="http://schemas.microsoft.com/office/drawing/2014/main" id="{804BD02E-B284-42EC-9114-60E6357162B2}"/>
              </a:ext>
            </a:extLst>
          </p:cNvPr>
          <p:cNvSpPr>
            <a:spLocks xmlns:a="http://schemas.openxmlformats.org/drawingml/2006/main" noGrp="1"/>
          </p:cNvSpPr>
          <p:nvPr/>
        </p:nvSpPr>
        <p:spPr>
          <a:xfrm xmlns:a="http://schemas.openxmlformats.org/drawingml/2006/main">
            <a:off x="4861560" y="3505200"/>
            <a:ext cx="182880" cy="102870"/>
          </a:xfrm>
          <a:custGeom xmlns:a="http://schemas.openxmlformats.org/drawingml/2006/main">
            <a:pathLst>
              <a:path w="182880" h="102870">
                <a:moveTo>
                  <a:pt x="0" y="0"/>
                </a:moveTo>
                <a:lnTo>
                  <a:pt x="91440" y="102870"/>
                </a:lnTo>
                <a:lnTo>
                  <a:pt x="182880" y="0"/>
                </a:lnTo>
                <a:close/>
              </a:path>
            </a:pathLst>
          </a:custGeom>
          <a:noFill xmlns:a="http://schemas.openxmlformats.org/drawingml/2006/main"/>
          <a:ln xmlns:a="http://schemas.openxmlformats.org/drawingml/2006/main" w="25146">
            <a:solidFill>
              <a:srgbClr val="231F20"/>
            </a:solidFill>
          </a:ln>
        </p:spPr>
      </p:sp>
      <p:sp>
        <p:nvSpPr>
          <p:cNvPr id="67" name="wire-139">
            <a:extLst xmlns:a="http://schemas.openxmlformats.org/drawingml/2006/main">
              <a:ext uri="{FF2B5EF4-FFF2-40B4-BE49-F238E27FC236}">
                <a16:creationId xmlns:a16="http://schemas.microsoft.com/office/drawing/2014/main" id="{88419451-A425-4A0C-871D-F262DA3E466F}"/>
              </a:ext>
            </a:extLst>
          </p:cNvPr>
          <p:cNvSpPr>
            <a:spLocks xmlns:a="http://schemas.openxmlformats.org/drawingml/2006/main" noGrp="1"/>
          </p:cNvSpPr>
          <p:nvPr/>
        </p:nvSpPr>
        <p:spPr>
          <a:xfrm xmlns:a="http://schemas.openxmlformats.org/drawingml/2006/main">
            <a:off x="4953000" y="342519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13716">
            <a:solidFill>
              <a:srgbClr val="231F20"/>
            </a:solidFill>
          </a:ln>
        </p:spPr>
      </p:sp>
      <p:sp>
        <p:nvSpPr>
          <p:cNvPr id="68" name="text-140">
            <a:extLst xmlns:a="http://schemas.openxmlformats.org/drawingml/2006/main">
              <a:ext uri="{FF2B5EF4-FFF2-40B4-BE49-F238E27FC236}">
                <a16:creationId xmlns:a16="http://schemas.microsoft.com/office/drawing/2014/main" id="{FAAB2F32-C9B5-463F-88DF-FCB1540A84F3}"/>
              </a:ext>
            </a:extLst>
          </p:cNvPr>
          <p:cNvSpPr>
            <a:spLocks xmlns:a="http://schemas.openxmlformats.org/drawingml/2006/main" noGrp="1"/>
          </p:cNvSpPr>
          <p:nvPr/>
        </p:nvSpPr>
        <p:spPr>
          <a:xfrm xmlns:a="http://schemas.openxmlformats.org/drawingml/2006/main">
            <a:off x="4541520" y="4065270"/>
            <a:ext cx="158877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1">
                <a:solidFill>
                  <a:srgbClr val="231F20"/>
                </a:solidFill>
                <a:latin typeface="Yu Gothic"/>
                <a:ea typeface="Yu Gothic"/>
                <a:cs typeface="Yu Gothic"/>
              </a:defRPr>
            </a:defPPr>
            <a:lvl1pPr algn="ctr">
              <a:defRPr sz="1530" b="1">
                <a:solidFill>
                  <a:srgbClr val="231F20"/>
                </a:solidFill>
                <a:latin typeface="Yu Gothic"/>
                <a:ea typeface="Yu Gothic"/>
                <a:cs typeface="Yu Gothic"/>
              </a:defRPr>
            </a:lvl1pPr>
            <a:lvl2pPr algn="ctr">
              <a:defRPr sz="1530" b="1">
                <a:solidFill>
                  <a:srgbClr val="231F20"/>
                </a:solidFill>
                <a:latin typeface="Yu Gothic"/>
                <a:ea typeface="Yu Gothic"/>
                <a:cs typeface="Yu Gothic"/>
              </a:defRPr>
            </a:lvl2pPr>
            <a:lvl3pPr algn="ctr">
              <a:defRPr sz="1530" b="1">
                <a:solidFill>
                  <a:srgbClr val="231F20"/>
                </a:solidFill>
                <a:latin typeface="Yu Gothic"/>
                <a:ea typeface="Yu Gothic"/>
                <a:cs typeface="Yu Gothic"/>
              </a:defRPr>
            </a:lvl3pPr>
            <a:lvl4pPr algn="ctr">
              <a:defRPr sz="1530" b="1">
                <a:solidFill>
                  <a:srgbClr val="231F20"/>
                </a:solidFill>
                <a:latin typeface="Yu Gothic"/>
                <a:ea typeface="Yu Gothic"/>
                <a:cs typeface="Yu Gothic"/>
              </a:defRPr>
            </a:lvl4pPr>
            <a:lvl5pPr algn="ctr">
              <a:defRPr sz="1530" b="1">
                <a:solidFill>
                  <a:srgbClr val="231F20"/>
                </a:solidFill>
                <a:latin typeface="Yu Gothic"/>
                <a:ea typeface="Yu Gothic"/>
                <a:cs typeface="Yu Gothic"/>
              </a:defRPr>
            </a:lvl5pPr>
            <a:lvl6pPr algn="ctr">
              <a:defRPr sz="1530" b="1">
                <a:solidFill>
                  <a:srgbClr val="231F20"/>
                </a:solidFill>
                <a:latin typeface="Yu Gothic"/>
                <a:ea typeface="Yu Gothic"/>
                <a:cs typeface="Yu Gothic"/>
              </a:defRPr>
            </a:lvl6pPr>
            <a:lvl7pPr algn="ctr">
              <a:defRPr sz="1530" b="1">
                <a:solidFill>
                  <a:srgbClr val="231F20"/>
                </a:solidFill>
                <a:latin typeface="Yu Gothic"/>
                <a:ea typeface="Yu Gothic"/>
                <a:cs typeface="Yu Gothic"/>
              </a:defRPr>
            </a:lvl7pPr>
            <a:lvl8pPr algn="ctr">
              <a:defRPr sz="1530" b="1">
                <a:solidFill>
                  <a:srgbClr val="231F20"/>
                </a:solidFill>
                <a:latin typeface="Yu Gothic"/>
                <a:ea typeface="Yu Gothic"/>
                <a:cs typeface="Yu Gothic"/>
              </a:defRPr>
            </a:lvl8pPr>
            <a:lvl9pPr algn="ctr">
              <a:defRPr sz="1530" b="1">
                <a:solidFill>
                  <a:srgbClr val="231F20"/>
                </a:solidFill>
                <a:latin typeface="Yu Gothic"/>
                <a:ea typeface="Yu Gothic"/>
                <a:cs typeface="Yu Gothic"/>
              </a:defRPr>
            </a:lvl9pPr>
          </a:lstStyle>
          <a:p xmlns:a="http://schemas.openxmlformats.org/drawingml/2006/main">
            <a:pPr algn="ctr">
              <a:defRPr sz="1530" b="1">
                <a:solidFill>
                  <a:srgbClr val="231F20"/>
                </a:solidFill>
                <a:latin typeface="Yu Gothic"/>
                <a:ea typeface="Yu Gothic"/>
                <a:cs typeface="Yu Gothic"/>
              </a:defRPr>
            </a:pPr>
            <a:r>
              <a:rPr sz="1530" b="1">
                <a:solidFill>
                  <a:srgbClr val="231F20"/>
                </a:solidFill>
                <a:latin typeface="Yu Gothic"/>
                <a:ea typeface="Yu Gothic"/>
                <a:cs typeface="Yu Gothic"/>
              </a:rPr>
              <a:t>レジスタ群</a:t>
            </a:r>
          </a:p>
        </p:txBody>
      </p:sp>
      <p:sp>
        <p:nvSpPr>
          <p:cNvPr id="69" name="text-141">
            <a:extLst xmlns:a="http://schemas.openxmlformats.org/drawingml/2006/main">
              <a:ext uri="{FF2B5EF4-FFF2-40B4-BE49-F238E27FC236}">
                <a16:creationId xmlns:a16="http://schemas.microsoft.com/office/drawing/2014/main" id="{56ADB459-9C4B-493C-83BE-C6190E5DD4A1}"/>
              </a:ext>
            </a:extLst>
          </p:cNvPr>
          <p:cNvSpPr>
            <a:spLocks xmlns:a="http://schemas.openxmlformats.org/drawingml/2006/main" noGrp="1"/>
          </p:cNvSpPr>
          <p:nvPr/>
        </p:nvSpPr>
        <p:spPr>
          <a:xfrm xmlns:a="http://schemas.openxmlformats.org/drawingml/2006/main">
            <a:off x="446151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A1</a:t>
            </a:r>
          </a:p>
        </p:txBody>
      </p:sp>
      <p:sp>
        <p:nvSpPr>
          <p:cNvPr id="70" name="text-142">
            <a:extLst xmlns:a="http://schemas.openxmlformats.org/drawingml/2006/main">
              <a:ext uri="{FF2B5EF4-FFF2-40B4-BE49-F238E27FC236}">
                <a16:creationId xmlns:a16="http://schemas.microsoft.com/office/drawing/2014/main" id="{5C71D6E6-4C94-4244-92D5-1DA9EB004379}"/>
              </a:ext>
            </a:extLst>
          </p:cNvPr>
          <p:cNvSpPr>
            <a:spLocks xmlns:a="http://schemas.openxmlformats.org/drawingml/2006/main" noGrp="1"/>
          </p:cNvSpPr>
          <p:nvPr/>
        </p:nvSpPr>
        <p:spPr>
          <a:xfrm xmlns:a="http://schemas.openxmlformats.org/drawingml/2006/main">
            <a:off x="446151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A2</a:t>
            </a:r>
          </a:p>
        </p:txBody>
      </p:sp>
      <p:sp>
        <p:nvSpPr>
          <p:cNvPr id="71" name="text-143">
            <a:extLst xmlns:a="http://schemas.openxmlformats.org/drawingml/2006/main">
              <a:ext uri="{FF2B5EF4-FFF2-40B4-BE49-F238E27FC236}">
                <a16:creationId xmlns:a16="http://schemas.microsoft.com/office/drawing/2014/main" id="{F1EF20B3-6D48-4BA2-ACBD-3C99FE2423DC}"/>
              </a:ext>
            </a:extLst>
          </p:cNvPr>
          <p:cNvSpPr>
            <a:spLocks xmlns:a="http://schemas.openxmlformats.org/drawingml/2006/main" noGrp="1"/>
          </p:cNvSpPr>
          <p:nvPr/>
        </p:nvSpPr>
        <p:spPr>
          <a:xfrm xmlns:a="http://schemas.openxmlformats.org/drawingml/2006/main">
            <a:off x="4461510" y="46710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A3</a:t>
            </a:r>
          </a:p>
        </p:txBody>
      </p:sp>
      <p:sp>
        <p:nvSpPr>
          <p:cNvPr id="72" name="text-144">
            <a:extLst xmlns:a="http://schemas.openxmlformats.org/drawingml/2006/main">
              <a:ext uri="{FF2B5EF4-FFF2-40B4-BE49-F238E27FC236}">
                <a16:creationId xmlns:a16="http://schemas.microsoft.com/office/drawing/2014/main" id="{6691A476-092A-4BF6-8E0A-C4B90A764A21}"/>
              </a:ext>
            </a:extLst>
          </p:cNvPr>
          <p:cNvSpPr>
            <a:spLocks xmlns:a="http://schemas.openxmlformats.org/drawingml/2006/main" noGrp="1"/>
          </p:cNvSpPr>
          <p:nvPr/>
        </p:nvSpPr>
        <p:spPr>
          <a:xfrm xmlns:a="http://schemas.openxmlformats.org/drawingml/2006/main">
            <a:off x="4461510" y="50139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WD3</a:t>
            </a:r>
          </a:p>
        </p:txBody>
      </p:sp>
      <p:sp>
        <p:nvSpPr>
          <p:cNvPr id="73" name="text-145">
            <a:extLst xmlns:a="http://schemas.openxmlformats.org/drawingml/2006/main">
              <a:ext uri="{FF2B5EF4-FFF2-40B4-BE49-F238E27FC236}">
                <a16:creationId xmlns:a16="http://schemas.microsoft.com/office/drawing/2014/main" id="{90718B29-DA70-4560-A1A6-0A3AF97EFAE4}"/>
              </a:ext>
            </a:extLst>
          </p:cNvPr>
          <p:cNvSpPr>
            <a:spLocks xmlns:a="http://schemas.openxmlformats.org/drawingml/2006/main" noGrp="1"/>
          </p:cNvSpPr>
          <p:nvPr/>
        </p:nvSpPr>
        <p:spPr>
          <a:xfrm xmlns:a="http://schemas.openxmlformats.org/drawingml/2006/main">
            <a:off x="582168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RD1</a:t>
            </a:r>
          </a:p>
        </p:txBody>
      </p:sp>
      <p:sp>
        <p:nvSpPr>
          <p:cNvPr id="74" name="text-146">
            <a:extLst xmlns:a="http://schemas.openxmlformats.org/drawingml/2006/main">
              <a:ext uri="{FF2B5EF4-FFF2-40B4-BE49-F238E27FC236}">
                <a16:creationId xmlns:a16="http://schemas.microsoft.com/office/drawing/2014/main" id="{4BAB6CB2-2737-412C-8E4A-FE40A1FBD2DC}"/>
              </a:ext>
            </a:extLst>
          </p:cNvPr>
          <p:cNvSpPr>
            <a:spLocks xmlns:a="http://schemas.openxmlformats.org/drawingml/2006/main" noGrp="1"/>
          </p:cNvSpPr>
          <p:nvPr/>
        </p:nvSpPr>
        <p:spPr>
          <a:xfrm xmlns:a="http://schemas.openxmlformats.org/drawingml/2006/main">
            <a:off x="582168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RD2</a:t>
            </a:r>
          </a:p>
        </p:txBody>
      </p:sp>
      <p:sp>
        <p:nvSpPr>
          <p:cNvPr id="75" name="text-147">
            <a:extLst xmlns:a="http://schemas.openxmlformats.org/drawingml/2006/main">
              <a:ext uri="{FF2B5EF4-FFF2-40B4-BE49-F238E27FC236}">
                <a16:creationId xmlns:a16="http://schemas.microsoft.com/office/drawing/2014/main" id="{28B321E1-5E39-432F-8DC5-57B2387CA765}"/>
              </a:ext>
            </a:extLst>
          </p:cNvPr>
          <p:cNvSpPr>
            <a:spLocks xmlns:a="http://schemas.openxmlformats.org/drawingml/2006/main" noGrp="1"/>
          </p:cNvSpPr>
          <p:nvPr/>
        </p:nvSpPr>
        <p:spPr>
          <a:xfrm xmlns:a="http://schemas.openxmlformats.org/drawingml/2006/main">
            <a:off x="5798820" y="3528060"/>
            <a:ext cx="42291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1572C3"/>
                </a:solidFill>
                <a:latin typeface="Arial"/>
                <a:ea typeface="Arial"/>
                <a:cs typeface="Arial"/>
              </a:defRPr>
            </a:defPPr>
            <a:lvl1pPr algn="l">
              <a:defRPr sz="1260" b="0">
                <a:solidFill>
                  <a:srgbClr val="1572C3"/>
                </a:solidFill>
                <a:latin typeface="Arial"/>
                <a:ea typeface="Arial"/>
                <a:cs typeface="Arial"/>
              </a:defRPr>
            </a:lvl1pPr>
            <a:lvl2pPr algn="l">
              <a:defRPr sz="1260" b="0">
                <a:solidFill>
                  <a:srgbClr val="1572C3"/>
                </a:solidFill>
                <a:latin typeface="Arial"/>
                <a:ea typeface="Arial"/>
                <a:cs typeface="Arial"/>
              </a:defRPr>
            </a:lvl2pPr>
            <a:lvl3pPr algn="l">
              <a:defRPr sz="1260" b="0">
                <a:solidFill>
                  <a:srgbClr val="1572C3"/>
                </a:solidFill>
                <a:latin typeface="Arial"/>
                <a:ea typeface="Arial"/>
                <a:cs typeface="Arial"/>
              </a:defRPr>
            </a:lvl3pPr>
            <a:lvl4pPr algn="l">
              <a:defRPr sz="1260" b="0">
                <a:solidFill>
                  <a:srgbClr val="1572C3"/>
                </a:solidFill>
                <a:latin typeface="Arial"/>
                <a:ea typeface="Arial"/>
                <a:cs typeface="Arial"/>
              </a:defRPr>
            </a:lvl4pPr>
            <a:lvl5pPr algn="l">
              <a:defRPr sz="1260" b="0">
                <a:solidFill>
                  <a:srgbClr val="1572C3"/>
                </a:solidFill>
                <a:latin typeface="Arial"/>
                <a:ea typeface="Arial"/>
                <a:cs typeface="Arial"/>
              </a:defRPr>
            </a:lvl5pPr>
            <a:lvl6pPr algn="l">
              <a:defRPr sz="1260" b="0">
                <a:solidFill>
                  <a:srgbClr val="1572C3"/>
                </a:solidFill>
                <a:latin typeface="Arial"/>
                <a:ea typeface="Arial"/>
                <a:cs typeface="Arial"/>
              </a:defRPr>
            </a:lvl6pPr>
            <a:lvl7pPr algn="l">
              <a:defRPr sz="1260" b="0">
                <a:solidFill>
                  <a:srgbClr val="1572C3"/>
                </a:solidFill>
                <a:latin typeface="Arial"/>
                <a:ea typeface="Arial"/>
                <a:cs typeface="Arial"/>
              </a:defRPr>
            </a:lvl7pPr>
            <a:lvl8pPr algn="l">
              <a:defRPr sz="1260" b="0">
                <a:solidFill>
                  <a:srgbClr val="1572C3"/>
                </a:solidFill>
                <a:latin typeface="Arial"/>
                <a:ea typeface="Arial"/>
                <a:cs typeface="Arial"/>
              </a:defRPr>
            </a:lvl8pPr>
            <a:lvl9pPr algn="l">
              <a:defRPr sz="1260" b="0">
                <a:solidFill>
                  <a:srgbClr val="1572C3"/>
                </a:solidFill>
                <a:latin typeface="Arial"/>
                <a:ea typeface="Arial"/>
                <a:cs typeface="Arial"/>
              </a:defRPr>
            </a:lvl9pPr>
          </a:lstStyle>
          <a:p xmlns:a="http://schemas.openxmlformats.org/drawingml/2006/main">
            <a:pPr algn="l">
              <a:defRPr sz="1260" b="0">
                <a:solidFill>
                  <a:srgbClr val="1572C3"/>
                </a:solidFill>
                <a:latin typeface="Arial"/>
                <a:ea typeface="Arial"/>
                <a:cs typeface="Arial"/>
              </a:defRPr>
            </a:pPr>
            <a:r>
              <a:rPr sz="1260" b="0">
                <a:solidFill>
                  <a:srgbClr val="1572C3"/>
                </a:solidFill>
                <a:latin typeface="Arial"/>
                <a:ea typeface="Arial"/>
                <a:cs typeface="Arial"/>
              </a:rPr>
              <a:t>WE3</a:t>
            </a:r>
          </a:p>
        </p:txBody>
      </p:sp>
      <p:sp>
        <p:nvSpPr>
          <p:cNvPr id="76" name="wire-148">
            <a:extLst xmlns:a="http://schemas.openxmlformats.org/drawingml/2006/main">
              <a:ext uri="{FF2B5EF4-FFF2-40B4-BE49-F238E27FC236}">
                <a16:creationId xmlns:a16="http://schemas.microsoft.com/office/drawing/2014/main" id="{9DECA6A3-E8C3-4111-8090-AF910F61F6D0}"/>
              </a:ext>
            </a:extLst>
          </p:cNvPr>
          <p:cNvSpPr>
            <a:spLocks xmlns:a="http://schemas.openxmlformats.org/drawingml/2006/main" noGrp="1"/>
          </p:cNvSpPr>
          <p:nvPr/>
        </p:nvSpPr>
        <p:spPr>
          <a:xfrm xmlns:a="http://schemas.openxmlformats.org/drawingml/2006/main">
            <a:off x="6278880" y="3996690"/>
            <a:ext cx="754380" cy="9525"/>
          </a:xfrm>
          <a:custGeom xmlns:a="http://schemas.openxmlformats.org/drawingml/2006/main">
            <a:pathLst>
              <a:path w="754380" h="9525">
                <a:moveTo>
                  <a:pt x="0" y="0"/>
                </a:moveTo>
                <a:lnTo>
                  <a:pt x="754380" y="0"/>
                </a:lnTo>
              </a:path>
            </a:pathLst>
          </a:custGeom>
          <a:noFill xmlns:a="http://schemas.openxmlformats.org/drawingml/2006/main"/>
          <a:ln xmlns:a="http://schemas.openxmlformats.org/drawingml/2006/main" w="30861">
            <a:solidFill>
              <a:srgbClr val="231F20"/>
            </a:solidFill>
          </a:ln>
        </p:spPr>
      </p:sp>
      <p:sp>
        <p:nvSpPr>
          <p:cNvPr id="77" name="circuit-149">
            <a:extLst xmlns:a="http://schemas.openxmlformats.org/drawingml/2006/main">
              <a:ext uri="{FF2B5EF4-FFF2-40B4-BE49-F238E27FC236}">
                <a16:creationId xmlns:a16="http://schemas.microsoft.com/office/drawing/2014/main" id="{64C0ABDD-8EC3-4E7F-86AA-30952BC5FB2D}"/>
              </a:ext>
            </a:extLst>
          </p:cNvPr>
          <p:cNvSpPr>
            <a:spLocks xmlns:a="http://schemas.openxmlformats.org/drawingml/2006/main" noGrp="1"/>
          </p:cNvSpPr>
          <p:nvPr/>
        </p:nvSpPr>
        <p:spPr>
          <a:xfrm xmlns:a="http://schemas.openxmlformats.org/drawingml/2006/main">
            <a:off x="695706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8" name="text-150">
            <a:extLst xmlns:a="http://schemas.openxmlformats.org/drawingml/2006/main">
              <a:ext uri="{FF2B5EF4-FFF2-40B4-BE49-F238E27FC236}">
                <a16:creationId xmlns:a16="http://schemas.microsoft.com/office/drawing/2014/main" id="{D81F2D50-655A-468F-8336-E289950B74D9}"/>
              </a:ext>
            </a:extLst>
          </p:cNvPr>
          <p:cNvSpPr>
            <a:spLocks xmlns:a="http://schemas.openxmlformats.org/drawingml/2006/main" noGrp="1"/>
          </p:cNvSpPr>
          <p:nvPr/>
        </p:nvSpPr>
        <p:spPr>
          <a:xfrm xmlns:a="http://schemas.openxmlformats.org/drawingml/2006/main">
            <a:off x="6381750" y="3619500"/>
            <a:ext cx="32004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0</a:t>
            </a:r>
          </a:p>
        </p:txBody>
      </p:sp>
      <p:sp>
        <p:nvSpPr>
          <p:cNvPr id="79" name="board-stable-alu">
            <a:extLst xmlns:a="http://schemas.openxmlformats.org/drawingml/2006/main">
              <a:ext uri="{FF2B5EF4-FFF2-40B4-BE49-F238E27FC236}">
                <a16:creationId xmlns:a16="http://schemas.microsoft.com/office/drawing/2014/main" id="{3F66E7E7-0AE2-4F96-A580-9B93E1179BD7}"/>
              </a:ext>
            </a:extLst>
          </p:cNvPr>
          <p:cNvSpPr>
            <a:spLocks xmlns:a="http://schemas.openxmlformats.org/drawingml/2006/main" noGrp="1"/>
          </p:cNvSpPr>
          <p:nvPr/>
        </p:nvSpPr>
        <p:spPr>
          <a:xfrm xmlns:a="http://schemas.openxmlformats.org/drawingml/2006/main">
            <a:off x="7033260" y="3825240"/>
            <a:ext cx="777240" cy="1120140"/>
          </a:xfrm>
          <a:custGeom xmlns:a="http://schemas.openxmlformats.org/drawingml/2006/main">
            <a:pathLst>
              <a:path w="777240" h="1120140">
                <a:moveTo>
                  <a:pt x="0" y="0"/>
                </a:moveTo>
                <a:lnTo>
                  <a:pt x="777240" y="205740"/>
                </a:lnTo>
                <a:lnTo>
                  <a:pt x="777240" y="891540"/>
                </a:lnTo>
                <a:lnTo>
                  <a:pt x="0" y="1120140"/>
                </a:lnTo>
                <a:lnTo>
                  <a:pt x="0" y="685800"/>
                </a:lnTo>
                <a:lnTo>
                  <a:pt x="205740" y="548640"/>
                </a:lnTo>
                <a:lnTo>
                  <a:pt x="0" y="308610"/>
                </a:lnTo>
                <a:close/>
              </a:path>
            </a:pathLst>
          </a:custGeom>
          <a:solidFill xmlns:a="http://schemas.openxmlformats.org/drawingml/2006/main">
            <a:srgbClr val="FFFFFF"/>
          </a:solidFill>
          <a:ln xmlns:a="http://schemas.openxmlformats.org/drawingml/2006/main" w="26289">
            <a:solidFill>
              <a:srgbClr val="231F20"/>
            </a:solidFill>
          </a:ln>
        </p:spPr>
      </p:sp>
      <p:sp>
        <p:nvSpPr>
          <p:cNvPr id="80" name="text-152">
            <a:extLst xmlns:a="http://schemas.openxmlformats.org/drawingml/2006/main">
              <a:ext uri="{FF2B5EF4-FFF2-40B4-BE49-F238E27FC236}">
                <a16:creationId xmlns:a16="http://schemas.microsoft.com/office/drawing/2014/main" id="{FDE87EB6-4D68-4EC7-AF50-D256E83514B1}"/>
              </a:ext>
            </a:extLst>
          </p:cNvPr>
          <p:cNvSpPr>
            <a:spLocks xmlns:a="http://schemas.openxmlformats.org/drawingml/2006/main" noGrp="1"/>
          </p:cNvSpPr>
          <p:nvPr/>
        </p:nvSpPr>
        <p:spPr>
          <a:xfrm xmlns:a="http://schemas.openxmlformats.org/drawingml/2006/main">
            <a:off x="7136130" y="3459480"/>
            <a:ext cx="685800" cy="354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60" b="1">
                <a:solidFill>
                  <a:srgbClr val="231F20"/>
                </a:solidFill>
                <a:latin typeface="Arial"/>
                <a:ea typeface="Arial"/>
                <a:cs typeface="Arial"/>
              </a:defRPr>
            </a:defPPr>
            <a:lvl1pPr algn="ctr">
              <a:defRPr sz="2160" b="1">
                <a:solidFill>
                  <a:srgbClr val="231F20"/>
                </a:solidFill>
                <a:latin typeface="Arial"/>
                <a:ea typeface="Arial"/>
                <a:cs typeface="Arial"/>
              </a:defRPr>
            </a:lvl1pPr>
            <a:lvl2pPr algn="ctr">
              <a:defRPr sz="2160" b="1">
                <a:solidFill>
                  <a:srgbClr val="231F20"/>
                </a:solidFill>
                <a:latin typeface="Arial"/>
                <a:ea typeface="Arial"/>
                <a:cs typeface="Arial"/>
              </a:defRPr>
            </a:lvl2pPr>
            <a:lvl3pPr algn="ctr">
              <a:defRPr sz="2160" b="1">
                <a:solidFill>
                  <a:srgbClr val="231F20"/>
                </a:solidFill>
                <a:latin typeface="Arial"/>
                <a:ea typeface="Arial"/>
                <a:cs typeface="Arial"/>
              </a:defRPr>
            </a:lvl3pPr>
            <a:lvl4pPr algn="ctr">
              <a:defRPr sz="2160" b="1">
                <a:solidFill>
                  <a:srgbClr val="231F20"/>
                </a:solidFill>
                <a:latin typeface="Arial"/>
                <a:ea typeface="Arial"/>
                <a:cs typeface="Arial"/>
              </a:defRPr>
            </a:lvl4pPr>
            <a:lvl5pPr algn="ctr">
              <a:defRPr sz="2160" b="1">
                <a:solidFill>
                  <a:srgbClr val="231F20"/>
                </a:solidFill>
                <a:latin typeface="Arial"/>
                <a:ea typeface="Arial"/>
                <a:cs typeface="Arial"/>
              </a:defRPr>
            </a:lvl5pPr>
            <a:lvl6pPr algn="ctr">
              <a:defRPr sz="2160" b="1">
                <a:solidFill>
                  <a:srgbClr val="231F20"/>
                </a:solidFill>
                <a:latin typeface="Arial"/>
                <a:ea typeface="Arial"/>
                <a:cs typeface="Arial"/>
              </a:defRPr>
            </a:lvl6pPr>
            <a:lvl7pPr algn="ctr">
              <a:defRPr sz="2160" b="1">
                <a:solidFill>
                  <a:srgbClr val="231F20"/>
                </a:solidFill>
                <a:latin typeface="Arial"/>
                <a:ea typeface="Arial"/>
                <a:cs typeface="Arial"/>
              </a:defRPr>
            </a:lvl7pPr>
            <a:lvl8pPr algn="ctr">
              <a:defRPr sz="2160" b="1">
                <a:solidFill>
                  <a:srgbClr val="231F20"/>
                </a:solidFill>
                <a:latin typeface="Arial"/>
                <a:ea typeface="Arial"/>
                <a:cs typeface="Arial"/>
              </a:defRPr>
            </a:lvl8pPr>
            <a:lvl9pPr algn="ctr">
              <a:defRPr sz="2160" b="1">
                <a:solidFill>
                  <a:srgbClr val="231F20"/>
                </a:solidFill>
                <a:latin typeface="Arial"/>
                <a:ea typeface="Arial"/>
                <a:cs typeface="Arial"/>
              </a:defRPr>
            </a:lvl9pPr>
          </a:lstStyle>
          <a:p xmlns:a="http://schemas.openxmlformats.org/drawingml/2006/main">
            <a:pPr algn="ctr">
              <a:defRPr sz="2160" b="1">
                <a:solidFill>
                  <a:srgbClr val="231F20"/>
                </a:solidFill>
                <a:latin typeface="Arial"/>
                <a:ea typeface="Arial"/>
                <a:cs typeface="Arial"/>
              </a:defRPr>
            </a:pPr>
            <a:r>
              <a:rPr sz="2160" b="1">
                <a:solidFill>
                  <a:srgbClr val="231F20"/>
                </a:solidFill>
                <a:latin typeface="Arial"/>
                <a:ea typeface="Arial"/>
                <a:cs typeface="Arial"/>
              </a:rPr>
              <a:t>ALU</a:t>
            </a:r>
          </a:p>
        </p:txBody>
      </p:sp>
      <p:sp>
        <p:nvSpPr>
          <p:cNvPr id="81" name="text-153">
            <a:extLst xmlns:a="http://schemas.openxmlformats.org/drawingml/2006/main">
              <a:ext uri="{FF2B5EF4-FFF2-40B4-BE49-F238E27FC236}">
                <a16:creationId xmlns:a16="http://schemas.microsoft.com/office/drawing/2014/main" id="{C520C13B-5CB3-451A-9A45-A6A36026C818}"/>
              </a:ext>
            </a:extLst>
          </p:cNvPr>
          <p:cNvSpPr>
            <a:spLocks xmlns:a="http://schemas.openxmlformats.org/drawingml/2006/main" noGrp="1"/>
          </p:cNvSpPr>
          <p:nvPr/>
        </p:nvSpPr>
        <p:spPr>
          <a:xfrm xmlns:a="http://schemas.openxmlformats.org/drawingml/2006/main">
            <a:off x="7353300" y="4156710"/>
            <a:ext cx="37719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00" b="0">
                <a:solidFill>
                  <a:srgbClr val="231F20"/>
                </a:solidFill>
                <a:latin typeface="Arial"/>
                <a:ea typeface="Arial"/>
                <a:cs typeface="Arial"/>
              </a:defRPr>
            </a:defPPr>
            <a:lvl1pPr algn="ctr">
              <a:defRPr sz="2700" b="0">
                <a:solidFill>
                  <a:srgbClr val="231F20"/>
                </a:solidFill>
                <a:latin typeface="Arial"/>
                <a:ea typeface="Arial"/>
                <a:cs typeface="Arial"/>
              </a:defRPr>
            </a:lvl1pPr>
            <a:lvl2pPr algn="ctr">
              <a:defRPr sz="2700" b="0">
                <a:solidFill>
                  <a:srgbClr val="231F20"/>
                </a:solidFill>
                <a:latin typeface="Arial"/>
                <a:ea typeface="Arial"/>
                <a:cs typeface="Arial"/>
              </a:defRPr>
            </a:lvl2pPr>
            <a:lvl3pPr algn="ctr">
              <a:defRPr sz="2700" b="0">
                <a:solidFill>
                  <a:srgbClr val="231F20"/>
                </a:solidFill>
                <a:latin typeface="Arial"/>
                <a:ea typeface="Arial"/>
                <a:cs typeface="Arial"/>
              </a:defRPr>
            </a:lvl3pPr>
            <a:lvl4pPr algn="ctr">
              <a:defRPr sz="2700" b="0">
                <a:solidFill>
                  <a:srgbClr val="231F20"/>
                </a:solidFill>
                <a:latin typeface="Arial"/>
                <a:ea typeface="Arial"/>
                <a:cs typeface="Arial"/>
              </a:defRPr>
            </a:lvl4pPr>
            <a:lvl5pPr algn="ctr">
              <a:defRPr sz="2700" b="0">
                <a:solidFill>
                  <a:srgbClr val="231F20"/>
                </a:solidFill>
                <a:latin typeface="Arial"/>
                <a:ea typeface="Arial"/>
                <a:cs typeface="Arial"/>
              </a:defRPr>
            </a:lvl5pPr>
            <a:lvl6pPr algn="ctr">
              <a:defRPr sz="2700" b="0">
                <a:solidFill>
                  <a:srgbClr val="231F20"/>
                </a:solidFill>
                <a:latin typeface="Arial"/>
                <a:ea typeface="Arial"/>
                <a:cs typeface="Arial"/>
              </a:defRPr>
            </a:lvl6pPr>
            <a:lvl7pPr algn="ctr">
              <a:defRPr sz="2700" b="0">
                <a:solidFill>
                  <a:srgbClr val="231F20"/>
                </a:solidFill>
                <a:latin typeface="Arial"/>
                <a:ea typeface="Arial"/>
                <a:cs typeface="Arial"/>
              </a:defRPr>
            </a:lvl7pPr>
            <a:lvl8pPr algn="ctr">
              <a:defRPr sz="2700" b="0">
                <a:solidFill>
                  <a:srgbClr val="231F20"/>
                </a:solidFill>
                <a:latin typeface="Arial"/>
                <a:ea typeface="Arial"/>
                <a:cs typeface="Arial"/>
              </a:defRPr>
            </a:lvl8pPr>
            <a:lvl9pPr algn="ctr">
              <a:defRPr sz="2700" b="0">
                <a:solidFill>
                  <a:srgbClr val="231F20"/>
                </a:solidFill>
                <a:latin typeface="Arial"/>
                <a:ea typeface="Arial"/>
                <a:cs typeface="Arial"/>
              </a:defRPr>
            </a:lvl9pPr>
          </a:lstStyle>
          <a:p xmlns:a="http://schemas.openxmlformats.org/drawingml/2006/main">
            <a:pPr algn="ctr">
              <a:defRPr sz="2700" b="0">
                <a:solidFill>
                  <a:srgbClr val="231F20"/>
                </a:solidFill>
                <a:latin typeface="Arial"/>
                <a:ea typeface="Arial"/>
                <a:cs typeface="Arial"/>
              </a:defRPr>
            </a:pPr>
            <a:r>
              <a:rPr sz="2700" b="0">
                <a:solidFill>
                  <a:srgbClr val="231F20"/>
                </a:solidFill>
                <a:latin typeface="Arial"/>
                <a:ea typeface="Arial"/>
                <a:cs typeface="Arial"/>
              </a:rPr>
              <a:t>+</a:t>
            </a:r>
          </a:p>
        </p:txBody>
      </p:sp>
      <p:sp>
        <p:nvSpPr>
          <p:cNvPr id="82" name="text-154">
            <a:extLst xmlns:a="http://schemas.openxmlformats.org/drawingml/2006/main">
              <a:ext uri="{FF2B5EF4-FFF2-40B4-BE49-F238E27FC236}">
                <a16:creationId xmlns:a16="http://schemas.microsoft.com/office/drawing/2014/main" id="{478B7DAA-5CDB-46C2-8704-46DF48873A8A}"/>
              </a:ext>
            </a:extLst>
          </p:cNvPr>
          <p:cNvSpPr>
            <a:spLocks xmlns:a="http://schemas.openxmlformats.org/drawingml/2006/main" noGrp="1"/>
          </p:cNvSpPr>
          <p:nvPr/>
        </p:nvSpPr>
        <p:spPr>
          <a:xfrm xmlns:a="http://schemas.openxmlformats.org/drawingml/2006/main">
            <a:off x="6610350" y="4968240"/>
            <a:ext cx="131445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即値 8</a:t>
            </a:r>
          </a:p>
        </p:txBody>
      </p:sp>
      <p:sp>
        <p:nvSpPr>
          <p:cNvPr id="83" name="wire-155">
            <a:extLst xmlns:a="http://schemas.openxmlformats.org/drawingml/2006/main">
              <a:ext uri="{FF2B5EF4-FFF2-40B4-BE49-F238E27FC236}">
                <a16:creationId xmlns:a16="http://schemas.microsoft.com/office/drawing/2014/main" id="{3EF65909-D3D4-4631-A53D-454A08692869}"/>
              </a:ext>
            </a:extLst>
          </p:cNvPr>
          <p:cNvSpPr>
            <a:spLocks xmlns:a="http://schemas.openxmlformats.org/drawingml/2006/main" noGrp="1"/>
          </p:cNvSpPr>
          <p:nvPr/>
        </p:nvSpPr>
        <p:spPr>
          <a:xfrm xmlns:a="http://schemas.openxmlformats.org/drawingml/2006/main">
            <a:off x="7810500" y="4248150"/>
            <a:ext cx="1828800" cy="9525"/>
          </a:xfrm>
          <a:custGeom xmlns:a="http://schemas.openxmlformats.org/drawingml/2006/main">
            <a:pathLst>
              <a:path w="1828800" h="9525">
                <a:moveTo>
                  <a:pt x="0" y="0"/>
                </a:moveTo>
                <a:lnTo>
                  <a:pt x="1828800" y="0"/>
                </a:lnTo>
              </a:path>
            </a:pathLst>
          </a:custGeom>
          <a:noFill xmlns:a="http://schemas.openxmlformats.org/drawingml/2006/main"/>
          <a:ln xmlns:a="http://schemas.openxmlformats.org/drawingml/2006/main" w="32004">
            <a:solidFill>
              <a:srgbClr val="1572C3"/>
            </a:solidFill>
          </a:ln>
        </p:spPr>
      </p:sp>
      <p:sp>
        <p:nvSpPr>
          <p:cNvPr id="84" name="circuit-156">
            <a:extLst xmlns:a="http://schemas.openxmlformats.org/drawingml/2006/main">
              <a:ext uri="{FF2B5EF4-FFF2-40B4-BE49-F238E27FC236}">
                <a16:creationId xmlns:a16="http://schemas.microsoft.com/office/drawing/2014/main" id="{D09EEB11-23DF-45D8-A346-EC473676C097}"/>
              </a:ext>
            </a:extLst>
          </p:cNvPr>
          <p:cNvSpPr>
            <a:spLocks xmlns:a="http://schemas.openxmlformats.org/drawingml/2006/main" noGrp="1"/>
          </p:cNvSpPr>
          <p:nvPr/>
        </p:nvSpPr>
        <p:spPr>
          <a:xfrm xmlns:a="http://schemas.openxmlformats.org/drawingml/2006/main">
            <a:off x="9563100" y="42167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85" name="text-157">
            <a:extLst xmlns:a="http://schemas.openxmlformats.org/drawingml/2006/main">
              <a:ext uri="{FF2B5EF4-FFF2-40B4-BE49-F238E27FC236}">
                <a16:creationId xmlns:a16="http://schemas.microsoft.com/office/drawing/2014/main" id="{C36BCEE4-8EE4-4430-B8AA-930B94E58CE8}"/>
              </a:ext>
            </a:extLst>
          </p:cNvPr>
          <p:cNvSpPr>
            <a:spLocks xmlns:a="http://schemas.openxmlformats.org/drawingml/2006/main" noGrp="1"/>
          </p:cNvSpPr>
          <p:nvPr/>
        </p:nvSpPr>
        <p:spPr>
          <a:xfrm xmlns:a="http://schemas.openxmlformats.org/drawingml/2006/main">
            <a:off x="7867650" y="3870960"/>
            <a:ext cx="58293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8</a:t>
            </a:r>
          </a:p>
        </p:txBody>
      </p:sp>
      <p:sp>
        <p:nvSpPr>
          <p:cNvPr id="86" name="wire-158">
            <a:extLst xmlns:a="http://schemas.openxmlformats.org/drawingml/2006/main">
              <a:ext uri="{FF2B5EF4-FFF2-40B4-BE49-F238E27FC236}">
                <a16:creationId xmlns:a16="http://schemas.microsoft.com/office/drawing/2014/main" id="{6752D135-7D96-4CC9-85F5-D8B51440C3E6}"/>
              </a:ext>
            </a:extLst>
          </p:cNvPr>
          <p:cNvSpPr>
            <a:spLocks xmlns:a="http://schemas.openxmlformats.org/drawingml/2006/main" noGrp="1"/>
          </p:cNvSpPr>
          <p:nvPr/>
        </p:nvSpPr>
        <p:spPr>
          <a:xfrm xmlns:a="http://schemas.openxmlformats.org/drawingml/2006/main">
            <a:off x="6278880" y="4476750"/>
            <a:ext cx="137160" cy="9525"/>
          </a:xfrm>
          <a:custGeom xmlns:a="http://schemas.openxmlformats.org/drawingml/2006/main">
            <a:pathLst>
              <a:path w="137160" h="9525">
                <a:moveTo>
                  <a:pt x="0" y="0"/>
                </a:moveTo>
                <a:lnTo>
                  <a:pt x="137160" y="0"/>
                </a:lnTo>
              </a:path>
            </a:pathLst>
          </a:custGeom>
          <a:noFill xmlns:a="http://schemas.openxmlformats.org/drawingml/2006/main"/>
          <a:ln xmlns:a="http://schemas.openxmlformats.org/drawingml/2006/main" w="30861">
            <a:solidFill>
              <a:srgbClr val="9FA9B9"/>
            </a:solidFill>
          </a:ln>
        </p:spPr>
      </p:sp>
      <p:sp>
        <p:nvSpPr>
          <p:cNvPr id="87" name="wire-159">
            <a:extLst xmlns:a="http://schemas.openxmlformats.org/drawingml/2006/main">
              <a:ext uri="{FF2B5EF4-FFF2-40B4-BE49-F238E27FC236}">
                <a16:creationId xmlns:a16="http://schemas.microsoft.com/office/drawing/2014/main" id="{515F6257-9C87-408D-B369-F379C2E15926}"/>
              </a:ext>
            </a:extLst>
          </p:cNvPr>
          <p:cNvSpPr>
            <a:spLocks xmlns:a="http://schemas.openxmlformats.org/drawingml/2006/main" noGrp="1"/>
          </p:cNvSpPr>
          <p:nvPr/>
        </p:nvSpPr>
        <p:spPr>
          <a:xfrm xmlns:a="http://schemas.openxmlformats.org/drawingml/2006/main">
            <a:off x="6416040" y="4476750"/>
            <a:ext cx="9525" cy="925830"/>
          </a:xfrm>
          <a:custGeom xmlns:a="http://schemas.openxmlformats.org/drawingml/2006/main">
            <a:pathLst>
              <a:path w="9525" h="925830">
                <a:moveTo>
                  <a:pt x="0" y="0"/>
                </a:moveTo>
                <a:lnTo>
                  <a:pt x="0" y="925830"/>
                </a:lnTo>
              </a:path>
            </a:pathLst>
          </a:custGeom>
          <a:noFill xmlns:a="http://schemas.openxmlformats.org/drawingml/2006/main"/>
          <a:ln xmlns:a="http://schemas.openxmlformats.org/drawingml/2006/main" w="30861">
            <a:solidFill>
              <a:srgbClr val="9FA9B9"/>
            </a:solidFill>
          </a:ln>
        </p:spPr>
      </p:sp>
      <p:sp>
        <p:nvSpPr>
          <p:cNvPr id="88" name="wire-160">
            <a:extLst xmlns:a="http://schemas.openxmlformats.org/drawingml/2006/main">
              <a:ext uri="{FF2B5EF4-FFF2-40B4-BE49-F238E27FC236}">
                <a16:creationId xmlns:a16="http://schemas.microsoft.com/office/drawing/2014/main" id="{B84E8179-7AB3-4B91-B0F7-2975E999C342}"/>
              </a:ext>
            </a:extLst>
          </p:cNvPr>
          <p:cNvSpPr>
            <a:spLocks xmlns:a="http://schemas.openxmlformats.org/drawingml/2006/main" noGrp="1"/>
          </p:cNvSpPr>
          <p:nvPr/>
        </p:nvSpPr>
        <p:spPr>
          <a:xfrm xmlns:a="http://schemas.openxmlformats.org/drawingml/2006/main">
            <a:off x="6416040" y="5402580"/>
            <a:ext cx="2903220" cy="9525"/>
          </a:xfrm>
          <a:custGeom xmlns:a="http://schemas.openxmlformats.org/drawingml/2006/main">
            <a:pathLst>
              <a:path w="2903220" h="9525">
                <a:moveTo>
                  <a:pt x="0" y="0"/>
                </a:moveTo>
                <a:lnTo>
                  <a:pt x="2903220" y="0"/>
                </a:lnTo>
              </a:path>
            </a:pathLst>
          </a:custGeom>
          <a:noFill xmlns:a="http://schemas.openxmlformats.org/drawingml/2006/main"/>
          <a:ln xmlns:a="http://schemas.openxmlformats.org/drawingml/2006/main" w="30861">
            <a:solidFill>
              <a:srgbClr val="9FA9B9"/>
            </a:solidFill>
          </a:ln>
        </p:spPr>
      </p:sp>
      <p:sp>
        <p:nvSpPr>
          <p:cNvPr id="89" name="wire-161">
            <a:extLst xmlns:a="http://schemas.openxmlformats.org/drawingml/2006/main">
              <a:ext uri="{FF2B5EF4-FFF2-40B4-BE49-F238E27FC236}">
                <a16:creationId xmlns:a16="http://schemas.microsoft.com/office/drawing/2014/main" id="{C302E571-F5F8-4AEF-A860-35CD7ECF816B}"/>
              </a:ext>
            </a:extLst>
          </p:cNvPr>
          <p:cNvSpPr>
            <a:spLocks xmlns:a="http://schemas.openxmlformats.org/drawingml/2006/main" noGrp="1"/>
          </p:cNvSpPr>
          <p:nvPr/>
        </p:nvSpPr>
        <p:spPr>
          <a:xfrm xmlns:a="http://schemas.openxmlformats.org/drawingml/2006/main">
            <a:off x="9319260" y="4968240"/>
            <a:ext cx="9525" cy="434340"/>
          </a:xfrm>
          <a:custGeom xmlns:a="http://schemas.openxmlformats.org/drawingml/2006/main">
            <a:pathLst>
              <a:path w="9525" h="434340">
                <a:moveTo>
                  <a:pt x="0" y="434340"/>
                </a:moveTo>
                <a:lnTo>
                  <a:pt x="0" y="0"/>
                </a:lnTo>
              </a:path>
            </a:pathLst>
          </a:custGeom>
          <a:noFill xmlns:a="http://schemas.openxmlformats.org/drawingml/2006/main"/>
          <a:ln xmlns:a="http://schemas.openxmlformats.org/drawingml/2006/main" w="30861">
            <a:solidFill>
              <a:srgbClr val="9FA9B9"/>
            </a:solidFill>
          </a:ln>
        </p:spPr>
      </p:sp>
      <p:sp>
        <p:nvSpPr>
          <p:cNvPr id="90" name="wire-162">
            <a:extLst xmlns:a="http://schemas.openxmlformats.org/drawingml/2006/main">
              <a:ext uri="{FF2B5EF4-FFF2-40B4-BE49-F238E27FC236}">
                <a16:creationId xmlns:a16="http://schemas.microsoft.com/office/drawing/2014/main" id="{B0564AE1-57F8-4806-AD3A-B7AA3FCA3ED3}"/>
              </a:ext>
            </a:extLst>
          </p:cNvPr>
          <p:cNvSpPr>
            <a:spLocks xmlns:a="http://schemas.openxmlformats.org/drawingml/2006/main" noGrp="1"/>
          </p:cNvSpPr>
          <p:nvPr/>
        </p:nvSpPr>
        <p:spPr>
          <a:xfrm xmlns:a="http://schemas.openxmlformats.org/drawingml/2006/main">
            <a:off x="9319260" y="4968240"/>
            <a:ext cx="320040" cy="9525"/>
          </a:xfrm>
          <a:custGeom xmlns:a="http://schemas.openxmlformats.org/drawingml/2006/main">
            <a:pathLst>
              <a:path w="320040" h="9525">
                <a:moveTo>
                  <a:pt x="0" y="0"/>
                </a:moveTo>
                <a:lnTo>
                  <a:pt x="320040" y="0"/>
                </a:lnTo>
              </a:path>
            </a:pathLst>
          </a:custGeom>
          <a:noFill xmlns:a="http://schemas.openxmlformats.org/drawingml/2006/main"/>
          <a:ln xmlns:a="http://schemas.openxmlformats.org/drawingml/2006/main" w="30861">
            <a:solidFill>
              <a:srgbClr val="9FA9B9"/>
            </a:solidFill>
          </a:ln>
        </p:spPr>
      </p:sp>
      <p:sp>
        <p:nvSpPr>
          <p:cNvPr id="91" name="circuit-163">
            <a:extLst xmlns:a="http://schemas.openxmlformats.org/drawingml/2006/main">
              <a:ext uri="{FF2B5EF4-FFF2-40B4-BE49-F238E27FC236}">
                <a16:creationId xmlns:a16="http://schemas.microsoft.com/office/drawing/2014/main" id="{B436FAF3-BFD6-4D40-8775-4F0088DAB7BE}"/>
              </a:ext>
            </a:extLst>
          </p:cNvPr>
          <p:cNvSpPr>
            <a:spLocks xmlns:a="http://schemas.openxmlformats.org/drawingml/2006/main" noGrp="1"/>
          </p:cNvSpPr>
          <p:nvPr/>
        </p:nvSpPr>
        <p:spPr>
          <a:xfrm xmlns:a="http://schemas.openxmlformats.org/drawingml/2006/main">
            <a:off x="9563100" y="493680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92" name="text-164">
            <a:extLst xmlns:a="http://schemas.openxmlformats.org/drawingml/2006/main">
              <a:ext uri="{FF2B5EF4-FFF2-40B4-BE49-F238E27FC236}">
                <a16:creationId xmlns:a16="http://schemas.microsoft.com/office/drawing/2014/main" id="{74F07D8B-7575-4342-AD0D-781954B22221}"/>
              </a:ext>
            </a:extLst>
          </p:cNvPr>
          <p:cNvSpPr>
            <a:spLocks xmlns:a="http://schemas.openxmlformats.org/drawingml/2006/main" noGrp="1"/>
          </p:cNvSpPr>
          <p:nvPr/>
        </p:nvSpPr>
        <p:spPr>
          <a:xfrm xmlns:a="http://schemas.openxmlformats.org/drawingml/2006/main">
            <a:off x="6427470" y="4659630"/>
            <a:ext cx="342900" cy="3086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r>
              <a:t/>
            </a:r>
          </a:p>
        </p:txBody>
      </p:sp>
      <p:sp>
        <p:nvSpPr>
          <p:cNvPr id="93" name="wire-165">
            <a:extLst xmlns:a="http://schemas.openxmlformats.org/drawingml/2006/main">
              <a:ext uri="{FF2B5EF4-FFF2-40B4-BE49-F238E27FC236}">
                <a16:creationId xmlns:a16="http://schemas.microsoft.com/office/drawing/2014/main" id="{ECA19FD0-6679-4F35-AC0F-8AF51CDDE770}"/>
              </a:ext>
            </a:extLst>
          </p:cNvPr>
          <p:cNvSpPr>
            <a:spLocks xmlns:a="http://schemas.openxmlformats.org/drawingml/2006/main" noGrp="1"/>
          </p:cNvSpPr>
          <p:nvPr/>
        </p:nvSpPr>
        <p:spPr>
          <a:xfrm xmlns:a="http://schemas.openxmlformats.org/drawingml/2006/main">
            <a:off x="11319510" y="4796790"/>
            <a:ext cx="125730" cy="9525"/>
          </a:xfrm>
          <a:custGeom xmlns:a="http://schemas.openxmlformats.org/drawingml/2006/main">
            <a:pathLst>
              <a:path w="125730" h="9525">
                <a:moveTo>
                  <a:pt x="0" y="0"/>
                </a:moveTo>
                <a:lnTo>
                  <a:pt x="125730" y="0"/>
                </a:lnTo>
              </a:path>
            </a:pathLst>
          </a:custGeom>
          <a:noFill xmlns:a="http://schemas.openxmlformats.org/drawingml/2006/main"/>
          <a:ln xmlns:a="http://schemas.openxmlformats.org/drawingml/2006/main" w="30861">
            <a:solidFill>
              <a:srgbClr val="1572C3"/>
            </a:solidFill>
          </a:ln>
        </p:spPr>
      </p:sp>
      <p:sp>
        <p:nvSpPr>
          <p:cNvPr id="94" name="wire-166">
            <a:extLst xmlns:a="http://schemas.openxmlformats.org/drawingml/2006/main">
              <a:ext uri="{FF2B5EF4-FFF2-40B4-BE49-F238E27FC236}">
                <a16:creationId xmlns:a16="http://schemas.microsoft.com/office/drawing/2014/main" id="{57354813-34F9-4543-BCEB-16979B57DF9D}"/>
              </a:ext>
            </a:extLst>
          </p:cNvPr>
          <p:cNvSpPr>
            <a:spLocks xmlns:a="http://schemas.openxmlformats.org/drawingml/2006/main" noGrp="1"/>
          </p:cNvSpPr>
          <p:nvPr/>
        </p:nvSpPr>
        <p:spPr>
          <a:xfrm xmlns:a="http://schemas.openxmlformats.org/drawingml/2006/main">
            <a:off x="11445240" y="4796790"/>
            <a:ext cx="9525" cy="1120140"/>
          </a:xfrm>
          <a:custGeom xmlns:a="http://schemas.openxmlformats.org/drawingml/2006/main">
            <a:pathLst>
              <a:path w="9525" h="1120140">
                <a:moveTo>
                  <a:pt x="0" y="0"/>
                </a:moveTo>
                <a:lnTo>
                  <a:pt x="0" y="1120140"/>
                </a:lnTo>
              </a:path>
            </a:pathLst>
          </a:custGeom>
          <a:noFill xmlns:a="http://schemas.openxmlformats.org/drawingml/2006/main"/>
          <a:ln xmlns:a="http://schemas.openxmlformats.org/drawingml/2006/main" w="30861">
            <a:solidFill>
              <a:srgbClr val="1572C3"/>
            </a:solidFill>
          </a:ln>
        </p:spPr>
      </p:sp>
      <p:sp>
        <p:nvSpPr>
          <p:cNvPr id="95" name="wire-167">
            <a:extLst xmlns:a="http://schemas.openxmlformats.org/drawingml/2006/main">
              <a:ext uri="{FF2B5EF4-FFF2-40B4-BE49-F238E27FC236}">
                <a16:creationId xmlns:a16="http://schemas.microsoft.com/office/drawing/2014/main" id="{F093EC97-535D-4D05-8ACA-FC5DD15E6F9A}"/>
              </a:ext>
            </a:extLst>
          </p:cNvPr>
          <p:cNvSpPr>
            <a:spLocks xmlns:a="http://schemas.openxmlformats.org/drawingml/2006/main" noGrp="1"/>
          </p:cNvSpPr>
          <p:nvPr/>
        </p:nvSpPr>
        <p:spPr>
          <a:xfrm xmlns:a="http://schemas.openxmlformats.org/drawingml/2006/main">
            <a:off x="4187190" y="5916930"/>
            <a:ext cx="7258050" cy="9525"/>
          </a:xfrm>
          <a:custGeom xmlns:a="http://schemas.openxmlformats.org/drawingml/2006/main">
            <a:pathLst>
              <a:path w="7258050" h="9525">
                <a:moveTo>
                  <a:pt x="7258050" y="0"/>
                </a:moveTo>
                <a:lnTo>
                  <a:pt x="0" y="0"/>
                </a:lnTo>
              </a:path>
            </a:pathLst>
          </a:custGeom>
          <a:noFill xmlns:a="http://schemas.openxmlformats.org/drawingml/2006/main"/>
          <a:ln xmlns:a="http://schemas.openxmlformats.org/drawingml/2006/main" w="30861">
            <a:solidFill>
              <a:srgbClr val="1572C3"/>
            </a:solidFill>
          </a:ln>
        </p:spPr>
      </p:sp>
      <p:sp>
        <p:nvSpPr>
          <p:cNvPr id="96" name="wire-168">
            <a:extLst xmlns:a="http://schemas.openxmlformats.org/drawingml/2006/main">
              <a:ext uri="{FF2B5EF4-FFF2-40B4-BE49-F238E27FC236}">
                <a16:creationId xmlns:a16="http://schemas.microsoft.com/office/drawing/2014/main" id="{8261585F-7910-4A9B-AB43-5F9D63368ACC}"/>
              </a:ext>
            </a:extLst>
          </p:cNvPr>
          <p:cNvSpPr>
            <a:spLocks xmlns:a="http://schemas.openxmlformats.org/drawingml/2006/main" noGrp="1"/>
          </p:cNvSpPr>
          <p:nvPr/>
        </p:nvSpPr>
        <p:spPr>
          <a:xfrm xmlns:a="http://schemas.openxmlformats.org/drawingml/2006/main">
            <a:off x="4187190" y="5128260"/>
            <a:ext cx="9525" cy="788670"/>
          </a:xfrm>
          <a:custGeom xmlns:a="http://schemas.openxmlformats.org/drawingml/2006/main">
            <a:pathLst>
              <a:path w="9525" h="788670">
                <a:moveTo>
                  <a:pt x="0" y="788670"/>
                </a:moveTo>
                <a:lnTo>
                  <a:pt x="0" y="0"/>
                </a:lnTo>
              </a:path>
            </a:pathLst>
          </a:custGeom>
          <a:noFill xmlns:a="http://schemas.openxmlformats.org/drawingml/2006/main"/>
          <a:ln xmlns:a="http://schemas.openxmlformats.org/drawingml/2006/main" w="30861">
            <a:solidFill>
              <a:srgbClr val="1572C3"/>
            </a:solidFill>
          </a:ln>
        </p:spPr>
      </p:sp>
      <p:sp>
        <p:nvSpPr>
          <p:cNvPr id="97" name="wire-169">
            <a:extLst xmlns:a="http://schemas.openxmlformats.org/drawingml/2006/main">
              <a:ext uri="{FF2B5EF4-FFF2-40B4-BE49-F238E27FC236}">
                <a16:creationId xmlns:a16="http://schemas.microsoft.com/office/drawing/2014/main" id="{3DF4C871-E8EA-44E3-BA22-393E5574E48F}"/>
              </a:ext>
            </a:extLst>
          </p:cNvPr>
          <p:cNvSpPr>
            <a:spLocks xmlns:a="http://schemas.openxmlformats.org/drawingml/2006/main" noGrp="1"/>
          </p:cNvSpPr>
          <p:nvPr/>
        </p:nvSpPr>
        <p:spPr>
          <a:xfrm xmlns:a="http://schemas.openxmlformats.org/drawingml/2006/main">
            <a:off x="4187190" y="512826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30861">
            <a:solidFill>
              <a:srgbClr val="1572C3"/>
            </a:solidFill>
          </a:ln>
        </p:spPr>
      </p:sp>
      <p:sp>
        <p:nvSpPr>
          <p:cNvPr id="98" name="circuit-170">
            <a:extLst xmlns:a="http://schemas.openxmlformats.org/drawingml/2006/main">
              <a:ext uri="{FF2B5EF4-FFF2-40B4-BE49-F238E27FC236}">
                <a16:creationId xmlns:a16="http://schemas.microsoft.com/office/drawing/2014/main" id="{FD9B7FD7-4458-4E29-9916-DACFF89AB6E5}"/>
              </a:ext>
            </a:extLst>
          </p:cNvPr>
          <p:cNvSpPr>
            <a:spLocks xmlns:a="http://schemas.openxmlformats.org/drawingml/2006/main" noGrp="1"/>
          </p:cNvSpPr>
          <p:nvPr/>
        </p:nvSpPr>
        <p:spPr>
          <a:xfrm xmlns:a="http://schemas.openxmlformats.org/drawingml/2006/main">
            <a:off x="4316730" y="509682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9" name="text-171">
            <a:extLst xmlns:a="http://schemas.openxmlformats.org/drawingml/2006/main">
              <a:ext uri="{FF2B5EF4-FFF2-40B4-BE49-F238E27FC236}">
                <a16:creationId xmlns:a16="http://schemas.microsoft.com/office/drawing/2014/main" id="{399DA90A-70B1-4CDE-BDD1-1C986075BE87}"/>
              </a:ext>
            </a:extLst>
          </p:cNvPr>
          <p:cNvSpPr>
            <a:spLocks xmlns:a="http://schemas.openxmlformats.org/drawingml/2006/main" noGrp="1"/>
          </p:cNvSpPr>
          <p:nvPr/>
        </p:nvSpPr>
        <p:spPr>
          <a:xfrm xmlns:a="http://schemas.openxmlformats.org/drawingml/2006/main">
            <a:off x="3855720" y="5093970"/>
            <a:ext cx="274320" cy="2971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Arial"/>
                <a:ea typeface="Arial"/>
                <a:cs typeface="Arial"/>
              </a:defRPr>
            </a:defPPr>
            <a:lvl1pPr algn="ctr">
              <a:defRPr sz="1890" b="1">
                <a:solidFill>
                  <a:srgbClr val="1572C3"/>
                </a:solidFill>
                <a:latin typeface="Arial"/>
                <a:ea typeface="Arial"/>
                <a:cs typeface="Arial"/>
              </a:defRPr>
            </a:lvl1pPr>
            <a:lvl2pPr algn="ctr">
              <a:defRPr sz="1890" b="1">
                <a:solidFill>
                  <a:srgbClr val="1572C3"/>
                </a:solidFill>
                <a:latin typeface="Arial"/>
                <a:ea typeface="Arial"/>
                <a:cs typeface="Arial"/>
              </a:defRPr>
            </a:lvl2pPr>
            <a:lvl3pPr algn="ctr">
              <a:defRPr sz="1890" b="1">
                <a:solidFill>
                  <a:srgbClr val="1572C3"/>
                </a:solidFill>
                <a:latin typeface="Arial"/>
                <a:ea typeface="Arial"/>
                <a:cs typeface="Arial"/>
              </a:defRPr>
            </a:lvl3pPr>
            <a:lvl4pPr algn="ctr">
              <a:defRPr sz="1890" b="1">
                <a:solidFill>
                  <a:srgbClr val="1572C3"/>
                </a:solidFill>
                <a:latin typeface="Arial"/>
                <a:ea typeface="Arial"/>
                <a:cs typeface="Arial"/>
              </a:defRPr>
            </a:lvl4pPr>
            <a:lvl5pPr algn="ctr">
              <a:defRPr sz="1890" b="1">
                <a:solidFill>
                  <a:srgbClr val="1572C3"/>
                </a:solidFill>
                <a:latin typeface="Arial"/>
                <a:ea typeface="Arial"/>
                <a:cs typeface="Arial"/>
              </a:defRPr>
            </a:lvl5pPr>
            <a:lvl6pPr algn="ctr">
              <a:defRPr sz="1890" b="1">
                <a:solidFill>
                  <a:srgbClr val="1572C3"/>
                </a:solidFill>
                <a:latin typeface="Arial"/>
                <a:ea typeface="Arial"/>
                <a:cs typeface="Arial"/>
              </a:defRPr>
            </a:lvl6pPr>
            <a:lvl7pPr algn="ctr">
              <a:defRPr sz="1890" b="1">
                <a:solidFill>
                  <a:srgbClr val="1572C3"/>
                </a:solidFill>
                <a:latin typeface="Arial"/>
                <a:ea typeface="Arial"/>
                <a:cs typeface="Arial"/>
              </a:defRPr>
            </a:lvl7pPr>
            <a:lvl8pPr algn="ctr">
              <a:defRPr sz="1890" b="1">
                <a:solidFill>
                  <a:srgbClr val="1572C3"/>
                </a:solidFill>
                <a:latin typeface="Arial"/>
                <a:ea typeface="Arial"/>
                <a:cs typeface="Arial"/>
              </a:defRPr>
            </a:lvl8pPr>
            <a:lvl9pPr algn="ctr">
              <a:defRPr sz="1890" b="1">
                <a:solidFill>
                  <a:srgbClr val="1572C3"/>
                </a:solidFill>
                <a:latin typeface="Arial"/>
                <a:ea typeface="Arial"/>
                <a:cs typeface="Arial"/>
              </a:defRPr>
            </a:lvl9pPr>
          </a:lstStyle>
          <a:p xmlns:a="http://schemas.openxmlformats.org/drawingml/2006/main">
            <a:pPr algn="ctr">
              <a:defRPr sz="1890" b="1">
                <a:solidFill>
                  <a:srgbClr val="1572C3"/>
                </a:solidFill>
                <a:latin typeface="Arial"/>
                <a:ea typeface="Arial"/>
                <a:cs typeface="Arial"/>
              </a:defRPr>
            </a:pPr>
            <a:r>
              <a:rPr sz="1890" b="1">
                <a:solidFill>
                  <a:srgbClr val="1572C3"/>
                </a:solidFill>
                <a:latin typeface="Arial"/>
                <a:ea typeface="Arial"/>
                <a:cs typeface="Arial"/>
              </a:rPr>
              <a:t>3</a:t>
            </a:r>
          </a:p>
        </p:txBody>
      </p:sp>
      <p:sp>
        <p:nvSpPr>
          <p:cNvPr id="100" name="text-172">
            <a:extLst xmlns:a="http://schemas.openxmlformats.org/drawingml/2006/main">
              <a:ext uri="{FF2B5EF4-FFF2-40B4-BE49-F238E27FC236}">
                <a16:creationId xmlns:a16="http://schemas.microsoft.com/office/drawing/2014/main" id="{42E8A183-BA9E-4F74-8F7F-5BF21CFC72BC}"/>
              </a:ext>
            </a:extLst>
          </p:cNvPr>
          <p:cNvSpPr>
            <a:spLocks xmlns:a="http://schemas.openxmlformats.org/drawingml/2006/main" noGrp="1"/>
          </p:cNvSpPr>
          <p:nvPr/>
        </p:nvSpPr>
        <p:spPr>
          <a:xfrm xmlns:a="http://schemas.openxmlformats.org/drawingml/2006/main">
            <a:off x="609600" y="6143625"/>
            <a:ext cx="9810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x0の0 ＋ 命令中の8 ＝ 番地8 → 読んだ3をx1へ</a:t>
            </a:r>
          </a:p>
        </p:txBody>
      </p:sp>
      <p:sp>
        <p:nvSpPr>
          <p:cNvPr id="101" name="text-173">
            <a:extLst xmlns:a="http://schemas.openxmlformats.org/drawingml/2006/main">
              <a:ext uri="{FF2B5EF4-FFF2-40B4-BE49-F238E27FC236}">
                <a16:creationId xmlns:a16="http://schemas.microsoft.com/office/drawing/2014/main" id="{C9ED1789-E08F-4D78-9A30-47ADB237260E}"/>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4</a:t>
            </a:r>
          </a:p>
        </p:txBody>
      </p:sp>
      <p:sp>
        <p:nvSpPr>
          <p:cNvPr id="102" name="text-174">
            <a:extLst xmlns:a="http://schemas.openxmlformats.org/drawingml/2006/main">
              <a:ext uri="{FF2B5EF4-FFF2-40B4-BE49-F238E27FC236}">
                <a16:creationId xmlns:a16="http://schemas.microsoft.com/office/drawing/2014/main" id="{D5FDAEDB-065D-445E-8557-A7F43B72A069}"/>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命令メモリもデータメモリもFPGA内に置く説明用の構成。灰色の線はlwでは使わない</a:t>
            </a:r>
          </a:p>
        </p:txBody>
      </p:sp>
    </p:spTree>
    <p:extLst>
      <p:ext uri="{BB962C8B-B14F-4D97-AF65-F5344CB8AC3E}">
        <p14:creationId xmlns:p14="http://schemas.microsoft.com/office/powerpoint/2010/main" val="5764777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text-175">
            <a:extLst xmlns:a="http://schemas.openxmlformats.org/drawingml/2006/main">
              <a:ext uri="{FF2B5EF4-FFF2-40B4-BE49-F238E27FC236}">
                <a16:creationId xmlns:a16="http://schemas.microsoft.com/office/drawing/2014/main" id="{D15FB844-8D54-4610-9DA4-8A666B23DBE3}"/>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5</a:t>
            </a:r>
          </a:p>
        </p:txBody>
      </p:sp>
      <p:sp>
        <p:nvSpPr>
          <p:cNvPr id="2" name="text-176">
            <a:extLst xmlns:a="http://schemas.openxmlformats.org/drawingml/2006/main">
              <a:ext uri="{FF2B5EF4-FFF2-40B4-BE49-F238E27FC236}">
                <a16:creationId xmlns:a16="http://schemas.microsoft.com/office/drawing/2014/main" id="{E9D567E8-644D-44AA-9F4D-8C7C963B3EC2}"/>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sw：レジスタの値を指定した番地へ書く</a:t>
            </a:r>
          </a:p>
        </p:txBody>
      </p:sp>
      <p:sp>
        <p:nvSpPr>
          <p:cNvPr id="3" name="text-177">
            <a:extLst xmlns:a="http://schemas.openxmlformats.org/drawingml/2006/main">
              <a:ext uri="{FF2B5EF4-FFF2-40B4-BE49-F238E27FC236}">
                <a16:creationId xmlns:a16="http://schemas.microsoft.com/office/drawing/2014/main" id="{E1AB575F-3FF9-4B6F-87B0-5FB1DCB8F12F}"/>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5</a:t>
            </a:r>
          </a:p>
        </p:txBody>
      </p:sp>
      <p:sp>
        <p:nvSpPr>
          <p:cNvPr id="4" name="text-178">
            <a:extLst xmlns:a="http://schemas.openxmlformats.org/drawingml/2006/main">
              <a:ext uri="{FF2B5EF4-FFF2-40B4-BE49-F238E27FC236}">
                <a16:creationId xmlns:a16="http://schemas.microsoft.com/office/drawing/2014/main" id="{8BF897E6-6198-479C-9918-42E2E7A68B70}"/>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sw x1, 12(x0)　：　x1の値を、データの12番地へ書く</a:t>
            </a:r>
          </a:p>
        </p:txBody>
      </p:sp>
      <p:sp>
        <p:nvSpPr>
          <p:cNvPr id="5" name="board-stable-chip">
            <a:extLst xmlns:a="http://schemas.openxmlformats.org/drawingml/2006/main">
              <a:ext uri="{FF2B5EF4-FFF2-40B4-BE49-F238E27FC236}">
                <a16:creationId xmlns:a16="http://schemas.microsoft.com/office/drawing/2014/main" id="{1A49776B-CB35-4088-BB16-D3DA31B575C6}"/>
              </a:ext>
            </a:extLst>
          </p:cNvPr>
          <p:cNvSpPr>
            <a:spLocks xmlns:a="http://schemas.openxmlformats.org/drawingml/2006/main" noGrp="1"/>
          </p:cNvSpPr>
          <p:nvPr/>
        </p:nvSpPr>
        <p:spPr>
          <a:xfrm xmlns:a="http://schemas.openxmlformats.org/drawingml/2006/main">
            <a:off x="609600" y="1962150"/>
            <a:ext cx="10972800" cy="4080510"/>
          </a:xfrm>
          <a:prstGeom xmlns:a="http://schemas.openxmlformats.org/drawingml/2006/main" prst="rect">
            <a:avLst/>
          </a:prstGeom>
          <a:solidFill xmlns:a="http://schemas.openxmlformats.org/drawingml/2006/main">
            <a:srgbClr val="CCD9F1"/>
          </a:solidFill>
          <a:ln xmlns:a="http://schemas.openxmlformats.org/drawingml/2006/main" w="25146">
            <a:solidFill>
              <a:srgbClr val="1572C3"/>
            </a:solidFill>
          </a:ln>
        </p:spPr>
      </p:sp>
      <p:sp>
        <p:nvSpPr>
          <p:cNvPr id="6" name="text-180">
            <a:extLst xmlns:a="http://schemas.openxmlformats.org/drawingml/2006/main">
              <a:ext uri="{FF2B5EF4-FFF2-40B4-BE49-F238E27FC236}">
                <a16:creationId xmlns:a16="http://schemas.microsoft.com/office/drawing/2014/main" id="{F70F187D-0844-4DFC-BAC7-F32F1AB13560}"/>
              </a:ext>
            </a:extLst>
          </p:cNvPr>
          <p:cNvSpPr>
            <a:spLocks xmlns:a="http://schemas.openxmlformats.org/drawingml/2006/main" noGrp="1"/>
          </p:cNvSpPr>
          <p:nvPr/>
        </p:nvSpPr>
        <p:spPr>
          <a:xfrm xmlns:a="http://schemas.openxmlformats.org/drawingml/2006/main">
            <a:off x="758190" y="1985010"/>
            <a:ext cx="285750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70" b="1">
                <a:solidFill>
                  <a:srgbClr val="1572C3"/>
                </a:solidFill>
                <a:latin typeface="Yu Gothic"/>
                <a:ea typeface="Yu Gothic"/>
                <a:cs typeface="Yu Gothic"/>
              </a:defRPr>
            </a:defPPr>
            <a:lvl1pPr algn="l">
              <a:defRPr sz="2070" b="1">
                <a:solidFill>
                  <a:srgbClr val="1572C3"/>
                </a:solidFill>
                <a:latin typeface="Yu Gothic"/>
                <a:ea typeface="Yu Gothic"/>
                <a:cs typeface="Yu Gothic"/>
              </a:defRPr>
            </a:lvl1pPr>
            <a:lvl2pPr algn="l">
              <a:defRPr sz="2070" b="1">
                <a:solidFill>
                  <a:srgbClr val="1572C3"/>
                </a:solidFill>
                <a:latin typeface="Yu Gothic"/>
                <a:ea typeface="Yu Gothic"/>
                <a:cs typeface="Yu Gothic"/>
              </a:defRPr>
            </a:lvl2pPr>
            <a:lvl3pPr algn="l">
              <a:defRPr sz="2070" b="1">
                <a:solidFill>
                  <a:srgbClr val="1572C3"/>
                </a:solidFill>
                <a:latin typeface="Yu Gothic"/>
                <a:ea typeface="Yu Gothic"/>
                <a:cs typeface="Yu Gothic"/>
              </a:defRPr>
            </a:lvl3pPr>
            <a:lvl4pPr algn="l">
              <a:defRPr sz="2070" b="1">
                <a:solidFill>
                  <a:srgbClr val="1572C3"/>
                </a:solidFill>
                <a:latin typeface="Yu Gothic"/>
                <a:ea typeface="Yu Gothic"/>
                <a:cs typeface="Yu Gothic"/>
              </a:defRPr>
            </a:lvl4pPr>
            <a:lvl5pPr algn="l">
              <a:defRPr sz="2070" b="1">
                <a:solidFill>
                  <a:srgbClr val="1572C3"/>
                </a:solidFill>
                <a:latin typeface="Yu Gothic"/>
                <a:ea typeface="Yu Gothic"/>
                <a:cs typeface="Yu Gothic"/>
              </a:defRPr>
            </a:lvl5pPr>
            <a:lvl6pPr algn="l">
              <a:defRPr sz="2070" b="1">
                <a:solidFill>
                  <a:srgbClr val="1572C3"/>
                </a:solidFill>
                <a:latin typeface="Yu Gothic"/>
                <a:ea typeface="Yu Gothic"/>
                <a:cs typeface="Yu Gothic"/>
              </a:defRPr>
            </a:lvl6pPr>
            <a:lvl7pPr algn="l">
              <a:defRPr sz="2070" b="1">
                <a:solidFill>
                  <a:srgbClr val="1572C3"/>
                </a:solidFill>
                <a:latin typeface="Yu Gothic"/>
                <a:ea typeface="Yu Gothic"/>
                <a:cs typeface="Yu Gothic"/>
              </a:defRPr>
            </a:lvl7pPr>
            <a:lvl8pPr algn="l">
              <a:defRPr sz="2070" b="1">
                <a:solidFill>
                  <a:srgbClr val="1572C3"/>
                </a:solidFill>
                <a:latin typeface="Yu Gothic"/>
                <a:ea typeface="Yu Gothic"/>
                <a:cs typeface="Yu Gothic"/>
              </a:defRPr>
            </a:lvl8pPr>
            <a:lvl9pPr algn="l">
              <a:defRPr sz="2070" b="1">
                <a:solidFill>
                  <a:srgbClr val="1572C3"/>
                </a:solidFill>
                <a:latin typeface="Yu Gothic"/>
                <a:ea typeface="Yu Gothic"/>
                <a:cs typeface="Yu Gothic"/>
              </a:defRPr>
            </a:lvl9pPr>
          </a:lstStyle>
          <a:p xmlns:a="http://schemas.openxmlformats.org/drawingml/2006/main">
            <a:pPr algn="l">
              <a:defRPr sz="2070" b="1">
                <a:solidFill>
                  <a:srgbClr val="1572C3"/>
                </a:solidFill>
                <a:latin typeface="Yu Gothic"/>
                <a:ea typeface="Yu Gothic"/>
                <a:cs typeface="Yu Gothic"/>
              </a:defRPr>
            </a:pPr>
            <a:r>
              <a:rPr sz="2070" b="1">
                <a:solidFill>
                  <a:srgbClr val="1572C3"/>
                </a:solidFill>
                <a:latin typeface="Yu Gothic"/>
                <a:ea typeface="Yu Gothic"/>
                <a:cs typeface="Yu Gothic"/>
              </a:rPr>
              <a:t>FPGAチップ</a:t>
            </a:r>
          </a:p>
        </p:txBody>
      </p:sp>
      <p:sp>
        <p:nvSpPr>
          <p:cNvPr id="7" name="board-stable-dataMemory">
            <a:extLst xmlns:a="http://schemas.openxmlformats.org/drawingml/2006/main">
              <a:ext uri="{FF2B5EF4-FFF2-40B4-BE49-F238E27FC236}">
                <a16:creationId xmlns:a16="http://schemas.microsoft.com/office/drawing/2014/main" id="{5C825799-FCA4-4AC3-9A0F-2192BE16178C}"/>
              </a:ext>
            </a:extLst>
          </p:cNvPr>
          <p:cNvSpPr>
            <a:spLocks xmlns:a="http://schemas.openxmlformats.org/drawingml/2006/main" noGrp="1"/>
          </p:cNvSpPr>
          <p:nvPr/>
        </p:nvSpPr>
        <p:spPr>
          <a:xfrm xmlns:a="http://schemas.openxmlformats.org/drawingml/2006/main">
            <a:off x="9639300" y="3676650"/>
            <a:ext cx="1680210" cy="16230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8" name="text-182">
            <a:extLst xmlns:a="http://schemas.openxmlformats.org/drawingml/2006/main">
              <a:ext uri="{FF2B5EF4-FFF2-40B4-BE49-F238E27FC236}">
                <a16:creationId xmlns:a16="http://schemas.microsoft.com/office/drawing/2014/main" id="{64A44A00-03BE-440C-B888-1B536A025902}"/>
              </a:ext>
            </a:extLst>
          </p:cNvPr>
          <p:cNvSpPr>
            <a:spLocks xmlns:a="http://schemas.openxmlformats.org/drawingml/2006/main" noGrp="1"/>
          </p:cNvSpPr>
          <p:nvPr/>
        </p:nvSpPr>
        <p:spPr>
          <a:xfrm xmlns:a="http://schemas.openxmlformats.org/drawingml/2006/main">
            <a:off x="9387840" y="3219450"/>
            <a:ext cx="2171700" cy="3771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Yu Gothic"/>
                <a:ea typeface="Yu Gothic"/>
                <a:cs typeface="Yu Gothic"/>
              </a:defRPr>
            </a:defPPr>
            <a:lvl1pPr algn="ctr">
              <a:defRPr sz="2250" b="1">
                <a:solidFill>
                  <a:srgbClr val="231F20"/>
                </a:solidFill>
                <a:latin typeface="Yu Gothic"/>
                <a:ea typeface="Yu Gothic"/>
                <a:cs typeface="Yu Gothic"/>
              </a:defRPr>
            </a:lvl1pPr>
            <a:lvl2pPr algn="ctr">
              <a:defRPr sz="2250" b="1">
                <a:solidFill>
                  <a:srgbClr val="231F20"/>
                </a:solidFill>
                <a:latin typeface="Yu Gothic"/>
                <a:ea typeface="Yu Gothic"/>
                <a:cs typeface="Yu Gothic"/>
              </a:defRPr>
            </a:lvl2pPr>
            <a:lvl3pPr algn="ctr">
              <a:defRPr sz="2250" b="1">
                <a:solidFill>
                  <a:srgbClr val="231F20"/>
                </a:solidFill>
                <a:latin typeface="Yu Gothic"/>
                <a:ea typeface="Yu Gothic"/>
                <a:cs typeface="Yu Gothic"/>
              </a:defRPr>
            </a:lvl3pPr>
            <a:lvl4pPr algn="ctr">
              <a:defRPr sz="2250" b="1">
                <a:solidFill>
                  <a:srgbClr val="231F20"/>
                </a:solidFill>
                <a:latin typeface="Yu Gothic"/>
                <a:ea typeface="Yu Gothic"/>
                <a:cs typeface="Yu Gothic"/>
              </a:defRPr>
            </a:lvl4pPr>
            <a:lvl5pPr algn="ctr">
              <a:defRPr sz="2250" b="1">
                <a:solidFill>
                  <a:srgbClr val="231F20"/>
                </a:solidFill>
                <a:latin typeface="Yu Gothic"/>
                <a:ea typeface="Yu Gothic"/>
                <a:cs typeface="Yu Gothic"/>
              </a:defRPr>
            </a:lvl5pPr>
            <a:lvl6pPr algn="ctr">
              <a:defRPr sz="2250" b="1">
                <a:solidFill>
                  <a:srgbClr val="231F20"/>
                </a:solidFill>
                <a:latin typeface="Yu Gothic"/>
                <a:ea typeface="Yu Gothic"/>
                <a:cs typeface="Yu Gothic"/>
              </a:defRPr>
            </a:lvl6pPr>
            <a:lvl7pPr algn="ctr">
              <a:defRPr sz="2250" b="1">
                <a:solidFill>
                  <a:srgbClr val="231F20"/>
                </a:solidFill>
                <a:latin typeface="Yu Gothic"/>
                <a:ea typeface="Yu Gothic"/>
                <a:cs typeface="Yu Gothic"/>
              </a:defRPr>
            </a:lvl7pPr>
            <a:lvl8pPr algn="ctr">
              <a:defRPr sz="2250" b="1">
                <a:solidFill>
                  <a:srgbClr val="231F20"/>
                </a:solidFill>
                <a:latin typeface="Yu Gothic"/>
                <a:ea typeface="Yu Gothic"/>
                <a:cs typeface="Yu Gothic"/>
              </a:defRPr>
            </a:lvl8pPr>
            <a:lvl9pPr algn="ctr">
              <a:defRPr sz="2250" b="1">
                <a:solidFill>
                  <a:srgbClr val="231F20"/>
                </a:solidFill>
                <a:latin typeface="Yu Gothic"/>
                <a:ea typeface="Yu Gothic"/>
                <a:cs typeface="Yu Gothic"/>
              </a:defRPr>
            </a:lvl9pPr>
          </a:lstStyle>
          <a:p xmlns:a="http://schemas.openxmlformats.org/drawingml/2006/main">
            <a:pPr algn="ctr">
              <a:defRPr sz="2250" b="1">
                <a:solidFill>
                  <a:srgbClr val="231F20"/>
                </a:solidFill>
                <a:latin typeface="Yu Gothic"/>
                <a:ea typeface="Yu Gothic"/>
                <a:cs typeface="Yu Gothic"/>
              </a:defRPr>
            </a:pPr>
            <a:r>
              <a:rPr sz="2250" b="1">
                <a:solidFill>
                  <a:srgbClr val="231F20"/>
                </a:solidFill>
                <a:latin typeface="Yu Gothic"/>
                <a:ea typeface="Yu Gothic"/>
                <a:cs typeface="Yu Gothic"/>
              </a:rPr>
              <a:t>データメモリ</a:t>
            </a:r>
          </a:p>
        </p:txBody>
      </p:sp>
      <p:sp>
        <p:nvSpPr>
          <p:cNvPr id="9" name="text-183">
            <a:extLst xmlns:a="http://schemas.openxmlformats.org/drawingml/2006/main">
              <a:ext uri="{FF2B5EF4-FFF2-40B4-BE49-F238E27FC236}">
                <a16:creationId xmlns:a16="http://schemas.microsoft.com/office/drawing/2014/main" id="{1E9B8D5D-4CBB-4682-96DA-7942711B4B2E}"/>
              </a:ext>
            </a:extLst>
          </p:cNvPr>
          <p:cNvSpPr>
            <a:spLocks xmlns:a="http://schemas.openxmlformats.org/drawingml/2006/main" noGrp="1"/>
          </p:cNvSpPr>
          <p:nvPr/>
        </p:nvSpPr>
        <p:spPr>
          <a:xfrm xmlns:a="http://schemas.openxmlformats.org/drawingml/2006/main">
            <a:off x="9719310" y="411099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10" name="text-184">
            <a:extLst xmlns:a="http://schemas.openxmlformats.org/drawingml/2006/main">
              <a:ext uri="{FF2B5EF4-FFF2-40B4-BE49-F238E27FC236}">
                <a16:creationId xmlns:a16="http://schemas.microsoft.com/office/drawing/2014/main" id="{2E36A8CF-DF61-45CD-A50E-98ECEEC28B56}"/>
              </a:ext>
            </a:extLst>
          </p:cNvPr>
          <p:cNvSpPr>
            <a:spLocks xmlns:a="http://schemas.openxmlformats.org/drawingml/2006/main" noGrp="1"/>
          </p:cNvSpPr>
          <p:nvPr/>
        </p:nvSpPr>
        <p:spPr>
          <a:xfrm xmlns:a="http://schemas.openxmlformats.org/drawingml/2006/main">
            <a:off x="9719310" y="4831080"/>
            <a:ext cx="4000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WD</a:t>
            </a:r>
          </a:p>
        </p:txBody>
      </p:sp>
      <p:sp>
        <p:nvSpPr>
          <p:cNvPr id="11" name="text-185">
            <a:extLst xmlns:a="http://schemas.openxmlformats.org/drawingml/2006/main">
              <a:ext uri="{FF2B5EF4-FFF2-40B4-BE49-F238E27FC236}">
                <a16:creationId xmlns:a16="http://schemas.microsoft.com/office/drawing/2014/main" id="{EC255F5C-D264-4D37-998D-6236B749DC23}"/>
              </a:ext>
            </a:extLst>
          </p:cNvPr>
          <p:cNvSpPr>
            <a:spLocks xmlns:a="http://schemas.openxmlformats.org/drawingml/2006/main" noGrp="1"/>
          </p:cNvSpPr>
          <p:nvPr/>
        </p:nvSpPr>
        <p:spPr>
          <a:xfrm xmlns:a="http://schemas.openxmlformats.org/drawingml/2006/main">
            <a:off x="10908030" y="463677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12" name="text-186">
            <a:extLst xmlns:a="http://schemas.openxmlformats.org/drawingml/2006/main">
              <a:ext uri="{FF2B5EF4-FFF2-40B4-BE49-F238E27FC236}">
                <a16:creationId xmlns:a16="http://schemas.microsoft.com/office/drawing/2014/main" id="{F185A854-C30C-4885-A9D8-2C768DDB7587}"/>
              </a:ext>
            </a:extLst>
          </p:cNvPr>
          <p:cNvSpPr>
            <a:spLocks xmlns:a="http://schemas.openxmlformats.org/drawingml/2006/main" noGrp="1"/>
          </p:cNvSpPr>
          <p:nvPr/>
        </p:nvSpPr>
        <p:spPr>
          <a:xfrm xmlns:a="http://schemas.openxmlformats.org/drawingml/2006/main">
            <a:off x="10096500" y="3905250"/>
            <a:ext cx="113157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12番地</a:t>
            </a:r>
          </a:p>
        </p:txBody>
      </p:sp>
      <p:sp>
        <p:nvSpPr>
          <p:cNvPr id="13" name="text-187">
            <a:extLst xmlns:a="http://schemas.openxmlformats.org/drawingml/2006/main">
              <a:ext uri="{FF2B5EF4-FFF2-40B4-BE49-F238E27FC236}">
                <a16:creationId xmlns:a16="http://schemas.microsoft.com/office/drawing/2014/main" id="{94239EBE-B6C3-4CC2-863D-5E6B0656112B}"/>
              </a:ext>
            </a:extLst>
          </p:cNvPr>
          <p:cNvSpPr>
            <a:spLocks xmlns:a="http://schemas.openxmlformats.org/drawingml/2006/main" noGrp="1"/>
          </p:cNvSpPr>
          <p:nvPr/>
        </p:nvSpPr>
        <p:spPr>
          <a:xfrm xmlns:a="http://schemas.openxmlformats.org/drawingml/2006/main">
            <a:off x="10290810" y="4305300"/>
            <a:ext cx="58293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610" b="1">
                <a:solidFill>
                  <a:srgbClr val="1572C3"/>
                </a:solidFill>
                <a:latin typeface="Arial"/>
                <a:ea typeface="Arial"/>
                <a:cs typeface="Arial"/>
              </a:defRPr>
            </a:defPPr>
            <a:lvl1pPr algn="ctr">
              <a:defRPr sz="2610" b="1">
                <a:solidFill>
                  <a:srgbClr val="1572C3"/>
                </a:solidFill>
                <a:latin typeface="Arial"/>
                <a:ea typeface="Arial"/>
                <a:cs typeface="Arial"/>
              </a:defRPr>
            </a:lvl1pPr>
            <a:lvl2pPr algn="ctr">
              <a:defRPr sz="2610" b="1">
                <a:solidFill>
                  <a:srgbClr val="1572C3"/>
                </a:solidFill>
                <a:latin typeface="Arial"/>
                <a:ea typeface="Arial"/>
                <a:cs typeface="Arial"/>
              </a:defRPr>
            </a:lvl2pPr>
            <a:lvl3pPr algn="ctr">
              <a:defRPr sz="2610" b="1">
                <a:solidFill>
                  <a:srgbClr val="1572C3"/>
                </a:solidFill>
                <a:latin typeface="Arial"/>
                <a:ea typeface="Arial"/>
                <a:cs typeface="Arial"/>
              </a:defRPr>
            </a:lvl3pPr>
            <a:lvl4pPr algn="ctr">
              <a:defRPr sz="2610" b="1">
                <a:solidFill>
                  <a:srgbClr val="1572C3"/>
                </a:solidFill>
                <a:latin typeface="Arial"/>
                <a:ea typeface="Arial"/>
                <a:cs typeface="Arial"/>
              </a:defRPr>
            </a:lvl4pPr>
            <a:lvl5pPr algn="ctr">
              <a:defRPr sz="2610" b="1">
                <a:solidFill>
                  <a:srgbClr val="1572C3"/>
                </a:solidFill>
                <a:latin typeface="Arial"/>
                <a:ea typeface="Arial"/>
                <a:cs typeface="Arial"/>
              </a:defRPr>
            </a:lvl5pPr>
            <a:lvl6pPr algn="ctr">
              <a:defRPr sz="2610" b="1">
                <a:solidFill>
                  <a:srgbClr val="1572C3"/>
                </a:solidFill>
                <a:latin typeface="Arial"/>
                <a:ea typeface="Arial"/>
                <a:cs typeface="Arial"/>
              </a:defRPr>
            </a:lvl6pPr>
            <a:lvl7pPr algn="ctr">
              <a:defRPr sz="2610" b="1">
                <a:solidFill>
                  <a:srgbClr val="1572C3"/>
                </a:solidFill>
                <a:latin typeface="Arial"/>
                <a:ea typeface="Arial"/>
                <a:cs typeface="Arial"/>
              </a:defRPr>
            </a:lvl7pPr>
            <a:lvl8pPr algn="ctr">
              <a:defRPr sz="2610" b="1">
                <a:solidFill>
                  <a:srgbClr val="1572C3"/>
                </a:solidFill>
                <a:latin typeface="Arial"/>
                <a:ea typeface="Arial"/>
                <a:cs typeface="Arial"/>
              </a:defRPr>
            </a:lvl8pPr>
            <a:lvl9pPr algn="ctr">
              <a:defRPr sz="2610" b="1">
                <a:solidFill>
                  <a:srgbClr val="1572C3"/>
                </a:solidFill>
                <a:latin typeface="Arial"/>
                <a:ea typeface="Arial"/>
                <a:cs typeface="Arial"/>
              </a:defRPr>
            </a:lvl9pPr>
          </a:lstStyle>
          <a:p xmlns:a="http://schemas.openxmlformats.org/drawingml/2006/main">
            <a:pPr algn="ctr">
              <a:defRPr sz="2610" b="1">
                <a:solidFill>
                  <a:srgbClr val="1572C3"/>
                </a:solidFill>
                <a:latin typeface="Arial"/>
                <a:ea typeface="Arial"/>
                <a:cs typeface="Arial"/>
              </a:defRPr>
            </a:pPr>
            <a:r>
              <a:rPr sz="2610" b="1">
                <a:solidFill>
                  <a:srgbClr val="1572C3"/>
                </a:solidFill>
                <a:latin typeface="Arial"/>
                <a:ea typeface="Arial"/>
                <a:cs typeface="Arial"/>
              </a:rPr>
              <a:t>3</a:t>
            </a:r>
          </a:p>
        </p:txBody>
      </p:sp>
      <p:sp>
        <p:nvSpPr>
          <p:cNvPr id="14" name="text-188">
            <a:extLst xmlns:a="http://schemas.openxmlformats.org/drawingml/2006/main">
              <a:ext uri="{FF2B5EF4-FFF2-40B4-BE49-F238E27FC236}">
                <a16:creationId xmlns:a16="http://schemas.microsoft.com/office/drawing/2014/main" id="{DDFD7C4E-4F31-48B4-8237-2D4433D68F24}"/>
              </a:ext>
            </a:extLst>
          </p:cNvPr>
          <p:cNvSpPr>
            <a:spLocks xmlns:a="http://schemas.openxmlformats.org/drawingml/2006/main" noGrp="1"/>
          </p:cNvSpPr>
          <p:nvPr/>
        </p:nvSpPr>
        <p:spPr>
          <a:xfrm xmlns:a="http://schemas.openxmlformats.org/drawingml/2006/main">
            <a:off x="3912870" y="2350770"/>
            <a:ext cx="427482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30" b="1">
                <a:solidFill>
                  <a:srgbClr val="231F20"/>
                </a:solidFill>
                <a:latin typeface="Yu Gothic"/>
                <a:ea typeface="Yu Gothic"/>
                <a:cs typeface="Yu Gothic"/>
              </a:defRPr>
            </a:defPPr>
            <a:lvl1pPr algn="l">
              <a:defRPr sz="1530" b="1">
                <a:solidFill>
                  <a:srgbClr val="231F20"/>
                </a:solidFill>
                <a:latin typeface="Yu Gothic"/>
                <a:ea typeface="Yu Gothic"/>
                <a:cs typeface="Yu Gothic"/>
              </a:defRPr>
            </a:lvl1pPr>
            <a:lvl2pPr algn="l">
              <a:defRPr sz="1530" b="1">
                <a:solidFill>
                  <a:srgbClr val="231F20"/>
                </a:solidFill>
                <a:latin typeface="Yu Gothic"/>
                <a:ea typeface="Yu Gothic"/>
                <a:cs typeface="Yu Gothic"/>
              </a:defRPr>
            </a:lvl2pPr>
            <a:lvl3pPr algn="l">
              <a:defRPr sz="1530" b="1">
                <a:solidFill>
                  <a:srgbClr val="231F20"/>
                </a:solidFill>
                <a:latin typeface="Yu Gothic"/>
                <a:ea typeface="Yu Gothic"/>
                <a:cs typeface="Yu Gothic"/>
              </a:defRPr>
            </a:lvl3pPr>
            <a:lvl4pPr algn="l">
              <a:defRPr sz="1530" b="1">
                <a:solidFill>
                  <a:srgbClr val="231F20"/>
                </a:solidFill>
                <a:latin typeface="Yu Gothic"/>
                <a:ea typeface="Yu Gothic"/>
                <a:cs typeface="Yu Gothic"/>
              </a:defRPr>
            </a:lvl4pPr>
            <a:lvl5pPr algn="l">
              <a:defRPr sz="1530" b="1">
                <a:solidFill>
                  <a:srgbClr val="231F20"/>
                </a:solidFill>
                <a:latin typeface="Yu Gothic"/>
                <a:ea typeface="Yu Gothic"/>
                <a:cs typeface="Yu Gothic"/>
              </a:defRPr>
            </a:lvl5pPr>
            <a:lvl6pPr algn="l">
              <a:defRPr sz="1530" b="1">
                <a:solidFill>
                  <a:srgbClr val="231F20"/>
                </a:solidFill>
                <a:latin typeface="Yu Gothic"/>
                <a:ea typeface="Yu Gothic"/>
                <a:cs typeface="Yu Gothic"/>
              </a:defRPr>
            </a:lvl6pPr>
            <a:lvl7pPr algn="l">
              <a:defRPr sz="1530" b="1">
                <a:solidFill>
                  <a:srgbClr val="231F20"/>
                </a:solidFill>
                <a:latin typeface="Yu Gothic"/>
                <a:ea typeface="Yu Gothic"/>
                <a:cs typeface="Yu Gothic"/>
              </a:defRPr>
            </a:lvl7pPr>
            <a:lvl8pPr algn="l">
              <a:defRPr sz="1530" b="1">
                <a:solidFill>
                  <a:srgbClr val="231F20"/>
                </a:solidFill>
                <a:latin typeface="Yu Gothic"/>
                <a:ea typeface="Yu Gothic"/>
                <a:cs typeface="Yu Gothic"/>
              </a:defRPr>
            </a:lvl8pPr>
            <a:lvl9pPr algn="l">
              <a:defRPr sz="1530" b="1">
                <a:solidFill>
                  <a:srgbClr val="231F20"/>
                </a:solidFill>
                <a:latin typeface="Yu Gothic"/>
                <a:ea typeface="Yu Gothic"/>
                <a:cs typeface="Yu Gothic"/>
              </a:defRPr>
            </a:lvl9pPr>
          </a:lstStyle>
          <a:p xmlns:a="http://schemas.openxmlformats.org/drawingml/2006/main">
            <a:pPr algn="l">
              <a:defRPr sz="1530" b="1">
                <a:solidFill>
                  <a:srgbClr val="231F20"/>
                </a:solidFill>
                <a:latin typeface="Yu Gothic"/>
                <a:ea typeface="Yu Gothic"/>
                <a:cs typeface="Yu Gothic"/>
              </a:defRPr>
            </a:pPr>
            <a:r>
              <a:rPr sz="1530" b="1">
                <a:solidFill>
                  <a:srgbClr val="231F20"/>
                </a:solidFill>
                <a:latin typeface="Yu Gothic"/>
                <a:ea typeface="Yu Gothic"/>
                <a:cs typeface="Yu Gothic"/>
              </a:rPr>
              <a:t>命令から取り出す内容</a:t>
            </a:r>
          </a:p>
        </p:txBody>
      </p:sp>
      <p:sp>
        <p:nvSpPr>
          <p:cNvPr id="15" name="block-189">
            <a:extLst xmlns:a="http://schemas.openxmlformats.org/drawingml/2006/main">
              <a:ext uri="{FF2B5EF4-FFF2-40B4-BE49-F238E27FC236}">
                <a16:creationId xmlns:a16="http://schemas.microsoft.com/office/drawing/2014/main" id="{2F057596-C53B-4470-9EA7-FC659F133769}"/>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6" name="text-190">
            <a:extLst xmlns:a="http://schemas.openxmlformats.org/drawingml/2006/main">
              <a:ext uri="{FF2B5EF4-FFF2-40B4-BE49-F238E27FC236}">
                <a16:creationId xmlns:a16="http://schemas.microsoft.com/office/drawing/2014/main" id="{DD3D85C4-854C-47D4-8E6A-290DED3EF81F}"/>
              </a:ext>
            </a:extLst>
          </p:cNvPr>
          <p:cNvSpPr>
            <a:spLocks xmlns:a="http://schemas.openxmlformats.org/drawingml/2006/main" noGrp="1"/>
          </p:cNvSpPr>
          <p:nvPr/>
        </p:nvSpPr>
        <p:spPr>
          <a:xfrm xmlns:a="http://schemas.openxmlformats.org/drawingml/2006/main">
            <a:off x="3947160" y="2602230"/>
            <a:ext cx="15087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231F20"/>
                </a:solidFill>
                <a:latin typeface="Yu Gothic"/>
                <a:ea typeface="Yu Gothic"/>
                <a:cs typeface="Yu Gothic"/>
              </a:defRPr>
            </a:defPPr>
            <a:lvl1pPr algn="ctr">
              <a:defRPr sz="1440" b="0">
                <a:solidFill>
                  <a:srgbClr val="231F20"/>
                </a:solidFill>
                <a:latin typeface="Yu Gothic"/>
                <a:ea typeface="Yu Gothic"/>
                <a:cs typeface="Yu Gothic"/>
              </a:defRPr>
            </a:lvl1pPr>
            <a:lvl2pPr algn="ctr">
              <a:defRPr sz="1440" b="0">
                <a:solidFill>
                  <a:srgbClr val="231F20"/>
                </a:solidFill>
                <a:latin typeface="Yu Gothic"/>
                <a:ea typeface="Yu Gothic"/>
                <a:cs typeface="Yu Gothic"/>
              </a:defRPr>
            </a:lvl2pPr>
            <a:lvl3pPr algn="ctr">
              <a:defRPr sz="1440" b="0">
                <a:solidFill>
                  <a:srgbClr val="231F20"/>
                </a:solidFill>
                <a:latin typeface="Yu Gothic"/>
                <a:ea typeface="Yu Gothic"/>
                <a:cs typeface="Yu Gothic"/>
              </a:defRPr>
            </a:lvl3pPr>
            <a:lvl4pPr algn="ctr">
              <a:defRPr sz="1440" b="0">
                <a:solidFill>
                  <a:srgbClr val="231F20"/>
                </a:solidFill>
                <a:latin typeface="Yu Gothic"/>
                <a:ea typeface="Yu Gothic"/>
                <a:cs typeface="Yu Gothic"/>
              </a:defRPr>
            </a:lvl4pPr>
            <a:lvl5pPr algn="ctr">
              <a:defRPr sz="1440" b="0">
                <a:solidFill>
                  <a:srgbClr val="231F20"/>
                </a:solidFill>
                <a:latin typeface="Yu Gothic"/>
                <a:ea typeface="Yu Gothic"/>
                <a:cs typeface="Yu Gothic"/>
              </a:defRPr>
            </a:lvl5pPr>
            <a:lvl6pPr algn="ctr">
              <a:defRPr sz="1440" b="0">
                <a:solidFill>
                  <a:srgbClr val="231F20"/>
                </a:solidFill>
                <a:latin typeface="Yu Gothic"/>
                <a:ea typeface="Yu Gothic"/>
                <a:cs typeface="Yu Gothic"/>
              </a:defRPr>
            </a:lvl6pPr>
            <a:lvl7pPr algn="ctr">
              <a:defRPr sz="1440" b="0">
                <a:solidFill>
                  <a:srgbClr val="231F20"/>
                </a:solidFill>
                <a:latin typeface="Yu Gothic"/>
                <a:ea typeface="Yu Gothic"/>
                <a:cs typeface="Yu Gothic"/>
              </a:defRPr>
            </a:lvl7pPr>
            <a:lvl8pPr algn="ctr">
              <a:defRPr sz="1440" b="0">
                <a:solidFill>
                  <a:srgbClr val="231F20"/>
                </a:solidFill>
                <a:latin typeface="Yu Gothic"/>
                <a:ea typeface="Yu Gothic"/>
                <a:cs typeface="Yu Gothic"/>
              </a:defRPr>
            </a:lvl8pPr>
            <a:lvl9pPr algn="ctr">
              <a:defRPr sz="1440" b="0">
                <a:solidFill>
                  <a:srgbClr val="231F20"/>
                </a:solidFill>
                <a:latin typeface="Yu Gothic"/>
                <a:ea typeface="Yu Gothic"/>
                <a:cs typeface="Yu Gothic"/>
              </a:defRPr>
            </a:lvl9pPr>
          </a:lstStyle>
          <a:p xmlns:a="http://schemas.openxmlformats.org/drawingml/2006/main">
            <a:pPr algn="ctr">
              <a:defRPr sz="1440" b="0">
                <a:solidFill>
                  <a:srgbClr val="231F20"/>
                </a:solidFill>
                <a:latin typeface="Yu Gothic"/>
                <a:ea typeface="Yu Gothic"/>
                <a:cs typeface="Yu Gothic"/>
              </a:defRPr>
            </a:pPr>
            <a:r>
              <a:rPr sz="1440" b="0">
                <a:solidFill>
                  <a:srgbClr val="231F20"/>
                </a:solidFill>
                <a:latin typeface="Yu Gothic"/>
                <a:ea typeface="Yu Gothic"/>
                <a:cs typeface="Yu Gothic"/>
              </a:rPr>
              <a:t>即値</a:t>
            </a:r>
          </a:p>
        </p:txBody>
      </p:sp>
      <p:sp>
        <p:nvSpPr>
          <p:cNvPr id="17" name="text-191">
            <a:extLst xmlns:a="http://schemas.openxmlformats.org/drawingml/2006/main">
              <a:ext uri="{FF2B5EF4-FFF2-40B4-BE49-F238E27FC236}">
                <a16:creationId xmlns:a16="http://schemas.microsoft.com/office/drawing/2014/main" id="{C1A3A41F-77B3-489D-A5DC-55E40E6A1F7B}"/>
              </a:ext>
            </a:extLst>
          </p:cNvPr>
          <p:cNvSpPr>
            <a:spLocks xmlns:a="http://schemas.openxmlformats.org/drawingml/2006/main" noGrp="1"/>
          </p:cNvSpPr>
          <p:nvPr/>
        </p:nvSpPr>
        <p:spPr>
          <a:xfrm xmlns:a="http://schemas.openxmlformats.org/drawingml/2006/main">
            <a:off x="3947160" y="2842260"/>
            <a:ext cx="15087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12</a:t>
            </a:r>
          </a:p>
        </p:txBody>
      </p:sp>
      <p:sp>
        <p:nvSpPr>
          <p:cNvPr id="18" name="block-192">
            <a:extLst xmlns:a="http://schemas.openxmlformats.org/drawingml/2006/main">
              <a:ext uri="{FF2B5EF4-FFF2-40B4-BE49-F238E27FC236}">
                <a16:creationId xmlns:a16="http://schemas.microsoft.com/office/drawing/2014/main" id="{92A697D2-ADC7-4FA3-8DAF-89621268DE98}"/>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19" name="text-193">
            <a:extLst xmlns:a="http://schemas.openxmlformats.org/drawingml/2006/main">
              <a:ext uri="{FF2B5EF4-FFF2-40B4-BE49-F238E27FC236}">
                <a16:creationId xmlns:a16="http://schemas.microsoft.com/office/drawing/2014/main" id="{A268B92F-9E6B-4CB8-B6A8-E00507038307}"/>
              </a:ext>
            </a:extLst>
          </p:cNvPr>
          <p:cNvSpPr>
            <a:spLocks xmlns:a="http://schemas.openxmlformats.org/drawingml/2006/main" noGrp="1"/>
          </p:cNvSpPr>
          <p:nvPr/>
        </p:nvSpPr>
        <p:spPr>
          <a:xfrm xmlns:a="http://schemas.openxmlformats.org/drawingml/2006/main">
            <a:off x="54559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231F20"/>
                </a:solidFill>
                <a:latin typeface="Arial"/>
                <a:ea typeface="Arial"/>
                <a:cs typeface="Arial"/>
              </a:defRPr>
            </a:defPPr>
            <a:lvl1pPr algn="ctr">
              <a:defRPr sz="1440" b="0">
                <a:solidFill>
                  <a:srgbClr val="231F20"/>
                </a:solidFill>
                <a:latin typeface="Arial"/>
                <a:ea typeface="Arial"/>
                <a:cs typeface="Arial"/>
              </a:defRPr>
            </a:lvl1pPr>
            <a:lvl2pPr algn="ctr">
              <a:defRPr sz="1440" b="0">
                <a:solidFill>
                  <a:srgbClr val="231F20"/>
                </a:solidFill>
                <a:latin typeface="Arial"/>
                <a:ea typeface="Arial"/>
                <a:cs typeface="Arial"/>
              </a:defRPr>
            </a:lvl2pPr>
            <a:lvl3pPr algn="ctr">
              <a:defRPr sz="1440" b="0">
                <a:solidFill>
                  <a:srgbClr val="231F20"/>
                </a:solidFill>
                <a:latin typeface="Arial"/>
                <a:ea typeface="Arial"/>
                <a:cs typeface="Arial"/>
              </a:defRPr>
            </a:lvl3pPr>
            <a:lvl4pPr algn="ctr">
              <a:defRPr sz="1440" b="0">
                <a:solidFill>
                  <a:srgbClr val="231F20"/>
                </a:solidFill>
                <a:latin typeface="Arial"/>
                <a:ea typeface="Arial"/>
                <a:cs typeface="Arial"/>
              </a:defRPr>
            </a:lvl4pPr>
            <a:lvl5pPr algn="ctr">
              <a:defRPr sz="1440" b="0">
                <a:solidFill>
                  <a:srgbClr val="231F20"/>
                </a:solidFill>
                <a:latin typeface="Arial"/>
                <a:ea typeface="Arial"/>
                <a:cs typeface="Arial"/>
              </a:defRPr>
            </a:lvl5pPr>
            <a:lvl6pPr algn="ctr">
              <a:defRPr sz="1440" b="0">
                <a:solidFill>
                  <a:srgbClr val="231F20"/>
                </a:solidFill>
                <a:latin typeface="Arial"/>
                <a:ea typeface="Arial"/>
                <a:cs typeface="Arial"/>
              </a:defRPr>
            </a:lvl6pPr>
            <a:lvl7pPr algn="ctr">
              <a:defRPr sz="1440" b="0">
                <a:solidFill>
                  <a:srgbClr val="231F20"/>
                </a:solidFill>
                <a:latin typeface="Arial"/>
                <a:ea typeface="Arial"/>
                <a:cs typeface="Arial"/>
              </a:defRPr>
            </a:lvl7pPr>
            <a:lvl8pPr algn="ctr">
              <a:defRPr sz="1440" b="0">
                <a:solidFill>
                  <a:srgbClr val="231F20"/>
                </a:solidFill>
                <a:latin typeface="Arial"/>
                <a:ea typeface="Arial"/>
                <a:cs typeface="Arial"/>
              </a:defRPr>
            </a:lvl8pPr>
            <a:lvl9pPr algn="ctr">
              <a:defRPr sz="1440" b="0">
                <a:solidFill>
                  <a:srgbClr val="231F20"/>
                </a:solidFill>
                <a:latin typeface="Arial"/>
                <a:ea typeface="Arial"/>
                <a:cs typeface="Arial"/>
              </a:defRPr>
            </a:lvl9pPr>
          </a:lstStyle>
          <a:p xmlns:a="http://schemas.openxmlformats.org/drawingml/2006/main">
            <a:pPr algn="ctr">
              <a:defRPr sz="1440" b="0">
                <a:solidFill>
                  <a:srgbClr val="231F20"/>
                </a:solidFill>
                <a:latin typeface="Arial"/>
                <a:ea typeface="Arial"/>
                <a:cs typeface="Arial"/>
              </a:defRPr>
            </a:pPr>
            <a:r>
              <a:rPr sz="1440" b="0">
                <a:solidFill>
                  <a:srgbClr val="231F20"/>
                </a:solidFill>
                <a:latin typeface="Arial"/>
                <a:ea typeface="Arial"/>
                <a:cs typeface="Arial"/>
              </a:rPr>
              <a:t>A1</a:t>
            </a:r>
          </a:p>
        </p:txBody>
      </p:sp>
      <p:sp>
        <p:nvSpPr>
          <p:cNvPr id="20" name="text-194">
            <a:extLst xmlns:a="http://schemas.openxmlformats.org/drawingml/2006/main">
              <a:ext uri="{FF2B5EF4-FFF2-40B4-BE49-F238E27FC236}">
                <a16:creationId xmlns:a16="http://schemas.microsoft.com/office/drawing/2014/main" id="{52F230CC-154B-4969-A99B-0EDF7D498B6F}"/>
              </a:ext>
            </a:extLst>
          </p:cNvPr>
          <p:cNvSpPr>
            <a:spLocks xmlns:a="http://schemas.openxmlformats.org/drawingml/2006/main" noGrp="1"/>
          </p:cNvSpPr>
          <p:nvPr/>
        </p:nvSpPr>
        <p:spPr>
          <a:xfrm xmlns:a="http://schemas.openxmlformats.org/drawingml/2006/main">
            <a:off x="54559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0</a:t>
            </a:r>
          </a:p>
        </p:txBody>
      </p:sp>
      <p:sp>
        <p:nvSpPr>
          <p:cNvPr id="21" name="block-195">
            <a:extLst xmlns:a="http://schemas.openxmlformats.org/drawingml/2006/main">
              <a:ext uri="{FF2B5EF4-FFF2-40B4-BE49-F238E27FC236}">
                <a16:creationId xmlns:a16="http://schemas.microsoft.com/office/drawing/2014/main" id="{93D51BBF-53CE-4C43-83E4-990066BBC160}"/>
              </a:ext>
            </a:extLst>
          </p:cNvPr>
          <p:cNvSpPr>
            <a:spLocks xmlns:a="http://schemas.openxmlformats.org/drawingml/2006/main" noGrp="1"/>
          </p:cNvSpPr>
          <p:nvPr/>
        </p:nvSpPr>
        <p:spPr>
          <a:xfrm xmlns:a="http://schemas.openxmlformats.org/drawingml/2006/main">
            <a:off x="6164580" y="2842260"/>
            <a:ext cx="123444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2" name="text-196">
            <a:extLst xmlns:a="http://schemas.openxmlformats.org/drawingml/2006/main">
              <a:ext uri="{FF2B5EF4-FFF2-40B4-BE49-F238E27FC236}">
                <a16:creationId xmlns:a16="http://schemas.microsoft.com/office/drawing/2014/main" id="{88341CB3-E0D2-4ED3-94CA-D8DED2D0A205}"/>
              </a:ext>
            </a:extLst>
          </p:cNvPr>
          <p:cNvSpPr>
            <a:spLocks xmlns:a="http://schemas.openxmlformats.org/drawingml/2006/main" noGrp="1"/>
          </p:cNvSpPr>
          <p:nvPr/>
        </p:nvSpPr>
        <p:spPr>
          <a:xfrm xmlns:a="http://schemas.openxmlformats.org/drawingml/2006/main">
            <a:off x="6164580" y="2602230"/>
            <a:ext cx="123444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231F20"/>
                </a:solidFill>
                <a:latin typeface="Arial"/>
                <a:ea typeface="Arial"/>
                <a:cs typeface="Arial"/>
              </a:defRPr>
            </a:defPPr>
            <a:lvl1pPr algn="ctr">
              <a:defRPr sz="1440" b="0">
                <a:solidFill>
                  <a:srgbClr val="231F20"/>
                </a:solidFill>
                <a:latin typeface="Arial"/>
                <a:ea typeface="Arial"/>
                <a:cs typeface="Arial"/>
              </a:defRPr>
            </a:lvl1pPr>
            <a:lvl2pPr algn="ctr">
              <a:defRPr sz="1440" b="0">
                <a:solidFill>
                  <a:srgbClr val="231F20"/>
                </a:solidFill>
                <a:latin typeface="Arial"/>
                <a:ea typeface="Arial"/>
                <a:cs typeface="Arial"/>
              </a:defRPr>
            </a:lvl2pPr>
            <a:lvl3pPr algn="ctr">
              <a:defRPr sz="1440" b="0">
                <a:solidFill>
                  <a:srgbClr val="231F20"/>
                </a:solidFill>
                <a:latin typeface="Arial"/>
                <a:ea typeface="Arial"/>
                <a:cs typeface="Arial"/>
              </a:defRPr>
            </a:lvl3pPr>
            <a:lvl4pPr algn="ctr">
              <a:defRPr sz="1440" b="0">
                <a:solidFill>
                  <a:srgbClr val="231F20"/>
                </a:solidFill>
                <a:latin typeface="Arial"/>
                <a:ea typeface="Arial"/>
                <a:cs typeface="Arial"/>
              </a:defRPr>
            </a:lvl4pPr>
            <a:lvl5pPr algn="ctr">
              <a:defRPr sz="1440" b="0">
                <a:solidFill>
                  <a:srgbClr val="231F20"/>
                </a:solidFill>
                <a:latin typeface="Arial"/>
                <a:ea typeface="Arial"/>
                <a:cs typeface="Arial"/>
              </a:defRPr>
            </a:lvl5pPr>
            <a:lvl6pPr algn="ctr">
              <a:defRPr sz="1440" b="0">
                <a:solidFill>
                  <a:srgbClr val="231F20"/>
                </a:solidFill>
                <a:latin typeface="Arial"/>
                <a:ea typeface="Arial"/>
                <a:cs typeface="Arial"/>
              </a:defRPr>
            </a:lvl6pPr>
            <a:lvl7pPr algn="ctr">
              <a:defRPr sz="1440" b="0">
                <a:solidFill>
                  <a:srgbClr val="231F20"/>
                </a:solidFill>
                <a:latin typeface="Arial"/>
                <a:ea typeface="Arial"/>
                <a:cs typeface="Arial"/>
              </a:defRPr>
            </a:lvl7pPr>
            <a:lvl8pPr algn="ctr">
              <a:defRPr sz="1440" b="0">
                <a:solidFill>
                  <a:srgbClr val="231F20"/>
                </a:solidFill>
                <a:latin typeface="Arial"/>
                <a:ea typeface="Arial"/>
                <a:cs typeface="Arial"/>
              </a:defRPr>
            </a:lvl8pPr>
            <a:lvl9pPr algn="ctr">
              <a:defRPr sz="1440" b="0">
                <a:solidFill>
                  <a:srgbClr val="231F20"/>
                </a:solidFill>
                <a:latin typeface="Arial"/>
                <a:ea typeface="Arial"/>
                <a:cs typeface="Arial"/>
              </a:defRPr>
            </a:lvl9pPr>
          </a:lstStyle>
          <a:p xmlns:a="http://schemas.openxmlformats.org/drawingml/2006/main">
            <a:pPr algn="ctr">
              <a:defRPr sz="1440" b="0">
                <a:solidFill>
                  <a:srgbClr val="231F20"/>
                </a:solidFill>
                <a:latin typeface="Arial"/>
                <a:ea typeface="Arial"/>
                <a:cs typeface="Arial"/>
              </a:defRPr>
            </a:pPr>
            <a:r>
              <a:rPr sz="1440" b="0">
                <a:solidFill>
                  <a:srgbClr val="231F20"/>
                </a:solidFill>
                <a:latin typeface="Arial"/>
                <a:ea typeface="Arial"/>
                <a:cs typeface="Arial"/>
              </a:rPr>
              <a:t>A2</a:t>
            </a:r>
          </a:p>
        </p:txBody>
      </p:sp>
      <p:sp>
        <p:nvSpPr>
          <p:cNvPr id="23" name="text-197">
            <a:extLst xmlns:a="http://schemas.openxmlformats.org/drawingml/2006/main">
              <a:ext uri="{FF2B5EF4-FFF2-40B4-BE49-F238E27FC236}">
                <a16:creationId xmlns:a16="http://schemas.microsoft.com/office/drawing/2014/main" id="{1A4808EB-E1F1-41DB-B9FA-68872D7DCF00}"/>
              </a:ext>
            </a:extLst>
          </p:cNvPr>
          <p:cNvSpPr>
            <a:spLocks xmlns:a="http://schemas.openxmlformats.org/drawingml/2006/main" noGrp="1"/>
          </p:cNvSpPr>
          <p:nvPr/>
        </p:nvSpPr>
        <p:spPr>
          <a:xfrm xmlns:a="http://schemas.openxmlformats.org/drawingml/2006/main">
            <a:off x="6164580" y="2842260"/>
            <a:ext cx="123444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1</a:t>
            </a:r>
          </a:p>
        </p:txBody>
      </p:sp>
      <p:sp>
        <p:nvSpPr>
          <p:cNvPr id="24" name="block-198">
            <a:extLst xmlns:a="http://schemas.openxmlformats.org/drawingml/2006/main">
              <a:ext uri="{FF2B5EF4-FFF2-40B4-BE49-F238E27FC236}">
                <a16:creationId xmlns:a16="http://schemas.microsoft.com/office/drawing/2014/main" id="{6685C1D6-4CD5-4DF8-9933-819C40FFC109}"/>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solidFill xmlns:a="http://schemas.openxmlformats.org/drawingml/2006/main">
            <a:srgbClr val="FFFFFF"/>
          </a:solidFill>
          <a:ln xmlns:a="http://schemas.openxmlformats.org/drawingml/2006/main" w="12573">
            <a:solidFill>
              <a:srgbClr val="231F20"/>
            </a:solidFill>
          </a:ln>
        </p:spPr>
      </p:sp>
      <p:sp>
        <p:nvSpPr>
          <p:cNvPr id="25" name="text-199">
            <a:extLst xmlns:a="http://schemas.openxmlformats.org/drawingml/2006/main">
              <a:ext uri="{FF2B5EF4-FFF2-40B4-BE49-F238E27FC236}">
                <a16:creationId xmlns:a16="http://schemas.microsoft.com/office/drawing/2014/main" id="{95A3B54B-9F6D-4D91-951D-6649B2EBB8DB}"/>
              </a:ext>
            </a:extLst>
          </p:cNvPr>
          <p:cNvSpPr>
            <a:spLocks xmlns:a="http://schemas.openxmlformats.org/drawingml/2006/main" noGrp="1"/>
          </p:cNvSpPr>
          <p:nvPr/>
        </p:nvSpPr>
        <p:spPr>
          <a:xfrm xmlns:a="http://schemas.openxmlformats.org/drawingml/2006/main">
            <a:off x="7399020" y="2602230"/>
            <a:ext cx="708660" cy="2400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40" b="0">
                <a:solidFill>
                  <a:srgbClr val="231F20"/>
                </a:solidFill>
                <a:latin typeface="Yu Gothic"/>
                <a:ea typeface="Yu Gothic"/>
                <a:cs typeface="Yu Gothic"/>
              </a:defRPr>
            </a:defPPr>
            <a:lvl1pPr algn="ctr">
              <a:defRPr sz="1440" b="0">
                <a:solidFill>
                  <a:srgbClr val="231F20"/>
                </a:solidFill>
                <a:latin typeface="Yu Gothic"/>
                <a:ea typeface="Yu Gothic"/>
                <a:cs typeface="Yu Gothic"/>
              </a:defRPr>
            </a:lvl1pPr>
            <a:lvl2pPr algn="ctr">
              <a:defRPr sz="1440" b="0">
                <a:solidFill>
                  <a:srgbClr val="231F20"/>
                </a:solidFill>
                <a:latin typeface="Yu Gothic"/>
                <a:ea typeface="Yu Gothic"/>
                <a:cs typeface="Yu Gothic"/>
              </a:defRPr>
            </a:lvl2pPr>
            <a:lvl3pPr algn="ctr">
              <a:defRPr sz="1440" b="0">
                <a:solidFill>
                  <a:srgbClr val="231F20"/>
                </a:solidFill>
                <a:latin typeface="Yu Gothic"/>
                <a:ea typeface="Yu Gothic"/>
                <a:cs typeface="Yu Gothic"/>
              </a:defRPr>
            </a:lvl3pPr>
            <a:lvl4pPr algn="ctr">
              <a:defRPr sz="1440" b="0">
                <a:solidFill>
                  <a:srgbClr val="231F20"/>
                </a:solidFill>
                <a:latin typeface="Yu Gothic"/>
                <a:ea typeface="Yu Gothic"/>
                <a:cs typeface="Yu Gothic"/>
              </a:defRPr>
            </a:lvl4pPr>
            <a:lvl5pPr algn="ctr">
              <a:defRPr sz="1440" b="0">
                <a:solidFill>
                  <a:srgbClr val="231F20"/>
                </a:solidFill>
                <a:latin typeface="Yu Gothic"/>
                <a:ea typeface="Yu Gothic"/>
                <a:cs typeface="Yu Gothic"/>
              </a:defRPr>
            </a:lvl5pPr>
            <a:lvl6pPr algn="ctr">
              <a:defRPr sz="1440" b="0">
                <a:solidFill>
                  <a:srgbClr val="231F20"/>
                </a:solidFill>
                <a:latin typeface="Yu Gothic"/>
                <a:ea typeface="Yu Gothic"/>
                <a:cs typeface="Yu Gothic"/>
              </a:defRPr>
            </a:lvl6pPr>
            <a:lvl7pPr algn="ctr">
              <a:defRPr sz="1440" b="0">
                <a:solidFill>
                  <a:srgbClr val="231F20"/>
                </a:solidFill>
                <a:latin typeface="Yu Gothic"/>
                <a:ea typeface="Yu Gothic"/>
                <a:cs typeface="Yu Gothic"/>
              </a:defRPr>
            </a:lvl7pPr>
            <a:lvl8pPr algn="ctr">
              <a:defRPr sz="1440" b="0">
                <a:solidFill>
                  <a:srgbClr val="231F20"/>
                </a:solidFill>
                <a:latin typeface="Yu Gothic"/>
                <a:ea typeface="Yu Gothic"/>
                <a:cs typeface="Yu Gothic"/>
              </a:defRPr>
            </a:lvl8pPr>
            <a:lvl9pPr algn="ctr">
              <a:defRPr sz="1440" b="0">
                <a:solidFill>
                  <a:srgbClr val="231F20"/>
                </a:solidFill>
                <a:latin typeface="Yu Gothic"/>
                <a:ea typeface="Yu Gothic"/>
                <a:cs typeface="Yu Gothic"/>
              </a:defRPr>
            </a:lvl9pPr>
          </a:lstStyle>
          <a:p xmlns:a="http://schemas.openxmlformats.org/drawingml/2006/main">
            <a:pPr algn="ctr">
              <a:defRPr sz="1440" b="0">
                <a:solidFill>
                  <a:srgbClr val="231F20"/>
                </a:solidFill>
                <a:latin typeface="Yu Gothic"/>
                <a:ea typeface="Yu Gothic"/>
                <a:cs typeface="Yu Gothic"/>
              </a:defRPr>
            </a:pPr>
            <a:r>
              <a:rPr sz="1440" b="0">
                <a:solidFill>
                  <a:srgbClr val="231F20"/>
                </a:solidFill>
                <a:latin typeface="Yu Gothic"/>
                <a:ea typeface="Yu Gothic"/>
                <a:cs typeface="Yu Gothic"/>
              </a:rPr>
              <a:t>操作</a:t>
            </a:r>
          </a:p>
        </p:txBody>
      </p:sp>
      <p:sp>
        <p:nvSpPr>
          <p:cNvPr id="26" name="text-200">
            <a:extLst xmlns:a="http://schemas.openxmlformats.org/drawingml/2006/main">
              <a:ext uri="{FF2B5EF4-FFF2-40B4-BE49-F238E27FC236}">
                <a16:creationId xmlns:a16="http://schemas.microsoft.com/office/drawing/2014/main" id="{4A78FD35-1D1D-4A04-92AB-9F5090BD7999}"/>
              </a:ext>
            </a:extLst>
          </p:cNvPr>
          <p:cNvSpPr>
            <a:spLocks xmlns:a="http://schemas.openxmlformats.org/drawingml/2006/main" noGrp="1"/>
          </p:cNvSpPr>
          <p:nvPr/>
        </p:nvSpPr>
        <p:spPr>
          <a:xfrm xmlns:a="http://schemas.openxmlformats.org/drawingml/2006/main">
            <a:off x="7399020" y="2842260"/>
            <a:ext cx="70866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0">
                <a:solidFill>
                  <a:srgbClr val="231F20"/>
                </a:solidFill>
                <a:latin typeface="Arial"/>
                <a:ea typeface="Arial"/>
                <a:cs typeface="Arial"/>
              </a:defRPr>
            </a:defPPr>
            <a:lvl1pPr algn="ctr">
              <a:defRPr sz="1530" b="0">
                <a:solidFill>
                  <a:srgbClr val="231F20"/>
                </a:solidFill>
                <a:latin typeface="Arial"/>
                <a:ea typeface="Arial"/>
                <a:cs typeface="Arial"/>
              </a:defRPr>
            </a:lvl1pPr>
            <a:lvl2pPr algn="ctr">
              <a:defRPr sz="1530" b="0">
                <a:solidFill>
                  <a:srgbClr val="231F20"/>
                </a:solidFill>
                <a:latin typeface="Arial"/>
                <a:ea typeface="Arial"/>
                <a:cs typeface="Arial"/>
              </a:defRPr>
            </a:lvl2pPr>
            <a:lvl3pPr algn="ctr">
              <a:defRPr sz="1530" b="0">
                <a:solidFill>
                  <a:srgbClr val="231F20"/>
                </a:solidFill>
                <a:latin typeface="Arial"/>
                <a:ea typeface="Arial"/>
                <a:cs typeface="Arial"/>
              </a:defRPr>
            </a:lvl3pPr>
            <a:lvl4pPr algn="ctr">
              <a:defRPr sz="1530" b="0">
                <a:solidFill>
                  <a:srgbClr val="231F20"/>
                </a:solidFill>
                <a:latin typeface="Arial"/>
                <a:ea typeface="Arial"/>
                <a:cs typeface="Arial"/>
              </a:defRPr>
            </a:lvl4pPr>
            <a:lvl5pPr algn="ctr">
              <a:defRPr sz="1530" b="0">
                <a:solidFill>
                  <a:srgbClr val="231F20"/>
                </a:solidFill>
                <a:latin typeface="Arial"/>
                <a:ea typeface="Arial"/>
                <a:cs typeface="Arial"/>
              </a:defRPr>
            </a:lvl5pPr>
            <a:lvl6pPr algn="ctr">
              <a:defRPr sz="1530" b="0">
                <a:solidFill>
                  <a:srgbClr val="231F20"/>
                </a:solidFill>
                <a:latin typeface="Arial"/>
                <a:ea typeface="Arial"/>
                <a:cs typeface="Arial"/>
              </a:defRPr>
            </a:lvl6pPr>
            <a:lvl7pPr algn="ctr">
              <a:defRPr sz="1530" b="0">
                <a:solidFill>
                  <a:srgbClr val="231F20"/>
                </a:solidFill>
                <a:latin typeface="Arial"/>
                <a:ea typeface="Arial"/>
                <a:cs typeface="Arial"/>
              </a:defRPr>
            </a:lvl7pPr>
            <a:lvl8pPr algn="ctr">
              <a:defRPr sz="1530" b="0">
                <a:solidFill>
                  <a:srgbClr val="231F20"/>
                </a:solidFill>
                <a:latin typeface="Arial"/>
                <a:ea typeface="Arial"/>
                <a:cs typeface="Arial"/>
              </a:defRPr>
            </a:lvl8pPr>
            <a:lvl9pPr algn="ctr">
              <a:defRPr sz="1530" b="0">
                <a:solidFill>
                  <a:srgbClr val="231F20"/>
                </a:solidFill>
                <a:latin typeface="Arial"/>
                <a:ea typeface="Arial"/>
                <a:cs typeface="Arial"/>
              </a:defRPr>
            </a:lvl9pPr>
          </a:lstStyle>
          <a:p xmlns:a="http://schemas.openxmlformats.org/drawingml/2006/main">
            <a:pPr algn="ctr">
              <a:defRPr sz="1530" b="0">
                <a:solidFill>
                  <a:srgbClr val="231F20"/>
                </a:solidFill>
                <a:latin typeface="Arial"/>
                <a:ea typeface="Arial"/>
                <a:cs typeface="Arial"/>
              </a:defRPr>
            </a:pPr>
            <a:r>
              <a:rPr sz="1530" b="0">
                <a:solidFill>
                  <a:srgbClr val="231F20"/>
                </a:solidFill>
                <a:latin typeface="Arial"/>
                <a:ea typeface="Arial"/>
                <a:cs typeface="Arial"/>
              </a:rPr>
              <a:t>sw</a:t>
            </a:r>
          </a:p>
        </p:txBody>
      </p:sp>
      <p:sp>
        <p:nvSpPr>
          <p:cNvPr id="27" name="board-stable-pc">
            <a:extLst xmlns:a="http://schemas.openxmlformats.org/drawingml/2006/main">
              <a:ext uri="{FF2B5EF4-FFF2-40B4-BE49-F238E27FC236}">
                <a16:creationId xmlns:a16="http://schemas.microsoft.com/office/drawing/2014/main" id="{C5F0354E-7632-441E-A220-F8467D39C884}"/>
              </a:ext>
            </a:extLst>
          </p:cNvPr>
          <p:cNvSpPr>
            <a:spLocks xmlns:a="http://schemas.openxmlformats.org/drawingml/2006/main" noGrp="1"/>
          </p:cNvSpPr>
          <p:nvPr/>
        </p:nvSpPr>
        <p:spPr>
          <a:xfrm xmlns:a="http://schemas.openxmlformats.org/drawingml/2006/main">
            <a:off x="1055370" y="3950970"/>
            <a:ext cx="377190" cy="7543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28" name="text-202">
            <a:extLst xmlns:a="http://schemas.openxmlformats.org/drawingml/2006/main">
              <a:ext uri="{FF2B5EF4-FFF2-40B4-BE49-F238E27FC236}">
                <a16:creationId xmlns:a16="http://schemas.microsoft.com/office/drawing/2014/main" id="{82CEE0E4-4595-411D-A8FF-7AA8E0560A89}"/>
              </a:ext>
            </a:extLst>
          </p:cNvPr>
          <p:cNvSpPr>
            <a:spLocks xmlns:a="http://schemas.openxmlformats.org/drawingml/2006/main" noGrp="1"/>
          </p:cNvSpPr>
          <p:nvPr/>
        </p:nvSpPr>
        <p:spPr>
          <a:xfrm xmlns:a="http://schemas.openxmlformats.org/drawingml/2006/main">
            <a:off x="1101090" y="4168140"/>
            <a:ext cx="29718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70" b="0">
                <a:solidFill>
                  <a:srgbClr val="231F20"/>
                </a:solidFill>
                <a:latin typeface="Arial"/>
                <a:ea typeface="Arial"/>
                <a:cs typeface="Arial"/>
              </a:defRPr>
            </a:defPPr>
            <a:lvl1pPr algn="ctr">
              <a:defRPr sz="1170" b="0">
                <a:solidFill>
                  <a:srgbClr val="231F20"/>
                </a:solidFill>
                <a:latin typeface="Arial"/>
                <a:ea typeface="Arial"/>
                <a:cs typeface="Arial"/>
              </a:defRPr>
            </a:lvl1pPr>
            <a:lvl2pPr algn="ctr">
              <a:defRPr sz="1170" b="0">
                <a:solidFill>
                  <a:srgbClr val="231F20"/>
                </a:solidFill>
                <a:latin typeface="Arial"/>
                <a:ea typeface="Arial"/>
                <a:cs typeface="Arial"/>
              </a:defRPr>
            </a:lvl2pPr>
            <a:lvl3pPr algn="ctr">
              <a:defRPr sz="1170" b="0">
                <a:solidFill>
                  <a:srgbClr val="231F20"/>
                </a:solidFill>
                <a:latin typeface="Arial"/>
                <a:ea typeface="Arial"/>
                <a:cs typeface="Arial"/>
              </a:defRPr>
            </a:lvl3pPr>
            <a:lvl4pPr algn="ctr">
              <a:defRPr sz="1170" b="0">
                <a:solidFill>
                  <a:srgbClr val="231F20"/>
                </a:solidFill>
                <a:latin typeface="Arial"/>
                <a:ea typeface="Arial"/>
                <a:cs typeface="Arial"/>
              </a:defRPr>
            </a:lvl4pPr>
            <a:lvl5pPr algn="ctr">
              <a:defRPr sz="1170" b="0">
                <a:solidFill>
                  <a:srgbClr val="231F20"/>
                </a:solidFill>
                <a:latin typeface="Arial"/>
                <a:ea typeface="Arial"/>
                <a:cs typeface="Arial"/>
              </a:defRPr>
            </a:lvl5pPr>
            <a:lvl6pPr algn="ctr">
              <a:defRPr sz="1170" b="0">
                <a:solidFill>
                  <a:srgbClr val="231F20"/>
                </a:solidFill>
                <a:latin typeface="Arial"/>
                <a:ea typeface="Arial"/>
                <a:cs typeface="Arial"/>
              </a:defRPr>
            </a:lvl6pPr>
            <a:lvl7pPr algn="ctr">
              <a:defRPr sz="1170" b="0">
                <a:solidFill>
                  <a:srgbClr val="231F20"/>
                </a:solidFill>
                <a:latin typeface="Arial"/>
                <a:ea typeface="Arial"/>
                <a:cs typeface="Arial"/>
              </a:defRPr>
            </a:lvl7pPr>
            <a:lvl8pPr algn="ctr">
              <a:defRPr sz="1170" b="0">
                <a:solidFill>
                  <a:srgbClr val="231F20"/>
                </a:solidFill>
                <a:latin typeface="Arial"/>
                <a:ea typeface="Arial"/>
                <a:cs typeface="Arial"/>
              </a:defRPr>
            </a:lvl8pPr>
            <a:lvl9pPr algn="ctr">
              <a:defRPr sz="1170" b="0">
                <a:solidFill>
                  <a:srgbClr val="231F20"/>
                </a:solidFill>
                <a:latin typeface="Arial"/>
                <a:ea typeface="Arial"/>
                <a:cs typeface="Arial"/>
              </a:defRPr>
            </a:lvl9pPr>
          </a:lstStyle>
          <a:p xmlns:a="http://schemas.openxmlformats.org/drawingml/2006/main">
            <a:pPr algn="ctr">
              <a:defRPr sz="1170" b="0">
                <a:solidFill>
                  <a:srgbClr val="231F20"/>
                </a:solidFill>
                <a:latin typeface="Arial"/>
                <a:ea typeface="Arial"/>
                <a:cs typeface="Arial"/>
              </a:defRPr>
            </a:pPr>
            <a:r>
              <a:rPr sz="1170" b="0">
                <a:solidFill>
                  <a:srgbClr val="231F20"/>
                </a:solidFill>
                <a:latin typeface="Arial"/>
                <a:ea typeface="Arial"/>
                <a:cs typeface="Arial"/>
              </a:rPr>
              <a:t>D Q</a:t>
            </a:r>
          </a:p>
        </p:txBody>
      </p:sp>
      <p:sp>
        <p:nvSpPr>
          <p:cNvPr id="29" name="circuit-203">
            <a:extLst xmlns:a="http://schemas.openxmlformats.org/drawingml/2006/main">
              <a:ext uri="{FF2B5EF4-FFF2-40B4-BE49-F238E27FC236}">
                <a16:creationId xmlns:a16="http://schemas.microsoft.com/office/drawing/2014/main" id="{CFFF007C-E2A4-4280-8600-D297981E0278}"/>
              </a:ext>
            </a:extLst>
          </p:cNvPr>
          <p:cNvSpPr>
            <a:spLocks xmlns:a="http://schemas.openxmlformats.org/drawingml/2006/main" noGrp="1"/>
          </p:cNvSpPr>
          <p:nvPr/>
        </p:nvSpPr>
        <p:spPr>
          <a:xfrm xmlns:a="http://schemas.openxmlformats.org/drawingml/2006/main">
            <a:off x="1135380" y="3950970"/>
            <a:ext cx="205740" cy="114300"/>
          </a:xfrm>
          <a:custGeom xmlns:a="http://schemas.openxmlformats.org/drawingml/2006/main">
            <a:pathLst>
              <a:path w="205740" h="114300">
                <a:moveTo>
                  <a:pt x="0" y="0"/>
                </a:moveTo>
                <a:lnTo>
                  <a:pt x="102870" y="114300"/>
                </a:lnTo>
                <a:lnTo>
                  <a:pt x="205740" y="0"/>
                </a:lnTo>
                <a:close/>
              </a:path>
            </a:pathLst>
          </a:custGeom>
          <a:noFill xmlns:a="http://schemas.openxmlformats.org/drawingml/2006/main"/>
          <a:ln xmlns:a="http://schemas.openxmlformats.org/drawingml/2006/main" w="25146">
            <a:solidFill>
              <a:srgbClr val="231F20"/>
            </a:solidFill>
          </a:ln>
        </p:spPr>
      </p:sp>
      <p:sp>
        <p:nvSpPr>
          <p:cNvPr id="30" name="wire-204">
            <a:extLst xmlns:a="http://schemas.openxmlformats.org/drawingml/2006/main">
              <a:ext uri="{FF2B5EF4-FFF2-40B4-BE49-F238E27FC236}">
                <a16:creationId xmlns:a16="http://schemas.microsoft.com/office/drawing/2014/main" id="{E54C2A23-26C7-4285-93C3-E4C59F166BE3}"/>
              </a:ext>
            </a:extLst>
          </p:cNvPr>
          <p:cNvSpPr>
            <a:spLocks xmlns:a="http://schemas.openxmlformats.org/drawingml/2006/main" noGrp="1"/>
          </p:cNvSpPr>
          <p:nvPr/>
        </p:nvSpPr>
        <p:spPr>
          <a:xfrm xmlns:a="http://schemas.openxmlformats.org/drawingml/2006/main">
            <a:off x="1238250" y="3779520"/>
            <a:ext cx="9525" cy="171450"/>
          </a:xfrm>
          <a:custGeom xmlns:a="http://schemas.openxmlformats.org/drawingml/2006/main">
            <a:pathLst>
              <a:path w="9525" h="171450">
                <a:moveTo>
                  <a:pt x="0" y="0"/>
                </a:moveTo>
                <a:lnTo>
                  <a:pt x="0" y="171450"/>
                </a:lnTo>
              </a:path>
            </a:pathLst>
          </a:custGeom>
          <a:noFill xmlns:a="http://schemas.openxmlformats.org/drawingml/2006/main"/>
          <a:ln xmlns:a="http://schemas.openxmlformats.org/drawingml/2006/main" w="13716">
            <a:solidFill>
              <a:srgbClr val="231F20"/>
            </a:solidFill>
          </a:ln>
        </p:spPr>
      </p:sp>
      <p:sp>
        <p:nvSpPr>
          <p:cNvPr id="31" name="text-205">
            <a:extLst xmlns:a="http://schemas.openxmlformats.org/drawingml/2006/main">
              <a:ext uri="{FF2B5EF4-FFF2-40B4-BE49-F238E27FC236}">
                <a16:creationId xmlns:a16="http://schemas.microsoft.com/office/drawing/2014/main" id="{AB700AA5-E3A5-4C46-BE93-876F6B8F9F2E}"/>
              </a:ext>
            </a:extLst>
          </p:cNvPr>
          <p:cNvSpPr>
            <a:spLocks xmlns:a="http://schemas.openxmlformats.org/drawingml/2006/main" noGrp="1"/>
          </p:cNvSpPr>
          <p:nvPr/>
        </p:nvSpPr>
        <p:spPr>
          <a:xfrm xmlns:a="http://schemas.openxmlformats.org/drawingml/2006/main">
            <a:off x="1009650" y="3505200"/>
            <a:ext cx="514350" cy="2628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clk</a:t>
            </a:r>
          </a:p>
        </p:txBody>
      </p:sp>
      <p:sp>
        <p:nvSpPr>
          <p:cNvPr id="32" name="text-206">
            <a:extLst xmlns:a="http://schemas.openxmlformats.org/drawingml/2006/main">
              <a:ext uri="{FF2B5EF4-FFF2-40B4-BE49-F238E27FC236}">
                <a16:creationId xmlns:a16="http://schemas.microsoft.com/office/drawing/2014/main" id="{74BF7425-6301-4246-8A3D-D8440F23B568}"/>
              </a:ext>
            </a:extLst>
          </p:cNvPr>
          <p:cNvSpPr>
            <a:spLocks xmlns:a="http://schemas.openxmlformats.org/drawingml/2006/main" noGrp="1"/>
          </p:cNvSpPr>
          <p:nvPr/>
        </p:nvSpPr>
        <p:spPr>
          <a:xfrm xmlns:a="http://schemas.openxmlformats.org/drawingml/2006/main">
            <a:off x="986790" y="4739640"/>
            <a:ext cx="59436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231F20"/>
                </a:solidFill>
                <a:latin typeface="Arial"/>
                <a:ea typeface="Arial"/>
                <a:cs typeface="Arial"/>
              </a:defRPr>
            </a:defPPr>
            <a:lvl1pPr algn="ctr">
              <a:defRPr sz="2070" b="1">
                <a:solidFill>
                  <a:srgbClr val="231F20"/>
                </a:solidFill>
                <a:latin typeface="Arial"/>
                <a:ea typeface="Arial"/>
                <a:cs typeface="Arial"/>
              </a:defRPr>
            </a:lvl1pPr>
            <a:lvl2pPr algn="ctr">
              <a:defRPr sz="2070" b="1">
                <a:solidFill>
                  <a:srgbClr val="231F20"/>
                </a:solidFill>
                <a:latin typeface="Arial"/>
                <a:ea typeface="Arial"/>
                <a:cs typeface="Arial"/>
              </a:defRPr>
            </a:lvl2pPr>
            <a:lvl3pPr algn="ctr">
              <a:defRPr sz="2070" b="1">
                <a:solidFill>
                  <a:srgbClr val="231F20"/>
                </a:solidFill>
                <a:latin typeface="Arial"/>
                <a:ea typeface="Arial"/>
                <a:cs typeface="Arial"/>
              </a:defRPr>
            </a:lvl3pPr>
            <a:lvl4pPr algn="ctr">
              <a:defRPr sz="2070" b="1">
                <a:solidFill>
                  <a:srgbClr val="231F20"/>
                </a:solidFill>
                <a:latin typeface="Arial"/>
                <a:ea typeface="Arial"/>
                <a:cs typeface="Arial"/>
              </a:defRPr>
            </a:lvl4pPr>
            <a:lvl5pPr algn="ctr">
              <a:defRPr sz="2070" b="1">
                <a:solidFill>
                  <a:srgbClr val="231F20"/>
                </a:solidFill>
                <a:latin typeface="Arial"/>
                <a:ea typeface="Arial"/>
                <a:cs typeface="Arial"/>
              </a:defRPr>
            </a:lvl5pPr>
            <a:lvl6pPr algn="ctr">
              <a:defRPr sz="2070" b="1">
                <a:solidFill>
                  <a:srgbClr val="231F20"/>
                </a:solidFill>
                <a:latin typeface="Arial"/>
                <a:ea typeface="Arial"/>
                <a:cs typeface="Arial"/>
              </a:defRPr>
            </a:lvl6pPr>
            <a:lvl7pPr algn="ctr">
              <a:defRPr sz="2070" b="1">
                <a:solidFill>
                  <a:srgbClr val="231F20"/>
                </a:solidFill>
                <a:latin typeface="Arial"/>
                <a:ea typeface="Arial"/>
                <a:cs typeface="Arial"/>
              </a:defRPr>
            </a:lvl7pPr>
            <a:lvl8pPr algn="ctr">
              <a:defRPr sz="2070" b="1">
                <a:solidFill>
                  <a:srgbClr val="231F20"/>
                </a:solidFill>
                <a:latin typeface="Arial"/>
                <a:ea typeface="Arial"/>
                <a:cs typeface="Arial"/>
              </a:defRPr>
            </a:lvl8pPr>
            <a:lvl9pPr algn="ctr">
              <a:defRPr sz="2070" b="1">
                <a:solidFill>
                  <a:srgbClr val="231F20"/>
                </a:solidFill>
                <a:latin typeface="Arial"/>
                <a:ea typeface="Arial"/>
                <a:cs typeface="Arial"/>
              </a:defRPr>
            </a:lvl9pPr>
          </a:lstStyle>
          <a:p xmlns:a="http://schemas.openxmlformats.org/drawingml/2006/main">
            <a:pPr algn="ctr">
              <a:defRPr sz="2070" b="1">
                <a:solidFill>
                  <a:srgbClr val="231F20"/>
                </a:solidFill>
                <a:latin typeface="Arial"/>
                <a:ea typeface="Arial"/>
                <a:cs typeface="Arial"/>
              </a:defRPr>
            </a:pPr>
            <a:r>
              <a:rPr sz="2070" b="1">
                <a:solidFill>
                  <a:srgbClr val="231F20"/>
                </a:solidFill>
                <a:latin typeface="Arial"/>
                <a:ea typeface="Arial"/>
                <a:cs typeface="Arial"/>
              </a:rPr>
              <a:t>PC</a:t>
            </a:r>
          </a:p>
        </p:txBody>
      </p:sp>
      <p:sp>
        <p:nvSpPr>
          <p:cNvPr id="33" name="wire-207">
            <a:extLst xmlns:a="http://schemas.openxmlformats.org/drawingml/2006/main">
              <a:ext uri="{FF2B5EF4-FFF2-40B4-BE49-F238E27FC236}">
                <a16:creationId xmlns:a16="http://schemas.microsoft.com/office/drawing/2014/main" id="{A1115551-7BEE-40A6-9EC7-3917D34ABC3B}"/>
              </a:ext>
            </a:extLst>
          </p:cNvPr>
          <p:cNvSpPr>
            <a:spLocks xmlns:a="http://schemas.openxmlformats.org/drawingml/2006/main" noGrp="1"/>
          </p:cNvSpPr>
          <p:nvPr/>
        </p:nvSpPr>
        <p:spPr>
          <a:xfrm xmlns:a="http://schemas.openxmlformats.org/drawingml/2006/main">
            <a:off x="1432560" y="4293870"/>
            <a:ext cx="331470" cy="9525"/>
          </a:xfrm>
          <a:custGeom xmlns:a="http://schemas.openxmlformats.org/drawingml/2006/main">
            <a:pathLst>
              <a:path w="331470" h="9525">
                <a:moveTo>
                  <a:pt x="0" y="0"/>
                </a:moveTo>
                <a:lnTo>
                  <a:pt x="331470" y="0"/>
                </a:lnTo>
              </a:path>
            </a:pathLst>
          </a:custGeom>
          <a:noFill xmlns:a="http://schemas.openxmlformats.org/drawingml/2006/main"/>
          <a:ln xmlns:a="http://schemas.openxmlformats.org/drawingml/2006/main" w="28575">
            <a:solidFill>
              <a:srgbClr val="1572C3"/>
            </a:solidFill>
          </a:ln>
        </p:spPr>
      </p:sp>
      <p:sp>
        <p:nvSpPr>
          <p:cNvPr id="34" name="circuit-208">
            <a:extLst xmlns:a="http://schemas.openxmlformats.org/drawingml/2006/main">
              <a:ext uri="{FF2B5EF4-FFF2-40B4-BE49-F238E27FC236}">
                <a16:creationId xmlns:a16="http://schemas.microsoft.com/office/drawing/2014/main" id="{287A3350-913C-48DE-AFE1-934D47A9E5F8}"/>
              </a:ext>
            </a:extLst>
          </p:cNvPr>
          <p:cNvSpPr>
            <a:spLocks xmlns:a="http://schemas.openxmlformats.org/drawingml/2006/main" noGrp="1"/>
          </p:cNvSpPr>
          <p:nvPr/>
        </p:nvSpPr>
        <p:spPr>
          <a:xfrm xmlns:a="http://schemas.openxmlformats.org/drawingml/2006/main">
            <a:off x="1687830" y="4262437"/>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5" name="text-209">
            <a:extLst xmlns:a="http://schemas.openxmlformats.org/drawingml/2006/main">
              <a:ext uri="{FF2B5EF4-FFF2-40B4-BE49-F238E27FC236}">
                <a16:creationId xmlns:a16="http://schemas.microsoft.com/office/drawing/2014/main" id="{FA0A8C04-EC26-4799-83E2-BD79DA883935}"/>
              </a:ext>
            </a:extLst>
          </p:cNvPr>
          <p:cNvSpPr>
            <a:spLocks xmlns:a="http://schemas.openxmlformats.org/drawingml/2006/main" noGrp="1"/>
          </p:cNvSpPr>
          <p:nvPr/>
        </p:nvSpPr>
        <p:spPr>
          <a:xfrm xmlns:a="http://schemas.openxmlformats.org/drawingml/2006/main">
            <a:off x="1409700" y="4396740"/>
            <a:ext cx="41148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1572C3"/>
                </a:solidFill>
                <a:latin typeface="Arial"/>
                <a:ea typeface="Arial"/>
                <a:cs typeface="Arial"/>
              </a:defRPr>
            </a:defPPr>
            <a:lvl1pPr algn="ctr">
              <a:defRPr sz="1980" b="1">
                <a:solidFill>
                  <a:srgbClr val="1572C3"/>
                </a:solidFill>
                <a:latin typeface="Arial"/>
                <a:ea typeface="Arial"/>
                <a:cs typeface="Arial"/>
              </a:defRPr>
            </a:lvl1pPr>
            <a:lvl2pPr algn="ctr">
              <a:defRPr sz="1980" b="1">
                <a:solidFill>
                  <a:srgbClr val="1572C3"/>
                </a:solidFill>
                <a:latin typeface="Arial"/>
                <a:ea typeface="Arial"/>
                <a:cs typeface="Arial"/>
              </a:defRPr>
            </a:lvl2pPr>
            <a:lvl3pPr algn="ctr">
              <a:defRPr sz="1980" b="1">
                <a:solidFill>
                  <a:srgbClr val="1572C3"/>
                </a:solidFill>
                <a:latin typeface="Arial"/>
                <a:ea typeface="Arial"/>
                <a:cs typeface="Arial"/>
              </a:defRPr>
            </a:lvl3pPr>
            <a:lvl4pPr algn="ctr">
              <a:defRPr sz="1980" b="1">
                <a:solidFill>
                  <a:srgbClr val="1572C3"/>
                </a:solidFill>
                <a:latin typeface="Arial"/>
                <a:ea typeface="Arial"/>
                <a:cs typeface="Arial"/>
              </a:defRPr>
            </a:lvl4pPr>
            <a:lvl5pPr algn="ctr">
              <a:defRPr sz="1980" b="1">
                <a:solidFill>
                  <a:srgbClr val="1572C3"/>
                </a:solidFill>
                <a:latin typeface="Arial"/>
                <a:ea typeface="Arial"/>
                <a:cs typeface="Arial"/>
              </a:defRPr>
            </a:lvl5pPr>
            <a:lvl6pPr algn="ctr">
              <a:defRPr sz="1980" b="1">
                <a:solidFill>
                  <a:srgbClr val="1572C3"/>
                </a:solidFill>
                <a:latin typeface="Arial"/>
                <a:ea typeface="Arial"/>
                <a:cs typeface="Arial"/>
              </a:defRPr>
            </a:lvl6pPr>
            <a:lvl7pPr algn="ctr">
              <a:defRPr sz="1980" b="1">
                <a:solidFill>
                  <a:srgbClr val="1572C3"/>
                </a:solidFill>
                <a:latin typeface="Arial"/>
                <a:ea typeface="Arial"/>
                <a:cs typeface="Arial"/>
              </a:defRPr>
            </a:lvl7pPr>
            <a:lvl8pPr algn="ctr">
              <a:defRPr sz="1980" b="1">
                <a:solidFill>
                  <a:srgbClr val="1572C3"/>
                </a:solidFill>
                <a:latin typeface="Arial"/>
                <a:ea typeface="Arial"/>
                <a:cs typeface="Arial"/>
              </a:defRPr>
            </a:lvl8pPr>
            <a:lvl9pPr algn="ctr">
              <a:defRPr sz="1980" b="1">
                <a:solidFill>
                  <a:srgbClr val="1572C3"/>
                </a:solidFill>
                <a:latin typeface="Arial"/>
                <a:ea typeface="Arial"/>
                <a:cs typeface="Arial"/>
              </a:defRPr>
            </a:lvl9pPr>
          </a:lstStyle>
          <a:p xmlns:a="http://schemas.openxmlformats.org/drawingml/2006/main">
            <a:pPr algn="ctr">
              <a:defRPr sz="1980" b="1">
                <a:solidFill>
                  <a:srgbClr val="1572C3"/>
                </a:solidFill>
                <a:latin typeface="Arial"/>
                <a:ea typeface="Arial"/>
                <a:cs typeface="Arial"/>
              </a:defRPr>
            </a:pPr>
            <a:r>
              <a:rPr sz="1980" b="1">
                <a:solidFill>
                  <a:srgbClr val="1572C3"/>
                </a:solidFill>
                <a:latin typeface="Arial"/>
                <a:ea typeface="Arial"/>
                <a:cs typeface="Arial"/>
              </a:rPr>
              <a:t>4</a:t>
            </a:r>
          </a:p>
        </p:txBody>
      </p:sp>
      <p:sp>
        <p:nvSpPr>
          <p:cNvPr id="36" name="board-stable-fetch">
            <a:extLst xmlns:a="http://schemas.openxmlformats.org/drawingml/2006/main">
              <a:ext uri="{FF2B5EF4-FFF2-40B4-BE49-F238E27FC236}">
                <a16:creationId xmlns:a16="http://schemas.microsoft.com/office/drawing/2014/main" id="{284A9A3B-B09B-40A3-8DD1-032D6CAA98A0}"/>
              </a:ext>
            </a:extLst>
          </p:cNvPr>
          <p:cNvSpPr>
            <a:spLocks xmlns:a="http://schemas.openxmlformats.org/drawingml/2006/main" noGrp="1"/>
          </p:cNvSpPr>
          <p:nvPr/>
        </p:nvSpPr>
        <p:spPr>
          <a:xfrm xmlns:a="http://schemas.openxmlformats.org/drawingml/2006/main">
            <a:off x="1764030" y="3676650"/>
            <a:ext cx="1657350" cy="139446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37" name="text-211">
            <a:extLst xmlns:a="http://schemas.openxmlformats.org/drawingml/2006/main">
              <a:ext uri="{FF2B5EF4-FFF2-40B4-BE49-F238E27FC236}">
                <a16:creationId xmlns:a16="http://schemas.microsoft.com/office/drawing/2014/main" id="{5EADBD3E-F91B-4328-8562-940CA3503439}"/>
              </a:ext>
            </a:extLst>
          </p:cNvPr>
          <p:cNvSpPr>
            <a:spLocks xmlns:a="http://schemas.openxmlformats.org/drawingml/2006/main" noGrp="1"/>
          </p:cNvSpPr>
          <p:nvPr/>
        </p:nvSpPr>
        <p:spPr>
          <a:xfrm xmlns:a="http://schemas.openxmlformats.org/drawingml/2006/main">
            <a:off x="1832610" y="3722370"/>
            <a:ext cx="1520190" cy="3314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80" b="1">
                <a:solidFill>
                  <a:srgbClr val="231F20"/>
                </a:solidFill>
                <a:latin typeface="Yu Gothic"/>
                <a:ea typeface="Yu Gothic"/>
                <a:cs typeface="Yu Gothic"/>
              </a:defRPr>
            </a:defPPr>
            <a:lvl1pPr algn="ctr">
              <a:defRPr sz="1980" b="1">
                <a:solidFill>
                  <a:srgbClr val="231F20"/>
                </a:solidFill>
                <a:latin typeface="Yu Gothic"/>
                <a:ea typeface="Yu Gothic"/>
                <a:cs typeface="Yu Gothic"/>
              </a:defRPr>
            </a:lvl1pPr>
            <a:lvl2pPr algn="ctr">
              <a:defRPr sz="1980" b="1">
                <a:solidFill>
                  <a:srgbClr val="231F20"/>
                </a:solidFill>
                <a:latin typeface="Yu Gothic"/>
                <a:ea typeface="Yu Gothic"/>
                <a:cs typeface="Yu Gothic"/>
              </a:defRPr>
            </a:lvl2pPr>
            <a:lvl3pPr algn="ctr">
              <a:defRPr sz="1980" b="1">
                <a:solidFill>
                  <a:srgbClr val="231F20"/>
                </a:solidFill>
                <a:latin typeface="Yu Gothic"/>
                <a:ea typeface="Yu Gothic"/>
                <a:cs typeface="Yu Gothic"/>
              </a:defRPr>
            </a:lvl3pPr>
            <a:lvl4pPr algn="ctr">
              <a:defRPr sz="1980" b="1">
                <a:solidFill>
                  <a:srgbClr val="231F20"/>
                </a:solidFill>
                <a:latin typeface="Yu Gothic"/>
                <a:ea typeface="Yu Gothic"/>
                <a:cs typeface="Yu Gothic"/>
              </a:defRPr>
            </a:lvl4pPr>
            <a:lvl5pPr algn="ctr">
              <a:defRPr sz="1980" b="1">
                <a:solidFill>
                  <a:srgbClr val="231F20"/>
                </a:solidFill>
                <a:latin typeface="Yu Gothic"/>
                <a:ea typeface="Yu Gothic"/>
                <a:cs typeface="Yu Gothic"/>
              </a:defRPr>
            </a:lvl5pPr>
            <a:lvl6pPr algn="ctr">
              <a:defRPr sz="1980" b="1">
                <a:solidFill>
                  <a:srgbClr val="231F20"/>
                </a:solidFill>
                <a:latin typeface="Yu Gothic"/>
                <a:ea typeface="Yu Gothic"/>
                <a:cs typeface="Yu Gothic"/>
              </a:defRPr>
            </a:lvl6pPr>
            <a:lvl7pPr algn="ctr">
              <a:defRPr sz="1980" b="1">
                <a:solidFill>
                  <a:srgbClr val="231F20"/>
                </a:solidFill>
                <a:latin typeface="Yu Gothic"/>
                <a:ea typeface="Yu Gothic"/>
                <a:cs typeface="Yu Gothic"/>
              </a:defRPr>
            </a:lvl7pPr>
            <a:lvl8pPr algn="ctr">
              <a:defRPr sz="1980" b="1">
                <a:solidFill>
                  <a:srgbClr val="231F20"/>
                </a:solidFill>
                <a:latin typeface="Yu Gothic"/>
                <a:ea typeface="Yu Gothic"/>
                <a:cs typeface="Yu Gothic"/>
              </a:defRPr>
            </a:lvl8pPr>
            <a:lvl9pPr algn="ctr">
              <a:defRPr sz="1980" b="1">
                <a:solidFill>
                  <a:srgbClr val="231F20"/>
                </a:solidFill>
                <a:latin typeface="Yu Gothic"/>
                <a:ea typeface="Yu Gothic"/>
                <a:cs typeface="Yu Gothic"/>
              </a:defRPr>
            </a:lvl9pPr>
          </a:lstStyle>
          <a:p xmlns:a="http://schemas.openxmlformats.org/drawingml/2006/main">
            <a:pPr algn="ctr">
              <a:defRPr sz="1980" b="1">
                <a:solidFill>
                  <a:srgbClr val="231F20"/>
                </a:solidFill>
                <a:latin typeface="Yu Gothic"/>
                <a:ea typeface="Yu Gothic"/>
                <a:cs typeface="Yu Gothic"/>
              </a:defRPr>
            </a:pPr>
            <a:r>
              <a:rPr sz="1980" b="1">
                <a:solidFill>
                  <a:srgbClr val="231F20"/>
                </a:solidFill>
                <a:latin typeface="Yu Gothic"/>
                <a:ea typeface="Yu Gothic"/>
                <a:cs typeface="Yu Gothic"/>
              </a:rPr>
              <a:t>命令メモリ</a:t>
            </a:r>
          </a:p>
        </p:txBody>
      </p:sp>
      <p:sp>
        <p:nvSpPr>
          <p:cNvPr id="38" name="text-212">
            <a:extLst xmlns:a="http://schemas.openxmlformats.org/drawingml/2006/main">
              <a:ext uri="{FF2B5EF4-FFF2-40B4-BE49-F238E27FC236}">
                <a16:creationId xmlns:a16="http://schemas.microsoft.com/office/drawing/2014/main" id="{027A3410-4C3D-4FE7-B07E-8012D2BF5B49}"/>
              </a:ext>
            </a:extLst>
          </p:cNvPr>
          <p:cNvSpPr>
            <a:spLocks xmlns:a="http://schemas.openxmlformats.org/drawingml/2006/main" noGrp="1"/>
          </p:cNvSpPr>
          <p:nvPr/>
        </p:nvSpPr>
        <p:spPr>
          <a:xfrm xmlns:a="http://schemas.openxmlformats.org/drawingml/2006/main">
            <a:off x="1844040" y="4156710"/>
            <a:ext cx="28575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A</a:t>
            </a:r>
          </a:p>
        </p:txBody>
      </p:sp>
      <p:sp>
        <p:nvSpPr>
          <p:cNvPr id="39" name="text-213">
            <a:extLst xmlns:a="http://schemas.openxmlformats.org/drawingml/2006/main">
              <a:ext uri="{FF2B5EF4-FFF2-40B4-BE49-F238E27FC236}">
                <a16:creationId xmlns:a16="http://schemas.microsoft.com/office/drawing/2014/main" id="{1F9B06BE-4F29-4BA9-8AAB-2E59F15D7248}"/>
              </a:ext>
            </a:extLst>
          </p:cNvPr>
          <p:cNvSpPr>
            <a:spLocks xmlns:a="http://schemas.openxmlformats.org/drawingml/2006/main" noGrp="1"/>
          </p:cNvSpPr>
          <p:nvPr/>
        </p:nvSpPr>
        <p:spPr>
          <a:xfrm xmlns:a="http://schemas.openxmlformats.org/drawingml/2006/main">
            <a:off x="3055620" y="4156710"/>
            <a:ext cx="3429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0">
                <a:solidFill>
                  <a:srgbClr val="231F20"/>
                </a:solidFill>
                <a:latin typeface="Arial"/>
                <a:ea typeface="Arial"/>
                <a:cs typeface="Arial"/>
              </a:defRPr>
            </a:defPPr>
            <a:lvl1pPr algn="l">
              <a:defRPr sz="1440" b="0">
                <a:solidFill>
                  <a:srgbClr val="231F20"/>
                </a:solidFill>
                <a:latin typeface="Arial"/>
                <a:ea typeface="Arial"/>
                <a:cs typeface="Arial"/>
              </a:defRPr>
            </a:lvl1pPr>
            <a:lvl2pPr algn="l">
              <a:defRPr sz="1440" b="0">
                <a:solidFill>
                  <a:srgbClr val="231F20"/>
                </a:solidFill>
                <a:latin typeface="Arial"/>
                <a:ea typeface="Arial"/>
                <a:cs typeface="Arial"/>
              </a:defRPr>
            </a:lvl2pPr>
            <a:lvl3pPr algn="l">
              <a:defRPr sz="1440" b="0">
                <a:solidFill>
                  <a:srgbClr val="231F20"/>
                </a:solidFill>
                <a:latin typeface="Arial"/>
                <a:ea typeface="Arial"/>
                <a:cs typeface="Arial"/>
              </a:defRPr>
            </a:lvl3pPr>
            <a:lvl4pPr algn="l">
              <a:defRPr sz="1440" b="0">
                <a:solidFill>
                  <a:srgbClr val="231F20"/>
                </a:solidFill>
                <a:latin typeface="Arial"/>
                <a:ea typeface="Arial"/>
                <a:cs typeface="Arial"/>
              </a:defRPr>
            </a:lvl4pPr>
            <a:lvl5pPr algn="l">
              <a:defRPr sz="1440" b="0">
                <a:solidFill>
                  <a:srgbClr val="231F20"/>
                </a:solidFill>
                <a:latin typeface="Arial"/>
                <a:ea typeface="Arial"/>
                <a:cs typeface="Arial"/>
              </a:defRPr>
            </a:lvl5pPr>
            <a:lvl6pPr algn="l">
              <a:defRPr sz="1440" b="0">
                <a:solidFill>
                  <a:srgbClr val="231F20"/>
                </a:solidFill>
                <a:latin typeface="Arial"/>
                <a:ea typeface="Arial"/>
                <a:cs typeface="Arial"/>
              </a:defRPr>
            </a:lvl6pPr>
            <a:lvl7pPr algn="l">
              <a:defRPr sz="1440" b="0">
                <a:solidFill>
                  <a:srgbClr val="231F20"/>
                </a:solidFill>
                <a:latin typeface="Arial"/>
                <a:ea typeface="Arial"/>
                <a:cs typeface="Arial"/>
              </a:defRPr>
            </a:lvl7pPr>
            <a:lvl8pPr algn="l">
              <a:defRPr sz="1440" b="0">
                <a:solidFill>
                  <a:srgbClr val="231F20"/>
                </a:solidFill>
                <a:latin typeface="Arial"/>
                <a:ea typeface="Arial"/>
                <a:cs typeface="Arial"/>
              </a:defRPr>
            </a:lvl8pPr>
            <a:lvl9pPr algn="l">
              <a:defRPr sz="1440" b="0">
                <a:solidFill>
                  <a:srgbClr val="231F20"/>
                </a:solidFill>
                <a:latin typeface="Arial"/>
                <a:ea typeface="Arial"/>
                <a:cs typeface="Arial"/>
              </a:defRPr>
            </a:lvl9pPr>
          </a:lstStyle>
          <a:p xmlns:a="http://schemas.openxmlformats.org/drawingml/2006/main">
            <a:pPr algn="l">
              <a:defRPr sz="1440" b="0">
                <a:solidFill>
                  <a:srgbClr val="231F20"/>
                </a:solidFill>
                <a:latin typeface="Arial"/>
                <a:ea typeface="Arial"/>
                <a:cs typeface="Arial"/>
              </a:defRPr>
            </a:pPr>
            <a:r>
              <a:rPr sz="1440" b="0">
                <a:solidFill>
                  <a:srgbClr val="231F20"/>
                </a:solidFill>
                <a:latin typeface="Arial"/>
                <a:ea typeface="Arial"/>
                <a:cs typeface="Arial"/>
              </a:rPr>
              <a:t>RD</a:t>
            </a:r>
          </a:p>
        </p:txBody>
      </p:sp>
      <p:sp>
        <p:nvSpPr>
          <p:cNvPr id="40" name="text-214">
            <a:extLst xmlns:a="http://schemas.openxmlformats.org/drawingml/2006/main">
              <a:ext uri="{FF2B5EF4-FFF2-40B4-BE49-F238E27FC236}">
                <a16:creationId xmlns:a16="http://schemas.microsoft.com/office/drawing/2014/main" id="{4FCB89F0-343A-49CA-8624-4C0B1F8A2DD9}"/>
              </a:ext>
            </a:extLst>
          </p:cNvPr>
          <p:cNvSpPr>
            <a:spLocks xmlns:a="http://schemas.openxmlformats.org/drawingml/2006/main" noGrp="1"/>
          </p:cNvSpPr>
          <p:nvPr/>
        </p:nvSpPr>
        <p:spPr>
          <a:xfrm xmlns:a="http://schemas.openxmlformats.org/drawingml/2006/main">
            <a:off x="1924050" y="4488180"/>
            <a:ext cx="1325880" cy="537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60" b="1">
                <a:solidFill>
                  <a:srgbClr val="1572C3"/>
                </a:solidFill>
                <a:latin typeface="Yu Gothic"/>
                <a:ea typeface="Yu Gothic"/>
                <a:cs typeface="Yu Gothic"/>
              </a:defRPr>
            </a:defPPr>
            <a:lvl1pPr algn="ctr">
              <a:defRPr sz="1260" b="1">
                <a:solidFill>
                  <a:srgbClr val="1572C3"/>
                </a:solidFill>
                <a:latin typeface="Yu Gothic"/>
                <a:ea typeface="Yu Gothic"/>
                <a:cs typeface="Yu Gothic"/>
              </a:defRPr>
            </a:lvl1pPr>
            <a:lvl2pPr algn="ctr">
              <a:defRPr sz="1260" b="1">
                <a:solidFill>
                  <a:srgbClr val="1572C3"/>
                </a:solidFill>
                <a:latin typeface="Yu Gothic"/>
                <a:ea typeface="Yu Gothic"/>
                <a:cs typeface="Yu Gothic"/>
              </a:defRPr>
            </a:lvl2pPr>
            <a:lvl3pPr algn="ctr">
              <a:defRPr sz="1260" b="1">
                <a:solidFill>
                  <a:srgbClr val="1572C3"/>
                </a:solidFill>
                <a:latin typeface="Yu Gothic"/>
                <a:ea typeface="Yu Gothic"/>
                <a:cs typeface="Yu Gothic"/>
              </a:defRPr>
            </a:lvl3pPr>
            <a:lvl4pPr algn="ctr">
              <a:defRPr sz="1260" b="1">
                <a:solidFill>
                  <a:srgbClr val="1572C3"/>
                </a:solidFill>
                <a:latin typeface="Yu Gothic"/>
                <a:ea typeface="Yu Gothic"/>
                <a:cs typeface="Yu Gothic"/>
              </a:defRPr>
            </a:lvl4pPr>
            <a:lvl5pPr algn="ctr">
              <a:defRPr sz="1260" b="1">
                <a:solidFill>
                  <a:srgbClr val="1572C3"/>
                </a:solidFill>
                <a:latin typeface="Yu Gothic"/>
                <a:ea typeface="Yu Gothic"/>
                <a:cs typeface="Yu Gothic"/>
              </a:defRPr>
            </a:lvl5pPr>
            <a:lvl6pPr algn="ctr">
              <a:defRPr sz="1260" b="1">
                <a:solidFill>
                  <a:srgbClr val="1572C3"/>
                </a:solidFill>
                <a:latin typeface="Yu Gothic"/>
                <a:ea typeface="Yu Gothic"/>
                <a:cs typeface="Yu Gothic"/>
              </a:defRPr>
            </a:lvl6pPr>
            <a:lvl7pPr algn="ctr">
              <a:defRPr sz="1260" b="1">
                <a:solidFill>
                  <a:srgbClr val="1572C3"/>
                </a:solidFill>
                <a:latin typeface="Yu Gothic"/>
                <a:ea typeface="Yu Gothic"/>
                <a:cs typeface="Yu Gothic"/>
              </a:defRPr>
            </a:lvl7pPr>
            <a:lvl8pPr algn="ctr">
              <a:defRPr sz="1260" b="1">
                <a:solidFill>
                  <a:srgbClr val="1572C3"/>
                </a:solidFill>
                <a:latin typeface="Yu Gothic"/>
                <a:ea typeface="Yu Gothic"/>
                <a:cs typeface="Yu Gothic"/>
              </a:defRPr>
            </a:lvl8pPr>
            <a:lvl9pPr algn="ctr">
              <a:defRPr sz="1260" b="1">
                <a:solidFill>
                  <a:srgbClr val="1572C3"/>
                </a:solidFill>
                <a:latin typeface="Yu Gothic"/>
                <a:ea typeface="Yu Gothic"/>
                <a:cs typeface="Yu Gothic"/>
              </a:defRPr>
            </a:lvl9pPr>
          </a:lstStyle>
          <a:p xmlns:a="http://schemas.openxmlformats.org/drawingml/2006/main">
            <a:pPr algn="ctr">
              <a:defRPr sz="1260" b="1">
                <a:solidFill>
                  <a:srgbClr val="1572C3"/>
                </a:solidFill>
                <a:latin typeface="Yu Gothic"/>
                <a:ea typeface="Yu Gothic"/>
                <a:cs typeface="Yu Gothic"/>
              </a:defRPr>
            </a:pPr>
            <a:r>
              <a:rPr sz="1260" b="1">
                <a:solidFill>
                  <a:srgbClr val="1572C3"/>
                </a:solidFill>
                <a:latin typeface="Yu Gothic"/>
                <a:ea typeface="Yu Gothic"/>
                <a:cs typeface="Yu Gothic"/>
              </a:rPr>
              <a:t>4：sw x1,12(x0)</a:t>
            </a:r>
          </a:p>
        </p:txBody>
      </p:sp>
      <p:sp>
        <p:nvSpPr>
          <p:cNvPr id="41" name="wire-215">
            <a:extLst xmlns:a="http://schemas.openxmlformats.org/drawingml/2006/main">
              <a:ext uri="{FF2B5EF4-FFF2-40B4-BE49-F238E27FC236}">
                <a16:creationId xmlns:a16="http://schemas.microsoft.com/office/drawing/2014/main" id="{4A6EBF71-5045-4A4B-A848-293D951C496F}"/>
              </a:ext>
            </a:extLst>
          </p:cNvPr>
          <p:cNvSpPr>
            <a:spLocks xmlns:a="http://schemas.openxmlformats.org/drawingml/2006/main" noGrp="1"/>
          </p:cNvSpPr>
          <p:nvPr/>
        </p:nvSpPr>
        <p:spPr>
          <a:xfrm xmlns:a="http://schemas.openxmlformats.org/drawingml/2006/main">
            <a:off x="3421380" y="42938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2" name="wire-216">
            <a:extLst xmlns:a="http://schemas.openxmlformats.org/drawingml/2006/main">
              <a:ext uri="{FF2B5EF4-FFF2-40B4-BE49-F238E27FC236}">
                <a16:creationId xmlns:a16="http://schemas.microsoft.com/office/drawing/2014/main" id="{FC5C62F7-9E99-4286-9271-CED113D7B429}"/>
              </a:ext>
            </a:extLst>
          </p:cNvPr>
          <p:cNvSpPr>
            <a:spLocks xmlns:a="http://schemas.openxmlformats.org/drawingml/2006/main" noGrp="1"/>
          </p:cNvSpPr>
          <p:nvPr/>
        </p:nvSpPr>
        <p:spPr>
          <a:xfrm xmlns:a="http://schemas.openxmlformats.org/drawingml/2006/main">
            <a:off x="3684270" y="3002280"/>
            <a:ext cx="9525" cy="1291590"/>
          </a:xfrm>
          <a:custGeom xmlns:a="http://schemas.openxmlformats.org/drawingml/2006/main">
            <a:pathLst>
              <a:path w="9525" h="1291590">
                <a:moveTo>
                  <a:pt x="0" y="1291590"/>
                </a:moveTo>
                <a:lnTo>
                  <a:pt x="0" y="0"/>
                </a:lnTo>
              </a:path>
            </a:pathLst>
          </a:custGeom>
          <a:noFill xmlns:a="http://schemas.openxmlformats.org/drawingml/2006/main"/>
          <a:ln xmlns:a="http://schemas.openxmlformats.org/drawingml/2006/main" w="26289">
            <a:solidFill>
              <a:srgbClr val="231F20"/>
            </a:solidFill>
          </a:ln>
        </p:spPr>
      </p:sp>
      <p:sp>
        <p:nvSpPr>
          <p:cNvPr id="43" name="wire-217">
            <a:extLst xmlns:a="http://schemas.openxmlformats.org/drawingml/2006/main">
              <a:ext uri="{FF2B5EF4-FFF2-40B4-BE49-F238E27FC236}">
                <a16:creationId xmlns:a16="http://schemas.microsoft.com/office/drawing/2014/main" id="{8DCEFF9E-EF13-43AE-962F-683DFADD32B5}"/>
              </a:ext>
            </a:extLst>
          </p:cNvPr>
          <p:cNvSpPr>
            <a:spLocks xmlns:a="http://schemas.openxmlformats.org/drawingml/2006/main" noGrp="1"/>
          </p:cNvSpPr>
          <p:nvPr/>
        </p:nvSpPr>
        <p:spPr>
          <a:xfrm xmlns:a="http://schemas.openxmlformats.org/drawingml/2006/main">
            <a:off x="3684270" y="300228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231F20"/>
            </a:solidFill>
          </a:ln>
        </p:spPr>
      </p:sp>
      <p:sp>
        <p:nvSpPr>
          <p:cNvPr id="44" name="circuit-218">
            <a:extLst xmlns:a="http://schemas.openxmlformats.org/drawingml/2006/main">
              <a:ext uri="{FF2B5EF4-FFF2-40B4-BE49-F238E27FC236}">
                <a16:creationId xmlns:a16="http://schemas.microsoft.com/office/drawing/2014/main" id="{D41AD1D4-6BAC-425F-8981-9B6C70CC004E}"/>
              </a:ext>
            </a:extLst>
          </p:cNvPr>
          <p:cNvSpPr>
            <a:spLocks xmlns:a="http://schemas.openxmlformats.org/drawingml/2006/main" noGrp="1"/>
          </p:cNvSpPr>
          <p:nvPr/>
        </p:nvSpPr>
        <p:spPr>
          <a:xfrm xmlns:a="http://schemas.openxmlformats.org/drawingml/2006/main">
            <a:off x="3870960" y="29708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45" name="circuit-219">
            <a:extLst xmlns:a="http://schemas.openxmlformats.org/drawingml/2006/main">
              <a:ext uri="{FF2B5EF4-FFF2-40B4-BE49-F238E27FC236}">
                <a16:creationId xmlns:a16="http://schemas.microsoft.com/office/drawing/2014/main" id="{DF87C49A-8C8A-446E-B75B-5CDBC56744C0}"/>
              </a:ext>
            </a:extLst>
          </p:cNvPr>
          <p:cNvSpPr>
            <a:spLocks xmlns:a="http://schemas.openxmlformats.org/drawingml/2006/main" noGrp="1"/>
          </p:cNvSpPr>
          <p:nvPr/>
        </p:nvSpPr>
        <p:spPr>
          <a:xfrm xmlns:a="http://schemas.openxmlformats.org/drawingml/2006/main">
            <a:off x="1935480" y="3025140"/>
            <a:ext cx="502920" cy="502920"/>
          </a:xfrm>
          <a:custGeom xmlns:a="http://schemas.openxmlformats.org/drawingml/2006/main">
            <a:pathLst>
              <a:path w="502920" h="502920">
                <a:moveTo>
                  <a:pt x="0" y="0"/>
                </a:moveTo>
                <a:lnTo>
                  <a:pt x="502920" y="125730"/>
                </a:lnTo>
                <a:lnTo>
                  <a:pt x="502920" y="377190"/>
                </a:lnTo>
                <a:lnTo>
                  <a:pt x="0" y="502920"/>
                </a:lnTo>
                <a:lnTo>
                  <a:pt x="0" y="354330"/>
                </a:lnTo>
                <a:lnTo>
                  <a:pt x="114300" y="251460"/>
                </a:lnTo>
                <a:lnTo>
                  <a:pt x="0" y="114300"/>
                </a:lnTo>
                <a:close/>
              </a:path>
            </a:pathLst>
          </a:custGeom>
          <a:solidFill xmlns:a="http://schemas.openxmlformats.org/drawingml/2006/main">
            <a:srgbClr val="FFFFFF"/>
          </a:solidFill>
          <a:ln xmlns:a="http://schemas.openxmlformats.org/drawingml/2006/main" w="25146">
            <a:solidFill>
              <a:srgbClr val="231F20"/>
            </a:solidFill>
          </a:ln>
        </p:spPr>
      </p:sp>
      <p:sp>
        <p:nvSpPr>
          <p:cNvPr id="46" name="text-220">
            <a:extLst xmlns:a="http://schemas.openxmlformats.org/drawingml/2006/main">
              <a:ext uri="{FF2B5EF4-FFF2-40B4-BE49-F238E27FC236}">
                <a16:creationId xmlns:a16="http://schemas.microsoft.com/office/drawing/2014/main" id="{A35652FF-D2F7-499A-96D3-E4C749E7192C}"/>
              </a:ext>
            </a:extLst>
          </p:cNvPr>
          <p:cNvSpPr>
            <a:spLocks xmlns:a="http://schemas.openxmlformats.org/drawingml/2006/main" noGrp="1"/>
          </p:cNvSpPr>
          <p:nvPr/>
        </p:nvSpPr>
        <p:spPr>
          <a:xfrm xmlns:a="http://schemas.openxmlformats.org/drawingml/2006/main">
            <a:off x="2118360" y="3105150"/>
            <a:ext cx="28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1">
                <a:solidFill>
                  <a:srgbClr val="231F20"/>
                </a:solidFill>
                <a:latin typeface="Arial"/>
                <a:ea typeface="Arial"/>
                <a:cs typeface="Arial"/>
              </a:defRPr>
            </a:defPPr>
            <a:lvl1pPr algn="ctr">
              <a:defRPr sz="2250" b="1">
                <a:solidFill>
                  <a:srgbClr val="231F20"/>
                </a:solidFill>
                <a:latin typeface="Arial"/>
                <a:ea typeface="Arial"/>
                <a:cs typeface="Arial"/>
              </a:defRPr>
            </a:lvl1pPr>
            <a:lvl2pPr algn="ctr">
              <a:defRPr sz="2250" b="1">
                <a:solidFill>
                  <a:srgbClr val="231F20"/>
                </a:solidFill>
                <a:latin typeface="Arial"/>
                <a:ea typeface="Arial"/>
                <a:cs typeface="Arial"/>
              </a:defRPr>
            </a:lvl2pPr>
            <a:lvl3pPr algn="ctr">
              <a:defRPr sz="2250" b="1">
                <a:solidFill>
                  <a:srgbClr val="231F20"/>
                </a:solidFill>
                <a:latin typeface="Arial"/>
                <a:ea typeface="Arial"/>
                <a:cs typeface="Arial"/>
              </a:defRPr>
            </a:lvl3pPr>
            <a:lvl4pPr algn="ctr">
              <a:defRPr sz="2250" b="1">
                <a:solidFill>
                  <a:srgbClr val="231F20"/>
                </a:solidFill>
                <a:latin typeface="Arial"/>
                <a:ea typeface="Arial"/>
                <a:cs typeface="Arial"/>
              </a:defRPr>
            </a:lvl4pPr>
            <a:lvl5pPr algn="ctr">
              <a:defRPr sz="2250" b="1">
                <a:solidFill>
                  <a:srgbClr val="231F20"/>
                </a:solidFill>
                <a:latin typeface="Arial"/>
                <a:ea typeface="Arial"/>
                <a:cs typeface="Arial"/>
              </a:defRPr>
            </a:lvl5pPr>
            <a:lvl6pPr algn="ctr">
              <a:defRPr sz="2250" b="1">
                <a:solidFill>
                  <a:srgbClr val="231F20"/>
                </a:solidFill>
                <a:latin typeface="Arial"/>
                <a:ea typeface="Arial"/>
                <a:cs typeface="Arial"/>
              </a:defRPr>
            </a:lvl6pPr>
            <a:lvl7pPr algn="ctr">
              <a:defRPr sz="2250" b="1">
                <a:solidFill>
                  <a:srgbClr val="231F20"/>
                </a:solidFill>
                <a:latin typeface="Arial"/>
                <a:ea typeface="Arial"/>
                <a:cs typeface="Arial"/>
              </a:defRPr>
            </a:lvl7pPr>
            <a:lvl8pPr algn="ctr">
              <a:defRPr sz="2250" b="1">
                <a:solidFill>
                  <a:srgbClr val="231F20"/>
                </a:solidFill>
                <a:latin typeface="Arial"/>
                <a:ea typeface="Arial"/>
                <a:cs typeface="Arial"/>
              </a:defRPr>
            </a:lvl8pPr>
            <a:lvl9pPr algn="ctr">
              <a:defRPr sz="2250" b="1">
                <a:solidFill>
                  <a:srgbClr val="231F20"/>
                </a:solidFill>
                <a:latin typeface="Arial"/>
                <a:ea typeface="Arial"/>
                <a:cs typeface="Arial"/>
              </a:defRPr>
            </a:lvl9pPr>
          </a:lstStyle>
          <a:p xmlns:a="http://schemas.openxmlformats.org/drawingml/2006/main">
            <a:pPr algn="ctr">
              <a:defRPr sz="2250" b="1">
                <a:solidFill>
                  <a:srgbClr val="231F20"/>
                </a:solidFill>
                <a:latin typeface="Arial"/>
                <a:ea typeface="Arial"/>
                <a:cs typeface="Arial"/>
              </a:defRPr>
            </a:pPr>
            <a:r>
              <a:rPr sz="2250" b="1">
                <a:solidFill>
                  <a:srgbClr val="231F20"/>
                </a:solidFill>
                <a:latin typeface="Arial"/>
                <a:ea typeface="Arial"/>
                <a:cs typeface="Arial"/>
              </a:rPr>
              <a:t>+</a:t>
            </a:r>
          </a:p>
        </p:txBody>
      </p:sp>
      <p:sp>
        <p:nvSpPr>
          <p:cNvPr id="47" name="wire-221">
            <a:extLst xmlns:a="http://schemas.openxmlformats.org/drawingml/2006/main">
              <a:ext uri="{FF2B5EF4-FFF2-40B4-BE49-F238E27FC236}">
                <a16:creationId xmlns:a16="http://schemas.microsoft.com/office/drawing/2014/main" id="{48E9DE97-E7B8-4C7B-B3C7-17D7FA1AC2DC}"/>
              </a:ext>
            </a:extLst>
          </p:cNvPr>
          <p:cNvSpPr>
            <a:spLocks xmlns:a="http://schemas.openxmlformats.org/drawingml/2006/main" noGrp="1"/>
          </p:cNvSpPr>
          <p:nvPr/>
        </p:nvSpPr>
        <p:spPr>
          <a:xfrm xmlns:a="http://schemas.openxmlformats.org/drawingml/2006/main">
            <a:off x="1546860" y="3150870"/>
            <a:ext cx="9525" cy="1143000"/>
          </a:xfrm>
          <a:custGeom xmlns:a="http://schemas.openxmlformats.org/drawingml/2006/main">
            <a:pathLst>
              <a:path w="9525" h="1143000">
                <a:moveTo>
                  <a:pt x="0" y="1143000"/>
                </a:moveTo>
                <a:lnTo>
                  <a:pt x="0" y="0"/>
                </a:lnTo>
              </a:path>
            </a:pathLst>
          </a:custGeom>
          <a:noFill xmlns:a="http://schemas.openxmlformats.org/drawingml/2006/main"/>
          <a:ln xmlns:a="http://schemas.openxmlformats.org/drawingml/2006/main" w="28575">
            <a:solidFill>
              <a:srgbClr val="231F20"/>
            </a:solidFill>
          </a:ln>
        </p:spPr>
      </p:sp>
      <p:sp>
        <p:nvSpPr>
          <p:cNvPr id="48" name="wire-222">
            <a:extLst xmlns:a="http://schemas.openxmlformats.org/drawingml/2006/main">
              <a:ext uri="{FF2B5EF4-FFF2-40B4-BE49-F238E27FC236}">
                <a16:creationId xmlns:a16="http://schemas.microsoft.com/office/drawing/2014/main" id="{0D518476-9405-4E4C-ADD5-85064BEEA362}"/>
              </a:ext>
            </a:extLst>
          </p:cNvPr>
          <p:cNvSpPr>
            <a:spLocks xmlns:a="http://schemas.openxmlformats.org/drawingml/2006/main" noGrp="1"/>
          </p:cNvSpPr>
          <p:nvPr/>
        </p:nvSpPr>
        <p:spPr>
          <a:xfrm xmlns:a="http://schemas.openxmlformats.org/drawingml/2006/main">
            <a:off x="1546860" y="3150870"/>
            <a:ext cx="388620" cy="9525"/>
          </a:xfrm>
          <a:custGeom xmlns:a="http://schemas.openxmlformats.org/drawingml/2006/main">
            <a:pathLst>
              <a:path w="388620" h="9525">
                <a:moveTo>
                  <a:pt x="0" y="0"/>
                </a:moveTo>
                <a:lnTo>
                  <a:pt x="388620" y="0"/>
                </a:lnTo>
              </a:path>
            </a:pathLst>
          </a:custGeom>
          <a:noFill xmlns:a="http://schemas.openxmlformats.org/drawingml/2006/main"/>
          <a:ln xmlns:a="http://schemas.openxmlformats.org/drawingml/2006/main" w="28575">
            <a:solidFill>
              <a:srgbClr val="231F20"/>
            </a:solidFill>
          </a:ln>
        </p:spPr>
      </p:sp>
      <p:sp>
        <p:nvSpPr>
          <p:cNvPr id="49" name="circuit-223">
            <a:extLst xmlns:a="http://schemas.openxmlformats.org/drawingml/2006/main">
              <a:ext uri="{FF2B5EF4-FFF2-40B4-BE49-F238E27FC236}">
                <a16:creationId xmlns:a16="http://schemas.microsoft.com/office/drawing/2014/main" id="{6263EAA5-FBBF-47C9-B182-3AD8E002CF11}"/>
              </a:ext>
            </a:extLst>
          </p:cNvPr>
          <p:cNvSpPr>
            <a:spLocks xmlns:a="http://schemas.openxmlformats.org/drawingml/2006/main" noGrp="1"/>
          </p:cNvSpPr>
          <p:nvPr/>
        </p:nvSpPr>
        <p:spPr>
          <a:xfrm xmlns:a="http://schemas.openxmlformats.org/drawingml/2006/main">
            <a:off x="1859280" y="311943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0" name="text-224">
            <a:extLst xmlns:a="http://schemas.openxmlformats.org/drawingml/2006/main">
              <a:ext uri="{FF2B5EF4-FFF2-40B4-BE49-F238E27FC236}">
                <a16:creationId xmlns:a16="http://schemas.microsoft.com/office/drawing/2014/main" id="{8361EFCF-520E-4A1D-BAED-AF320F947E74}"/>
              </a:ext>
            </a:extLst>
          </p:cNvPr>
          <p:cNvSpPr>
            <a:spLocks xmlns:a="http://schemas.openxmlformats.org/drawingml/2006/main" noGrp="1"/>
          </p:cNvSpPr>
          <p:nvPr/>
        </p:nvSpPr>
        <p:spPr>
          <a:xfrm xmlns:a="http://schemas.openxmlformats.org/drawingml/2006/main">
            <a:off x="1649730" y="3310890"/>
            <a:ext cx="228600" cy="2628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10" b="0">
                <a:solidFill>
                  <a:srgbClr val="231F20"/>
                </a:solidFill>
                <a:latin typeface="Arial"/>
                <a:ea typeface="Arial"/>
                <a:cs typeface="Arial"/>
              </a:defRPr>
            </a:defPPr>
            <a:lvl1pPr algn="l">
              <a:defRPr sz="1710" b="0">
                <a:solidFill>
                  <a:srgbClr val="231F20"/>
                </a:solidFill>
                <a:latin typeface="Arial"/>
                <a:ea typeface="Arial"/>
                <a:cs typeface="Arial"/>
              </a:defRPr>
            </a:lvl1pPr>
            <a:lvl2pPr algn="l">
              <a:defRPr sz="1710" b="0">
                <a:solidFill>
                  <a:srgbClr val="231F20"/>
                </a:solidFill>
                <a:latin typeface="Arial"/>
                <a:ea typeface="Arial"/>
                <a:cs typeface="Arial"/>
              </a:defRPr>
            </a:lvl2pPr>
            <a:lvl3pPr algn="l">
              <a:defRPr sz="1710" b="0">
                <a:solidFill>
                  <a:srgbClr val="231F20"/>
                </a:solidFill>
                <a:latin typeface="Arial"/>
                <a:ea typeface="Arial"/>
                <a:cs typeface="Arial"/>
              </a:defRPr>
            </a:lvl3pPr>
            <a:lvl4pPr algn="l">
              <a:defRPr sz="1710" b="0">
                <a:solidFill>
                  <a:srgbClr val="231F20"/>
                </a:solidFill>
                <a:latin typeface="Arial"/>
                <a:ea typeface="Arial"/>
                <a:cs typeface="Arial"/>
              </a:defRPr>
            </a:lvl4pPr>
            <a:lvl5pPr algn="l">
              <a:defRPr sz="1710" b="0">
                <a:solidFill>
                  <a:srgbClr val="231F20"/>
                </a:solidFill>
                <a:latin typeface="Arial"/>
                <a:ea typeface="Arial"/>
                <a:cs typeface="Arial"/>
              </a:defRPr>
            </a:lvl5pPr>
            <a:lvl6pPr algn="l">
              <a:defRPr sz="1710" b="0">
                <a:solidFill>
                  <a:srgbClr val="231F20"/>
                </a:solidFill>
                <a:latin typeface="Arial"/>
                <a:ea typeface="Arial"/>
                <a:cs typeface="Arial"/>
              </a:defRPr>
            </a:lvl6pPr>
            <a:lvl7pPr algn="l">
              <a:defRPr sz="1710" b="0">
                <a:solidFill>
                  <a:srgbClr val="231F20"/>
                </a:solidFill>
                <a:latin typeface="Arial"/>
                <a:ea typeface="Arial"/>
                <a:cs typeface="Arial"/>
              </a:defRPr>
            </a:lvl7pPr>
            <a:lvl8pPr algn="l">
              <a:defRPr sz="1710" b="0">
                <a:solidFill>
                  <a:srgbClr val="231F20"/>
                </a:solidFill>
                <a:latin typeface="Arial"/>
                <a:ea typeface="Arial"/>
                <a:cs typeface="Arial"/>
              </a:defRPr>
            </a:lvl8pPr>
            <a:lvl9pPr algn="l">
              <a:defRPr sz="1710" b="0">
                <a:solidFill>
                  <a:srgbClr val="231F20"/>
                </a:solidFill>
                <a:latin typeface="Arial"/>
                <a:ea typeface="Arial"/>
                <a:cs typeface="Arial"/>
              </a:defRPr>
            </a:lvl9pPr>
          </a:lstStyle>
          <a:p xmlns:a="http://schemas.openxmlformats.org/drawingml/2006/main">
            <a:pPr algn="l">
              <a:defRPr sz="1710" b="0">
                <a:solidFill>
                  <a:srgbClr val="231F20"/>
                </a:solidFill>
                <a:latin typeface="Arial"/>
                <a:ea typeface="Arial"/>
                <a:cs typeface="Arial"/>
              </a:defRPr>
            </a:pPr>
            <a:r>
              <a:rPr sz="1710" b="0">
                <a:solidFill>
                  <a:srgbClr val="231F20"/>
                </a:solidFill>
                <a:latin typeface="Arial"/>
                <a:ea typeface="Arial"/>
                <a:cs typeface="Arial"/>
              </a:rPr>
              <a:t>4</a:t>
            </a:r>
          </a:p>
        </p:txBody>
      </p:sp>
      <p:sp>
        <p:nvSpPr>
          <p:cNvPr id="51" name="wire-225">
            <a:extLst xmlns:a="http://schemas.openxmlformats.org/drawingml/2006/main">
              <a:ext uri="{FF2B5EF4-FFF2-40B4-BE49-F238E27FC236}">
                <a16:creationId xmlns:a16="http://schemas.microsoft.com/office/drawing/2014/main" id="{F6C1A7DA-E2EC-40FB-B8AC-595CA0AF64C5}"/>
              </a:ext>
            </a:extLst>
          </p:cNvPr>
          <p:cNvSpPr>
            <a:spLocks xmlns:a="http://schemas.openxmlformats.org/drawingml/2006/main" noGrp="1"/>
          </p:cNvSpPr>
          <p:nvPr/>
        </p:nvSpPr>
        <p:spPr>
          <a:xfrm xmlns:a="http://schemas.openxmlformats.org/drawingml/2006/main">
            <a:off x="1878330" y="3390900"/>
            <a:ext cx="57150" cy="9525"/>
          </a:xfrm>
          <a:custGeom xmlns:a="http://schemas.openxmlformats.org/drawingml/2006/main">
            <a:pathLst>
              <a:path w="57150" h="9525">
                <a:moveTo>
                  <a:pt x="0" y="0"/>
                </a:moveTo>
                <a:lnTo>
                  <a:pt x="57150" y="0"/>
                </a:lnTo>
              </a:path>
            </a:pathLst>
          </a:custGeom>
          <a:noFill xmlns:a="http://schemas.openxmlformats.org/drawingml/2006/main"/>
          <a:ln xmlns:a="http://schemas.openxmlformats.org/drawingml/2006/main" w="28575">
            <a:solidFill>
              <a:srgbClr val="231F20"/>
            </a:solidFill>
          </a:ln>
        </p:spPr>
      </p:sp>
      <p:sp>
        <p:nvSpPr>
          <p:cNvPr id="52" name="circuit-226">
            <a:extLst xmlns:a="http://schemas.openxmlformats.org/drawingml/2006/main">
              <a:ext uri="{FF2B5EF4-FFF2-40B4-BE49-F238E27FC236}">
                <a16:creationId xmlns:a16="http://schemas.microsoft.com/office/drawing/2014/main" id="{EF5ECC7A-2CBE-45B0-B7B9-CB11BA2C6434}"/>
              </a:ext>
            </a:extLst>
          </p:cNvPr>
          <p:cNvSpPr>
            <a:spLocks xmlns:a="http://schemas.openxmlformats.org/drawingml/2006/main" noGrp="1"/>
          </p:cNvSpPr>
          <p:nvPr/>
        </p:nvSpPr>
        <p:spPr>
          <a:xfrm xmlns:a="http://schemas.openxmlformats.org/drawingml/2006/main">
            <a:off x="1859280" y="33594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3" name="wire-227">
            <a:extLst xmlns:a="http://schemas.openxmlformats.org/drawingml/2006/main">
              <a:ext uri="{FF2B5EF4-FFF2-40B4-BE49-F238E27FC236}">
                <a16:creationId xmlns:a16="http://schemas.microsoft.com/office/drawing/2014/main" id="{F0922397-A825-4E0A-9FBD-9E3081BE4C34}"/>
              </a:ext>
            </a:extLst>
          </p:cNvPr>
          <p:cNvSpPr>
            <a:spLocks xmlns:a="http://schemas.openxmlformats.org/drawingml/2006/main" noGrp="1"/>
          </p:cNvSpPr>
          <p:nvPr/>
        </p:nvSpPr>
        <p:spPr>
          <a:xfrm xmlns:a="http://schemas.openxmlformats.org/drawingml/2006/main">
            <a:off x="2438400" y="3276600"/>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28575">
            <a:solidFill>
              <a:srgbClr val="231F20"/>
            </a:solidFill>
          </a:ln>
        </p:spPr>
      </p:sp>
      <p:sp>
        <p:nvSpPr>
          <p:cNvPr id="54" name="wire-228">
            <a:extLst xmlns:a="http://schemas.openxmlformats.org/drawingml/2006/main">
              <a:ext uri="{FF2B5EF4-FFF2-40B4-BE49-F238E27FC236}">
                <a16:creationId xmlns:a16="http://schemas.microsoft.com/office/drawing/2014/main" id="{14AC8B8C-1D57-4DE0-BB63-001714D806FF}"/>
              </a:ext>
            </a:extLst>
          </p:cNvPr>
          <p:cNvSpPr>
            <a:spLocks xmlns:a="http://schemas.openxmlformats.org/drawingml/2006/main" noGrp="1"/>
          </p:cNvSpPr>
          <p:nvPr/>
        </p:nvSpPr>
        <p:spPr>
          <a:xfrm xmlns:a="http://schemas.openxmlformats.org/drawingml/2006/main">
            <a:off x="2667000" y="2899410"/>
            <a:ext cx="9525" cy="377190"/>
          </a:xfrm>
          <a:custGeom xmlns:a="http://schemas.openxmlformats.org/drawingml/2006/main">
            <a:pathLst>
              <a:path w="9525" h="377190">
                <a:moveTo>
                  <a:pt x="0" y="377190"/>
                </a:moveTo>
                <a:lnTo>
                  <a:pt x="0" y="0"/>
                </a:lnTo>
              </a:path>
            </a:pathLst>
          </a:custGeom>
          <a:noFill xmlns:a="http://schemas.openxmlformats.org/drawingml/2006/main"/>
          <a:ln xmlns:a="http://schemas.openxmlformats.org/drawingml/2006/main" w="28575">
            <a:solidFill>
              <a:srgbClr val="231F20"/>
            </a:solidFill>
          </a:ln>
        </p:spPr>
      </p:sp>
      <p:sp>
        <p:nvSpPr>
          <p:cNvPr id="55" name="wire-229">
            <a:extLst xmlns:a="http://schemas.openxmlformats.org/drawingml/2006/main">
              <a:ext uri="{FF2B5EF4-FFF2-40B4-BE49-F238E27FC236}">
                <a16:creationId xmlns:a16="http://schemas.microsoft.com/office/drawing/2014/main" id="{738C89B3-C54E-489F-9199-08806185438E}"/>
              </a:ext>
            </a:extLst>
          </p:cNvPr>
          <p:cNvSpPr>
            <a:spLocks xmlns:a="http://schemas.openxmlformats.org/drawingml/2006/main" noGrp="1"/>
          </p:cNvSpPr>
          <p:nvPr/>
        </p:nvSpPr>
        <p:spPr>
          <a:xfrm xmlns:a="http://schemas.openxmlformats.org/drawingml/2006/main">
            <a:off x="941070" y="2899410"/>
            <a:ext cx="1725930" cy="9525"/>
          </a:xfrm>
          <a:custGeom xmlns:a="http://schemas.openxmlformats.org/drawingml/2006/main">
            <a:pathLst>
              <a:path w="1725930" h="9525">
                <a:moveTo>
                  <a:pt x="1725930" y="0"/>
                </a:moveTo>
                <a:lnTo>
                  <a:pt x="0" y="0"/>
                </a:lnTo>
              </a:path>
            </a:pathLst>
          </a:custGeom>
          <a:noFill xmlns:a="http://schemas.openxmlformats.org/drawingml/2006/main"/>
          <a:ln xmlns:a="http://schemas.openxmlformats.org/drawingml/2006/main" w="28575">
            <a:solidFill>
              <a:srgbClr val="231F20"/>
            </a:solidFill>
          </a:ln>
        </p:spPr>
      </p:sp>
      <p:sp>
        <p:nvSpPr>
          <p:cNvPr id="56" name="wire-230">
            <a:extLst xmlns:a="http://schemas.openxmlformats.org/drawingml/2006/main">
              <a:ext uri="{FF2B5EF4-FFF2-40B4-BE49-F238E27FC236}">
                <a16:creationId xmlns:a16="http://schemas.microsoft.com/office/drawing/2014/main" id="{10B43C26-AD86-4744-95F0-BF933DDA9C35}"/>
              </a:ext>
            </a:extLst>
          </p:cNvPr>
          <p:cNvSpPr>
            <a:spLocks xmlns:a="http://schemas.openxmlformats.org/drawingml/2006/main" noGrp="1"/>
          </p:cNvSpPr>
          <p:nvPr/>
        </p:nvSpPr>
        <p:spPr>
          <a:xfrm xmlns:a="http://schemas.openxmlformats.org/drawingml/2006/main">
            <a:off x="941070" y="2899410"/>
            <a:ext cx="9525" cy="1394460"/>
          </a:xfrm>
          <a:custGeom xmlns:a="http://schemas.openxmlformats.org/drawingml/2006/main">
            <a:pathLst>
              <a:path w="9525" h="1394460">
                <a:moveTo>
                  <a:pt x="0" y="0"/>
                </a:moveTo>
                <a:lnTo>
                  <a:pt x="0" y="1394460"/>
                </a:lnTo>
              </a:path>
            </a:pathLst>
          </a:custGeom>
          <a:noFill xmlns:a="http://schemas.openxmlformats.org/drawingml/2006/main"/>
          <a:ln xmlns:a="http://schemas.openxmlformats.org/drawingml/2006/main" w="28575">
            <a:solidFill>
              <a:srgbClr val="231F20"/>
            </a:solidFill>
          </a:ln>
        </p:spPr>
      </p:sp>
      <p:sp>
        <p:nvSpPr>
          <p:cNvPr id="57" name="wire-231">
            <a:extLst xmlns:a="http://schemas.openxmlformats.org/drawingml/2006/main">
              <a:ext uri="{FF2B5EF4-FFF2-40B4-BE49-F238E27FC236}">
                <a16:creationId xmlns:a16="http://schemas.microsoft.com/office/drawing/2014/main" id="{3D8FC11F-537C-41DF-A8BD-C19D3C5087C7}"/>
              </a:ext>
            </a:extLst>
          </p:cNvPr>
          <p:cNvSpPr>
            <a:spLocks xmlns:a="http://schemas.openxmlformats.org/drawingml/2006/main" noGrp="1"/>
          </p:cNvSpPr>
          <p:nvPr/>
        </p:nvSpPr>
        <p:spPr>
          <a:xfrm xmlns:a="http://schemas.openxmlformats.org/drawingml/2006/main">
            <a:off x="941070" y="429387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8575">
            <a:solidFill>
              <a:srgbClr val="231F20"/>
            </a:solidFill>
          </a:ln>
        </p:spPr>
      </p:sp>
      <p:sp>
        <p:nvSpPr>
          <p:cNvPr id="58" name="circuit-232">
            <a:extLst xmlns:a="http://schemas.openxmlformats.org/drawingml/2006/main">
              <a:ext uri="{FF2B5EF4-FFF2-40B4-BE49-F238E27FC236}">
                <a16:creationId xmlns:a16="http://schemas.microsoft.com/office/drawing/2014/main" id="{4F47DCC5-477A-4351-BCE1-B1EB3DC02F78}"/>
              </a:ext>
            </a:extLst>
          </p:cNvPr>
          <p:cNvSpPr>
            <a:spLocks xmlns:a="http://schemas.openxmlformats.org/drawingml/2006/main" noGrp="1"/>
          </p:cNvSpPr>
          <p:nvPr/>
        </p:nvSpPr>
        <p:spPr>
          <a:xfrm xmlns:a="http://schemas.openxmlformats.org/drawingml/2006/main">
            <a:off x="979170" y="4262437"/>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59" name="text-233">
            <a:extLst xmlns:a="http://schemas.openxmlformats.org/drawingml/2006/main">
              <a:ext uri="{FF2B5EF4-FFF2-40B4-BE49-F238E27FC236}">
                <a16:creationId xmlns:a16="http://schemas.microsoft.com/office/drawing/2014/main" id="{47A38958-FA46-4238-AC35-21EE39DF3700}"/>
              </a:ext>
            </a:extLst>
          </p:cNvPr>
          <p:cNvSpPr>
            <a:spLocks xmlns:a="http://schemas.openxmlformats.org/drawingml/2006/main" noGrp="1"/>
          </p:cNvSpPr>
          <p:nvPr/>
        </p:nvSpPr>
        <p:spPr>
          <a:xfrm xmlns:a="http://schemas.openxmlformats.org/drawingml/2006/main">
            <a:off x="963930" y="2922270"/>
            <a:ext cx="91440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20" b="1">
                <a:solidFill>
                  <a:srgbClr val="1572C3"/>
                </a:solidFill>
                <a:latin typeface="Arial"/>
                <a:ea typeface="Arial"/>
                <a:cs typeface="Arial"/>
              </a:defRPr>
            </a:defPPr>
            <a:lvl1pPr algn="l">
              <a:defRPr sz="1620" b="1">
                <a:solidFill>
                  <a:srgbClr val="1572C3"/>
                </a:solidFill>
                <a:latin typeface="Arial"/>
                <a:ea typeface="Arial"/>
                <a:cs typeface="Arial"/>
              </a:defRPr>
            </a:lvl1pPr>
            <a:lvl2pPr algn="l">
              <a:defRPr sz="1620" b="1">
                <a:solidFill>
                  <a:srgbClr val="1572C3"/>
                </a:solidFill>
                <a:latin typeface="Arial"/>
                <a:ea typeface="Arial"/>
                <a:cs typeface="Arial"/>
              </a:defRPr>
            </a:lvl2pPr>
            <a:lvl3pPr algn="l">
              <a:defRPr sz="1620" b="1">
                <a:solidFill>
                  <a:srgbClr val="1572C3"/>
                </a:solidFill>
                <a:latin typeface="Arial"/>
                <a:ea typeface="Arial"/>
                <a:cs typeface="Arial"/>
              </a:defRPr>
            </a:lvl3pPr>
            <a:lvl4pPr algn="l">
              <a:defRPr sz="1620" b="1">
                <a:solidFill>
                  <a:srgbClr val="1572C3"/>
                </a:solidFill>
                <a:latin typeface="Arial"/>
                <a:ea typeface="Arial"/>
                <a:cs typeface="Arial"/>
              </a:defRPr>
            </a:lvl4pPr>
            <a:lvl5pPr algn="l">
              <a:defRPr sz="1620" b="1">
                <a:solidFill>
                  <a:srgbClr val="1572C3"/>
                </a:solidFill>
                <a:latin typeface="Arial"/>
                <a:ea typeface="Arial"/>
                <a:cs typeface="Arial"/>
              </a:defRPr>
            </a:lvl5pPr>
            <a:lvl6pPr algn="l">
              <a:defRPr sz="1620" b="1">
                <a:solidFill>
                  <a:srgbClr val="1572C3"/>
                </a:solidFill>
                <a:latin typeface="Arial"/>
                <a:ea typeface="Arial"/>
                <a:cs typeface="Arial"/>
              </a:defRPr>
            </a:lvl6pPr>
            <a:lvl7pPr algn="l">
              <a:defRPr sz="1620" b="1">
                <a:solidFill>
                  <a:srgbClr val="1572C3"/>
                </a:solidFill>
                <a:latin typeface="Arial"/>
                <a:ea typeface="Arial"/>
                <a:cs typeface="Arial"/>
              </a:defRPr>
            </a:lvl7pPr>
            <a:lvl8pPr algn="l">
              <a:defRPr sz="1620" b="1">
                <a:solidFill>
                  <a:srgbClr val="1572C3"/>
                </a:solidFill>
                <a:latin typeface="Arial"/>
                <a:ea typeface="Arial"/>
                <a:cs typeface="Arial"/>
              </a:defRPr>
            </a:lvl8pPr>
            <a:lvl9pPr algn="l">
              <a:defRPr sz="1620" b="1">
                <a:solidFill>
                  <a:srgbClr val="1572C3"/>
                </a:solidFill>
                <a:latin typeface="Arial"/>
                <a:ea typeface="Arial"/>
                <a:cs typeface="Arial"/>
              </a:defRPr>
            </a:lvl9pPr>
          </a:lstStyle>
          <a:p xmlns:a="http://schemas.openxmlformats.org/drawingml/2006/main">
            <a:pPr algn="l">
              <a:defRPr sz="1620" b="1">
                <a:solidFill>
                  <a:srgbClr val="1572C3"/>
                </a:solidFill>
                <a:latin typeface="Arial"/>
                <a:ea typeface="Arial"/>
                <a:cs typeface="Arial"/>
              </a:defRPr>
            </a:pPr>
            <a:r>
              <a:rPr sz="1620" b="1">
                <a:solidFill>
                  <a:srgbClr val="1572C3"/>
                </a:solidFill>
                <a:latin typeface="Arial"/>
                <a:ea typeface="Arial"/>
                <a:cs typeface="Arial"/>
              </a:rPr>
              <a:t>PC + 4</a:t>
            </a:r>
          </a:p>
        </p:txBody>
      </p:sp>
      <p:sp>
        <p:nvSpPr>
          <p:cNvPr id="60" name="wire-234">
            <a:extLst xmlns:a="http://schemas.openxmlformats.org/drawingml/2006/main">
              <a:ext uri="{FF2B5EF4-FFF2-40B4-BE49-F238E27FC236}">
                <a16:creationId xmlns:a16="http://schemas.microsoft.com/office/drawing/2014/main" id="{F066104E-3698-4B0D-8245-09D17D859793}"/>
              </a:ext>
            </a:extLst>
          </p:cNvPr>
          <p:cNvSpPr>
            <a:spLocks xmlns:a="http://schemas.openxmlformats.org/drawingml/2006/main" noGrp="1"/>
          </p:cNvSpPr>
          <p:nvPr/>
        </p:nvSpPr>
        <p:spPr>
          <a:xfrm xmlns:a="http://schemas.openxmlformats.org/drawingml/2006/main">
            <a:off x="5810250" y="3162300"/>
            <a:ext cx="9525" cy="160020"/>
          </a:xfrm>
          <a:custGeom xmlns:a="http://schemas.openxmlformats.org/drawingml/2006/main">
            <a:pathLst>
              <a:path w="9525" h="160020">
                <a:moveTo>
                  <a:pt x="0" y="0"/>
                </a:moveTo>
                <a:lnTo>
                  <a:pt x="0" y="160020"/>
                </a:lnTo>
              </a:path>
            </a:pathLst>
          </a:custGeom>
          <a:noFill xmlns:a="http://schemas.openxmlformats.org/drawingml/2006/main"/>
          <a:ln xmlns:a="http://schemas.openxmlformats.org/drawingml/2006/main" w="24003">
            <a:solidFill>
              <a:srgbClr val="1572C3"/>
            </a:solidFill>
          </a:ln>
        </p:spPr>
      </p:sp>
      <p:sp>
        <p:nvSpPr>
          <p:cNvPr id="61" name="wire-235">
            <a:extLst xmlns:a="http://schemas.openxmlformats.org/drawingml/2006/main">
              <a:ext uri="{FF2B5EF4-FFF2-40B4-BE49-F238E27FC236}">
                <a16:creationId xmlns:a16="http://schemas.microsoft.com/office/drawing/2014/main" id="{DC6A0CA5-35F0-42F8-A1A5-04A52A01399A}"/>
              </a:ext>
            </a:extLst>
          </p:cNvPr>
          <p:cNvSpPr>
            <a:spLocks xmlns:a="http://schemas.openxmlformats.org/drawingml/2006/main" noGrp="1"/>
          </p:cNvSpPr>
          <p:nvPr/>
        </p:nvSpPr>
        <p:spPr>
          <a:xfrm xmlns:a="http://schemas.openxmlformats.org/drawingml/2006/main">
            <a:off x="4187190" y="3322320"/>
            <a:ext cx="1623060" cy="9525"/>
          </a:xfrm>
          <a:custGeom xmlns:a="http://schemas.openxmlformats.org/drawingml/2006/main">
            <a:pathLst>
              <a:path w="1623060" h="9525">
                <a:moveTo>
                  <a:pt x="1623060" y="0"/>
                </a:moveTo>
                <a:lnTo>
                  <a:pt x="0" y="0"/>
                </a:lnTo>
              </a:path>
            </a:pathLst>
          </a:custGeom>
          <a:noFill xmlns:a="http://schemas.openxmlformats.org/drawingml/2006/main"/>
          <a:ln xmlns:a="http://schemas.openxmlformats.org/drawingml/2006/main" w="24003">
            <a:solidFill>
              <a:srgbClr val="1572C3"/>
            </a:solidFill>
          </a:ln>
        </p:spPr>
      </p:sp>
      <p:sp>
        <p:nvSpPr>
          <p:cNvPr id="62" name="wire-236">
            <a:extLst xmlns:a="http://schemas.openxmlformats.org/drawingml/2006/main">
              <a:ext uri="{FF2B5EF4-FFF2-40B4-BE49-F238E27FC236}">
                <a16:creationId xmlns:a16="http://schemas.microsoft.com/office/drawing/2014/main" id="{FB4B2181-6BD8-486F-BAA7-8F089BB46269}"/>
              </a:ext>
            </a:extLst>
          </p:cNvPr>
          <p:cNvSpPr>
            <a:spLocks xmlns:a="http://schemas.openxmlformats.org/drawingml/2006/main" noGrp="1"/>
          </p:cNvSpPr>
          <p:nvPr/>
        </p:nvSpPr>
        <p:spPr>
          <a:xfrm xmlns:a="http://schemas.openxmlformats.org/drawingml/2006/main">
            <a:off x="4187190" y="3322320"/>
            <a:ext cx="9525" cy="674370"/>
          </a:xfrm>
          <a:custGeom xmlns:a="http://schemas.openxmlformats.org/drawingml/2006/main">
            <a:pathLst>
              <a:path w="9525" h="674370">
                <a:moveTo>
                  <a:pt x="0" y="0"/>
                </a:moveTo>
                <a:lnTo>
                  <a:pt x="0" y="674370"/>
                </a:lnTo>
              </a:path>
            </a:pathLst>
          </a:custGeom>
          <a:noFill xmlns:a="http://schemas.openxmlformats.org/drawingml/2006/main"/>
          <a:ln xmlns:a="http://schemas.openxmlformats.org/drawingml/2006/main" w="24003">
            <a:solidFill>
              <a:srgbClr val="1572C3"/>
            </a:solidFill>
          </a:ln>
        </p:spPr>
      </p:sp>
      <p:sp>
        <p:nvSpPr>
          <p:cNvPr id="63" name="wire-237">
            <a:extLst xmlns:a="http://schemas.openxmlformats.org/drawingml/2006/main">
              <a:ext uri="{FF2B5EF4-FFF2-40B4-BE49-F238E27FC236}">
                <a16:creationId xmlns:a16="http://schemas.microsoft.com/office/drawing/2014/main" id="{4E345F09-ECAA-4130-8853-B87BFE1EABD1}"/>
              </a:ext>
            </a:extLst>
          </p:cNvPr>
          <p:cNvSpPr>
            <a:spLocks xmlns:a="http://schemas.openxmlformats.org/drawingml/2006/main" noGrp="1"/>
          </p:cNvSpPr>
          <p:nvPr/>
        </p:nvSpPr>
        <p:spPr>
          <a:xfrm xmlns:a="http://schemas.openxmlformats.org/drawingml/2006/main">
            <a:off x="4187190" y="399669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24003">
            <a:solidFill>
              <a:srgbClr val="1572C3"/>
            </a:solidFill>
          </a:ln>
        </p:spPr>
      </p:sp>
      <p:sp>
        <p:nvSpPr>
          <p:cNvPr id="64" name="circuit-238">
            <a:extLst xmlns:a="http://schemas.openxmlformats.org/drawingml/2006/main">
              <a:ext uri="{FF2B5EF4-FFF2-40B4-BE49-F238E27FC236}">
                <a16:creationId xmlns:a16="http://schemas.microsoft.com/office/drawing/2014/main" id="{73D5FA8F-32C9-4C53-BAB9-DED3FD5EB3B1}"/>
              </a:ext>
            </a:extLst>
          </p:cNvPr>
          <p:cNvSpPr>
            <a:spLocks xmlns:a="http://schemas.openxmlformats.org/drawingml/2006/main" noGrp="1"/>
          </p:cNvSpPr>
          <p:nvPr/>
        </p:nvSpPr>
        <p:spPr>
          <a:xfrm xmlns:a="http://schemas.openxmlformats.org/drawingml/2006/main">
            <a:off x="431673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65" name="wire-239">
            <a:extLst xmlns:a="http://schemas.openxmlformats.org/drawingml/2006/main">
              <a:ext uri="{FF2B5EF4-FFF2-40B4-BE49-F238E27FC236}">
                <a16:creationId xmlns:a16="http://schemas.microsoft.com/office/drawing/2014/main" id="{4F16B4A2-0EA1-4F75-9111-8862218C30C8}"/>
              </a:ext>
            </a:extLst>
          </p:cNvPr>
          <p:cNvSpPr>
            <a:spLocks xmlns:a="http://schemas.openxmlformats.org/drawingml/2006/main" noGrp="1"/>
          </p:cNvSpPr>
          <p:nvPr/>
        </p:nvSpPr>
        <p:spPr>
          <a:xfrm xmlns:a="http://schemas.openxmlformats.org/drawingml/2006/main">
            <a:off x="4701540" y="316230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26289">
            <a:solidFill>
              <a:srgbClr val="1572C3"/>
            </a:solidFill>
          </a:ln>
        </p:spPr>
      </p:sp>
      <p:sp>
        <p:nvSpPr>
          <p:cNvPr id="66" name="wire-240">
            <a:extLst xmlns:a="http://schemas.openxmlformats.org/drawingml/2006/main">
              <a:ext uri="{FF2B5EF4-FFF2-40B4-BE49-F238E27FC236}">
                <a16:creationId xmlns:a16="http://schemas.microsoft.com/office/drawing/2014/main" id="{598D55CB-0213-4ED7-B616-C99CB68CEA80}"/>
              </a:ext>
            </a:extLst>
          </p:cNvPr>
          <p:cNvSpPr>
            <a:spLocks xmlns:a="http://schemas.openxmlformats.org/drawingml/2006/main" noGrp="1"/>
          </p:cNvSpPr>
          <p:nvPr/>
        </p:nvSpPr>
        <p:spPr>
          <a:xfrm xmlns:a="http://schemas.openxmlformats.org/drawingml/2006/main">
            <a:off x="4701540" y="3242310"/>
            <a:ext cx="2068830" cy="9525"/>
          </a:xfrm>
          <a:custGeom xmlns:a="http://schemas.openxmlformats.org/drawingml/2006/main">
            <a:pathLst>
              <a:path w="2068830" h="9525">
                <a:moveTo>
                  <a:pt x="0" y="0"/>
                </a:moveTo>
                <a:lnTo>
                  <a:pt x="2068830" y="0"/>
                </a:lnTo>
              </a:path>
            </a:pathLst>
          </a:custGeom>
          <a:noFill xmlns:a="http://schemas.openxmlformats.org/drawingml/2006/main"/>
          <a:ln xmlns:a="http://schemas.openxmlformats.org/drawingml/2006/main" w="26289">
            <a:solidFill>
              <a:srgbClr val="1572C3"/>
            </a:solidFill>
          </a:ln>
        </p:spPr>
      </p:sp>
      <p:sp>
        <p:nvSpPr>
          <p:cNvPr id="67" name="wire-241">
            <a:extLst xmlns:a="http://schemas.openxmlformats.org/drawingml/2006/main">
              <a:ext uri="{FF2B5EF4-FFF2-40B4-BE49-F238E27FC236}">
                <a16:creationId xmlns:a16="http://schemas.microsoft.com/office/drawing/2014/main" id="{5B06953E-A240-4257-B002-FAF15898D51E}"/>
              </a:ext>
            </a:extLst>
          </p:cNvPr>
          <p:cNvSpPr>
            <a:spLocks xmlns:a="http://schemas.openxmlformats.org/drawingml/2006/main" noGrp="1"/>
          </p:cNvSpPr>
          <p:nvPr/>
        </p:nvSpPr>
        <p:spPr>
          <a:xfrm xmlns:a="http://schemas.openxmlformats.org/drawingml/2006/main">
            <a:off x="6770370" y="3242310"/>
            <a:ext cx="9525" cy="1508760"/>
          </a:xfrm>
          <a:custGeom xmlns:a="http://schemas.openxmlformats.org/drawingml/2006/main">
            <a:pathLst>
              <a:path w="9525" h="1508760">
                <a:moveTo>
                  <a:pt x="0" y="0"/>
                </a:moveTo>
                <a:lnTo>
                  <a:pt x="0" y="1508760"/>
                </a:lnTo>
              </a:path>
            </a:pathLst>
          </a:custGeom>
          <a:noFill xmlns:a="http://schemas.openxmlformats.org/drawingml/2006/main"/>
          <a:ln xmlns:a="http://schemas.openxmlformats.org/drawingml/2006/main" w="26289">
            <a:solidFill>
              <a:srgbClr val="1572C3"/>
            </a:solidFill>
          </a:ln>
        </p:spPr>
      </p:sp>
      <p:sp>
        <p:nvSpPr>
          <p:cNvPr id="68" name="wire-242">
            <a:extLst xmlns:a="http://schemas.openxmlformats.org/drawingml/2006/main">
              <a:ext uri="{FF2B5EF4-FFF2-40B4-BE49-F238E27FC236}">
                <a16:creationId xmlns:a16="http://schemas.microsoft.com/office/drawing/2014/main" id="{9861AD26-02C2-4C0B-BF3A-E58678D7A58D}"/>
              </a:ext>
            </a:extLst>
          </p:cNvPr>
          <p:cNvSpPr>
            <a:spLocks xmlns:a="http://schemas.openxmlformats.org/drawingml/2006/main" noGrp="1"/>
          </p:cNvSpPr>
          <p:nvPr/>
        </p:nvSpPr>
        <p:spPr>
          <a:xfrm xmlns:a="http://schemas.openxmlformats.org/drawingml/2006/main">
            <a:off x="6770370" y="4751070"/>
            <a:ext cx="262890" cy="9525"/>
          </a:xfrm>
          <a:custGeom xmlns:a="http://schemas.openxmlformats.org/drawingml/2006/main">
            <a:pathLst>
              <a:path w="262890" h="9525">
                <a:moveTo>
                  <a:pt x="0" y="0"/>
                </a:moveTo>
                <a:lnTo>
                  <a:pt x="262890" y="0"/>
                </a:lnTo>
              </a:path>
            </a:pathLst>
          </a:custGeom>
          <a:noFill xmlns:a="http://schemas.openxmlformats.org/drawingml/2006/main"/>
          <a:ln xmlns:a="http://schemas.openxmlformats.org/drawingml/2006/main" w="26289">
            <a:solidFill>
              <a:srgbClr val="1572C3"/>
            </a:solidFill>
          </a:ln>
        </p:spPr>
      </p:sp>
      <p:sp>
        <p:nvSpPr>
          <p:cNvPr id="69" name="circuit-243">
            <a:extLst xmlns:a="http://schemas.openxmlformats.org/drawingml/2006/main">
              <a:ext uri="{FF2B5EF4-FFF2-40B4-BE49-F238E27FC236}">
                <a16:creationId xmlns:a16="http://schemas.microsoft.com/office/drawing/2014/main" id="{861A241E-D02F-4F3F-825F-70CE91D7B566}"/>
              </a:ext>
            </a:extLst>
          </p:cNvPr>
          <p:cNvSpPr>
            <a:spLocks xmlns:a="http://schemas.openxmlformats.org/drawingml/2006/main" noGrp="1"/>
          </p:cNvSpPr>
          <p:nvPr/>
        </p:nvSpPr>
        <p:spPr>
          <a:xfrm xmlns:a="http://schemas.openxmlformats.org/drawingml/2006/main">
            <a:off x="6957060" y="471963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0" name="wire-244">
            <a:extLst xmlns:a="http://schemas.openxmlformats.org/drawingml/2006/main">
              <a:ext uri="{FF2B5EF4-FFF2-40B4-BE49-F238E27FC236}">
                <a16:creationId xmlns:a16="http://schemas.microsoft.com/office/drawing/2014/main" id="{1D1DF918-D1F9-4819-92FC-A4D05DC40DBB}"/>
              </a:ext>
            </a:extLst>
          </p:cNvPr>
          <p:cNvSpPr>
            <a:spLocks xmlns:a="http://schemas.openxmlformats.org/drawingml/2006/main" noGrp="1"/>
          </p:cNvSpPr>
          <p:nvPr/>
        </p:nvSpPr>
        <p:spPr>
          <a:xfrm xmlns:a="http://schemas.openxmlformats.org/drawingml/2006/main">
            <a:off x="6793230" y="3162300"/>
            <a:ext cx="9525" cy="217170"/>
          </a:xfrm>
          <a:custGeom xmlns:a="http://schemas.openxmlformats.org/drawingml/2006/main">
            <a:pathLst>
              <a:path w="9525" h="217170">
                <a:moveTo>
                  <a:pt x="0" y="0"/>
                </a:moveTo>
                <a:lnTo>
                  <a:pt x="0" y="217170"/>
                </a:lnTo>
              </a:path>
            </a:pathLst>
          </a:custGeom>
          <a:noFill xmlns:a="http://schemas.openxmlformats.org/drawingml/2006/main"/>
          <a:ln xmlns:a="http://schemas.openxmlformats.org/drawingml/2006/main" w="24003">
            <a:solidFill>
              <a:srgbClr val="1572C3"/>
            </a:solidFill>
          </a:ln>
        </p:spPr>
      </p:sp>
      <p:sp>
        <p:nvSpPr>
          <p:cNvPr id="71" name="wire-245">
            <a:extLst xmlns:a="http://schemas.openxmlformats.org/drawingml/2006/main">
              <a:ext uri="{FF2B5EF4-FFF2-40B4-BE49-F238E27FC236}">
                <a16:creationId xmlns:a16="http://schemas.microsoft.com/office/drawing/2014/main" id="{A821527C-90DE-4C30-A8F1-8CAF8F3A9F93}"/>
              </a:ext>
            </a:extLst>
          </p:cNvPr>
          <p:cNvSpPr>
            <a:spLocks xmlns:a="http://schemas.openxmlformats.org/drawingml/2006/main" noGrp="1"/>
          </p:cNvSpPr>
          <p:nvPr/>
        </p:nvSpPr>
        <p:spPr>
          <a:xfrm xmlns:a="http://schemas.openxmlformats.org/drawingml/2006/main">
            <a:off x="4095750" y="3379470"/>
            <a:ext cx="2697480" cy="9525"/>
          </a:xfrm>
          <a:custGeom xmlns:a="http://schemas.openxmlformats.org/drawingml/2006/main">
            <a:pathLst>
              <a:path w="2697480" h="9525">
                <a:moveTo>
                  <a:pt x="2697480" y="0"/>
                </a:moveTo>
                <a:lnTo>
                  <a:pt x="0" y="0"/>
                </a:lnTo>
              </a:path>
            </a:pathLst>
          </a:custGeom>
          <a:noFill xmlns:a="http://schemas.openxmlformats.org/drawingml/2006/main"/>
          <a:ln xmlns:a="http://schemas.openxmlformats.org/drawingml/2006/main" w="24003">
            <a:solidFill>
              <a:srgbClr val="1572C3"/>
            </a:solidFill>
          </a:ln>
        </p:spPr>
      </p:sp>
      <p:sp>
        <p:nvSpPr>
          <p:cNvPr id="72" name="wire-246">
            <a:extLst xmlns:a="http://schemas.openxmlformats.org/drawingml/2006/main">
              <a:ext uri="{FF2B5EF4-FFF2-40B4-BE49-F238E27FC236}">
                <a16:creationId xmlns:a16="http://schemas.microsoft.com/office/drawing/2014/main" id="{8C4CFE21-2597-4F62-9F99-4953DBB881C9}"/>
              </a:ext>
            </a:extLst>
          </p:cNvPr>
          <p:cNvSpPr>
            <a:spLocks xmlns:a="http://schemas.openxmlformats.org/drawingml/2006/main" noGrp="1"/>
          </p:cNvSpPr>
          <p:nvPr/>
        </p:nvSpPr>
        <p:spPr>
          <a:xfrm xmlns:a="http://schemas.openxmlformats.org/drawingml/2006/main">
            <a:off x="4095750" y="3379470"/>
            <a:ext cx="9525" cy="1097280"/>
          </a:xfrm>
          <a:custGeom xmlns:a="http://schemas.openxmlformats.org/drawingml/2006/main">
            <a:pathLst>
              <a:path w="9525" h="1097280">
                <a:moveTo>
                  <a:pt x="0" y="0"/>
                </a:moveTo>
                <a:lnTo>
                  <a:pt x="0" y="1097280"/>
                </a:lnTo>
              </a:path>
            </a:pathLst>
          </a:custGeom>
          <a:noFill xmlns:a="http://schemas.openxmlformats.org/drawingml/2006/main"/>
          <a:ln xmlns:a="http://schemas.openxmlformats.org/drawingml/2006/main" w="24003">
            <a:solidFill>
              <a:srgbClr val="1572C3"/>
            </a:solidFill>
          </a:ln>
        </p:spPr>
      </p:sp>
      <p:sp>
        <p:nvSpPr>
          <p:cNvPr id="73" name="wire-247">
            <a:extLst xmlns:a="http://schemas.openxmlformats.org/drawingml/2006/main">
              <a:ext uri="{FF2B5EF4-FFF2-40B4-BE49-F238E27FC236}">
                <a16:creationId xmlns:a16="http://schemas.microsoft.com/office/drawing/2014/main" id="{D57D7720-1D58-40B1-A68E-9AD6EEA64AD7}"/>
              </a:ext>
            </a:extLst>
          </p:cNvPr>
          <p:cNvSpPr>
            <a:spLocks xmlns:a="http://schemas.openxmlformats.org/drawingml/2006/main" noGrp="1"/>
          </p:cNvSpPr>
          <p:nvPr/>
        </p:nvSpPr>
        <p:spPr>
          <a:xfrm xmlns:a="http://schemas.openxmlformats.org/drawingml/2006/main">
            <a:off x="4095750" y="4476750"/>
            <a:ext cx="297180" cy="9525"/>
          </a:xfrm>
          <a:custGeom xmlns:a="http://schemas.openxmlformats.org/drawingml/2006/main">
            <a:pathLst>
              <a:path w="297180" h="9525">
                <a:moveTo>
                  <a:pt x="0" y="0"/>
                </a:moveTo>
                <a:lnTo>
                  <a:pt x="297180" y="0"/>
                </a:lnTo>
              </a:path>
            </a:pathLst>
          </a:custGeom>
          <a:noFill xmlns:a="http://schemas.openxmlformats.org/drawingml/2006/main"/>
          <a:ln xmlns:a="http://schemas.openxmlformats.org/drawingml/2006/main" w="24003">
            <a:solidFill>
              <a:srgbClr val="1572C3"/>
            </a:solidFill>
          </a:ln>
        </p:spPr>
      </p:sp>
      <p:sp>
        <p:nvSpPr>
          <p:cNvPr id="74" name="circuit-248">
            <a:extLst xmlns:a="http://schemas.openxmlformats.org/drawingml/2006/main">
              <a:ext uri="{FF2B5EF4-FFF2-40B4-BE49-F238E27FC236}">
                <a16:creationId xmlns:a16="http://schemas.microsoft.com/office/drawing/2014/main" id="{5E0B143E-E150-4748-B738-F4CE072FD386}"/>
              </a:ext>
            </a:extLst>
          </p:cNvPr>
          <p:cNvSpPr>
            <a:spLocks xmlns:a="http://schemas.openxmlformats.org/drawingml/2006/main" noGrp="1"/>
          </p:cNvSpPr>
          <p:nvPr/>
        </p:nvSpPr>
        <p:spPr>
          <a:xfrm xmlns:a="http://schemas.openxmlformats.org/drawingml/2006/main">
            <a:off x="4316730" y="44453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5" name="wire-249">
            <a:extLst xmlns:a="http://schemas.openxmlformats.org/drawingml/2006/main">
              <a:ext uri="{FF2B5EF4-FFF2-40B4-BE49-F238E27FC236}">
                <a16:creationId xmlns:a16="http://schemas.microsoft.com/office/drawing/2014/main" id="{04ECD5CB-8F16-445C-A166-EAECE4066E68}"/>
              </a:ext>
            </a:extLst>
          </p:cNvPr>
          <p:cNvSpPr>
            <a:spLocks xmlns:a="http://schemas.openxmlformats.org/drawingml/2006/main" noGrp="1"/>
          </p:cNvSpPr>
          <p:nvPr/>
        </p:nvSpPr>
        <p:spPr>
          <a:xfrm xmlns:a="http://schemas.openxmlformats.org/drawingml/2006/main">
            <a:off x="4198620" y="4831080"/>
            <a:ext cx="194310" cy="9525"/>
          </a:xfrm>
          <a:custGeom xmlns:a="http://schemas.openxmlformats.org/drawingml/2006/main">
            <a:pathLst>
              <a:path w="194310" h="9525">
                <a:moveTo>
                  <a:pt x="0" y="0"/>
                </a:moveTo>
                <a:lnTo>
                  <a:pt x="194310" y="0"/>
                </a:lnTo>
              </a:path>
            </a:pathLst>
          </a:custGeom>
          <a:noFill xmlns:a="http://schemas.openxmlformats.org/drawingml/2006/main"/>
          <a:ln xmlns:a="http://schemas.openxmlformats.org/drawingml/2006/main" w="17145">
            <a:solidFill>
              <a:srgbClr val="9FA9B9"/>
            </a:solidFill>
          </a:ln>
        </p:spPr>
      </p:sp>
      <p:sp>
        <p:nvSpPr>
          <p:cNvPr id="76" name="circuit-250">
            <a:extLst xmlns:a="http://schemas.openxmlformats.org/drawingml/2006/main">
              <a:ext uri="{FF2B5EF4-FFF2-40B4-BE49-F238E27FC236}">
                <a16:creationId xmlns:a16="http://schemas.microsoft.com/office/drawing/2014/main" id="{A3C1088E-B8F8-4CE8-B0E7-461EE438A1C8}"/>
              </a:ext>
            </a:extLst>
          </p:cNvPr>
          <p:cNvSpPr>
            <a:spLocks xmlns:a="http://schemas.openxmlformats.org/drawingml/2006/main" noGrp="1"/>
          </p:cNvSpPr>
          <p:nvPr/>
        </p:nvSpPr>
        <p:spPr>
          <a:xfrm xmlns:a="http://schemas.openxmlformats.org/drawingml/2006/main">
            <a:off x="4316730" y="479964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77" name="board-stable-rf">
            <a:extLst xmlns:a="http://schemas.openxmlformats.org/drawingml/2006/main">
              <a:ext uri="{FF2B5EF4-FFF2-40B4-BE49-F238E27FC236}">
                <a16:creationId xmlns:a16="http://schemas.microsoft.com/office/drawing/2014/main" id="{3E275071-0976-475D-82AA-0C2CB7139FC1}"/>
              </a:ext>
            </a:extLst>
          </p:cNvPr>
          <p:cNvSpPr>
            <a:spLocks xmlns:a="http://schemas.openxmlformats.org/drawingml/2006/main" noGrp="1"/>
          </p:cNvSpPr>
          <p:nvPr/>
        </p:nvSpPr>
        <p:spPr>
          <a:xfrm xmlns:a="http://schemas.openxmlformats.org/drawingml/2006/main">
            <a:off x="4392930" y="3505200"/>
            <a:ext cx="1885950" cy="1783080"/>
          </a:xfrm>
          <a:prstGeom xmlns:a="http://schemas.openxmlformats.org/drawingml/2006/main" prst="rect">
            <a:avLst/>
          </a:prstGeom>
          <a:solidFill xmlns:a="http://schemas.openxmlformats.org/drawingml/2006/main">
            <a:srgbClr val="FFFFFF"/>
          </a:solidFill>
          <a:ln xmlns:a="http://schemas.openxmlformats.org/drawingml/2006/main" w="25146">
            <a:solidFill>
              <a:srgbClr val="231F20"/>
            </a:solidFill>
          </a:ln>
        </p:spPr>
      </p:sp>
      <p:sp>
        <p:nvSpPr>
          <p:cNvPr id="78" name="circuit-252">
            <a:extLst xmlns:a="http://schemas.openxmlformats.org/drawingml/2006/main">
              <a:ext uri="{FF2B5EF4-FFF2-40B4-BE49-F238E27FC236}">
                <a16:creationId xmlns:a16="http://schemas.microsoft.com/office/drawing/2014/main" id="{E08C66B8-2A3A-4E81-8970-08846B28FA1E}"/>
              </a:ext>
            </a:extLst>
          </p:cNvPr>
          <p:cNvSpPr>
            <a:spLocks xmlns:a="http://schemas.openxmlformats.org/drawingml/2006/main" noGrp="1"/>
          </p:cNvSpPr>
          <p:nvPr/>
        </p:nvSpPr>
        <p:spPr>
          <a:xfrm xmlns:a="http://schemas.openxmlformats.org/drawingml/2006/main">
            <a:off x="4861560" y="3505200"/>
            <a:ext cx="182880" cy="102870"/>
          </a:xfrm>
          <a:custGeom xmlns:a="http://schemas.openxmlformats.org/drawingml/2006/main">
            <a:pathLst>
              <a:path w="182880" h="102870">
                <a:moveTo>
                  <a:pt x="0" y="0"/>
                </a:moveTo>
                <a:lnTo>
                  <a:pt x="91440" y="102870"/>
                </a:lnTo>
                <a:lnTo>
                  <a:pt x="182880" y="0"/>
                </a:lnTo>
                <a:close/>
              </a:path>
            </a:pathLst>
          </a:custGeom>
          <a:noFill xmlns:a="http://schemas.openxmlformats.org/drawingml/2006/main"/>
          <a:ln xmlns:a="http://schemas.openxmlformats.org/drawingml/2006/main" w="25146">
            <a:solidFill>
              <a:srgbClr val="231F20"/>
            </a:solidFill>
          </a:ln>
        </p:spPr>
      </p:sp>
      <p:sp>
        <p:nvSpPr>
          <p:cNvPr id="79" name="wire-253">
            <a:extLst xmlns:a="http://schemas.openxmlformats.org/drawingml/2006/main">
              <a:ext uri="{FF2B5EF4-FFF2-40B4-BE49-F238E27FC236}">
                <a16:creationId xmlns:a16="http://schemas.microsoft.com/office/drawing/2014/main" id="{D3C8F861-123B-48BA-9411-D6913A4C79F4}"/>
              </a:ext>
            </a:extLst>
          </p:cNvPr>
          <p:cNvSpPr>
            <a:spLocks xmlns:a="http://schemas.openxmlformats.org/drawingml/2006/main" noGrp="1"/>
          </p:cNvSpPr>
          <p:nvPr/>
        </p:nvSpPr>
        <p:spPr>
          <a:xfrm xmlns:a="http://schemas.openxmlformats.org/drawingml/2006/main">
            <a:off x="4953000" y="3425190"/>
            <a:ext cx="9525" cy="80010"/>
          </a:xfrm>
          <a:custGeom xmlns:a="http://schemas.openxmlformats.org/drawingml/2006/main">
            <a:pathLst>
              <a:path w="9525" h="80010">
                <a:moveTo>
                  <a:pt x="0" y="0"/>
                </a:moveTo>
                <a:lnTo>
                  <a:pt x="0" y="80010"/>
                </a:lnTo>
              </a:path>
            </a:pathLst>
          </a:custGeom>
          <a:noFill xmlns:a="http://schemas.openxmlformats.org/drawingml/2006/main"/>
          <a:ln xmlns:a="http://schemas.openxmlformats.org/drawingml/2006/main" w="13716">
            <a:solidFill>
              <a:srgbClr val="231F20"/>
            </a:solidFill>
          </a:ln>
        </p:spPr>
      </p:sp>
      <p:sp>
        <p:nvSpPr>
          <p:cNvPr id="80" name="text-254">
            <a:extLst xmlns:a="http://schemas.openxmlformats.org/drawingml/2006/main">
              <a:ext uri="{FF2B5EF4-FFF2-40B4-BE49-F238E27FC236}">
                <a16:creationId xmlns:a16="http://schemas.microsoft.com/office/drawing/2014/main" id="{CE70B2FB-E9C7-4B53-952D-FEE61E09B547}"/>
              </a:ext>
            </a:extLst>
          </p:cNvPr>
          <p:cNvSpPr>
            <a:spLocks xmlns:a="http://schemas.openxmlformats.org/drawingml/2006/main" noGrp="1"/>
          </p:cNvSpPr>
          <p:nvPr/>
        </p:nvSpPr>
        <p:spPr>
          <a:xfrm xmlns:a="http://schemas.openxmlformats.org/drawingml/2006/main">
            <a:off x="4541520" y="4065270"/>
            <a:ext cx="158877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30" b="1">
                <a:solidFill>
                  <a:srgbClr val="231F20"/>
                </a:solidFill>
                <a:latin typeface="Yu Gothic"/>
                <a:ea typeface="Yu Gothic"/>
                <a:cs typeface="Yu Gothic"/>
              </a:defRPr>
            </a:defPPr>
            <a:lvl1pPr algn="ctr">
              <a:defRPr sz="1530" b="1">
                <a:solidFill>
                  <a:srgbClr val="231F20"/>
                </a:solidFill>
                <a:latin typeface="Yu Gothic"/>
                <a:ea typeface="Yu Gothic"/>
                <a:cs typeface="Yu Gothic"/>
              </a:defRPr>
            </a:lvl1pPr>
            <a:lvl2pPr algn="ctr">
              <a:defRPr sz="1530" b="1">
                <a:solidFill>
                  <a:srgbClr val="231F20"/>
                </a:solidFill>
                <a:latin typeface="Yu Gothic"/>
                <a:ea typeface="Yu Gothic"/>
                <a:cs typeface="Yu Gothic"/>
              </a:defRPr>
            </a:lvl2pPr>
            <a:lvl3pPr algn="ctr">
              <a:defRPr sz="1530" b="1">
                <a:solidFill>
                  <a:srgbClr val="231F20"/>
                </a:solidFill>
                <a:latin typeface="Yu Gothic"/>
                <a:ea typeface="Yu Gothic"/>
                <a:cs typeface="Yu Gothic"/>
              </a:defRPr>
            </a:lvl3pPr>
            <a:lvl4pPr algn="ctr">
              <a:defRPr sz="1530" b="1">
                <a:solidFill>
                  <a:srgbClr val="231F20"/>
                </a:solidFill>
                <a:latin typeface="Yu Gothic"/>
                <a:ea typeface="Yu Gothic"/>
                <a:cs typeface="Yu Gothic"/>
              </a:defRPr>
            </a:lvl4pPr>
            <a:lvl5pPr algn="ctr">
              <a:defRPr sz="1530" b="1">
                <a:solidFill>
                  <a:srgbClr val="231F20"/>
                </a:solidFill>
                <a:latin typeface="Yu Gothic"/>
                <a:ea typeface="Yu Gothic"/>
                <a:cs typeface="Yu Gothic"/>
              </a:defRPr>
            </a:lvl5pPr>
            <a:lvl6pPr algn="ctr">
              <a:defRPr sz="1530" b="1">
                <a:solidFill>
                  <a:srgbClr val="231F20"/>
                </a:solidFill>
                <a:latin typeface="Yu Gothic"/>
                <a:ea typeface="Yu Gothic"/>
                <a:cs typeface="Yu Gothic"/>
              </a:defRPr>
            </a:lvl6pPr>
            <a:lvl7pPr algn="ctr">
              <a:defRPr sz="1530" b="1">
                <a:solidFill>
                  <a:srgbClr val="231F20"/>
                </a:solidFill>
                <a:latin typeface="Yu Gothic"/>
                <a:ea typeface="Yu Gothic"/>
                <a:cs typeface="Yu Gothic"/>
              </a:defRPr>
            </a:lvl7pPr>
            <a:lvl8pPr algn="ctr">
              <a:defRPr sz="1530" b="1">
                <a:solidFill>
                  <a:srgbClr val="231F20"/>
                </a:solidFill>
                <a:latin typeface="Yu Gothic"/>
                <a:ea typeface="Yu Gothic"/>
                <a:cs typeface="Yu Gothic"/>
              </a:defRPr>
            </a:lvl8pPr>
            <a:lvl9pPr algn="ctr">
              <a:defRPr sz="1530" b="1">
                <a:solidFill>
                  <a:srgbClr val="231F20"/>
                </a:solidFill>
                <a:latin typeface="Yu Gothic"/>
                <a:ea typeface="Yu Gothic"/>
                <a:cs typeface="Yu Gothic"/>
              </a:defRPr>
            </a:lvl9pPr>
          </a:lstStyle>
          <a:p xmlns:a="http://schemas.openxmlformats.org/drawingml/2006/main">
            <a:pPr algn="ctr">
              <a:defRPr sz="1530" b="1">
                <a:solidFill>
                  <a:srgbClr val="231F20"/>
                </a:solidFill>
                <a:latin typeface="Yu Gothic"/>
                <a:ea typeface="Yu Gothic"/>
                <a:cs typeface="Yu Gothic"/>
              </a:defRPr>
            </a:pPr>
            <a:r>
              <a:rPr sz="1530" b="1">
                <a:solidFill>
                  <a:srgbClr val="231F20"/>
                </a:solidFill>
                <a:latin typeface="Yu Gothic"/>
                <a:ea typeface="Yu Gothic"/>
                <a:cs typeface="Yu Gothic"/>
              </a:rPr>
              <a:t>レジスタ群</a:t>
            </a:r>
          </a:p>
        </p:txBody>
      </p:sp>
      <p:sp>
        <p:nvSpPr>
          <p:cNvPr id="81" name="text-255">
            <a:extLst xmlns:a="http://schemas.openxmlformats.org/drawingml/2006/main">
              <a:ext uri="{FF2B5EF4-FFF2-40B4-BE49-F238E27FC236}">
                <a16:creationId xmlns:a16="http://schemas.microsoft.com/office/drawing/2014/main" id="{579EC9D4-5FD6-4B6F-906B-BE38C6924213}"/>
              </a:ext>
            </a:extLst>
          </p:cNvPr>
          <p:cNvSpPr>
            <a:spLocks xmlns:a="http://schemas.openxmlformats.org/drawingml/2006/main" noGrp="1"/>
          </p:cNvSpPr>
          <p:nvPr/>
        </p:nvSpPr>
        <p:spPr>
          <a:xfrm xmlns:a="http://schemas.openxmlformats.org/drawingml/2006/main">
            <a:off x="446151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A1</a:t>
            </a:r>
          </a:p>
        </p:txBody>
      </p:sp>
      <p:sp>
        <p:nvSpPr>
          <p:cNvPr id="82" name="text-256">
            <a:extLst xmlns:a="http://schemas.openxmlformats.org/drawingml/2006/main">
              <a:ext uri="{FF2B5EF4-FFF2-40B4-BE49-F238E27FC236}">
                <a16:creationId xmlns:a16="http://schemas.microsoft.com/office/drawing/2014/main" id="{15A73330-740D-4305-A0A8-2A945646F24A}"/>
              </a:ext>
            </a:extLst>
          </p:cNvPr>
          <p:cNvSpPr>
            <a:spLocks xmlns:a="http://schemas.openxmlformats.org/drawingml/2006/main" noGrp="1"/>
          </p:cNvSpPr>
          <p:nvPr/>
        </p:nvSpPr>
        <p:spPr>
          <a:xfrm xmlns:a="http://schemas.openxmlformats.org/drawingml/2006/main">
            <a:off x="446151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A2</a:t>
            </a:r>
          </a:p>
        </p:txBody>
      </p:sp>
      <p:sp>
        <p:nvSpPr>
          <p:cNvPr id="83" name="text-257">
            <a:extLst xmlns:a="http://schemas.openxmlformats.org/drawingml/2006/main">
              <a:ext uri="{FF2B5EF4-FFF2-40B4-BE49-F238E27FC236}">
                <a16:creationId xmlns:a16="http://schemas.microsoft.com/office/drawing/2014/main" id="{AA06EC6B-4C0E-4F00-AB2D-7466422BD81B}"/>
              </a:ext>
            </a:extLst>
          </p:cNvPr>
          <p:cNvSpPr>
            <a:spLocks xmlns:a="http://schemas.openxmlformats.org/drawingml/2006/main" noGrp="1"/>
          </p:cNvSpPr>
          <p:nvPr/>
        </p:nvSpPr>
        <p:spPr>
          <a:xfrm xmlns:a="http://schemas.openxmlformats.org/drawingml/2006/main">
            <a:off x="4461510" y="46710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A3</a:t>
            </a:r>
          </a:p>
        </p:txBody>
      </p:sp>
      <p:sp>
        <p:nvSpPr>
          <p:cNvPr id="84" name="text-258">
            <a:extLst xmlns:a="http://schemas.openxmlformats.org/drawingml/2006/main">
              <a:ext uri="{FF2B5EF4-FFF2-40B4-BE49-F238E27FC236}">
                <a16:creationId xmlns:a16="http://schemas.microsoft.com/office/drawing/2014/main" id="{06A84B45-7E1A-4DFB-BFD8-88B2BA87F6C0}"/>
              </a:ext>
            </a:extLst>
          </p:cNvPr>
          <p:cNvSpPr>
            <a:spLocks xmlns:a="http://schemas.openxmlformats.org/drawingml/2006/main" noGrp="1"/>
          </p:cNvSpPr>
          <p:nvPr/>
        </p:nvSpPr>
        <p:spPr>
          <a:xfrm xmlns:a="http://schemas.openxmlformats.org/drawingml/2006/main">
            <a:off x="4461510" y="50139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WD3</a:t>
            </a:r>
          </a:p>
        </p:txBody>
      </p:sp>
      <p:sp>
        <p:nvSpPr>
          <p:cNvPr id="85" name="text-259">
            <a:extLst xmlns:a="http://schemas.openxmlformats.org/drawingml/2006/main">
              <a:ext uri="{FF2B5EF4-FFF2-40B4-BE49-F238E27FC236}">
                <a16:creationId xmlns:a16="http://schemas.microsoft.com/office/drawing/2014/main" id="{A423E708-6EAD-41E7-8430-434939D7F0FB}"/>
              </a:ext>
            </a:extLst>
          </p:cNvPr>
          <p:cNvSpPr>
            <a:spLocks xmlns:a="http://schemas.openxmlformats.org/drawingml/2006/main" noGrp="1"/>
          </p:cNvSpPr>
          <p:nvPr/>
        </p:nvSpPr>
        <p:spPr>
          <a:xfrm xmlns:a="http://schemas.openxmlformats.org/drawingml/2006/main">
            <a:off x="5821680" y="382524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RD1</a:t>
            </a:r>
          </a:p>
        </p:txBody>
      </p:sp>
      <p:sp>
        <p:nvSpPr>
          <p:cNvPr id="86" name="text-260">
            <a:extLst xmlns:a="http://schemas.openxmlformats.org/drawingml/2006/main">
              <a:ext uri="{FF2B5EF4-FFF2-40B4-BE49-F238E27FC236}">
                <a16:creationId xmlns:a16="http://schemas.microsoft.com/office/drawing/2014/main" id="{8F447832-04CA-4C58-B386-46121CE29534}"/>
              </a:ext>
            </a:extLst>
          </p:cNvPr>
          <p:cNvSpPr>
            <a:spLocks xmlns:a="http://schemas.openxmlformats.org/drawingml/2006/main" noGrp="1"/>
          </p:cNvSpPr>
          <p:nvPr/>
        </p:nvSpPr>
        <p:spPr>
          <a:xfrm xmlns:a="http://schemas.openxmlformats.org/drawingml/2006/main">
            <a:off x="5821680" y="4328160"/>
            <a:ext cx="40005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231F20"/>
                </a:solidFill>
                <a:latin typeface="Arial"/>
                <a:ea typeface="Arial"/>
                <a:cs typeface="Arial"/>
              </a:defRPr>
            </a:defPPr>
            <a:lvl1pPr algn="l">
              <a:defRPr sz="1260" b="0">
                <a:solidFill>
                  <a:srgbClr val="231F20"/>
                </a:solidFill>
                <a:latin typeface="Arial"/>
                <a:ea typeface="Arial"/>
                <a:cs typeface="Arial"/>
              </a:defRPr>
            </a:lvl1pPr>
            <a:lvl2pPr algn="l">
              <a:defRPr sz="1260" b="0">
                <a:solidFill>
                  <a:srgbClr val="231F20"/>
                </a:solidFill>
                <a:latin typeface="Arial"/>
                <a:ea typeface="Arial"/>
                <a:cs typeface="Arial"/>
              </a:defRPr>
            </a:lvl2pPr>
            <a:lvl3pPr algn="l">
              <a:defRPr sz="1260" b="0">
                <a:solidFill>
                  <a:srgbClr val="231F20"/>
                </a:solidFill>
                <a:latin typeface="Arial"/>
                <a:ea typeface="Arial"/>
                <a:cs typeface="Arial"/>
              </a:defRPr>
            </a:lvl3pPr>
            <a:lvl4pPr algn="l">
              <a:defRPr sz="1260" b="0">
                <a:solidFill>
                  <a:srgbClr val="231F20"/>
                </a:solidFill>
                <a:latin typeface="Arial"/>
                <a:ea typeface="Arial"/>
                <a:cs typeface="Arial"/>
              </a:defRPr>
            </a:lvl4pPr>
            <a:lvl5pPr algn="l">
              <a:defRPr sz="1260" b="0">
                <a:solidFill>
                  <a:srgbClr val="231F20"/>
                </a:solidFill>
                <a:latin typeface="Arial"/>
                <a:ea typeface="Arial"/>
                <a:cs typeface="Arial"/>
              </a:defRPr>
            </a:lvl5pPr>
            <a:lvl6pPr algn="l">
              <a:defRPr sz="1260" b="0">
                <a:solidFill>
                  <a:srgbClr val="231F20"/>
                </a:solidFill>
                <a:latin typeface="Arial"/>
                <a:ea typeface="Arial"/>
                <a:cs typeface="Arial"/>
              </a:defRPr>
            </a:lvl6pPr>
            <a:lvl7pPr algn="l">
              <a:defRPr sz="1260" b="0">
                <a:solidFill>
                  <a:srgbClr val="231F20"/>
                </a:solidFill>
                <a:latin typeface="Arial"/>
                <a:ea typeface="Arial"/>
                <a:cs typeface="Arial"/>
              </a:defRPr>
            </a:lvl7pPr>
            <a:lvl8pPr algn="l">
              <a:defRPr sz="1260" b="0">
                <a:solidFill>
                  <a:srgbClr val="231F20"/>
                </a:solidFill>
                <a:latin typeface="Arial"/>
                <a:ea typeface="Arial"/>
                <a:cs typeface="Arial"/>
              </a:defRPr>
            </a:lvl8pPr>
            <a:lvl9pPr algn="l">
              <a:defRPr sz="1260" b="0">
                <a:solidFill>
                  <a:srgbClr val="231F20"/>
                </a:solidFill>
                <a:latin typeface="Arial"/>
                <a:ea typeface="Arial"/>
                <a:cs typeface="Arial"/>
              </a:defRPr>
            </a:lvl9pPr>
          </a:lstStyle>
          <a:p xmlns:a="http://schemas.openxmlformats.org/drawingml/2006/main">
            <a:pPr algn="l">
              <a:defRPr sz="1260" b="0">
                <a:solidFill>
                  <a:srgbClr val="231F20"/>
                </a:solidFill>
                <a:latin typeface="Arial"/>
                <a:ea typeface="Arial"/>
                <a:cs typeface="Arial"/>
              </a:defRPr>
            </a:pPr>
            <a:r>
              <a:rPr sz="1260" b="0">
                <a:solidFill>
                  <a:srgbClr val="231F20"/>
                </a:solidFill>
                <a:latin typeface="Arial"/>
                <a:ea typeface="Arial"/>
                <a:cs typeface="Arial"/>
              </a:rPr>
              <a:t>RD2</a:t>
            </a:r>
          </a:p>
        </p:txBody>
      </p:sp>
      <p:sp>
        <p:nvSpPr>
          <p:cNvPr id="87" name="text-261">
            <a:extLst xmlns:a="http://schemas.openxmlformats.org/drawingml/2006/main">
              <a:ext uri="{FF2B5EF4-FFF2-40B4-BE49-F238E27FC236}">
                <a16:creationId xmlns:a16="http://schemas.microsoft.com/office/drawing/2014/main" id="{45684EFD-734E-402B-B428-354E36CB16C6}"/>
              </a:ext>
            </a:extLst>
          </p:cNvPr>
          <p:cNvSpPr>
            <a:spLocks xmlns:a="http://schemas.openxmlformats.org/drawingml/2006/main" noGrp="1"/>
          </p:cNvSpPr>
          <p:nvPr/>
        </p:nvSpPr>
        <p:spPr>
          <a:xfrm xmlns:a="http://schemas.openxmlformats.org/drawingml/2006/main">
            <a:off x="5798820" y="3528060"/>
            <a:ext cx="42291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0">
                <a:solidFill>
                  <a:srgbClr val="9FA9B9"/>
                </a:solidFill>
                <a:latin typeface="Arial"/>
                <a:ea typeface="Arial"/>
                <a:cs typeface="Arial"/>
              </a:defRPr>
            </a:defPPr>
            <a:lvl1pPr algn="l">
              <a:defRPr sz="1260" b="0">
                <a:solidFill>
                  <a:srgbClr val="9FA9B9"/>
                </a:solidFill>
                <a:latin typeface="Arial"/>
                <a:ea typeface="Arial"/>
                <a:cs typeface="Arial"/>
              </a:defRPr>
            </a:lvl1pPr>
            <a:lvl2pPr algn="l">
              <a:defRPr sz="1260" b="0">
                <a:solidFill>
                  <a:srgbClr val="9FA9B9"/>
                </a:solidFill>
                <a:latin typeface="Arial"/>
                <a:ea typeface="Arial"/>
                <a:cs typeface="Arial"/>
              </a:defRPr>
            </a:lvl2pPr>
            <a:lvl3pPr algn="l">
              <a:defRPr sz="1260" b="0">
                <a:solidFill>
                  <a:srgbClr val="9FA9B9"/>
                </a:solidFill>
                <a:latin typeface="Arial"/>
                <a:ea typeface="Arial"/>
                <a:cs typeface="Arial"/>
              </a:defRPr>
            </a:lvl3pPr>
            <a:lvl4pPr algn="l">
              <a:defRPr sz="1260" b="0">
                <a:solidFill>
                  <a:srgbClr val="9FA9B9"/>
                </a:solidFill>
                <a:latin typeface="Arial"/>
                <a:ea typeface="Arial"/>
                <a:cs typeface="Arial"/>
              </a:defRPr>
            </a:lvl4pPr>
            <a:lvl5pPr algn="l">
              <a:defRPr sz="1260" b="0">
                <a:solidFill>
                  <a:srgbClr val="9FA9B9"/>
                </a:solidFill>
                <a:latin typeface="Arial"/>
                <a:ea typeface="Arial"/>
                <a:cs typeface="Arial"/>
              </a:defRPr>
            </a:lvl5pPr>
            <a:lvl6pPr algn="l">
              <a:defRPr sz="1260" b="0">
                <a:solidFill>
                  <a:srgbClr val="9FA9B9"/>
                </a:solidFill>
                <a:latin typeface="Arial"/>
                <a:ea typeface="Arial"/>
                <a:cs typeface="Arial"/>
              </a:defRPr>
            </a:lvl6pPr>
            <a:lvl7pPr algn="l">
              <a:defRPr sz="1260" b="0">
                <a:solidFill>
                  <a:srgbClr val="9FA9B9"/>
                </a:solidFill>
                <a:latin typeface="Arial"/>
                <a:ea typeface="Arial"/>
                <a:cs typeface="Arial"/>
              </a:defRPr>
            </a:lvl7pPr>
            <a:lvl8pPr algn="l">
              <a:defRPr sz="1260" b="0">
                <a:solidFill>
                  <a:srgbClr val="9FA9B9"/>
                </a:solidFill>
                <a:latin typeface="Arial"/>
                <a:ea typeface="Arial"/>
                <a:cs typeface="Arial"/>
              </a:defRPr>
            </a:lvl8pPr>
            <a:lvl9pPr algn="l">
              <a:defRPr sz="1260" b="0">
                <a:solidFill>
                  <a:srgbClr val="9FA9B9"/>
                </a:solidFill>
                <a:latin typeface="Arial"/>
                <a:ea typeface="Arial"/>
                <a:cs typeface="Arial"/>
              </a:defRPr>
            </a:lvl9pPr>
          </a:lstStyle>
          <a:p xmlns:a="http://schemas.openxmlformats.org/drawingml/2006/main">
            <a:pPr algn="l">
              <a:defRPr sz="1260" b="0">
                <a:solidFill>
                  <a:srgbClr val="9FA9B9"/>
                </a:solidFill>
                <a:latin typeface="Arial"/>
                <a:ea typeface="Arial"/>
                <a:cs typeface="Arial"/>
              </a:defRPr>
            </a:pPr>
            <a:r>
              <a:rPr sz="1260" b="0">
                <a:solidFill>
                  <a:srgbClr val="9FA9B9"/>
                </a:solidFill>
                <a:latin typeface="Arial"/>
                <a:ea typeface="Arial"/>
                <a:cs typeface="Arial"/>
              </a:rPr>
              <a:t>WE3</a:t>
            </a:r>
          </a:p>
        </p:txBody>
      </p:sp>
      <p:sp>
        <p:nvSpPr>
          <p:cNvPr id="88" name="wire-262">
            <a:extLst xmlns:a="http://schemas.openxmlformats.org/drawingml/2006/main">
              <a:ext uri="{FF2B5EF4-FFF2-40B4-BE49-F238E27FC236}">
                <a16:creationId xmlns:a16="http://schemas.microsoft.com/office/drawing/2014/main" id="{B6D66888-CE25-4E88-89A9-9BDFD3C6E0EC}"/>
              </a:ext>
            </a:extLst>
          </p:cNvPr>
          <p:cNvSpPr>
            <a:spLocks xmlns:a="http://schemas.openxmlformats.org/drawingml/2006/main" noGrp="1"/>
          </p:cNvSpPr>
          <p:nvPr/>
        </p:nvSpPr>
        <p:spPr>
          <a:xfrm xmlns:a="http://schemas.openxmlformats.org/drawingml/2006/main">
            <a:off x="6278880" y="3996690"/>
            <a:ext cx="754380" cy="9525"/>
          </a:xfrm>
          <a:custGeom xmlns:a="http://schemas.openxmlformats.org/drawingml/2006/main">
            <a:pathLst>
              <a:path w="754380" h="9525">
                <a:moveTo>
                  <a:pt x="0" y="0"/>
                </a:moveTo>
                <a:lnTo>
                  <a:pt x="754380" y="0"/>
                </a:lnTo>
              </a:path>
            </a:pathLst>
          </a:custGeom>
          <a:noFill xmlns:a="http://schemas.openxmlformats.org/drawingml/2006/main"/>
          <a:ln xmlns:a="http://schemas.openxmlformats.org/drawingml/2006/main" w="30861">
            <a:solidFill>
              <a:srgbClr val="231F20"/>
            </a:solidFill>
          </a:ln>
        </p:spPr>
      </p:sp>
      <p:sp>
        <p:nvSpPr>
          <p:cNvPr id="89" name="circuit-263">
            <a:extLst xmlns:a="http://schemas.openxmlformats.org/drawingml/2006/main">
              <a:ext uri="{FF2B5EF4-FFF2-40B4-BE49-F238E27FC236}">
                <a16:creationId xmlns:a16="http://schemas.microsoft.com/office/drawing/2014/main" id="{570B340E-6B46-459B-9A99-7D2E6ADFE1F4}"/>
              </a:ext>
            </a:extLst>
          </p:cNvPr>
          <p:cNvSpPr>
            <a:spLocks xmlns:a="http://schemas.openxmlformats.org/drawingml/2006/main" noGrp="1"/>
          </p:cNvSpPr>
          <p:nvPr/>
        </p:nvSpPr>
        <p:spPr>
          <a:xfrm xmlns:a="http://schemas.openxmlformats.org/drawingml/2006/main">
            <a:off x="6957060" y="396525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0" name="text-264">
            <a:extLst xmlns:a="http://schemas.openxmlformats.org/drawingml/2006/main">
              <a:ext uri="{FF2B5EF4-FFF2-40B4-BE49-F238E27FC236}">
                <a16:creationId xmlns:a16="http://schemas.microsoft.com/office/drawing/2014/main" id="{AAAAEBAD-E335-4D51-99CD-FF2BD0A1F23F}"/>
              </a:ext>
            </a:extLst>
          </p:cNvPr>
          <p:cNvSpPr>
            <a:spLocks xmlns:a="http://schemas.openxmlformats.org/drawingml/2006/main" noGrp="1"/>
          </p:cNvSpPr>
          <p:nvPr/>
        </p:nvSpPr>
        <p:spPr>
          <a:xfrm xmlns:a="http://schemas.openxmlformats.org/drawingml/2006/main">
            <a:off x="6381750" y="3619500"/>
            <a:ext cx="32004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0</a:t>
            </a:r>
          </a:p>
        </p:txBody>
      </p:sp>
      <p:sp>
        <p:nvSpPr>
          <p:cNvPr id="91" name="board-stable-alu">
            <a:extLst xmlns:a="http://schemas.openxmlformats.org/drawingml/2006/main">
              <a:ext uri="{FF2B5EF4-FFF2-40B4-BE49-F238E27FC236}">
                <a16:creationId xmlns:a16="http://schemas.microsoft.com/office/drawing/2014/main" id="{455044D1-C63B-4EA4-9E18-618E14BB6413}"/>
              </a:ext>
            </a:extLst>
          </p:cNvPr>
          <p:cNvSpPr>
            <a:spLocks xmlns:a="http://schemas.openxmlformats.org/drawingml/2006/main" noGrp="1"/>
          </p:cNvSpPr>
          <p:nvPr/>
        </p:nvSpPr>
        <p:spPr>
          <a:xfrm xmlns:a="http://schemas.openxmlformats.org/drawingml/2006/main">
            <a:off x="7033260" y="3825240"/>
            <a:ext cx="777240" cy="1120140"/>
          </a:xfrm>
          <a:custGeom xmlns:a="http://schemas.openxmlformats.org/drawingml/2006/main">
            <a:pathLst>
              <a:path w="777240" h="1120140">
                <a:moveTo>
                  <a:pt x="0" y="0"/>
                </a:moveTo>
                <a:lnTo>
                  <a:pt x="777240" y="205740"/>
                </a:lnTo>
                <a:lnTo>
                  <a:pt x="777240" y="891540"/>
                </a:lnTo>
                <a:lnTo>
                  <a:pt x="0" y="1120140"/>
                </a:lnTo>
                <a:lnTo>
                  <a:pt x="0" y="685800"/>
                </a:lnTo>
                <a:lnTo>
                  <a:pt x="205740" y="548640"/>
                </a:lnTo>
                <a:lnTo>
                  <a:pt x="0" y="308610"/>
                </a:lnTo>
                <a:close/>
              </a:path>
            </a:pathLst>
          </a:custGeom>
          <a:solidFill xmlns:a="http://schemas.openxmlformats.org/drawingml/2006/main">
            <a:srgbClr val="FFFFFF"/>
          </a:solidFill>
          <a:ln xmlns:a="http://schemas.openxmlformats.org/drawingml/2006/main" w="26289">
            <a:solidFill>
              <a:srgbClr val="231F20"/>
            </a:solidFill>
          </a:ln>
        </p:spPr>
      </p:sp>
      <p:sp>
        <p:nvSpPr>
          <p:cNvPr id="92" name="text-266">
            <a:extLst xmlns:a="http://schemas.openxmlformats.org/drawingml/2006/main">
              <a:ext uri="{FF2B5EF4-FFF2-40B4-BE49-F238E27FC236}">
                <a16:creationId xmlns:a16="http://schemas.microsoft.com/office/drawing/2014/main" id="{EC002947-36FA-4258-B56F-167E06B4F20C}"/>
              </a:ext>
            </a:extLst>
          </p:cNvPr>
          <p:cNvSpPr>
            <a:spLocks xmlns:a="http://schemas.openxmlformats.org/drawingml/2006/main" noGrp="1"/>
          </p:cNvSpPr>
          <p:nvPr/>
        </p:nvSpPr>
        <p:spPr>
          <a:xfrm xmlns:a="http://schemas.openxmlformats.org/drawingml/2006/main">
            <a:off x="7136130" y="3459480"/>
            <a:ext cx="685800" cy="354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60" b="1">
                <a:solidFill>
                  <a:srgbClr val="231F20"/>
                </a:solidFill>
                <a:latin typeface="Arial"/>
                <a:ea typeface="Arial"/>
                <a:cs typeface="Arial"/>
              </a:defRPr>
            </a:defPPr>
            <a:lvl1pPr algn="ctr">
              <a:defRPr sz="2160" b="1">
                <a:solidFill>
                  <a:srgbClr val="231F20"/>
                </a:solidFill>
                <a:latin typeface="Arial"/>
                <a:ea typeface="Arial"/>
                <a:cs typeface="Arial"/>
              </a:defRPr>
            </a:lvl1pPr>
            <a:lvl2pPr algn="ctr">
              <a:defRPr sz="2160" b="1">
                <a:solidFill>
                  <a:srgbClr val="231F20"/>
                </a:solidFill>
                <a:latin typeface="Arial"/>
                <a:ea typeface="Arial"/>
                <a:cs typeface="Arial"/>
              </a:defRPr>
            </a:lvl2pPr>
            <a:lvl3pPr algn="ctr">
              <a:defRPr sz="2160" b="1">
                <a:solidFill>
                  <a:srgbClr val="231F20"/>
                </a:solidFill>
                <a:latin typeface="Arial"/>
                <a:ea typeface="Arial"/>
                <a:cs typeface="Arial"/>
              </a:defRPr>
            </a:lvl3pPr>
            <a:lvl4pPr algn="ctr">
              <a:defRPr sz="2160" b="1">
                <a:solidFill>
                  <a:srgbClr val="231F20"/>
                </a:solidFill>
                <a:latin typeface="Arial"/>
                <a:ea typeface="Arial"/>
                <a:cs typeface="Arial"/>
              </a:defRPr>
            </a:lvl4pPr>
            <a:lvl5pPr algn="ctr">
              <a:defRPr sz="2160" b="1">
                <a:solidFill>
                  <a:srgbClr val="231F20"/>
                </a:solidFill>
                <a:latin typeface="Arial"/>
                <a:ea typeface="Arial"/>
                <a:cs typeface="Arial"/>
              </a:defRPr>
            </a:lvl5pPr>
            <a:lvl6pPr algn="ctr">
              <a:defRPr sz="2160" b="1">
                <a:solidFill>
                  <a:srgbClr val="231F20"/>
                </a:solidFill>
                <a:latin typeface="Arial"/>
                <a:ea typeface="Arial"/>
                <a:cs typeface="Arial"/>
              </a:defRPr>
            </a:lvl6pPr>
            <a:lvl7pPr algn="ctr">
              <a:defRPr sz="2160" b="1">
                <a:solidFill>
                  <a:srgbClr val="231F20"/>
                </a:solidFill>
                <a:latin typeface="Arial"/>
                <a:ea typeface="Arial"/>
                <a:cs typeface="Arial"/>
              </a:defRPr>
            </a:lvl7pPr>
            <a:lvl8pPr algn="ctr">
              <a:defRPr sz="2160" b="1">
                <a:solidFill>
                  <a:srgbClr val="231F20"/>
                </a:solidFill>
                <a:latin typeface="Arial"/>
                <a:ea typeface="Arial"/>
                <a:cs typeface="Arial"/>
              </a:defRPr>
            </a:lvl8pPr>
            <a:lvl9pPr algn="ctr">
              <a:defRPr sz="2160" b="1">
                <a:solidFill>
                  <a:srgbClr val="231F20"/>
                </a:solidFill>
                <a:latin typeface="Arial"/>
                <a:ea typeface="Arial"/>
                <a:cs typeface="Arial"/>
              </a:defRPr>
            </a:lvl9pPr>
          </a:lstStyle>
          <a:p xmlns:a="http://schemas.openxmlformats.org/drawingml/2006/main">
            <a:pPr algn="ctr">
              <a:defRPr sz="2160" b="1">
                <a:solidFill>
                  <a:srgbClr val="231F20"/>
                </a:solidFill>
                <a:latin typeface="Arial"/>
                <a:ea typeface="Arial"/>
                <a:cs typeface="Arial"/>
              </a:defRPr>
            </a:pPr>
            <a:r>
              <a:rPr sz="2160" b="1">
                <a:solidFill>
                  <a:srgbClr val="231F20"/>
                </a:solidFill>
                <a:latin typeface="Arial"/>
                <a:ea typeface="Arial"/>
                <a:cs typeface="Arial"/>
              </a:rPr>
              <a:t>ALU</a:t>
            </a:r>
          </a:p>
        </p:txBody>
      </p:sp>
      <p:sp>
        <p:nvSpPr>
          <p:cNvPr id="93" name="text-267">
            <a:extLst xmlns:a="http://schemas.openxmlformats.org/drawingml/2006/main">
              <a:ext uri="{FF2B5EF4-FFF2-40B4-BE49-F238E27FC236}">
                <a16:creationId xmlns:a16="http://schemas.microsoft.com/office/drawing/2014/main" id="{1F30316B-5D01-42C6-9985-4A770C580F23}"/>
              </a:ext>
            </a:extLst>
          </p:cNvPr>
          <p:cNvSpPr>
            <a:spLocks xmlns:a="http://schemas.openxmlformats.org/drawingml/2006/main" noGrp="1"/>
          </p:cNvSpPr>
          <p:nvPr/>
        </p:nvSpPr>
        <p:spPr>
          <a:xfrm xmlns:a="http://schemas.openxmlformats.org/drawingml/2006/main">
            <a:off x="7353300" y="4156710"/>
            <a:ext cx="377190" cy="4343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00" b="0">
                <a:solidFill>
                  <a:srgbClr val="231F20"/>
                </a:solidFill>
                <a:latin typeface="Arial"/>
                <a:ea typeface="Arial"/>
                <a:cs typeface="Arial"/>
              </a:defRPr>
            </a:defPPr>
            <a:lvl1pPr algn="ctr">
              <a:defRPr sz="2700" b="0">
                <a:solidFill>
                  <a:srgbClr val="231F20"/>
                </a:solidFill>
                <a:latin typeface="Arial"/>
                <a:ea typeface="Arial"/>
                <a:cs typeface="Arial"/>
              </a:defRPr>
            </a:lvl1pPr>
            <a:lvl2pPr algn="ctr">
              <a:defRPr sz="2700" b="0">
                <a:solidFill>
                  <a:srgbClr val="231F20"/>
                </a:solidFill>
                <a:latin typeface="Arial"/>
                <a:ea typeface="Arial"/>
                <a:cs typeface="Arial"/>
              </a:defRPr>
            </a:lvl2pPr>
            <a:lvl3pPr algn="ctr">
              <a:defRPr sz="2700" b="0">
                <a:solidFill>
                  <a:srgbClr val="231F20"/>
                </a:solidFill>
                <a:latin typeface="Arial"/>
                <a:ea typeface="Arial"/>
                <a:cs typeface="Arial"/>
              </a:defRPr>
            </a:lvl3pPr>
            <a:lvl4pPr algn="ctr">
              <a:defRPr sz="2700" b="0">
                <a:solidFill>
                  <a:srgbClr val="231F20"/>
                </a:solidFill>
                <a:latin typeface="Arial"/>
                <a:ea typeface="Arial"/>
                <a:cs typeface="Arial"/>
              </a:defRPr>
            </a:lvl4pPr>
            <a:lvl5pPr algn="ctr">
              <a:defRPr sz="2700" b="0">
                <a:solidFill>
                  <a:srgbClr val="231F20"/>
                </a:solidFill>
                <a:latin typeface="Arial"/>
                <a:ea typeface="Arial"/>
                <a:cs typeface="Arial"/>
              </a:defRPr>
            </a:lvl5pPr>
            <a:lvl6pPr algn="ctr">
              <a:defRPr sz="2700" b="0">
                <a:solidFill>
                  <a:srgbClr val="231F20"/>
                </a:solidFill>
                <a:latin typeface="Arial"/>
                <a:ea typeface="Arial"/>
                <a:cs typeface="Arial"/>
              </a:defRPr>
            </a:lvl6pPr>
            <a:lvl7pPr algn="ctr">
              <a:defRPr sz="2700" b="0">
                <a:solidFill>
                  <a:srgbClr val="231F20"/>
                </a:solidFill>
                <a:latin typeface="Arial"/>
                <a:ea typeface="Arial"/>
                <a:cs typeface="Arial"/>
              </a:defRPr>
            </a:lvl7pPr>
            <a:lvl8pPr algn="ctr">
              <a:defRPr sz="2700" b="0">
                <a:solidFill>
                  <a:srgbClr val="231F20"/>
                </a:solidFill>
                <a:latin typeface="Arial"/>
                <a:ea typeface="Arial"/>
                <a:cs typeface="Arial"/>
              </a:defRPr>
            </a:lvl8pPr>
            <a:lvl9pPr algn="ctr">
              <a:defRPr sz="2700" b="0">
                <a:solidFill>
                  <a:srgbClr val="231F20"/>
                </a:solidFill>
                <a:latin typeface="Arial"/>
                <a:ea typeface="Arial"/>
                <a:cs typeface="Arial"/>
              </a:defRPr>
            </a:lvl9pPr>
          </a:lstStyle>
          <a:p xmlns:a="http://schemas.openxmlformats.org/drawingml/2006/main">
            <a:pPr algn="ctr">
              <a:defRPr sz="2700" b="0">
                <a:solidFill>
                  <a:srgbClr val="231F20"/>
                </a:solidFill>
                <a:latin typeface="Arial"/>
                <a:ea typeface="Arial"/>
                <a:cs typeface="Arial"/>
              </a:defRPr>
            </a:pPr>
            <a:r>
              <a:rPr sz="2700" b="0">
                <a:solidFill>
                  <a:srgbClr val="231F20"/>
                </a:solidFill>
                <a:latin typeface="Arial"/>
                <a:ea typeface="Arial"/>
                <a:cs typeface="Arial"/>
              </a:rPr>
              <a:t>+</a:t>
            </a:r>
          </a:p>
        </p:txBody>
      </p:sp>
      <p:sp>
        <p:nvSpPr>
          <p:cNvPr id="94" name="text-268">
            <a:extLst xmlns:a="http://schemas.openxmlformats.org/drawingml/2006/main">
              <a:ext uri="{FF2B5EF4-FFF2-40B4-BE49-F238E27FC236}">
                <a16:creationId xmlns:a16="http://schemas.microsoft.com/office/drawing/2014/main" id="{EEFEF588-9F02-496F-B158-50DEC01F9AD3}"/>
              </a:ext>
            </a:extLst>
          </p:cNvPr>
          <p:cNvSpPr>
            <a:spLocks xmlns:a="http://schemas.openxmlformats.org/drawingml/2006/main" noGrp="1"/>
          </p:cNvSpPr>
          <p:nvPr/>
        </p:nvSpPr>
        <p:spPr>
          <a:xfrm xmlns:a="http://schemas.openxmlformats.org/drawingml/2006/main">
            <a:off x="6610350" y="4968240"/>
            <a:ext cx="131445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90" b="1">
                <a:solidFill>
                  <a:srgbClr val="1572C3"/>
                </a:solidFill>
                <a:latin typeface="Yu Gothic"/>
                <a:ea typeface="Yu Gothic"/>
                <a:cs typeface="Yu Gothic"/>
              </a:defRPr>
            </a:defPPr>
            <a:lvl1pPr algn="ctr">
              <a:defRPr sz="1890" b="1">
                <a:solidFill>
                  <a:srgbClr val="1572C3"/>
                </a:solidFill>
                <a:latin typeface="Yu Gothic"/>
                <a:ea typeface="Yu Gothic"/>
                <a:cs typeface="Yu Gothic"/>
              </a:defRPr>
            </a:lvl1pPr>
            <a:lvl2pPr algn="ctr">
              <a:defRPr sz="1890" b="1">
                <a:solidFill>
                  <a:srgbClr val="1572C3"/>
                </a:solidFill>
                <a:latin typeface="Yu Gothic"/>
                <a:ea typeface="Yu Gothic"/>
                <a:cs typeface="Yu Gothic"/>
              </a:defRPr>
            </a:lvl2pPr>
            <a:lvl3pPr algn="ctr">
              <a:defRPr sz="1890" b="1">
                <a:solidFill>
                  <a:srgbClr val="1572C3"/>
                </a:solidFill>
                <a:latin typeface="Yu Gothic"/>
                <a:ea typeface="Yu Gothic"/>
                <a:cs typeface="Yu Gothic"/>
              </a:defRPr>
            </a:lvl3pPr>
            <a:lvl4pPr algn="ctr">
              <a:defRPr sz="1890" b="1">
                <a:solidFill>
                  <a:srgbClr val="1572C3"/>
                </a:solidFill>
                <a:latin typeface="Yu Gothic"/>
                <a:ea typeface="Yu Gothic"/>
                <a:cs typeface="Yu Gothic"/>
              </a:defRPr>
            </a:lvl4pPr>
            <a:lvl5pPr algn="ctr">
              <a:defRPr sz="1890" b="1">
                <a:solidFill>
                  <a:srgbClr val="1572C3"/>
                </a:solidFill>
                <a:latin typeface="Yu Gothic"/>
                <a:ea typeface="Yu Gothic"/>
                <a:cs typeface="Yu Gothic"/>
              </a:defRPr>
            </a:lvl5pPr>
            <a:lvl6pPr algn="ctr">
              <a:defRPr sz="1890" b="1">
                <a:solidFill>
                  <a:srgbClr val="1572C3"/>
                </a:solidFill>
                <a:latin typeface="Yu Gothic"/>
                <a:ea typeface="Yu Gothic"/>
                <a:cs typeface="Yu Gothic"/>
              </a:defRPr>
            </a:lvl6pPr>
            <a:lvl7pPr algn="ctr">
              <a:defRPr sz="1890" b="1">
                <a:solidFill>
                  <a:srgbClr val="1572C3"/>
                </a:solidFill>
                <a:latin typeface="Yu Gothic"/>
                <a:ea typeface="Yu Gothic"/>
                <a:cs typeface="Yu Gothic"/>
              </a:defRPr>
            </a:lvl7pPr>
            <a:lvl8pPr algn="ctr">
              <a:defRPr sz="1890" b="1">
                <a:solidFill>
                  <a:srgbClr val="1572C3"/>
                </a:solidFill>
                <a:latin typeface="Yu Gothic"/>
                <a:ea typeface="Yu Gothic"/>
                <a:cs typeface="Yu Gothic"/>
              </a:defRPr>
            </a:lvl8pPr>
            <a:lvl9pPr algn="ctr">
              <a:defRPr sz="1890" b="1">
                <a:solidFill>
                  <a:srgbClr val="1572C3"/>
                </a:solidFill>
                <a:latin typeface="Yu Gothic"/>
                <a:ea typeface="Yu Gothic"/>
                <a:cs typeface="Yu Gothic"/>
              </a:defRPr>
            </a:lvl9pPr>
          </a:lstStyle>
          <a:p xmlns:a="http://schemas.openxmlformats.org/drawingml/2006/main">
            <a:pPr algn="ctr">
              <a:defRPr sz="1890" b="1">
                <a:solidFill>
                  <a:srgbClr val="1572C3"/>
                </a:solidFill>
                <a:latin typeface="Yu Gothic"/>
                <a:ea typeface="Yu Gothic"/>
                <a:cs typeface="Yu Gothic"/>
              </a:defRPr>
            </a:pPr>
            <a:r>
              <a:rPr sz="1890" b="1">
                <a:solidFill>
                  <a:srgbClr val="1572C3"/>
                </a:solidFill>
                <a:latin typeface="Yu Gothic"/>
                <a:ea typeface="Yu Gothic"/>
                <a:cs typeface="Yu Gothic"/>
              </a:rPr>
              <a:t>即値 12</a:t>
            </a:r>
          </a:p>
        </p:txBody>
      </p:sp>
      <p:sp>
        <p:nvSpPr>
          <p:cNvPr id="95" name="wire-269">
            <a:extLst xmlns:a="http://schemas.openxmlformats.org/drawingml/2006/main">
              <a:ext uri="{FF2B5EF4-FFF2-40B4-BE49-F238E27FC236}">
                <a16:creationId xmlns:a16="http://schemas.microsoft.com/office/drawing/2014/main" id="{6817BA9A-758E-415D-9AFD-2C9E49F0EF1D}"/>
              </a:ext>
            </a:extLst>
          </p:cNvPr>
          <p:cNvSpPr>
            <a:spLocks xmlns:a="http://schemas.openxmlformats.org/drawingml/2006/main" noGrp="1"/>
          </p:cNvSpPr>
          <p:nvPr/>
        </p:nvSpPr>
        <p:spPr>
          <a:xfrm xmlns:a="http://schemas.openxmlformats.org/drawingml/2006/main">
            <a:off x="7810500" y="4248150"/>
            <a:ext cx="1828800" cy="9525"/>
          </a:xfrm>
          <a:custGeom xmlns:a="http://schemas.openxmlformats.org/drawingml/2006/main">
            <a:pathLst>
              <a:path w="1828800" h="9525">
                <a:moveTo>
                  <a:pt x="0" y="0"/>
                </a:moveTo>
                <a:lnTo>
                  <a:pt x="1828800" y="0"/>
                </a:lnTo>
              </a:path>
            </a:pathLst>
          </a:custGeom>
          <a:noFill xmlns:a="http://schemas.openxmlformats.org/drawingml/2006/main"/>
          <a:ln xmlns:a="http://schemas.openxmlformats.org/drawingml/2006/main" w="32004">
            <a:solidFill>
              <a:srgbClr val="1572C3"/>
            </a:solidFill>
          </a:ln>
        </p:spPr>
      </p:sp>
      <p:sp>
        <p:nvSpPr>
          <p:cNvPr id="96" name="circuit-270">
            <a:extLst xmlns:a="http://schemas.openxmlformats.org/drawingml/2006/main">
              <a:ext uri="{FF2B5EF4-FFF2-40B4-BE49-F238E27FC236}">
                <a16:creationId xmlns:a16="http://schemas.microsoft.com/office/drawing/2014/main" id="{958EA772-6628-475C-9D03-C20BA1CD0312}"/>
              </a:ext>
            </a:extLst>
          </p:cNvPr>
          <p:cNvSpPr>
            <a:spLocks xmlns:a="http://schemas.openxmlformats.org/drawingml/2006/main" noGrp="1"/>
          </p:cNvSpPr>
          <p:nvPr/>
        </p:nvSpPr>
        <p:spPr>
          <a:xfrm xmlns:a="http://schemas.openxmlformats.org/drawingml/2006/main">
            <a:off x="9563100" y="42167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7" name="text-271">
            <a:extLst xmlns:a="http://schemas.openxmlformats.org/drawingml/2006/main">
              <a:ext uri="{FF2B5EF4-FFF2-40B4-BE49-F238E27FC236}">
                <a16:creationId xmlns:a16="http://schemas.microsoft.com/office/drawing/2014/main" id="{A8389036-3AFF-480C-A83E-056D9A24329B}"/>
              </a:ext>
            </a:extLst>
          </p:cNvPr>
          <p:cNvSpPr>
            <a:spLocks xmlns:a="http://schemas.openxmlformats.org/drawingml/2006/main" noGrp="1"/>
          </p:cNvSpPr>
          <p:nvPr/>
        </p:nvSpPr>
        <p:spPr>
          <a:xfrm xmlns:a="http://schemas.openxmlformats.org/drawingml/2006/main">
            <a:off x="7867650" y="3870960"/>
            <a:ext cx="58293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70" b="1">
                <a:solidFill>
                  <a:srgbClr val="1572C3"/>
                </a:solidFill>
                <a:latin typeface="Arial"/>
                <a:ea typeface="Arial"/>
                <a:cs typeface="Arial"/>
              </a:defRPr>
            </a:defPPr>
            <a:lvl1pPr algn="ctr">
              <a:defRPr sz="2070" b="1">
                <a:solidFill>
                  <a:srgbClr val="1572C3"/>
                </a:solidFill>
                <a:latin typeface="Arial"/>
                <a:ea typeface="Arial"/>
                <a:cs typeface="Arial"/>
              </a:defRPr>
            </a:lvl1pPr>
            <a:lvl2pPr algn="ctr">
              <a:defRPr sz="2070" b="1">
                <a:solidFill>
                  <a:srgbClr val="1572C3"/>
                </a:solidFill>
                <a:latin typeface="Arial"/>
                <a:ea typeface="Arial"/>
                <a:cs typeface="Arial"/>
              </a:defRPr>
            </a:lvl2pPr>
            <a:lvl3pPr algn="ctr">
              <a:defRPr sz="2070" b="1">
                <a:solidFill>
                  <a:srgbClr val="1572C3"/>
                </a:solidFill>
                <a:latin typeface="Arial"/>
                <a:ea typeface="Arial"/>
                <a:cs typeface="Arial"/>
              </a:defRPr>
            </a:lvl3pPr>
            <a:lvl4pPr algn="ctr">
              <a:defRPr sz="2070" b="1">
                <a:solidFill>
                  <a:srgbClr val="1572C3"/>
                </a:solidFill>
                <a:latin typeface="Arial"/>
                <a:ea typeface="Arial"/>
                <a:cs typeface="Arial"/>
              </a:defRPr>
            </a:lvl4pPr>
            <a:lvl5pPr algn="ctr">
              <a:defRPr sz="2070" b="1">
                <a:solidFill>
                  <a:srgbClr val="1572C3"/>
                </a:solidFill>
                <a:latin typeface="Arial"/>
                <a:ea typeface="Arial"/>
                <a:cs typeface="Arial"/>
              </a:defRPr>
            </a:lvl5pPr>
            <a:lvl6pPr algn="ctr">
              <a:defRPr sz="2070" b="1">
                <a:solidFill>
                  <a:srgbClr val="1572C3"/>
                </a:solidFill>
                <a:latin typeface="Arial"/>
                <a:ea typeface="Arial"/>
                <a:cs typeface="Arial"/>
              </a:defRPr>
            </a:lvl6pPr>
            <a:lvl7pPr algn="ctr">
              <a:defRPr sz="2070" b="1">
                <a:solidFill>
                  <a:srgbClr val="1572C3"/>
                </a:solidFill>
                <a:latin typeface="Arial"/>
                <a:ea typeface="Arial"/>
                <a:cs typeface="Arial"/>
              </a:defRPr>
            </a:lvl7pPr>
            <a:lvl8pPr algn="ctr">
              <a:defRPr sz="2070" b="1">
                <a:solidFill>
                  <a:srgbClr val="1572C3"/>
                </a:solidFill>
                <a:latin typeface="Arial"/>
                <a:ea typeface="Arial"/>
                <a:cs typeface="Arial"/>
              </a:defRPr>
            </a:lvl8pPr>
            <a:lvl9pPr algn="ctr">
              <a:defRPr sz="2070" b="1">
                <a:solidFill>
                  <a:srgbClr val="1572C3"/>
                </a:solidFill>
                <a:latin typeface="Arial"/>
                <a:ea typeface="Arial"/>
                <a:cs typeface="Arial"/>
              </a:defRPr>
            </a:lvl9pPr>
          </a:lstStyle>
          <a:p xmlns:a="http://schemas.openxmlformats.org/drawingml/2006/main">
            <a:pPr algn="ctr">
              <a:defRPr sz="2070" b="1">
                <a:solidFill>
                  <a:srgbClr val="1572C3"/>
                </a:solidFill>
                <a:latin typeface="Arial"/>
                <a:ea typeface="Arial"/>
                <a:cs typeface="Arial"/>
              </a:defRPr>
            </a:pPr>
            <a:r>
              <a:rPr sz="2070" b="1">
                <a:solidFill>
                  <a:srgbClr val="1572C3"/>
                </a:solidFill>
                <a:latin typeface="Arial"/>
                <a:ea typeface="Arial"/>
                <a:cs typeface="Arial"/>
              </a:rPr>
              <a:t>12</a:t>
            </a:r>
          </a:p>
        </p:txBody>
      </p:sp>
      <p:sp>
        <p:nvSpPr>
          <p:cNvPr id="98" name="wire-272">
            <a:extLst xmlns:a="http://schemas.openxmlformats.org/drawingml/2006/main">
              <a:ext uri="{FF2B5EF4-FFF2-40B4-BE49-F238E27FC236}">
                <a16:creationId xmlns:a16="http://schemas.microsoft.com/office/drawing/2014/main" id="{9DCDE8EB-FA0A-48BB-B809-64758406368A}"/>
              </a:ext>
            </a:extLst>
          </p:cNvPr>
          <p:cNvSpPr>
            <a:spLocks xmlns:a="http://schemas.openxmlformats.org/drawingml/2006/main" noGrp="1"/>
          </p:cNvSpPr>
          <p:nvPr/>
        </p:nvSpPr>
        <p:spPr>
          <a:xfrm xmlns:a="http://schemas.openxmlformats.org/drawingml/2006/main">
            <a:off x="6278880" y="4476750"/>
            <a:ext cx="137160" cy="9525"/>
          </a:xfrm>
          <a:custGeom xmlns:a="http://schemas.openxmlformats.org/drawingml/2006/main">
            <a:pathLst>
              <a:path w="137160" h="9525">
                <a:moveTo>
                  <a:pt x="0" y="0"/>
                </a:moveTo>
                <a:lnTo>
                  <a:pt x="137160" y="0"/>
                </a:lnTo>
              </a:path>
            </a:pathLst>
          </a:custGeom>
          <a:noFill xmlns:a="http://schemas.openxmlformats.org/drawingml/2006/main"/>
          <a:ln xmlns:a="http://schemas.openxmlformats.org/drawingml/2006/main" w="30861">
            <a:solidFill>
              <a:srgbClr val="1572C3"/>
            </a:solidFill>
          </a:ln>
        </p:spPr>
      </p:sp>
      <p:sp>
        <p:nvSpPr>
          <p:cNvPr id="99" name="wire-273">
            <a:extLst xmlns:a="http://schemas.openxmlformats.org/drawingml/2006/main">
              <a:ext uri="{FF2B5EF4-FFF2-40B4-BE49-F238E27FC236}">
                <a16:creationId xmlns:a16="http://schemas.microsoft.com/office/drawing/2014/main" id="{AE1A637A-41CF-4E71-A736-18146A49EA81}"/>
              </a:ext>
            </a:extLst>
          </p:cNvPr>
          <p:cNvSpPr>
            <a:spLocks xmlns:a="http://schemas.openxmlformats.org/drawingml/2006/main" noGrp="1"/>
          </p:cNvSpPr>
          <p:nvPr/>
        </p:nvSpPr>
        <p:spPr>
          <a:xfrm xmlns:a="http://schemas.openxmlformats.org/drawingml/2006/main">
            <a:off x="6416040" y="4476750"/>
            <a:ext cx="9525" cy="925830"/>
          </a:xfrm>
          <a:custGeom xmlns:a="http://schemas.openxmlformats.org/drawingml/2006/main">
            <a:pathLst>
              <a:path w="9525" h="925830">
                <a:moveTo>
                  <a:pt x="0" y="0"/>
                </a:moveTo>
                <a:lnTo>
                  <a:pt x="0" y="925830"/>
                </a:lnTo>
              </a:path>
            </a:pathLst>
          </a:custGeom>
          <a:noFill xmlns:a="http://schemas.openxmlformats.org/drawingml/2006/main"/>
          <a:ln xmlns:a="http://schemas.openxmlformats.org/drawingml/2006/main" w="30861">
            <a:solidFill>
              <a:srgbClr val="1572C3"/>
            </a:solidFill>
          </a:ln>
        </p:spPr>
      </p:sp>
      <p:sp>
        <p:nvSpPr>
          <p:cNvPr id="100" name="wire-274">
            <a:extLst xmlns:a="http://schemas.openxmlformats.org/drawingml/2006/main">
              <a:ext uri="{FF2B5EF4-FFF2-40B4-BE49-F238E27FC236}">
                <a16:creationId xmlns:a16="http://schemas.microsoft.com/office/drawing/2014/main" id="{1CE0ECCF-2849-45E5-833F-02E4D3FDD270}"/>
              </a:ext>
            </a:extLst>
          </p:cNvPr>
          <p:cNvSpPr>
            <a:spLocks xmlns:a="http://schemas.openxmlformats.org/drawingml/2006/main" noGrp="1"/>
          </p:cNvSpPr>
          <p:nvPr/>
        </p:nvSpPr>
        <p:spPr>
          <a:xfrm xmlns:a="http://schemas.openxmlformats.org/drawingml/2006/main">
            <a:off x="6416040" y="5402580"/>
            <a:ext cx="2903220" cy="9525"/>
          </a:xfrm>
          <a:custGeom xmlns:a="http://schemas.openxmlformats.org/drawingml/2006/main">
            <a:pathLst>
              <a:path w="2903220" h="9525">
                <a:moveTo>
                  <a:pt x="0" y="0"/>
                </a:moveTo>
                <a:lnTo>
                  <a:pt x="2903220" y="0"/>
                </a:lnTo>
              </a:path>
            </a:pathLst>
          </a:custGeom>
          <a:noFill xmlns:a="http://schemas.openxmlformats.org/drawingml/2006/main"/>
          <a:ln xmlns:a="http://schemas.openxmlformats.org/drawingml/2006/main" w="30861">
            <a:solidFill>
              <a:srgbClr val="1572C3"/>
            </a:solidFill>
          </a:ln>
        </p:spPr>
      </p:sp>
      <p:sp>
        <p:nvSpPr>
          <p:cNvPr id="101" name="wire-275">
            <a:extLst xmlns:a="http://schemas.openxmlformats.org/drawingml/2006/main">
              <a:ext uri="{FF2B5EF4-FFF2-40B4-BE49-F238E27FC236}">
                <a16:creationId xmlns:a16="http://schemas.microsoft.com/office/drawing/2014/main" id="{B9775C01-E540-4FD6-93D5-3B9397129A3D}"/>
              </a:ext>
            </a:extLst>
          </p:cNvPr>
          <p:cNvSpPr>
            <a:spLocks xmlns:a="http://schemas.openxmlformats.org/drawingml/2006/main" noGrp="1"/>
          </p:cNvSpPr>
          <p:nvPr/>
        </p:nvSpPr>
        <p:spPr>
          <a:xfrm xmlns:a="http://schemas.openxmlformats.org/drawingml/2006/main">
            <a:off x="9319260" y="4968240"/>
            <a:ext cx="9525" cy="434340"/>
          </a:xfrm>
          <a:custGeom xmlns:a="http://schemas.openxmlformats.org/drawingml/2006/main">
            <a:pathLst>
              <a:path w="9525" h="434340">
                <a:moveTo>
                  <a:pt x="0" y="434340"/>
                </a:moveTo>
                <a:lnTo>
                  <a:pt x="0" y="0"/>
                </a:lnTo>
              </a:path>
            </a:pathLst>
          </a:custGeom>
          <a:noFill xmlns:a="http://schemas.openxmlformats.org/drawingml/2006/main"/>
          <a:ln xmlns:a="http://schemas.openxmlformats.org/drawingml/2006/main" w="30861">
            <a:solidFill>
              <a:srgbClr val="1572C3"/>
            </a:solidFill>
          </a:ln>
        </p:spPr>
      </p:sp>
      <p:sp>
        <p:nvSpPr>
          <p:cNvPr id="102" name="wire-276">
            <a:extLst xmlns:a="http://schemas.openxmlformats.org/drawingml/2006/main">
              <a:ext uri="{FF2B5EF4-FFF2-40B4-BE49-F238E27FC236}">
                <a16:creationId xmlns:a16="http://schemas.microsoft.com/office/drawing/2014/main" id="{1DCD8E62-D96C-4671-BB25-6D5ACF3CB52B}"/>
              </a:ext>
            </a:extLst>
          </p:cNvPr>
          <p:cNvSpPr>
            <a:spLocks xmlns:a="http://schemas.openxmlformats.org/drawingml/2006/main" noGrp="1"/>
          </p:cNvSpPr>
          <p:nvPr/>
        </p:nvSpPr>
        <p:spPr>
          <a:xfrm xmlns:a="http://schemas.openxmlformats.org/drawingml/2006/main">
            <a:off x="9319260" y="4968240"/>
            <a:ext cx="320040" cy="9525"/>
          </a:xfrm>
          <a:custGeom xmlns:a="http://schemas.openxmlformats.org/drawingml/2006/main">
            <a:pathLst>
              <a:path w="320040" h="9525">
                <a:moveTo>
                  <a:pt x="0" y="0"/>
                </a:moveTo>
                <a:lnTo>
                  <a:pt x="320040" y="0"/>
                </a:lnTo>
              </a:path>
            </a:pathLst>
          </a:custGeom>
          <a:noFill xmlns:a="http://schemas.openxmlformats.org/drawingml/2006/main"/>
          <a:ln xmlns:a="http://schemas.openxmlformats.org/drawingml/2006/main" w="30861">
            <a:solidFill>
              <a:srgbClr val="1572C3"/>
            </a:solidFill>
          </a:ln>
        </p:spPr>
      </p:sp>
      <p:sp>
        <p:nvSpPr>
          <p:cNvPr id="103" name="circuit-277">
            <a:extLst xmlns:a="http://schemas.openxmlformats.org/drawingml/2006/main">
              <a:ext uri="{FF2B5EF4-FFF2-40B4-BE49-F238E27FC236}">
                <a16:creationId xmlns:a16="http://schemas.microsoft.com/office/drawing/2014/main" id="{3046DC34-4324-45CF-A847-BBDBA8698B1C}"/>
              </a:ext>
            </a:extLst>
          </p:cNvPr>
          <p:cNvSpPr>
            <a:spLocks xmlns:a="http://schemas.openxmlformats.org/drawingml/2006/main" noGrp="1"/>
          </p:cNvSpPr>
          <p:nvPr/>
        </p:nvSpPr>
        <p:spPr>
          <a:xfrm xmlns:a="http://schemas.openxmlformats.org/drawingml/2006/main">
            <a:off x="9563100" y="493680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4" name="text-278">
            <a:extLst xmlns:a="http://schemas.openxmlformats.org/drawingml/2006/main">
              <a:ext uri="{FF2B5EF4-FFF2-40B4-BE49-F238E27FC236}">
                <a16:creationId xmlns:a16="http://schemas.microsoft.com/office/drawing/2014/main" id="{0F6CE6AB-32DF-436B-BDA9-25007360691D}"/>
              </a:ext>
            </a:extLst>
          </p:cNvPr>
          <p:cNvSpPr>
            <a:spLocks xmlns:a="http://schemas.openxmlformats.org/drawingml/2006/main" noGrp="1"/>
          </p:cNvSpPr>
          <p:nvPr/>
        </p:nvSpPr>
        <p:spPr>
          <a:xfrm xmlns:a="http://schemas.openxmlformats.org/drawingml/2006/main">
            <a:off x="6427470" y="4659630"/>
            <a:ext cx="342900" cy="3086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Arial"/>
                <a:ea typeface="Arial"/>
                <a:cs typeface="Arial"/>
              </a:defRPr>
            </a:defPPr>
            <a:lvl1pPr algn="ctr">
              <a:defRPr sz="1800" b="1">
                <a:solidFill>
                  <a:srgbClr val="1572C3"/>
                </a:solidFill>
                <a:latin typeface="Arial"/>
                <a:ea typeface="Arial"/>
                <a:cs typeface="Arial"/>
              </a:defRPr>
            </a:lvl1pPr>
            <a:lvl2pPr algn="ctr">
              <a:defRPr sz="1800" b="1">
                <a:solidFill>
                  <a:srgbClr val="1572C3"/>
                </a:solidFill>
                <a:latin typeface="Arial"/>
                <a:ea typeface="Arial"/>
                <a:cs typeface="Arial"/>
              </a:defRPr>
            </a:lvl2pPr>
            <a:lvl3pPr algn="ctr">
              <a:defRPr sz="1800" b="1">
                <a:solidFill>
                  <a:srgbClr val="1572C3"/>
                </a:solidFill>
                <a:latin typeface="Arial"/>
                <a:ea typeface="Arial"/>
                <a:cs typeface="Arial"/>
              </a:defRPr>
            </a:lvl3pPr>
            <a:lvl4pPr algn="ctr">
              <a:defRPr sz="1800" b="1">
                <a:solidFill>
                  <a:srgbClr val="1572C3"/>
                </a:solidFill>
                <a:latin typeface="Arial"/>
                <a:ea typeface="Arial"/>
                <a:cs typeface="Arial"/>
              </a:defRPr>
            </a:lvl4pPr>
            <a:lvl5pPr algn="ctr">
              <a:defRPr sz="1800" b="1">
                <a:solidFill>
                  <a:srgbClr val="1572C3"/>
                </a:solidFill>
                <a:latin typeface="Arial"/>
                <a:ea typeface="Arial"/>
                <a:cs typeface="Arial"/>
              </a:defRPr>
            </a:lvl5pPr>
            <a:lvl6pPr algn="ctr">
              <a:defRPr sz="1800" b="1">
                <a:solidFill>
                  <a:srgbClr val="1572C3"/>
                </a:solidFill>
                <a:latin typeface="Arial"/>
                <a:ea typeface="Arial"/>
                <a:cs typeface="Arial"/>
              </a:defRPr>
            </a:lvl6pPr>
            <a:lvl7pPr algn="ctr">
              <a:defRPr sz="1800" b="1">
                <a:solidFill>
                  <a:srgbClr val="1572C3"/>
                </a:solidFill>
                <a:latin typeface="Arial"/>
                <a:ea typeface="Arial"/>
                <a:cs typeface="Arial"/>
              </a:defRPr>
            </a:lvl7pPr>
            <a:lvl8pPr algn="ctr">
              <a:defRPr sz="1800" b="1">
                <a:solidFill>
                  <a:srgbClr val="1572C3"/>
                </a:solidFill>
                <a:latin typeface="Arial"/>
                <a:ea typeface="Arial"/>
                <a:cs typeface="Arial"/>
              </a:defRPr>
            </a:lvl8pPr>
            <a:lvl9pPr algn="ctr">
              <a:defRPr sz="1800" b="1">
                <a:solidFill>
                  <a:srgbClr val="1572C3"/>
                </a:solidFill>
                <a:latin typeface="Arial"/>
                <a:ea typeface="Arial"/>
                <a:cs typeface="Arial"/>
              </a:defRPr>
            </a:lvl9pPr>
          </a:lstStyle>
          <a:p xmlns:a="http://schemas.openxmlformats.org/drawingml/2006/main">
            <a:pPr algn="ctr">
              <a:defRPr sz="1800" b="1">
                <a:solidFill>
                  <a:srgbClr val="1572C3"/>
                </a:solidFill>
                <a:latin typeface="Arial"/>
                <a:ea typeface="Arial"/>
                <a:cs typeface="Arial"/>
              </a:defRPr>
            </a:pPr>
            <a:r>
              <a:rPr sz="1800" b="1">
                <a:solidFill>
                  <a:srgbClr val="1572C3"/>
                </a:solidFill>
                <a:latin typeface="Arial"/>
                <a:ea typeface="Arial"/>
                <a:cs typeface="Arial"/>
              </a:rPr>
              <a:t>3</a:t>
            </a:r>
          </a:p>
        </p:txBody>
      </p:sp>
      <p:sp>
        <p:nvSpPr>
          <p:cNvPr id="105" name="wire-279">
            <a:extLst xmlns:a="http://schemas.openxmlformats.org/drawingml/2006/main">
              <a:ext uri="{FF2B5EF4-FFF2-40B4-BE49-F238E27FC236}">
                <a16:creationId xmlns:a16="http://schemas.microsoft.com/office/drawing/2014/main" id="{E96F0187-D08C-4395-A47E-8003125BDBCE}"/>
              </a:ext>
            </a:extLst>
          </p:cNvPr>
          <p:cNvSpPr>
            <a:spLocks xmlns:a="http://schemas.openxmlformats.org/drawingml/2006/main" noGrp="1"/>
          </p:cNvSpPr>
          <p:nvPr/>
        </p:nvSpPr>
        <p:spPr>
          <a:xfrm xmlns:a="http://schemas.openxmlformats.org/drawingml/2006/main">
            <a:off x="11319510" y="4796790"/>
            <a:ext cx="125730" cy="9525"/>
          </a:xfrm>
          <a:custGeom xmlns:a="http://schemas.openxmlformats.org/drawingml/2006/main">
            <a:pathLst>
              <a:path w="125730" h="9525">
                <a:moveTo>
                  <a:pt x="0" y="0"/>
                </a:moveTo>
                <a:lnTo>
                  <a:pt x="125730" y="0"/>
                </a:lnTo>
              </a:path>
            </a:pathLst>
          </a:custGeom>
          <a:noFill xmlns:a="http://schemas.openxmlformats.org/drawingml/2006/main"/>
          <a:ln xmlns:a="http://schemas.openxmlformats.org/drawingml/2006/main" w="30861">
            <a:solidFill>
              <a:srgbClr val="9FA9B9"/>
            </a:solidFill>
          </a:ln>
        </p:spPr>
      </p:sp>
      <p:sp>
        <p:nvSpPr>
          <p:cNvPr id="106" name="wire-280">
            <a:extLst xmlns:a="http://schemas.openxmlformats.org/drawingml/2006/main">
              <a:ext uri="{FF2B5EF4-FFF2-40B4-BE49-F238E27FC236}">
                <a16:creationId xmlns:a16="http://schemas.microsoft.com/office/drawing/2014/main" id="{EDBAC16C-232C-4C75-A2DE-5357A20A044C}"/>
              </a:ext>
            </a:extLst>
          </p:cNvPr>
          <p:cNvSpPr>
            <a:spLocks xmlns:a="http://schemas.openxmlformats.org/drawingml/2006/main" noGrp="1"/>
          </p:cNvSpPr>
          <p:nvPr/>
        </p:nvSpPr>
        <p:spPr>
          <a:xfrm xmlns:a="http://schemas.openxmlformats.org/drawingml/2006/main">
            <a:off x="11445240" y="4796790"/>
            <a:ext cx="9525" cy="1120140"/>
          </a:xfrm>
          <a:custGeom xmlns:a="http://schemas.openxmlformats.org/drawingml/2006/main">
            <a:pathLst>
              <a:path w="9525" h="1120140">
                <a:moveTo>
                  <a:pt x="0" y="0"/>
                </a:moveTo>
                <a:lnTo>
                  <a:pt x="0" y="1120140"/>
                </a:lnTo>
              </a:path>
            </a:pathLst>
          </a:custGeom>
          <a:noFill xmlns:a="http://schemas.openxmlformats.org/drawingml/2006/main"/>
          <a:ln xmlns:a="http://schemas.openxmlformats.org/drawingml/2006/main" w="30861">
            <a:solidFill>
              <a:srgbClr val="9FA9B9"/>
            </a:solidFill>
          </a:ln>
        </p:spPr>
      </p:sp>
      <p:sp>
        <p:nvSpPr>
          <p:cNvPr id="107" name="wire-281">
            <a:extLst xmlns:a="http://schemas.openxmlformats.org/drawingml/2006/main">
              <a:ext uri="{FF2B5EF4-FFF2-40B4-BE49-F238E27FC236}">
                <a16:creationId xmlns:a16="http://schemas.microsoft.com/office/drawing/2014/main" id="{99A03DA4-B023-44A4-AF5F-05979C5D2691}"/>
              </a:ext>
            </a:extLst>
          </p:cNvPr>
          <p:cNvSpPr>
            <a:spLocks xmlns:a="http://schemas.openxmlformats.org/drawingml/2006/main" noGrp="1"/>
          </p:cNvSpPr>
          <p:nvPr/>
        </p:nvSpPr>
        <p:spPr>
          <a:xfrm xmlns:a="http://schemas.openxmlformats.org/drawingml/2006/main">
            <a:off x="4187190" y="5916930"/>
            <a:ext cx="7258050" cy="9525"/>
          </a:xfrm>
          <a:custGeom xmlns:a="http://schemas.openxmlformats.org/drawingml/2006/main">
            <a:pathLst>
              <a:path w="7258050" h="9525">
                <a:moveTo>
                  <a:pt x="7258050" y="0"/>
                </a:moveTo>
                <a:lnTo>
                  <a:pt x="0" y="0"/>
                </a:lnTo>
              </a:path>
            </a:pathLst>
          </a:custGeom>
          <a:noFill xmlns:a="http://schemas.openxmlformats.org/drawingml/2006/main"/>
          <a:ln xmlns:a="http://schemas.openxmlformats.org/drawingml/2006/main" w="30861">
            <a:solidFill>
              <a:srgbClr val="9FA9B9"/>
            </a:solidFill>
          </a:ln>
        </p:spPr>
      </p:sp>
      <p:sp>
        <p:nvSpPr>
          <p:cNvPr id="108" name="wire-282">
            <a:extLst xmlns:a="http://schemas.openxmlformats.org/drawingml/2006/main">
              <a:ext uri="{FF2B5EF4-FFF2-40B4-BE49-F238E27FC236}">
                <a16:creationId xmlns:a16="http://schemas.microsoft.com/office/drawing/2014/main" id="{0E89B534-66B0-4767-A00B-D15345591699}"/>
              </a:ext>
            </a:extLst>
          </p:cNvPr>
          <p:cNvSpPr>
            <a:spLocks xmlns:a="http://schemas.openxmlformats.org/drawingml/2006/main" noGrp="1"/>
          </p:cNvSpPr>
          <p:nvPr/>
        </p:nvSpPr>
        <p:spPr>
          <a:xfrm xmlns:a="http://schemas.openxmlformats.org/drawingml/2006/main">
            <a:off x="4187190" y="5128260"/>
            <a:ext cx="9525" cy="788670"/>
          </a:xfrm>
          <a:custGeom xmlns:a="http://schemas.openxmlformats.org/drawingml/2006/main">
            <a:pathLst>
              <a:path w="9525" h="788670">
                <a:moveTo>
                  <a:pt x="0" y="788670"/>
                </a:moveTo>
                <a:lnTo>
                  <a:pt x="0" y="0"/>
                </a:lnTo>
              </a:path>
            </a:pathLst>
          </a:custGeom>
          <a:noFill xmlns:a="http://schemas.openxmlformats.org/drawingml/2006/main"/>
          <a:ln xmlns:a="http://schemas.openxmlformats.org/drawingml/2006/main" w="30861">
            <a:solidFill>
              <a:srgbClr val="9FA9B9"/>
            </a:solidFill>
          </a:ln>
        </p:spPr>
      </p:sp>
      <p:sp>
        <p:nvSpPr>
          <p:cNvPr id="109" name="wire-283">
            <a:extLst xmlns:a="http://schemas.openxmlformats.org/drawingml/2006/main">
              <a:ext uri="{FF2B5EF4-FFF2-40B4-BE49-F238E27FC236}">
                <a16:creationId xmlns:a16="http://schemas.microsoft.com/office/drawing/2014/main" id="{49565986-A194-41B6-B463-EB802CD60FA8}"/>
              </a:ext>
            </a:extLst>
          </p:cNvPr>
          <p:cNvSpPr>
            <a:spLocks xmlns:a="http://schemas.openxmlformats.org/drawingml/2006/main" noGrp="1"/>
          </p:cNvSpPr>
          <p:nvPr/>
        </p:nvSpPr>
        <p:spPr>
          <a:xfrm xmlns:a="http://schemas.openxmlformats.org/drawingml/2006/main">
            <a:off x="4187190" y="5128260"/>
            <a:ext cx="205740" cy="9525"/>
          </a:xfrm>
          <a:custGeom xmlns:a="http://schemas.openxmlformats.org/drawingml/2006/main">
            <a:pathLst>
              <a:path w="205740" h="9525">
                <a:moveTo>
                  <a:pt x="0" y="0"/>
                </a:moveTo>
                <a:lnTo>
                  <a:pt x="205740" y="0"/>
                </a:lnTo>
              </a:path>
            </a:pathLst>
          </a:custGeom>
          <a:noFill xmlns:a="http://schemas.openxmlformats.org/drawingml/2006/main"/>
          <a:ln xmlns:a="http://schemas.openxmlformats.org/drawingml/2006/main" w="30861">
            <a:solidFill>
              <a:srgbClr val="9FA9B9"/>
            </a:solidFill>
          </a:ln>
        </p:spPr>
      </p:sp>
      <p:sp>
        <p:nvSpPr>
          <p:cNvPr id="110" name="circuit-284">
            <a:extLst xmlns:a="http://schemas.openxmlformats.org/drawingml/2006/main">
              <a:ext uri="{FF2B5EF4-FFF2-40B4-BE49-F238E27FC236}">
                <a16:creationId xmlns:a16="http://schemas.microsoft.com/office/drawing/2014/main" id="{3656BD6D-6EA7-4218-A122-DFEAEC47F9F7}"/>
              </a:ext>
            </a:extLst>
          </p:cNvPr>
          <p:cNvSpPr>
            <a:spLocks xmlns:a="http://schemas.openxmlformats.org/drawingml/2006/main" noGrp="1"/>
          </p:cNvSpPr>
          <p:nvPr/>
        </p:nvSpPr>
        <p:spPr>
          <a:xfrm xmlns:a="http://schemas.openxmlformats.org/drawingml/2006/main">
            <a:off x="4316730" y="509682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1" name="text-285">
            <a:extLst xmlns:a="http://schemas.openxmlformats.org/drawingml/2006/main">
              <a:ext uri="{FF2B5EF4-FFF2-40B4-BE49-F238E27FC236}">
                <a16:creationId xmlns:a16="http://schemas.microsoft.com/office/drawing/2014/main" id="{FDC6E2EA-6E59-408E-AF21-25666B614003}"/>
              </a:ext>
            </a:extLst>
          </p:cNvPr>
          <p:cNvSpPr>
            <a:spLocks xmlns:a="http://schemas.openxmlformats.org/drawingml/2006/main" noGrp="1"/>
          </p:cNvSpPr>
          <p:nvPr/>
        </p:nvSpPr>
        <p:spPr>
          <a:xfrm xmlns:a="http://schemas.openxmlformats.org/drawingml/2006/main">
            <a:off x="609600" y="61436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番地は x0の0 ＋ 12 ＝ 12　／　書く値は x1の3</a:t>
            </a:r>
          </a:p>
        </p:txBody>
      </p:sp>
      <p:sp>
        <p:nvSpPr>
          <p:cNvPr id="112" name="text-286">
            <a:extLst xmlns:a="http://schemas.openxmlformats.org/drawingml/2006/main">
              <a:ext uri="{FF2B5EF4-FFF2-40B4-BE49-F238E27FC236}">
                <a16:creationId xmlns:a16="http://schemas.microsoft.com/office/drawing/2014/main" id="{4352E2E2-5162-4426-AF5A-D98F6D491F86}"/>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5</a:t>
            </a:r>
          </a:p>
        </p:txBody>
      </p:sp>
      <p:sp>
        <p:nvSpPr>
          <p:cNvPr id="113" name="text-287">
            <a:extLst xmlns:a="http://schemas.openxmlformats.org/drawingml/2006/main">
              <a:ext uri="{FF2B5EF4-FFF2-40B4-BE49-F238E27FC236}">
                <a16:creationId xmlns:a16="http://schemas.microsoft.com/office/drawing/2014/main" id="{D834FDDB-5406-4CBA-9CB8-08E678206497}"/>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二つのメモリはFPGA内。上段は命令から取り出す内容で、ビット配置は省略</a:t>
            </a:r>
          </a:p>
        </p:txBody>
      </p:sp>
    </p:spTree>
    <p:extLst>
      <p:ext uri="{BB962C8B-B14F-4D97-AF65-F5344CB8AC3E}">
        <p14:creationId xmlns:p14="http://schemas.microsoft.com/office/powerpoint/2010/main" val="184402724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7" name="text-288">
            <a:extLst xmlns:a="http://schemas.openxmlformats.org/drawingml/2006/main">
              <a:ext uri="{FF2B5EF4-FFF2-40B4-BE49-F238E27FC236}">
                <a16:creationId xmlns:a16="http://schemas.microsoft.com/office/drawing/2014/main" id="{ACE23499-AFC1-4B16-B2B3-7A42C748F868}"/>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6</a:t>
            </a:r>
          </a:p>
        </p:txBody>
      </p:sp>
      <p:sp>
        <p:nvSpPr>
          <p:cNvPr id="2" name="text-289">
            <a:extLst xmlns:a="http://schemas.openxmlformats.org/drawingml/2006/main">
              <a:ext uri="{FF2B5EF4-FFF2-40B4-BE49-F238E27FC236}">
                <a16:creationId xmlns:a16="http://schemas.microsoft.com/office/drawing/2014/main" id="{0E4ECCC8-0B45-4CE8-B90F-E0D9A5462848}"/>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バスと外付けDDR3メモリ</a:t>
            </a:r>
          </a:p>
        </p:txBody>
      </p:sp>
      <p:sp>
        <p:nvSpPr>
          <p:cNvPr id="3" name="text-290">
            <a:extLst xmlns:a="http://schemas.openxmlformats.org/drawingml/2006/main">
              <a:ext uri="{FF2B5EF4-FFF2-40B4-BE49-F238E27FC236}">
                <a16:creationId xmlns:a16="http://schemas.microsoft.com/office/drawing/2014/main" id="{876195E8-1A45-4AEB-ABA7-004411DE1DBF}"/>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6</a:t>
            </a:r>
          </a:p>
        </p:txBody>
      </p:sp>
      <p:sp>
        <p:nvSpPr>
          <p:cNvPr id="4" name="text-291">
            <a:extLst xmlns:a="http://schemas.openxmlformats.org/drawingml/2006/main">
              <a:ext uri="{FF2B5EF4-FFF2-40B4-BE49-F238E27FC236}">
                <a16:creationId xmlns:a16="http://schemas.microsoft.com/office/drawing/2014/main" id="{1BE17507-405F-4A7D-A684-9156E0967AA6}"/>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1572C3"/>
                </a:solidFill>
                <a:latin typeface="Yu Gothic"/>
                <a:ea typeface="Yu Gothic"/>
                <a:cs typeface="Yu Gothic"/>
              </a:defRPr>
            </a:defPPr>
            <a:lvl1pPr algn="l">
              <a:defRPr sz="2025" b="1">
                <a:solidFill>
                  <a:srgbClr val="1572C3"/>
                </a:solidFill>
                <a:latin typeface="Yu Gothic"/>
                <a:ea typeface="Yu Gothic"/>
                <a:cs typeface="Yu Gothic"/>
              </a:defRPr>
            </a:lvl1pPr>
            <a:lvl2pPr algn="l">
              <a:defRPr sz="2025" b="1">
                <a:solidFill>
                  <a:srgbClr val="1572C3"/>
                </a:solidFill>
                <a:latin typeface="Yu Gothic"/>
                <a:ea typeface="Yu Gothic"/>
                <a:cs typeface="Yu Gothic"/>
              </a:defRPr>
            </a:lvl2pPr>
            <a:lvl3pPr algn="l">
              <a:defRPr sz="2025" b="1">
                <a:solidFill>
                  <a:srgbClr val="1572C3"/>
                </a:solidFill>
                <a:latin typeface="Yu Gothic"/>
                <a:ea typeface="Yu Gothic"/>
                <a:cs typeface="Yu Gothic"/>
              </a:defRPr>
            </a:lvl3pPr>
            <a:lvl4pPr algn="l">
              <a:defRPr sz="2025" b="1">
                <a:solidFill>
                  <a:srgbClr val="1572C3"/>
                </a:solidFill>
                <a:latin typeface="Yu Gothic"/>
                <a:ea typeface="Yu Gothic"/>
                <a:cs typeface="Yu Gothic"/>
              </a:defRPr>
            </a:lvl4pPr>
            <a:lvl5pPr algn="l">
              <a:defRPr sz="2025" b="1">
                <a:solidFill>
                  <a:srgbClr val="1572C3"/>
                </a:solidFill>
                <a:latin typeface="Yu Gothic"/>
                <a:ea typeface="Yu Gothic"/>
                <a:cs typeface="Yu Gothic"/>
              </a:defRPr>
            </a:lvl5pPr>
            <a:lvl6pPr algn="l">
              <a:defRPr sz="2025" b="1">
                <a:solidFill>
                  <a:srgbClr val="1572C3"/>
                </a:solidFill>
                <a:latin typeface="Yu Gothic"/>
                <a:ea typeface="Yu Gothic"/>
                <a:cs typeface="Yu Gothic"/>
              </a:defRPr>
            </a:lvl6pPr>
            <a:lvl7pPr algn="l">
              <a:defRPr sz="2025" b="1">
                <a:solidFill>
                  <a:srgbClr val="1572C3"/>
                </a:solidFill>
                <a:latin typeface="Yu Gothic"/>
                <a:ea typeface="Yu Gothic"/>
                <a:cs typeface="Yu Gothic"/>
              </a:defRPr>
            </a:lvl7pPr>
            <a:lvl8pPr algn="l">
              <a:defRPr sz="2025" b="1">
                <a:solidFill>
                  <a:srgbClr val="1572C3"/>
                </a:solidFill>
                <a:latin typeface="Yu Gothic"/>
                <a:ea typeface="Yu Gothic"/>
                <a:cs typeface="Yu Gothic"/>
              </a:defRPr>
            </a:lvl8pPr>
            <a:lvl9pPr algn="l">
              <a:defRPr sz="2025" b="1">
                <a:solidFill>
                  <a:srgbClr val="1572C3"/>
                </a:solidFill>
                <a:latin typeface="Yu Gothic"/>
                <a:ea typeface="Yu Gothic"/>
                <a:cs typeface="Yu Gothic"/>
              </a:defRPr>
            </a:lvl9pPr>
          </a:lstStyle>
          <a:p xmlns:a="http://schemas.openxmlformats.org/drawingml/2006/main">
            <a:pPr algn="l">
              <a:defRPr sz="2025" b="1">
                <a:solidFill>
                  <a:srgbClr val="1572C3"/>
                </a:solidFill>
                <a:latin typeface="Yu Gothic"/>
                <a:ea typeface="Yu Gothic"/>
                <a:cs typeface="Yu Gothic"/>
              </a:defRPr>
            </a:pPr>
            <a:r>
              <a:rPr sz="2025" b="1">
                <a:solidFill>
                  <a:srgbClr val="1572C3"/>
                </a:solidFill>
                <a:latin typeface="Yu Gothic"/>
                <a:ea typeface="Yu Gothic"/>
                <a:cs typeface="Yu Gothic"/>
              </a:rPr>
              <a:t>命令とデータの保存先を、FPGA内のメモリからDDR3へ広げる</a:t>
            </a:r>
          </a:p>
        </p:txBody>
      </p:sp>
      <p:sp>
        <p:nvSpPr>
          <p:cNvPr id="5" name="board-stable-board">
            <a:extLst xmlns:a="http://schemas.openxmlformats.org/drawingml/2006/main">
              <a:ext uri="{FF2B5EF4-FFF2-40B4-BE49-F238E27FC236}">
                <a16:creationId xmlns:a16="http://schemas.microsoft.com/office/drawing/2014/main" id="{7E6713A4-F95D-432E-A24F-8827A7DF4283}"/>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293">
            <a:extLst xmlns:a="http://schemas.openxmlformats.org/drawingml/2006/main">
              <a:ext uri="{FF2B5EF4-FFF2-40B4-BE49-F238E27FC236}">
                <a16:creationId xmlns:a16="http://schemas.microsoft.com/office/drawing/2014/main" id="{EEB263D1-A794-4A1F-91BE-DEB4030C4E88}"/>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294">
            <a:extLst xmlns:a="http://schemas.openxmlformats.org/drawingml/2006/main">
              <a:ext uri="{FF2B5EF4-FFF2-40B4-BE49-F238E27FC236}">
                <a16:creationId xmlns:a16="http://schemas.microsoft.com/office/drawing/2014/main" id="{4A77CF1D-2488-4E45-AB63-1CA4DE9A2C66}"/>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BF585AD5-ADED-431C-949C-6FC5586F40A9}"/>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296">
            <a:extLst xmlns:a="http://schemas.openxmlformats.org/drawingml/2006/main">
              <a:ext uri="{FF2B5EF4-FFF2-40B4-BE49-F238E27FC236}">
                <a16:creationId xmlns:a16="http://schemas.microsoft.com/office/drawing/2014/main" id="{445D5245-2463-49F8-94EF-02FD9CE5D4DD}"/>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27E35BD3-905D-49EA-97B9-384594F96F07}"/>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1" name="text-298">
            <a:extLst xmlns:a="http://schemas.openxmlformats.org/drawingml/2006/main">
              <a:ext uri="{FF2B5EF4-FFF2-40B4-BE49-F238E27FC236}">
                <a16:creationId xmlns:a16="http://schemas.microsoft.com/office/drawing/2014/main" id="{85124AD2-B62E-4BE3-B192-ACCFB0F3B03B}"/>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9FA9B9"/>
                </a:solidFill>
                <a:latin typeface="Yu Gothic"/>
                <a:ea typeface="Yu Gothic"/>
                <a:cs typeface="Yu Gothic"/>
              </a:defRPr>
            </a:defPPr>
            <a:lvl1pPr algn="ctr">
              <a:defRPr sz="1650" b="1">
                <a:solidFill>
                  <a:srgbClr val="9FA9B9"/>
                </a:solidFill>
                <a:latin typeface="Yu Gothic"/>
                <a:ea typeface="Yu Gothic"/>
                <a:cs typeface="Yu Gothic"/>
              </a:defRPr>
            </a:lvl1pPr>
            <a:lvl2pPr algn="ctr">
              <a:defRPr sz="1650" b="1">
                <a:solidFill>
                  <a:srgbClr val="9FA9B9"/>
                </a:solidFill>
                <a:latin typeface="Yu Gothic"/>
                <a:ea typeface="Yu Gothic"/>
                <a:cs typeface="Yu Gothic"/>
              </a:defRPr>
            </a:lvl2pPr>
            <a:lvl3pPr algn="ctr">
              <a:defRPr sz="1650" b="1">
                <a:solidFill>
                  <a:srgbClr val="9FA9B9"/>
                </a:solidFill>
                <a:latin typeface="Yu Gothic"/>
                <a:ea typeface="Yu Gothic"/>
                <a:cs typeface="Yu Gothic"/>
              </a:defRPr>
            </a:lvl3pPr>
            <a:lvl4pPr algn="ctr">
              <a:defRPr sz="1650" b="1">
                <a:solidFill>
                  <a:srgbClr val="9FA9B9"/>
                </a:solidFill>
                <a:latin typeface="Yu Gothic"/>
                <a:ea typeface="Yu Gothic"/>
                <a:cs typeface="Yu Gothic"/>
              </a:defRPr>
            </a:lvl4pPr>
            <a:lvl5pPr algn="ctr">
              <a:defRPr sz="1650" b="1">
                <a:solidFill>
                  <a:srgbClr val="9FA9B9"/>
                </a:solidFill>
                <a:latin typeface="Yu Gothic"/>
                <a:ea typeface="Yu Gothic"/>
                <a:cs typeface="Yu Gothic"/>
              </a:defRPr>
            </a:lvl5pPr>
            <a:lvl6pPr algn="ctr">
              <a:defRPr sz="1650" b="1">
                <a:solidFill>
                  <a:srgbClr val="9FA9B9"/>
                </a:solidFill>
                <a:latin typeface="Yu Gothic"/>
                <a:ea typeface="Yu Gothic"/>
                <a:cs typeface="Yu Gothic"/>
              </a:defRPr>
            </a:lvl6pPr>
            <a:lvl7pPr algn="ctr">
              <a:defRPr sz="1650" b="1">
                <a:solidFill>
                  <a:srgbClr val="9FA9B9"/>
                </a:solidFill>
                <a:latin typeface="Yu Gothic"/>
                <a:ea typeface="Yu Gothic"/>
                <a:cs typeface="Yu Gothic"/>
              </a:defRPr>
            </a:lvl7pPr>
            <a:lvl8pPr algn="ctr">
              <a:defRPr sz="1650" b="1">
                <a:solidFill>
                  <a:srgbClr val="9FA9B9"/>
                </a:solidFill>
                <a:latin typeface="Yu Gothic"/>
                <a:ea typeface="Yu Gothic"/>
                <a:cs typeface="Yu Gothic"/>
              </a:defRPr>
            </a:lvl8pPr>
            <a:lvl9pPr algn="ctr">
              <a:defRPr sz="1650" b="1">
                <a:solidFill>
                  <a:srgbClr val="9FA9B9"/>
                </a:solidFill>
                <a:latin typeface="Yu Gothic"/>
                <a:ea typeface="Yu Gothic"/>
                <a:cs typeface="Yu Gothic"/>
              </a:defRPr>
            </a:lvl9pPr>
          </a:lstStyle>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SDカード</a:t>
            </a:r>
          </a:p>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89F5A5DF-D889-4219-83EC-FB03943CEFA7}"/>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300">
            <a:extLst xmlns:a="http://schemas.openxmlformats.org/drawingml/2006/main">
              <a:ext uri="{FF2B5EF4-FFF2-40B4-BE49-F238E27FC236}">
                <a16:creationId xmlns:a16="http://schemas.microsoft.com/office/drawing/2014/main" id="{9CF3E864-2F0D-4377-BFBC-987E7807AF42}"/>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301">
            <a:extLst xmlns:a="http://schemas.openxmlformats.org/drawingml/2006/main">
              <a:ext uri="{FF2B5EF4-FFF2-40B4-BE49-F238E27FC236}">
                <a16:creationId xmlns:a16="http://schemas.microsoft.com/office/drawing/2014/main" id="{FEB608B3-9C22-43F3-8CF4-E6532197A376}"/>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12番地：3</a:t>
            </a:r>
          </a:p>
        </p:txBody>
      </p:sp>
      <p:sp>
        <p:nvSpPr>
          <p:cNvPr id="15" name="board-stable-hdmi">
            <a:extLst xmlns:a="http://schemas.openxmlformats.org/drawingml/2006/main">
              <a:ext uri="{FF2B5EF4-FFF2-40B4-BE49-F238E27FC236}">
                <a16:creationId xmlns:a16="http://schemas.microsoft.com/office/drawing/2014/main" id="{ACF72E90-1127-45A3-9D94-A80AB40364D3}"/>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6" name="text-303">
            <a:extLst xmlns:a="http://schemas.openxmlformats.org/drawingml/2006/main">
              <a:ext uri="{FF2B5EF4-FFF2-40B4-BE49-F238E27FC236}">
                <a16:creationId xmlns:a16="http://schemas.microsoft.com/office/drawing/2014/main" id="{798F46B8-7495-4313-A94E-0E47ED00B252}"/>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9FA9B9"/>
                </a:solidFill>
                <a:latin typeface="Arial"/>
                <a:ea typeface="Arial"/>
                <a:cs typeface="Arial"/>
              </a:defRPr>
            </a:defPPr>
            <a:lvl1pPr algn="ctr">
              <a:defRPr sz="1575" b="1">
                <a:solidFill>
                  <a:srgbClr val="9FA9B9"/>
                </a:solidFill>
                <a:latin typeface="Arial"/>
                <a:ea typeface="Arial"/>
                <a:cs typeface="Arial"/>
              </a:defRPr>
            </a:lvl1pPr>
            <a:lvl2pPr algn="ctr">
              <a:defRPr sz="1575" b="1">
                <a:solidFill>
                  <a:srgbClr val="9FA9B9"/>
                </a:solidFill>
                <a:latin typeface="Arial"/>
                <a:ea typeface="Arial"/>
                <a:cs typeface="Arial"/>
              </a:defRPr>
            </a:lvl2pPr>
            <a:lvl3pPr algn="ctr">
              <a:defRPr sz="1575" b="1">
                <a:solidFill>
                  <a:srgbClr val="9FA9B9"/>
                </a:solidFill>
                <a:latin typeface="Arial"/>
                <a:ea typeface="Arial"/>
                <a:cs typeface="Arial"/>
              </a:defRPr>
            </a:lvl3pPr>
            <a:lvl4pPr algn="ctr">
              <a:defRPr sz="1575" b="1">
                <a:solidFill>
                  <a:srgbClr val="9FA9B9"/>
                </a:solidFill>
                <a:latin typeface="Arial"/>
                <a:ea typeface="Arial"/>
                <a:cs typeface="Arial"/>
              </a:defRPr>
            </a:lvl4pPr>
            <a:lvl5pPr algn="ctr">
              <a:defRPr sz="1575" b="1">
                <a:solidFill>
                  <a:srgbClr val="9FA9B9"/>
                </a:solidFill>
                <a:latin typeface="Arial"/>
                <a:ea typeface="Arial"/>
                <a:cs typeface="Arial"/>
              </a:defRPr>
            </a:lvl5pPr>
            <a:lvl6pPr algn="ctr">
              <a:defRPr sz="1575" b="1">
                <a:solidFill>
                  <a:srgbClr val="9FA9B9"/>
                </a:solidFill>
                <a:latin typeface="Arial"/>
                <a:ea typeface="Arial"/>
                <a:cs typeface="Arial"/>
              </a:defRPr>
            </a:lvl6pPr>
            <a:lvl7pPr algn="ctr">
              <a:defRPr sz="1575" b="1">
                <a:solidFill>
                  <a:srgbClr val="9FA9B9"/>
                </a:solidFill>
                <a:latin typeface="Arial"/>
                <a:ea typeface="Arial"/>
                <a:cs typeface="Arial"/>
              </a:defRPr>
            </a:lvl7pPr>
            <a:lvl8pPr algn="ctr">
              <a:defRPr sz="1575" b="1">
                <a:solidFill>
                  <a:srgbClr val="9FA9B9"/>
                </a:solidFill>
                <a:latin typeface="Arial"/>
                <a:ea typeface="Arial"/>
                <a:cs typeface="Arial"/>
              </a:defRPr>
            </a:lvl8pPr>
            <a:lvl9pPr algn="ctr">
              <a:defRPr sz="1575" b="1">
                <a:solidFill>
                  <a:srgbClr val="9FA9B9"/>
                </a:solidFill>
                <a:latin typeface="Arial"/>
                <a:ea typeface="Arial"/>
                <a:cs typeface="Arial"/>
              </a:defRPr>
            </a:lvl9pPr>
          </a:lstStyle>
          <a:p xmlns:a="http://schemas.openxmlformats.org/drawingml/2006/main">
            <a:pPr algn="ctr">
              <a:defRPr sz="1575" b="1">
                <a:solidFill>
                  <a:srgbClr val="9FA9B9"/>
                </a:solidFill>
                <a:latin typeface="Arial"/>
                <a:ea typeface="Arial"/>
                <a:cs typeface="Arial"/>
              </a:defRPr>
            </a:pPr>
            <a:r>
              <a:rPr sz="1575" b="1">
                <a:solidFill>
                  <a:srgbClr val="9FA9B9"/>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5B28A656-CEA5-4E46-952C-53C0E74A41DA}"/>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18" name="text-305">
            <a:extLst xmlns:a="http://schemas.openxmlformats.org/drawingml/2006/main">
              <a:ext uri="{FF2B5EF4-FFF2-40B4-BE49-F238E27FC236}">
                <a16:creationId xmlns:a16="http://schemas.microsoft.com/office/drawing/2014/main" id="{42E289D9-F993-4B65-8DCA-1C0BF5E0BEE0}"/>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2CF292AF-6F9C-4BD1-BE43-080A276CDF9A}"/>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77A3DC"/>
          </a:solidFill>
          <a:ln xmlns:a="http://schemas.openxmlformats.org/drawingml/2006/main" w="20955">
            <a:solidFill>
              <a:srgbClr val="231F20"/>
            </a:solidFill>
          </a:ln>
        </p:spPr>
      </p:sp>
      <p:sp>
        <p:nvSpPr>
          <p:cNvPr id="20" name="text-307">
            <a:extLst xmlns:a="http://schemas.openxmlformats.org/drawingml/2006/main">
              <a:ext uri="{FF2B5EF4-FFF2-40B4-BE49-F238E27FC236}">
                <a16:creationId xmlns:a16="http://schemas.microsoft.com/office/drawing/2014/main" id="{7925FA5E-3C54-4776-8182-B1E94D6E519E}"/>
              </a:ext>
            </a:extLst>
          </p:cNvPr>
          <p:cNvSpPr>
            <a:spLocks xmlns:a="http://schemas.openxmlformats.org/drawingml/2006/main" noGrp="1"/>
          </p:cNvSpPr>
          <p:nvPr/>
        </p:nvSpPr>
        <p:spPr>
          <a:xfrm xmlns:a="http://schemas.openxmlformats.org/drawingml/2006/main">
            <a:off x="8201025" y="4057650"/>
            <a:ext cx="1323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231F20"/>
                </a:solidFill>
                <a:latin typeface="Yu Gothic"/>
                <a:ea typeface="Yu Gothic"/>
                <a:cs typeface="Yu Gothic"/>
              </a:defRPr>
            </a:defPPr>
            <a:lvl1pPr algn="ctr">
              <a:defRPr sz="1388" b="1">
                <a:solidFill>
                  <a:srgbClr val="231F20"/>
                </a:solidFill>
                <a:latin typeface="Yu Gothic"/>
                <a:ea typeface="Yu Gothic"/>
                <a:cs typeface="Yu Gothic"/>
              </a:defRPr>
            </a:lvl1pPr>
            <a:lvl2pPr algn="ctr">
              <a:defRPr sz="1388" b="1">
                <a:solidFill>
                  <a:srgbClr val="231F20"/>
                </a:solidFill>
                <a:latin typeface="Yu Gothic"/>
                <a:ea typeface="Yu Gothic"/>
                <a:cs typeface="Yu Gothic"/>
              </a:defRPr>
            </a:lvl2pPr>
            <a:lvl3pPr algn="ctr">
              <a:defRPr sz="1388" b="1">
                <a:solidFill>
                  <a:srgbClr val="231F20"/>
                </a:solidFill>
                <a:latin typeface="Yu Gothic"/>
                <a:ea typeface="Yu Gothic"/>
                <a:cs typeface="Yu Gothic"/>
              </a:defRPr>
            </a:lvl3pPr>
            <a:lvl4pPr algn="ctr">
              <a:defRPr sz="1388" b="1">
                <a:solidFill>
                  <a:srgbClr val="231F20"/>
                </a:solidFill>
                <a:latin typeface="Yu Gothic"/>
                <a:ea typeface="Yu Gothic"/>
                <a:cs typeface="Yu Gothic"/>
              </a:defRPr>
            </a:lvl4pPr>
            <a:lvl5pPr algn="ctr">
              <a:defRPr sz="1388" b="1">
                <a:solidFill>
                  <a:srgbClr val="231F20"/>
                </a:solidFill>
                <a:latin typeface="Yu Gothic"/>
                <a:ea typeface="Yu Gothic"/>
                <a:cs typeface="Yu Gothic"/>
              </a:defRPr>
            </a:lvl5pPr>
            <a:lvl6pPr algn="ctr">
              <a:defRPr sz="1388" b="1">
                <a:solidFill>
                  <a:srgbClr val="231F20"/>
                </a:solidFill>
                <a:latin typeface="Yu Gothic"/>
                <a:ea typeface="Yu Gothic"/>
                <a:cs typeface="Yu Gothic"/>
              </a:defRPr>
            </a:lvl6pPr>
            <a:lvl7pPr algn="ctr">
              <a:defRPr sz="1388" b="1">
                <a:solidFill>
                  <a:srgbClr val="231F20"/>
                </a:solidFill>
                <a:latin typeface="Yu Gothic"/>
                <a:ea typeface="Yu Gothic"/>
                <a:cs typeface="Yu Gothic"/>
              </a:defRPr>
            </a:lvl7pPr>
            <a:lvl8pPr algn="ctr">
              <a:defRPr sz="1388" b="1">
                <a:solidFill>
                  <a:srgbClr val="231F20"/>
                </a:solidFill>
                <a:latin typeface="Yu Gothic"/>
                <a:ea typeface="Yu Gothic"/>
                <a:cs typeface="Yu Gothic"/>
              </a:defRPr>
            </a:lvl8pPr>
            <a:lvl9pPr algn="ctr">
              <a:defRPr sz="1388" b="1">
                <a:solidFill>
                  <a:srgbClr val="231F20"/>
                </a:solidFill>
                <a:latin typeface="Yu Gothic"/>
                <a:ea typeface="Yu Gothic"/>
                <a:cs typeface="Yu Gothic"/>
              </a:defRPr>
            </a:lvl9pPr>
          </a:lstStyle>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DDR</a:t>
            </a:r>
          </a:p>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コントローラー</a:t>
            </a:r>
          </a:p>
        </p:txBody>
      </p:sp>
      <p:sp>
        <p:nvSpPr>
          <p:cNvPr id="21" name="text-308">
            <a:extLst xmlns:a="http://schemas.openxmlformats.org/drawingml/2006/main">
              <a:ext uri="{FF2B5EF4-FFF2-40B4-BE49-F238E27FC236}">
                <a16:creationId xmlns:a16="http://schemas.microsoft.com/office/drawing/2014/main" id="{154F8F49-3542-4E28-AB7F-C2E33DA197FA}"/>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309">
            <a:extLst xmlns:a="http://schemas.openxmlformats.org/drawingml/2006/main">
              <a:ext uri="{FF2B5EF4-FFF2-40B4-BE49-F238E27FC236}">
                <a16:creationId xmlns:a16="http://schemas.microsoft.com/office/drawing/2014/main" id="{F89D5BD6-00F6-47F8-AFC5-D02E0F727509}"/>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310">
            <a:extLst xmlns:a="http://schemas.openxmlformats.org/drawingml/2006/main">
              <a:ext uri="{FF2B5EF4-FFF2-40B4-BE49-F238E27FC236}">
                <a16:creationId xmlns:a16="http://schemas.microsoft.com/office/drawing/2014/main" id="{434E09B9-E5BA-4668-BC4B-2B9327ADB8FF}"/>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311">
            <a:extLst xmlns:a="http://schemas.openxmlformats.org/drawingml/2006/main">
              <a:ext uri="{FF2B5EF4-FFF2-40B4-BE49-F238E27FC236}">
                <a16:creationId xmlns:a16="http://schemas.microsoft.com/office/drawing/2014/main" id="{AE8DBF7E-1175-49C0-B09B-6093CB892D9D}"/>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312">
            <a:extLst xmlns:a="http://schemas.openxmlformats.org/drawingml/2006/main">
              <a:ext uri="{FF2B5EF4-FFF2-40B4-BE49-F238E27FC236}">
                <a16:creationId xmlns:a16="http://schemas.microsoft.com/office/drawing/2014/main" id="{62F98C34-5A2B-494F-A21F-90B35BBA4E04}"/>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313">
            <a:extLst xmlns:a="http://schemas.openxmlformats.org/drawingml/2006/main">
              <a:ext uri="{FF2B5EF4-FFF2-40B4-BE49-F238E27FC236}">
                <a16:creationId xmlns:a16="http://schemas.microsoft.com/office/drawing/2014/main" id="{2525D20C-C70E-4E73-942C-646BA95B1124}"/>
              </a:ext>
            </a:extLst>
          </p:cNvPr>
          <p:cNvSpPr>
            <a:spLocks xmlns:a="http://schemas.openxmlformats.org/drawingml/2006/main" noGrp="1"/>
          </p:cNvSpPr>
          <p:nvPr/>
        </p:nvSpPr>
        <p:spPr>
          <a:xfrm xmlns:a="http://schemas.openxmlformats.org/drawingml/2006/main">
            <a:off x="7924800" y="4314825"/>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20955">
            <a:solidFill>
              <a:srgbClr val="9FA9B9"/>
            </a:solidFill>
          </a:ln>
        </p:spPr>
      </p:sp>
      <p:sp>
        <p:nvSpPr>
          <p:cNvPr id="27" name="wire-314">
            <a:extLst xmlns:a="http://schemas.openxmlformats.org/drawingml/2006/main">
              <a:ext uri="{FF2B5EF4-FFF2-40B4-BE49-F238E27FC236}">
                <a16:creationId xmlns:a16="http://schemas.microsoft.com/office/drawing/2014/main" id="{7B656D9A-7119-4A8B-B468-A74AC2943339}"/>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1572C3"/>
            </a:solidFill>
          </a:ln>
        </p:spPr>
      </p:sp>
      <p:sp>
        <p:nvSpPr>
          <p:cNvPr id="28" name="circuit-315">
            <a:extLst xmlns:a="http://schemas.openxmlformats.org/drawingml/2006/main">
              <a:ext uri="{FF2B5EF4-FFF2-40B4-BE49-F238E27FC236}">
                <a16:creationId xmlns:a16="http://schemas.microsoft.com/office/drawing/2014/main" id="{F22201EF-8204-479C-9300-51FBAACDA328}"/>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9" name="wire-316">
            <a:extLst xmlns:a="http://schemas.openxmlformats.org/drawingml/2006/main">
              <a:ext uri="{FF2B5EF4-FFF2-40B4-BE49-F238E27FC236}">
                <a16:creationId xmlns:a16="http://schemas.microsoft.com/office/drawing/2014/main" id="{C1893190-F5B7-403C-9F07-D6DC3A2FC890}"/>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1572C3"/>
            </a:solidFill>
          </a:ln>
        </p:spPr>
      </p:sp>
      <p:sp>
        <p:nvSpPr>
          <p:cNvPr id="30" name="circuit-317">
            <a:extLst xmlns:a="http://schemas.openxmlformats.org/drawingml/2006/main">
              <a:ext uri="{FF2B5EF4-FFF2-40B4-BE49-F238E27FC236}">
                <a16:creationId xmlns:a16="http://schemas.microsoft.com/office/drawing/2014/main" id="{00AA1079-ADE7-478E-8652-BB32B20B7B3F}"/>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1" name="wire-318">
            <a:extLst xmlns:a="http://schemas.openxmlformats.org/drawingml/2006/main">
              <a:ext uri="{FF2B5EF4-FFF2-40B4-BE49-F238E27FC236}">
                <a16:creationId xmlns:a16="http://schemas.microsoft.com/office/drawing/2014/main" id="{BCC1A016-E143-4CC7-B790-2146079A44B7}"/>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319">
            <a:extLst xmlns:a="http://schemas.openxmlformats.org/drawingml/2006/main">
              <a:ext uri="{FF2B5EF4-FFF2-40B4-BE49-F238E27FC236}">
                <a16:creationId xmlns:a16="http://schemas.microsoft.com/office/drawing/2014/main" id="{2E19BAC8-F79B-412B-B456-6D66CD277CD8}"/>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320">
            <a:extLst xmlns:a="http://schemas.openxmlformats.org/drawingml/2006/main">
              <a:ext uri="{FF2B5EF4-FFF2-40B4-BE49-F238E27FC236}">
                <a16:creationId xmlns:a16="http://schemas.microsoft.com/office/drawing/2014/main" id="{E6A9A29E-D27B-420D-9909-C237FA5BD006}"/>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321">
            <a:extLst xmlns:a="http://schemas.openxmlformats.org/drawingml/2006/main">
              <a:ext uri="{FF2B5EF4-FFF2-40B4-BE49-F238E27FC236}">
                <a16:creationId xmlns:a16="http://schemas.microsoft.com/office/drawing/2014/main" id="{7AD58263-6DD2-444F-B3FC-6E91532FB82B}"/>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text-322">
            <a:extLst xmlns:a="http://schemas.openxmlformats.org/drawingml/2006/main">
              <a:ext uri="{FF2B5EF4-FFF2-40B4-BE49-F238E27FC236}">
                <a16:creationId xmlns:a16="http://schemas.microsoft.com/office/drawing/2014/main" id="{E63D55D1-3DE6-4C4D-8E4C-1B3A419FB7E8}"/>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36" name="block-323">
            <a:extLst xmlns:a="http://schemas.openxmlformats.org/drawingml/2006/main">
              <a:ext uri="{FF2B5EF4-FFF2-40B4-BE49-F238E27FC236}">
                <a16:creationId xmlns:a16="http://schemas.microsoft.com/office/drawing/2014/main" id="{4A8348FC-EB33-409E-99E4-E7595F2AADFF}"/>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37" name="text-324">
            <a:extLst xmlns:a="http://schemas.openxmlformats.org/drawingml/2006/main">
              <a:ext uri="{FF2B5EF4-FFF2-40B4-BE49-F238E27FC236}">
                <a16:creationId xmlns:a16="http://schemas.microsoft.com/office/drawing/2014/main" id="{DB87C1DA-E241-4FBC-8F23-10A456DE90A0}"/>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即値</a:t>
            </a:r>
          </a:p>
        </p:txBody>
      </p:sp>
      <p:sp>
        <p:nvSpPr>
          <p:cNvPr id="38" name="text-325">
            <a:extLst xmlns:a="http://schemas.openxmlformats.org/drawingml/2006/main">
              <a:ext uri="{FF2B5EF4-FFF2-40B4-BE49-F238E27FC236}">
                <a16:creationId xmlns:a16="http://schemas.microsoft.com/office/drawing/2014/main" id="{E7158F9D-DFB9-4439-9D1C-3F7556E140D4}"/>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12</a:t>
            </a:r>
          </a:p>
        </p:txBody>
      </p:sp>
      <p:sp>
        <p:nvSpPr>
          <p:cNvPr id="39" name="block-326">
            <a:extLst xmlns:a="http://schemas.openxmlformats.org/drawingml/2006/main">
              <a:ext uri="{FF2B5EF4-FFF2-40B4-BE49-F238E27FC236}">
                <a16:creationId xmlns:a16="http://schemas.microsoft.com/office/drawing/2014/main" id="{3C4C6C94-F005-4572-A60C-60340767CE43}"/>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40" name="text-327">
            <a:extLst xmlns:a="http://schemas.openxmlformats.org/drawingml/2006/main">
              <a:ext uri="{FF2B5EF4-FFF2-40B4-BE49-F238E27FC236}">
                <a16:creationId xmlns:a16="http://schemas.microsoft.com/office/drawing/2014/main" id="{2E3A9D20-04E0-422A-B803-F3E0B5F95611}"/>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A1</a:t>
            </a:r>
          </a:p>
        </p:txBody>
      </p:sp>
      <p:sp>
        <p:nvSpPr>
          <p:cNvPr id="41" name="text-328">
            <a:extLst xmlns:a="http://schemas.openxmlformats.org/drawingml/2006/main">
              <a:ext uri="{FF2B5EF4-FFF2-40B4-BE49-F238E27FC236}">
                <a16:creationId xmlns:a16="http://schemas.microsoft.com/office/drawing/2014/main" id="{DDD715AC-F30E-4E4B-94E3-713D9F006C06}"/>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0</a:t>
            </a:r>
          </a:p>
        </p:txBody>
      </p:sp>
      <p:sp>
        <p:nvSpPr>
          <p:cNvPr id="42" name="block-329">
            <a:extLst xmlns:a="http://schemas.openxmlformats.org/drawingml/2006/main">
              <a:ext uri="{FF2B5EF4-FFF2-40B4-BE49-F238E27FC236}">
                <a16:creationId xmlns:a16="http://schemas.microsoft.com/office/drawing/2014/main" id="{8F148CB9-CB5B-4D21-9F90-773C9C328E23}"/>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43" name="text-330">
            <a:extLst xmlns:a="http://schemas.openxmlformats.org/drawingml/2006/main">
              <a:ext uri="{FF2B5EF4-FFF2-40B4-BE49-F238E27FC236}">
                <a16:creationId xmlns:a16="http://schemas.microsoft.com/office/drawing/2014/main" id="{37680CF4-E09C-420C-B2F3-182A52D8E78E}"/>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A2</a:t>
            </a:r>
          </a:p>
        </p:txBody>
      </p:sp>
      <p:sp>
        <p:nvSpPr>
          <p:cNvPr id="44" name="text-331">
            <a:extLst xmlns:a="http://schemas.openxmlformats.org/drawingml/2006/main">
              <a:ext uri="{FF2B5EF4-FFF2-40B4-BE49-F238E27FC236}">
                <a16:creationId xmlns:a16="http://schemas.microsoft.com/office/drawing/2014/main" id="{D4B93FD5-488B-4C1B-BAFB-62917023322C}"/>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1</a:t>
            </a:r>
          </a:p>
        </p:txBody>
      </p:sp>
      <p:sp>
        <p:nvSpPr>
          <p:cNvPr id="45" name="block-332">
            <a:extLst xmlns:a="http://schemas.openxmlformats.org/drawingml/2006/main">
              <a:ext uri="{FF2B5EF4-FFF2-40B4-BE49-F238E27FC236}">
                <a16:creationId xmlns:a16="http://schemas.microsoft.com/office/drawing/2014/main" id="{25E2CA0D-CE63-4377-8AB1-AA0C009E3508}"/>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46" name="text-333">
            <a:extLst xmlns:a="http://schemas.openxmlformats.org/drawingml/2006/main">
              <a:ext uri="{FF2B5EF4-FFF2-40B4-BE49-F238E27FC236}">
                <a16:creationId xmlns:a16="http://schemas.microsoft.com/office/drawing/2014/main" id="{4289262C-79D5-49C5-A3E1-714ABFB71589}"/>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操作</a:t>
            </a:r>
          </a:p>
        </p:txBody>
      </p:sp>
      <p:sp>
        <p:nvSpPr>
          <p:cNvPr id="47" name="text-334">
            <a:extLst xmlns:a="http://schemas.openxmlformats.org/drawingml/2006/main">
              <a:ext uri="{FF2B5EF4-FFF2-40B4-BE49-F238E27FC236}">
                <a16:creationId xmlns:a16="http://schemas.microsoft.com/office/drawing/2014/main" id="{ADB478B7-FDC0-4812-9B7F-5CC50AC482A7}"/>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sw</a:t>
            </a:r>
          </a:p>
        </p:txBody>
      </p:sp>
      <p:sp>
        <p:nvSpPr>
          <p:cNvPr id="48" name="board-stable-pc">
            <a:extLst xmlns:a="http://schemas.openxmlformats.org/drawingml/2006/main">
              <a:ext uri="{FF2B5EF4-FFF2-40B4-BE49-F238E27FC236}">
                <a16:creationId xmlns:a16="http://schemas.microsoft.com/office/drawing/2014/main" id="{111F76F5-B29F-40FA-9F14-AC3FF91108B3}"/>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49" name="text-336">
            <a:extLst xmlns:a="http://schemas.openxmlformats.org/drawingml/2006/main">
              <a:ext uri="{FF2B5EF4-FFF2-40B4-BE49-F238E27FC236}">
                <a16:creationId xmlns:a16="http://schemas.microsoft.com/office/drawing/2014/main" id="{09BDC8C0-ECE8-4AA8-8A89-A890D53A3358}"/>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50" name="circuit-337">
            <a:extLst xmlns:a="http://schemas.openxmlformats.org/drawingml/2006/main">
              <a:ext uri="{FF2B5EF4-FFF2-40B4-BE49-F238E27FC236}">
                <a16:creationId xmlns:a16="http://schemas.microsoft.com/office/drawing/2014/main" id="{3D605048-2A79-46F3-995B-1BCC14F7C6C6}"/>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51" name="wire-338">
            <a:extLst xmlns:a="http://schemas.openxmlformats.org/drawingml/2006/main">
              <a:ext uri="{FF2B5EF4-FFF2-40B4-BE49-F238E27FC236}">
                <a16:creationId xmlns:a16="http://schemas.microsoft.com/office/drawing/2014/main" id="{712CC6D1-2F58-44B5-93A3-1B2727495994}"/>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52" name="text-339">
            <a:extLst xmlns:a="http://schemas.openxmlformats.org/drawingml/2006/main">
              <a:ext uri="{FF2B5EF4-FFF2-40B4-BE49-F238E27FC236}">
                <a16:creationId xmlns:a16="http://schemas.microsoft.com/office/drawing/2014/main" id="{ADADB911-3F37-4FB4-959E-D94038C24A5A}"/>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53" name="text-340">
            <a:extLst xmlns:a="http://schemas.openxmlformats.org/drawingml/2006/main">
              <a:ext uri="{FF2B5EF4-FFF2-40B4-BE49-F238E27FC236}">
                <a16:creationId xmlns:a16="http://schemas.microsoft.com/office/drawing/2014/main" id="{D234E6FA-1128-4A33-8142-DF6A29CE1C86}"/>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54" name="wire-341">
            <a:extLst xmlns:a="http://schemas.openxmlformats.org/drawingml/2006/main">
              <a:ext uri="{FF2B5EF4-FFF2-40B4-BE49-F238E27FC236}">
                <a16:creationId xmlns:a16="http://schemas.microsoft.com/office/drawing/2014/main" id="{2163F711-4B67-4F01-939C-6A1615DBCC1A}"/>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55" name="circuit-342">
            <a:extLst xmlns:a="http://schemas.openxmlformats.org/drawingml/2006/main">
              <a:ext uri="{FF2B5EF4-FFF2-40B4-BE49-F238E27FC236}">
                <a16:creationId xmlns:a16="http://schemas.microsoft.com/office/drawing/2014/main" id="{A1A3F37B-193E-4696-93A1-5C47443EE540}"/>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6" name="text-343">
            <a:extLst xmlns:a="http://schemas.openxmlformats.org/drawingml/2006/main">
              <a:ext uri="{FF2B5EF4-FFF2-40B4-BE49-F238E27FC236}">
                <a16:creationId xmlns:a16="http://schemas.microsoft.com/office/drawing/2014/main" id="{A47298AC-6403-4341-B1DC-D7EC5FFCE89D}"/>
              </a:ext>
            </a:extLst>
          </p:cNvPr>
          <p:cNvSpPr>
            <a:spLocks xmlns:a="http://schemas.openxmlformats.org/drawingml/2006/main" noGrp="1"/>
          </p:cNvSpPr>
          <p:nvPr/>
        </p:nvSpPr>
        <p:spPr>
          <a:xfrm xmlns:a="http://schemas.openxmlformats.org/drawingml/2006/main">
            <a:off x="1304925" y="4543425"/>
            <a:ext cx="342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Arial"/>
                <a:ea typeface="Arial"/>
                <a:cs typeface="Arial"/>
              </a:defRPr>
            </a:defPPr>
            <a:lvl1pPr algn="ctr">
              <a:defRPr sz="1650" b="1">
                <a:solidFill>
                  <a:srgbClr val="1572C3"/>
                </a:solidFill>
                <a:latin typeface="Arial"/>
                <a:ea typeface="Arial"/>
                <a:cs typeface="Arial"/>
              </a:defRPr>
            </a:lvl1pPr>
            <a:lvl2pPr algn="ctr">
              <a:defRPr sz="1650" b="1">
                <a:solidFill>
                  <a:srgbClr val="1572C3"/>
                </a:solidFill>
                <a:latin typeface="Arial"/>
                <a:ea typeface="Arial"/>
                <a:cs typeface="Arial"/>
              </a:defRPr>
            </a:lvl2pPr>
            <a:lvl3pPr algn="ctr">
              <a:defRPr sz="1650" b="1">
                <a:solidFill>
                  <a:srgbClr val="1572C3"/>
                </a:solidFill>
                <a:latin typeface="Arial"/>
                <a:ea typeface="Arial"/>
                <a:cs typeface="Arial"/>
              </a:defRPr>
            </a:lvl3pPr>
            <a:lvl4pPr algn="ctr">
              <a:defRPr sz="1650" b="1">
                <a:solidFill>
                  <a:srgbClr val="1572C3"/>
                </a:solidFill>
                <a:latin typeface="Arial"/>
                <a:ea typeface="Arial"/>
                <a:cs typeface="Arial"/>
              </a:defRPr>
            </a:lvl4pPr>
            <a:lvl5pPr algn="ctr">
              <a:defRPr sz="1650" b="1">
                <a:solidFill>
                  <a:srgbClr val="1572C3"/>
                </a:solidFill>
                <a:latin typeface="Arial"/>
                <a:ea typeface="Arial"/>
                <a:cs typeface="Arial"/>
              </a:defRPr>
            </a:lvl5pPr>
            <a:lvl6pPr algn="ctr">
              <a:defRPr sz="1650" b="1">
                <a:solidFill>
                  <a:srgbClr val="1572C3"/>
                </a:solidFill>
                <a:latin typeface="Arial"/>
                <a:ea typeface="Arial"/>
                <a:cs typeface="Arial"/>
              </a:defRPr>
            </a:lvl6pPr>
            <a:lvl7pPr algn="ctr">
              <a:defRPr sz="1650" b="1">
                <a:solidFill>
                  <a:srgbClr val="1572C3"/>
                </a:solidFill>
                <a:latin typeface="Arial"/>
                <a:ea typeface="Arial"/>
                <a:cs typeface="Arial"/>
              </a:defRPr>
            </a:lvl7pPr>
            <a:lvl8pPr algn="ctr">
              <a:defRPr sz="1650" b="1">
                <a:solidFill>
                  <a:srgbClr val="1572C3"/>
                </a:solidFill>
                <a:latin typeface="Arial"/>
                <a:ea typeface="Arial"/>
                <a:cs typeface="Arial"/>
              </a:defRPr>
            </a:lvl8pPr>
            <a:lvl9pPr algn="ctr">
              <a:defRPr sz="1650" b="1">
                <a:solidFill>
                  <a:srgbClr val="1572C3"/>
                </a:solidFill>
                <a:latin typeface="Arial"/>
                <a:ea typeface="Arial"/>
                <a:cs typeface="Arial"/>
              </a:defRPr>
            </a:lvl9pPr>
          </a:lstStyle>
          <a:p xmlns:a="http://schemas.openxmlformats.org/drawingml/2006/main">
            <a:pPr algn="ctr">
              <a:defRPr sz="1650" b="1">
                <a:solidFill>
                  <a:srgbClr val="1572C3"/>
                </a:solidFill>
                <a:latin typeface="Arial"/>
                <a:ea typeface="Arial"/>
                <a:cs typeface="Arial"/>
              </a:defRPr>
            </a:pPr>
            <a:r>
              <a:rPr sz="1650" b="1">
                <a:solidFill>
                  <a:srgbClr val="1572C3"/>
                </a:solidFill>
                <a:latin typeface="Arial"/>
                <a:ea typeface="Arial"/>
                <a:cs typeface="Arial"/>
              </a:rPr>
              <a:t>4</a:t>
            </a:r>
          </a:p>
        </p:txBody>
      </p:sp>
      <p:sp>
        <p:nvSpPr>
          <p:cNvPr id="57" name="board-stable-fetch">
            <a:extLst xmlns:a="http://schemas.openxmlformats.org/drawingml/2006/main">
              <a:ext uri="{FF2B5EF4-FFF2-40B4-BE49-F238E27FC236}">
                <a16:creationId xmlns:a16="http://schemas.microsoft.com/office/drawing/2014/main" id="{260E6BD5-0B58-4DD3-8F41-25BBB036E142}"/>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58" name="text-345">
            <a:extLst xmlns:a="http://schemas.openxmlformats.org/drawingml/2006/main">
              <a:ext uri="{FF2B5EF4-FFF2-40B4-BE49-F238E27FC236}">
                <a16:creationId xmlns:a16="http://schemas.microsoft.com/office/drawing/2014/main" id="{73BF7543-171B-4565-A68E-E370C502886E}"/>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59" name="text-346">
            <a:extLst xmlns:a="http://schemas.openxmlformats.org/drawingml/2006/main">
              <a:ext uri="{FF2B5EF4-FFF2-40B4-BE49-F238E27FC236}">
                <a16:creationId xmlns:a16="http://schemas.microsoft.com/office/drawing/2014/main" id="{8A9786DC-3C87-45D8-A730-EA0712FB3B4D}"/>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60" name="text-347">
            <a:extLst xmlns:a="http://schemas.openxmlformats.org/drawingml/2006/main">
              <a:ext uri="{FF2B5EF4-FFF2-40B4-BE49-F238E27FC236}">
                <a16:creationId xmlns:a16="http://schemas.microsoft.com/office/drawing/2014/main" id="{2B231927-2454-4F0D-B4DB-1E6FAFAE6C4A}"/>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61" name="text-348">
            <a:extLst xmlns:a="http://schemas.openxmlformats.org/drawingml/2006/main">
              <a:ext uri="{FF2B5EF4-FFF2-40B4-BE49-F238E27FC236}">
                <a16:creationId xmlns:a16="http://schemas.microsoft.com/office/drawing/2014/main" id="{2CE62282-DF46-463D-BCDA-906F45CDE0DD}"/>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4：sw x1,12(x0)</a:t>
            </a:r>
          </a:p>
        </p:txBody>
      </p:sp>
      <p:sp>
        <p:nvSpPr>
          <p:cNvPr id="62" name="wire-349">
            <a:extLst xmlns:a="http://schemas.openxmlformats.org/drawingml/2006/main">
              <a:ext uri="{FF2B5EF4-FFF2-40B4-BE49-F238E27FC236}">
                <a16:creationId xmlns:a16="http://schemas.microsoft.com/office/drawing/2014/main" id="{7FD086C4-DCBE-40AB-A031-D4324808BD69}"/>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63" name="wire-350">
            <a:extLst xmlns:a="http://schemas.openxmlformats.org/drawingml/2006/main">
              <a:ext uri="{FF2B5EF4-FFF2-40B4-BE49-F238E27FC236}">
                <a16:creationId xmlns:a16="http://schemas.microsoft.com/office/drawing/2014/main" id="{466BF49A-4354-4AD6-9560-820DDA0FF050}"/>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64" name="wire-351">
            <a:extLst xmlns:a="http://schemas.openxmlformats.org/drawingml/2006/main">
              <a:ext uri="{FF2B5EF4-FFF2-40B4-BE49-F238E27FC236}">
                <a16:creationId xmlns:a16="http://schemas.microsoft.com/office/drawing/2014/main" id="{AEF93EE9-FFB6-42CD-8B44-D95AE85EE2E1}"/>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65" name="circuit-352">
            <a:extLst xmlns:a="http://schemas.openxmlformats.org/drawingml/2006/main">
              <a:ext uri="{FF2B5EF4-FFF2-40B4-BE49-F238E27FC236}">
                <a16:creationId xmlns:a16="http://schemas.microsoft.com/office/drawing/2014/main" id="{E08AD9A3-A844-4B80-B523-73D2B973C474}"/>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66" name="circuit-353">
            <a:extLst xmlns:a="http://schemas.openxmlformats.org/drawingml/2006/main">
              <a:ext uri="{FF2B5EF4-FFF2-40B4-BE49-F238E27FC236}">
                <a16:creationId xmlns:a16="http://schemas.microsoft.com/office/drawing/2014/main" id="{42AB7813-3752-4D1D-852A-CFC5619C4856}"/>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67" name="text-354">
            <a:extLst xmlns:a="http://schemas.openxmlformats.org/drawingml/2006/main">
              <a:ext uri="{FF2B5EF4-FFF2-40B4-BE49-F238E27FC236}">
                <a16:creationId xmlns:a16="http://schemas.microsoft.com/office/drawing/2014/main" id="{2650F043-7FE0-46FD-AAF5-016B554C9516}"/>
              </a:ext>
            </a:extLst>
          </p:cNvPr>
          <p:cNvSpPr>
            <a:spLocks xmlns:a="http://schemas.openxmlformats.org/drawingml/2006/main" noGrp="1"/>
          </p:cNvSpPr>
          <p:nvPr/>
        </p:nvSpPr>
        <p:spPr>
          <a:xfrm xmlns:a="http://schemas.openxmlformats.org/drawingml/2006/main">
            <a:off x="1895475" y="3467100"/>
            <a:ext cx="238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68" name="wire-355">
            <a:extLst xmlns:a="http://schemas.openxmlformats.org/drawingml/2006/main">
              <a:ext uri="{FF2B5EF4-FFF2-40B4-BE49-F238E27FC236}">
                <a16:creationId xmlns:a16="http://schemas.microsoft.com/office/drawing/2014/main" id="{6F21C03A-6A39-4FC6-9576-0AD4AC43C9D2}"/>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69" name="wire-356">
            <a:extLst xmlns:a="http://schemas.openxmlformats.org/drawingml/2006/main">
              <a:ext uri="{FF2B5EF4-FFF2-40B4-BE49-F238E27FC236}">
                <a16:creationId xmlns:a16="http://schemas.microsoft.com/office/drawing/2014/main" id="{22E26CC4-A591-4FDE-823F-87A1312D7612}"/>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70" name="circuit-357">
            <a:extLst xmlns:a="http://schemas.openxmlformats.org/drawingml/2006/main">
              <a:ext uri="{FF2B5EF4-FFF2-40B4-BE49-F238E27FC236}">
                <a16:creationId xmlns:a16="http://schemas.microsoft.com/office/drawing/2014/main" id="{0F9284CF-8342-4501-9302-AB7261A1D8A1}"/>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1" name="text-358">
            <a:extLst xmlns:a="http://schemas.openxmlformats.org/drawingml/2006/main">
              <a:ext uri="{FF2B5EF4-FFF2-40B4-BE49-F238E27FC236}">
                <a16:creationId xmlns:a16="http://schemas.microsoft.com/office/drawing/2014/main" id="{E4886C91-F852-442F-800F-13AD0DE3745B}"/>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72" name="wire-359">
            <a:extLst xmlns:a="http://schemas.openxmlformats.org/drawingml/2006/main">
              <a:ext uri="{FF2B5EF4-FFF2-40B4-BE49-F238E27FC236}">
                <a16:creationId xmlns:a16="http://schemas.microsoft.com/office/drawing/2014/main" id="{D0E4AFEA-9727-41C2-BC3C-F65A6634F55F}"/>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73" name="circuit-360">
            <a:extLst xmlns:a="http://schemas.openxmlformats.org/drawingml/2006/main">
              <a:ext uri="{FF2B5EF4-FFF2-40B4-BE49-F238E27FC236}">
                <a16:creationId xmlns:a16="http://schemas.microsoft.com/office/drawing/2014/main" id="{2EF1B98B-AA84-4536-8402-F631173BD6C5}"/>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74" name="wire-361">
            <a:extLst xmlns:a="http://schemas.openxmlformats.org/drawingml/2006/main">
              <a:ext uri="{FF2B5EF4-FFF2-40B4-BE49-F238E27FC236}">
                <a16:creationId xmlns:a16="http://schemas.microsoft.com/office/drawing/2014/main" id="{5C7B3315-0575-4114-967F-6DFF7F591A26}"/>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75" name="wire-362">
            <a:extLst xmlns:a="http://schemas.openxmlformats.org/drawingml/2006/main">
              <a:ext uri="{FF2B5EF4-FFF2-40B4-BE49-F238E27FC236}">
                <a16:creationId xmlns:a16="http://schemas.microsoft.com/office/drawing/2014/main" id="{22168E90-FD6E-4A63-ABEB-7940F45AB375}"/>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76" name="wire-363">
            <a:extLst xmlns:a="http://schemas.openxmlformats.org/drawingml/2006/main">
              <a:ext uri="{FF2B5EF4-FFF2-40B4-BE49-F238E27FC236}">
                <a16:creationId xmlns:a16="http://schemas.microsoft.com/office/drawing/2014/main" id="{FF2E04A9-5D5D-45FE-BE72-25B723824DD2}"/>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77" name="wire-364">
            <a:extLst xmlns:a="http://schemas.openxmlformats.org/drawingml/2006/main">
              <a:ext uri="{FF2B5EF4-FFF2-40B4-BE49-F238E27FC236}">
                <a16:creationId xmlns:a16="http://schemas.microsoft.com/office/drawing/2014/main" id="{91536CBE-7B49-4ED2-85F6-43E9ED49845F}"/>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78" name="wire-365">
            <a:extLst xmlns:a="http://schemas.openxmlformats.org/drawingml/2006/main">
              <a:ext uri="{FF2B5EF4-FFF2-40B4-BE49-F238E27FC236}">
                <a16:creationId xmlns:a16="http://schemas.microsoft.com/office/drawing/2014/main" id="{98742F43-5171-45F2-8C27-16C626D9E529}"/>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79" name="circuit-366">
            <a:extLst xmlns:a="http://schemas.openxmlformats.org/drawingml/2006/main">
              <a:ext uri="{FF2B5EF4-FFF2-40B4-BE49-F238E27FC236}">
                <a16:creationId xmlns:a16="http://schemas.microsoft.com/office/drawing/2014/main" id="{DE167AF5-609B-4AC2-835C-438A09532319}"/>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0" name="text-367">
            <a:extLst xmlns:a="http://schemas.openxmlformats.org/drawingml/2006/main">
              <a:ext uri="{FF2B5EF4-FFF2-40B4-BE49-F238E27FC236}">
                <a16:creationId xmlns:a16="http://schemas.microsoft.com/office/drawing/2014/main" id="{97C25A9A-A129-4D9F-9C8A-A17E4C9CC6DF}"/>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1572C3"/>
                </a:solidFill>
                <a:latin typeface="Arial"/>
                <a:ea typeface="Arial"/>
                <a:cs typeface="Arial"/>
              </a:defRPr>
            </a:defPPr>
            <a:lvl1pPr algn="l">
              <a:defRPr sz="1350" b="1">
                <a:solidFill>
                  <a:srgbClr val="1572C3"/>
                </a:solidFill>
                <a:latin typeface="Arial"/>
                <a:ea typeface="Arial"/>
                <a:cs typeface="Arial"/>
              </a:defRPr>
            </a:lvl1pPr>
            <a:lvl2pPr algn="l">
              <a:defRPr sz="1350" b="1">
                <a:solidFill>
                  <a:srgbClr val="1572C3"/>
                </a:solidFill>
                <a:latin typeface="Arial"/>
                <a:ea typeface="Arial"/>
                <a:cs typeface="Arial"/>
              </a:defRPr>
            </a:lvl2pPr>
            <a:lvl3pPr algn="l">
              <a:defRPr sz="1350" b="1">
                <a:solidFill>
                  <a:srgbClr val="1572C3"/>
                </a:solidFill>
                <a:latin typeface="Arial"/>
                <a:ea typeface="Arial"/>
                <a:cs typeface="Arial"/>
              </a:defRPr>
            </a:lvl3pPr>
            <a:lvl4pPr algn="l">
              <a:defRPr sz="1350" b="1">
                <a:solidFill>
                  <a:srgbClr val="1572C3"/>
                </a:solidFill>
                <a:latin typeface="Arial"/>
                <a:ea typeface="Arial"/>
                <a:cs typeface="Arial"/>
              </a:defRPr>
            </a:lvl4pPr>
            <a:lvl5pPr algn="l">
              <a:defRPr sz="1350" b="1">
                <a:solidFill>
                  <a:srgbClr val="1572C3"/>
                </a:solidFill>
                <a:latin typeface="Arial"/>
                <a:ea typeface="Arial"/>
                <a:cs typeface="Arial"/>
              </a:defRPr>
            </a:lvl5pPr>
            <a:lvl6pPr algn="l">
              <a:defRPr sz="1350" b="1">
                <a:solidFill>
                  <a:srgbClr val="1572C3"/>
                </a:solidFill>
                <a:latin typeface="Arial"/>
                <a:ea typeface="Arial"/>
                <a:cs typeface="Arial"/>
              </a:defRPr>
            </a:lvl6pPr>
            <a:lvl7pPr algn="l">
              <a:defRPr sz="1350" b="1">
                <a:solidFill>
                  <a:srgbClr val="1572C3"/>
                </a:solidFill>
                <a:latin typeface="Arial"/>
                <a:ea typeface="Arial"/>
                <a:cs typeface="Arial"/>
              </a:defRPr>
            </a:lvl7pPr>
            <a:lvl8pPr algn="l">
              <a:defRPr sz="1350" b="1">
                <a:solidFill>
                  <a:srgbClr val="1572C3"/>
                </a:solidFill>
                <a:latin typeface="Arial"/>
                <a:ea typeface="Arial"/>
                <a:cs typeface="Arial"/>
              </a:defRPr>
            </a:lvl8pPr>
            <a:lvl9pPr algn="l">
              <a:defRPr sz="1350" b="1">
                <a:solidFill>
                  <a:srgbClr val="1572C3"/>
                </a:solidFill>
                <a:latin typeface="Arial"/>
                <a:ea typeface="Arial"/>
                <a:cs typeface="Arial"/>
              </a:defRPr>
            </a:lvl9pPr>
          </a:lstStyle>
          <a:p xmlns:a="http://schemas.openxmlformats.org/drawingml/2006/main">
            <a:pPr algn="l">
              <a:defRPr sz="1350" b="1">
                <a:solidFill>
                  <a:srgbClr val="1572C3"/>
                </a:solidFill>
                <a:latin typeface="Arial"/>
                <a:ea typeface="Arial"/>
                <a:cs typeface="Arial"/>
              </a:defRPr>
            </a:pPr>
            <a:r>
              <a:rPr sz="1350" b="1">
                <a:solidFill>
                  <a:srgbClr val="1572C3"/>
                </a:solidFill>
                <a:latin typeface="Arial"/>
                <a:ea typeface="Arial"/>
                <a:cs typeface="Arial"/>
              </a:rPr>
              <a:t>PC + 4</a:t>
            </a:r>
          </a:p>
        </p:txBody>
      </p:sp>
      <p:sp>
        <p:nvSpPr>
          <p:cNvPr id="81" name="wire-368">
            <a:extLst xmlns:a="http://schemas.openxmlformats.org/drawingml/2006/main">
              <a:ext uri="{FF2B5EF4-FFF2-40B4-BE49-F238E27FC236}">
                <a16:creationId xmlns:a16="http://schemas.microsoft.com/office/drawing/2014/main" id="{A2BB5D26-36C7-473C-9AC7-76BB7181CA64}"/>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82" name="wire-369">
            <a:extLst xmlns:a="http://schemas.openxmlformats.org/drawingml/2006/main">
              <a:ext uri="{FF2B5EF4-FFF2-40B4-BE49-F238E27FC236}">
                <a16:creationId xmlns:a16="http://schemas.microsoft.com/office/drawing/2014/main" id="{777C687A-0137-4BB7-BE6A-D657D43D91A3}"/>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83" name="wire-370">
            <a:extLst xmlns:a="http://schemas.openxmlformats.org/drawingml/2006/main">
              <a:ext uri="{FF2B5EF4-FFF2-40B4-BE49-F238E27FC236}">
                <a16:creationId xmlns:a16="http://schemas.microsoft.com/office/drawing/2014/main" id="{78A27596-1386-495C-81B2-7A1423541B57}"/>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84" name="wire-371">
            <a:extLst xmlns:a="http://schemas.openxmlformats.org/drawingml/2006/main">
              <a:ext uri="{FF2B5EF4-FFF2-40B4-BE49-F238E27FC236}">
                <a16:creationId xmlns:a16="http://schemas.microsoft.com/office/drawing/2014/main" id="{38FCC398-FB05-45D9-93E9-E99D4B5EA448}"/>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85" name="circuit-372">
            <a:extLst xmlns:a="http://schemas.openxmlformats.org/drawingml/2006/main">
              <a:ext uri="{FF2B5EF4-FFF2-40B4-BE49-F238E27FC236}">
                <a16:creationId xmlns:a16="http://schemas.microsoft.com/office/drawing/2014/main" id="{626D7200-644E-43C9-A206-9847BF4CC89A}"/>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86" name="wire-373">
            <a:extLst xmlns:a="http://schemas.openxmlformats.org/drawingml/2006/main">
              <a:ext uri="{FF2B5EF4-FFF2-40B4-BE49-F238E27FC236}">
                <a16:creationId xmlns:a16="http://schemas.microsoft.com/office/drawing/2014/main" id="{0D244CAE-5650-4567-BB4F-BAC5FB4360AF}"/>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87" name="wire-374">
            <a:extLst xmlns:a="http://schemas.openxmlformats.org/drawingml/2006/main">
              <a:ext uri="{FF2B5EF4-FFF2-40B4-BE49-F238E27FC236}">
                <a16:creationId xmlns:a16="http://schemas.microsoft.com/office/drawing/2014/main" id="{3A5C78FA-8A85-45A3-9C7A-EA44A4EE8F02}"/>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88" name="wire-375">
            <a:extLst xmlns:a="http://schemas.openxmlformats.org/drawingml/2006/main">
              <a:ext uri="{FF2B5EF4-FFF2-40B4-BE49-F238E27FC236}">
                <a16:creationId xmlns:a16="http://schemas.microsoft.com/office/drawing/2014/main" id="{44C3A8E5-58B1-443C-A3A8-72665A801EDE}"/>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89" name="wire-376">
            <a:extLst xmlns:a="http://schemas.openxmlformats.org/drawingml/2006/main">
              <a:ext uri="{FF2B5EF4-FFF2-40B4-BE49-F238E27FC236}">
                <a16:creationId xmlns:a16="http://schemas.microsoft.com/office/drawing/2014/main" id="{B7005867-4617-4561-A0C0-E3A97590C085}"/>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90" name="circuit-377">
            <a:extLst xmlns:a="http://schemas.openxmlformats.org/drawingml/2006/main">
              <a:ext uri="{FF2B5EF4-FFF2-40B4-BE49-F238E27FC236}">
                <a16:creationId xmlns:a16="http://schemas.microsoft.com/office/drawing/2014/main" id="{22439559-E506-475E-A582-549E3BB120DE}"/>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1" name="wire-378">
            <a:extLst xmlns:a="http://schemas.openxmlformats.org/drawingml/2006/main">
              <a:ext uri="{FF2B5EF4-FFF2-40B4-BE49-F238E27FC236}">
                <a16:creationId xmlns:a16="http://schemas.microsoft.com/office/drawing/2014/main" id="{1B6BA7D4-E856-434C-9389-74182A2B3575}"/>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1572C3"/>
            </a:solidFill>
          </a:ln>
        </p:spPr>
      </p:sp>
      <p:sp>
        <p:nvSpPr>
          <p:cNvPr id="92" name="wire-379">
            <a:extLst xmlns:a="http://schemas.openxmlformats.org/drawingml/2006/main">
              <a:ext uri="{FF2B5EF4-FFF2-40B4-BE49-F238E27FC236}">
                <a16:creationId xmlns:a16="http://schemas.microsoft.com/office/drawing/2014/main" id="{220B1C6B-B752-43FB-B438-36196FEA42FE}"/>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1572C3"/>
            </a:solidFill>
          </a:ln>
        </p:spPr>
      </p:sp>
      <p:sp>
        <p:nvSpPr>
          <p:cNvPr id="93" name="wire-380">
            <a:extLst xmlns:a="http://schemas.openxmlformats.org/drawingml/2006/main">
              <a:ext uri="{FF2B5EF4-FFF2-40B4-BE49-F238E27FC236}">
                <a16:creationId xmlns:a16="http://schemas.microsoft.com/office/drawing/2014/main" id="{5BB9FE02-7ADF-4301-876D-4E640A8FD465}"/>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1572C3"/>
            </a:solidFill>
          </a:ln>
        </p:spPr>
      </p:sp>
      <p:sp>
        <p:nvSpPr>
          <p:cNvPr id="94" name="wire-381">
            <a:extLst xmlns:a="http://schemas.openxmlformats.org/drawingml/2006/main">
              <a:ext uri="{FF2B5EF4-FFF2-40B4-BE49-F238E27FC236}">
                <a16:creationId xmlns:a16="http://schemas.microsoft.com/office/drawing/2014/main" id="{D5F4543B-ED20-4DA1-815A-7C374F29AA72}"/>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1572C3"/>
            </a:solidFill>
          </a:ln>
        </p:spPr>
      </p:sp>
      <p:sp>
        <p:nvSpPr>
          <p:cNvPr id="95" name="circuit-382">
            <a:extLst xmlns:a="http://schemas.openxmlformats.org/drawingml/2006/main">
              <a:ext uri="{FF2B5EF4-FFF2-40B4-BE49-F238E27FC236}">
                <a16:creationId xmlns:a16="http://schemas.microsoft.com/office/drawing/2014/main" id="{2E79ACAF-B5EA-4465-8C70-1593108C92AC}"/>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96" name="wire-383">
            <a:extLst xmlns:a="http://schemas.openxmlformats.org/drawingml/2006/main">
              <a:ext uri="{FF2B5EF4-FFF2-40B4-BE49-F238E27FC236}">
                <a16:creationId xmlns:a16="http://schemas.microsoft.com/office/drawing/2014/main" id="{36BA0AB9-66AB-4FEB-BB6B-EF41499EE1C9}"/>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9FA9B9"/>
            </a:solidFill>
          </a:ln>
        </p:spPr>
      </p:sp>
      <p:sp>
        <p:nvSpPr>
          <p:cNvPr id="97" name="circuit-384">
            <a:extLst xmlns:a="http://schemas.openxmlformats.org/drawingml/2006/main">
              <a:ext uri="{FF2B5EF4-FFF2-40B4-BE49-F238E27FC236}">
                <a16:creationId xmlns:a16="http://schemas.microsoft.com/office/drawing/2014/main" id="{73DA4669-21BE-463D-93BE-C865AF73FC14}"/>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98" name="board-stable-rf">
            <a:extLst xmlns:a="http://schemas.openxmlformats.org/drawingml/2006/main">
              <a:ext uri="{FF2B5EF4-FFF2-40B4-BE49-F238E27FC236}">
                <a16:creationId xmlns:a16="http://schemas.microsoft.com/office/drawing/2014/main" id="{5398FDA5-D44D-4813-A0CA-62BE8F820734}"/>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99" name="circuit-386">
            <a:extLst xmlns:a="http://schemas.openxmlformats.org/drawingml/2006/main">
              <a:ext uri="{FF2B5EF4-FFF2-40B4-BE49-F238E27FC236}">
                <a16:creationId xmlns:a16="http://schemas.microsoft.com/office/drawing/2014/main" id="{87E5A319-884F-4C29-8517-01F5401B73A5}"/>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00" name="wire-387">
            <a:extLst xmlns:a="http://schemas.openxmlformats.org/drawingml/2006/main">
              <a:ext uri="{FF2B5EF4-FFF2-40B4-BE49-F238E27FC236}">
                <a16:creationId xmlns:a16="http://schemas.microsoft.com/office/drawing/2014/main" id="{9CB17016-D8BB-40CE-BD22-49FB428D2572}"/>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01" name="text-388">
            <a:extLst xmlns:a="http://schemas.openxmlformats.org/drawingml/2006/main">
              <a:ext uri="{FF2B5EF4-FFF2-40B4-BE49-F238E27FC236}">
                <a16:creationId xmlns:a16="http://schemas.microsoft.com/office/drawing/2014/main" id="{C600CF6E-AD87-4616-88FC-73B9D7355688}"/>
              </a:ext>
            </a:extLst>
          </p:cNvPr>
          <p:cNvSpPr>
            <a:spLocks xmlns:a="http://schemas.openxmlformats.org/drawingml/2006/main" noGrp="1"/>
          </p:cNvSpPr>
          <p:nvPr/>
        </p:nvSpPr>
        <p:spPr>
          <a:xfrm xmlns:a="http://schemas.openxmlformats.org/drawingml/2006/main">
            <a:off x="3914775" y="4267200"/>
            <a:ext cx="13239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Yu Gothic"/>
                <a:ea typeface="Yu Gothic"/>
                <a:cs typeface="Yu Gothic"/>
              </a:defRPr>
            </a:defPPr>
            <a:lvl1pPr algn="ctr">
              <a:defRPr sz="1275" b="1">
                <a:solidFill>
                  <a:srgbClr val="231F20"/>
                </a:solidFill>
                <a:latin typeface="Yu Gothic"/>
                <a:ea typeface="Yu Gothic"/>
                <a:cs typeface="Yu Gothic"/>
              </a:defRPr>
            </a:lvl1pPr>
            <a:lvl2pPr algn="ctr">
              <a:defRPr sz="1275" b="1">
                <a:solidFill>
                  <a:srgbClr val="231F20"/>
                </a:solidFill>
                <a:latin typeface="Yu Gothic"/>
                <a:ea typeface="Yu Gothic"/>
                <a:cs typeface="Yu Gothic"/>
              </a:defRPr>
            </a:lvl2pPr>
            <a:lvl3pPr algn="ctr">
              <a:defRPr sz="1275" b="1">
                <a:solidFill>
                  <a:srgbClr val="231F20"/>
                </a:solidFill>
                <a:latin typeface="Yu Gothic"/>
                <a:ea typeface="Yu Gothic"/>
                <a:cs typeface="Yu Gothic"/>
              </a:defRPr>
            </a:lvl3pPr>
            <a:lvl4pPr algn="ctr">
              <a:defRPr sz="1275" b="1">
                <a:solidFill>
                  <a:srgbClr val="231F20"/>
                </a:solidFill>
                <a:latin typeface="Yu Gothic"/>
                <a:ea typeface="Yu Gothic"/>
                <a:cs typeface="Yu Gothic"/>
              </a:defRPr>
            </a:lvl4pPr>
            <a:lvl5pPr algn="ctr">
              <a:defRPr sz="1275" b="1">
                <a:solidFill>
                  <a:srgbClr val="231F20"/>
                </a:solidFill>
                <a:latin typeface="Yu Gothic"/>
                <a:ea typeface="Yu Gothic"/>
                <a:cs typeface="Yu Gothic"/>
              </a:defRPr>
            </a:lvl5pPr>
            <a:lvl6pPr algn="ctr">
              <a:defRPr sz="1275" b="1">
                <a:solidFill>
                  <a:srgbClr val="231F20"/>
                </a:solidFill>
                <a:latin typeface="Yu Gothic"/>
                <a:ea typeface="Yu Gothic"/>
                <a:cs typeface="Yu Gothic"/>
              </a:defRPr>
            </a:lvl6pPr>
            <a:lvl7pPr algn="ctr">
              <a:defRPr sz="1275" b="1">
                <a:solidFill>
                  <a:srgbClr val="231F20"/>
                </a:solidFill>
                <a:latin typeface="Yu Gothic"/>
                <a:ea typeface="Yu Gothic"/>
                <a:cs typeface="Yu Gothic"/>
              </a:defRPr>
            </a:lvl7pPr>
            <a:lvl8pPr algn="ctr">
              <a:defRPr sz="1275" b="1">
                <a:solidFill>
                  <a:srgbClr val="231F20"/>
                </a:solidFill>
                <a:latin typeface="Yu Gothic"/>
                <a:ea typeface="Yu Gothic"/>
                <a:cs typeface="Yu Gothic"/>
              </a:defRPr>
            </a:lvl8pPr>
            <a:lvl9pPr algn="ctr">
              <a:defRPr sz="1275" b="1">
                <a:solidFill>
                  <a:srgbClr val="231F20"/>
                </a:solidFill>
                <a:latin typeface="Yu Gothic"/>
                <a:ea typeface="Yu Gothic"/>
                <a:cs typeface="Yu Gothic"/>
              </a:defRPr>
            </a:lvl9pPr>
          </a:lstStyle>
          <a:p xmlns:a="http://schemas.openxmlformats.org/drawingml/2006/main">
            <a:pPr algn="ctr">
              <a:defRPr sz="1275" b="1">
                <a:solidFill>
                  <a:srgbClr val="231F20"/>
                </a:solidFill>
                <a:latin typeface="Yu Gothic"/>
                <a:ea typeface="Yu Gothic"/>
                <a:cs typeface="Yu Gothic"/>
              </a:defRPr>
            </a:pPr>
            <a:r>
              <a:rPr sz="1275" b="1">
                <a:solidFill>
                  <a:srgbClr val="231F20"/>
                </a:solidFill>
                <a:latin typeface="Yu Gothic"/>
                <a:ea typeface="Yu Gothic"/>
                <a:cs typeface="Yu Gothic"/>
              </a:rPr>
              <a:t>レジスタ群</a:t>
            </a:r>
          </a:p>
        </p:txBody>
      </p:sp>
      <p:sp>
        <p:nvSpPr>
          <p:cNvPr id="102" name="text-389">
            <a:extLst xmlns:a="http://schemas.openxmlformats.org/drawingml/2006/main">
              <a:ext uri="{FF2B5EF4-FFF2-40B4-BE49-F238E27FC236}">
                <a16:creationId xmlns:a16="http://schemas.microsoft.com/office/drawing/2014/main" id="{300EF549-7269-4ADA-8EE7-62C12A5871AB}"/>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03" name="text-390">
            <a:extLst xmlns:a="http://schemas.openxmlformats.org/drawingml/2006/main">
              <a:ext uri="{FF2B5EF4-FFF2-40B4-BE49-F238E27FC236}">
                <a16:creationId xmlns:a16="http://schemas.microsoft.com/office/drawing/2014/main" id="{48569123-6A2E-4872-B140-4335D1D32234}"/>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04" name="text-391">
            <a:extLst xmlns:a="http://schemas.openxmlformats.org/drawingml/2006/main">
              <a:ext uri="{FF2B5EF4-FFF2-40B4-BE49-F238E27FC236}">
                <a16:creationId xmlns:a16="http://schemas.microsoft.com/office/drawing/2014/main" id="{75785213-B867-48F8-9B39-CD959D1A86A6}"/>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A3</a:t>
            </a:r>
          </a:p>
        </p:txBody>
      </p:sp>
      <p:sp>
        <p:nvSpPr>
          <p:cNvPr id="105" name="text-392">
            <a:extLst xmlns:a="http://schemas.openxmlformats.org/drawingml/2006/main">
              <a:ext uri="{FF2B5EF4-FFF2-40B4-BE49-F238E27FC236}">
                <a16:creationId xmlns:a16="http://schemas.microsoft.com/office/drawing/2014/main" id="{29E7EB1C-9D2D-4054-A3BC-F3E25F5FDD7D}"/>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WD3</a:t>
            </a:r>
          </a:p>
        </p:txBody>
      </p:sp>
      <p:sp>
        <p:nvSpPr>
          <p:cNvPr id="106" name="text-393">
            <a:extLst xmlns:a="http://schemas.openxmlformats.org/drawingml/2006/main">
              <a:ext uri="{FF2B5EF4-FFF2-40B4-BE49-F238E27FC236}">
                <a16:creationId xmlns:a16="http://schemas.microsoft.com/office/drawing/2014/main" id="{0125C6B6-2B38-48BF-A0F6-2BD49241393B}"/>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07" name="text-394">
            <a:extLst xmlns:a="http://schemas.openxmlformats.org/drawingml/2006/main">
              <a:ext uri="{FF2B5EF4-FFF2-40B4-BE49-F238E27FC236}">
                <a16:creationId xmlns:a16="http://schemas.microsoft.com/office/drawing/2014/main" id="{57CAC2EA-CE22-475D-9BE8-06431EC843FA}"/>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08" name="text-395">
            <a:extLst xmlns:a="http://schemas.openxmlformats.org/drawingml/2006/main">
              <a:ext uri="{FF2B5EF4-FFF2-40B4-BE49-F238E27FC236}">
                <a16:creationId xmlns:a16="http://schemas.microsoft.com/office/drawing/2014/main" id="{A2602B38-1873-4D69-AA8B-B4D1BBB9209E}"/>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WE3</a:t>
            </a:r>
          </a:p>
        </p:txBody>
      </p:sp>
      <p:sp>
        <p:nvSpPr>
          <p:cNvPr id="109" name="wire-396">
            <a:extLst xmlns:a="http://schemas.openxmlformats.org/drawingml/2006/main">
              <a:ext uri="{FF2B5EF4-FFF2-40B4-BE49-F238E27FC236}">
                <a16:creationId xmlns:a16="http://schemas.microsoft.com/office/drawing/2014/main" id="{9AB2D3BF-F295-4A9E-A925-70B69D69B5B4}"/>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10" name="circuit-397">
            <a:extLst xmlns:a="http://schemas.openxmlformats.org/drawingml/2006/main">
              <a:ext uri="{FF2B5EF4-FFF2-40B4-BE49-F238E27FC236}">
                <a16:creationId xmlns:a16="http://schemas.microsoft.com/office/drawing/2014/main" id="{A033E58C-6FE7-434D-8715-A5DCCAE4CEB3}"/>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11" name="text-398">
            <a:extLst xmlns:a="http://schemas.openxmlformats.org/drawingml/2006/main">
              <a:ext uri="{FF2B5EF4-FFF2-40B4-BE49-F238E27FC236}">
                <a16:creationId xmlns:a16="http://schemas.microsoft.com/office/drawing/2014/main" id="{C0B54A98-A388-4E52-B93D-8E935E133813}"/>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0</a:t>
            </a:r>
          </a:p>
        </p:txBody>
      </p:sp>
      <p:sp>
        <p:nvSpPr>
          <p:cNvPr id="112" name="board-stable-alu">
            <a:extLst xmlns:a="http://schemas.openxmlformats.org/drawingml/2006/main">
              <a:ext uri="{FF2B5EF4-FFF2-40B4-BE49-F238E27FC236}">
                <a16:creationId xmlns:a16="http://schemas.microsoft.com/office/drawing/2014/main" id="{E7AE941B-25E6-4C07-8393-8FEB83EE659D}"/>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13" name="text-400">
            <a:extLst xmlns:a="http://schemas.openxmlformats.org/drawingml/2006/main">
              <a:ext uri="{FF2B5EF4-FFF2-40B4-BE49-F238E27FC236}">
                <a16:creationId xmlns:a16="http://schemas.microsoft.com/office/drawing/2014/main" id="{C13F92A6-52A8-4DC4-B386-526F95B899B4}"/>
              </a:ext>
            </a:extLst>
          </p:cNvPr>
          <p:cNvSpPr>
            <a:spLocks xmlns:a="http://schemas.openxmlformats.org/drawingml/2006/main" noGrp="1"/>
          </p:cNvSpPr>
          <p:nvPr/>
        </p:nvSpPr>
        <p:spPr>
          <a:xfrm xmlns:a="http://schemas.openxmlformats.org/drawingml/2006/main">
            <a:off x="6076950" y="3762375"/>
            <a:ext cx="571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14" name="text-401">
            <a:extLst xmlns:a="http://schemas.openxmlformats.org/drawingml/2006/main">
              <a:ext uri="{FF2B5EF4-FFF2-40B4-BE49-F238E27FC236}">
                <a16:creationId xmlns:a16="http://schemas.microsoft.com/office/drawing/2014/main" id="{CD4157E0-20F2-4168-87DB-4D6939B91EB2}"/>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15" name="text-402">
            <a:extLst xmlns:a="http://schemas.openxmlformats.org/drawingml/2006/main">
              <a:ext uri="{FF2B5EF4-FFF2-40B4-BE49-F238E27FC236}">
                <a16:creationId xmlns:a16="http://schemas.microsoft.com/office/drawing/2014/main" id="{8F7B1788-0F2B-4E81-8E8B-7F226D7CC6A2}"/>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 12</a:t>
            </a:r>
          </a:p>
        </p:txBody>
      </p:sp>
      <p:sp>
        <p:nvSpPr>
          <p:cNvPr id="116" name="wire-403">
            <a:extLst xmlns:a="http://schemas.openxmlformats.org/drawingml/2006/main">
              <a:ext uri="{FF2B5EF4-FFF2-40B4-BE49-F238E27FC236}">
                <a16:creationId xmlns:a16="http://schemas.microsoft.com/office/drawing/2014/main" id="{CC1F8242-E446-4C06-B316-3D21C91F527F}"/>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1572C3"/>
            </a:solidFill>
          </a:ln>
        </p:spPr>
      </p:sp>
      <p:sp>
        <p:nvSpPr>
          <p:cNvPr id="117" name="circuit-404">
            <a:extLst xmlns:a="http://schemas.openxmlformats.org/drawingml/2006/main">
              <a:ext uri="{FF2B5EF4-FFF2-40B4-BE49-F238E27FC236}">
                <a16:creationId xmlns:a16="http://schemas.microsoft.com/office/drawing/2014/main" id="{3DC9D7C1-93C2-4A64-8F65-F2EC8AD245B4}"/>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8" name="text-405">
            <a:extLst xmlns:a="http://schemas.openxmlformats.org/drawingml/2006/main">
              <a:ext uri="{FF2B5EF4-FFF2-40B4-BE49-F238E27FC236}">
                <a16:creationId xmlns:a16="http://schemas.microsoft.com/office/drawing/2014/main" id="{A318F25A-AD21-46FF-8F75-0B7AF223326C}"/>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12</a:t>
            </a:r>
          </a:p>
        </p:txBody>
      </p:sp>
      <p:sp>
        <p:nvSpPr>
          <p:cNvPr id="119" name="wire-406">
            <a:extLst xmlns:a="http://schemas.openxmlformats.org/drawingml/2006/main">
              <a:ext uri="{FF2B5EF4-FFF2-40B4-BE49-F238E27FC236}">
                <a16:creationId xmlns:a16="http://schemas.microsoft.com/office/drawing/2014/main" id="{857CFA75-37DA-4C9E-B278-075239DC6309}"/>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20" name="wire-407">
            <a:extLst xmlns:a="http://schemas.openxmlformats.org/drawingml/2006/main">
              <a:ext uri="{FF2B5EF4-FFF2-40B4-BE49-F238E27FC236}">
                <a16:creationId xmlns:a16="http://schemas.microsoft.com/office/drawing/2014/main" id="{1FD12CD7-9039-4A92-9627-FA0BA858376C}"/>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21" name="wire-408">
            <a:extLst xmlns:a="http://schemas.openxmlformats.org/drawingml/2006/main">
              <a:ext uri="{FF2B5EF4-FFF2-40B4-BE49-F238E27FC236}">
                <a16:creationId xmlns:a16="http://schemas.microsoft.com/office/drawing/2014/main" id="{0F9D6E02-72A7-4035-AD69-608271026E0E}"/>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22" name="wire-409">
            <a:extLst xmlns:a="http://schemas.openxmlformats.org/drawingml/2006/main">
              <a:ext uri="{FF2B5EF4-FFF2-40B4-BE49-F238E27FC236}">
                <a16:creationId xmlns:a16="http://schemas.microsoft.com/office/drawing/2014/main" id="{AB450A07-F0EA-473C-A771-C91387310C61}"/>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23" name="wire-410">
            <a:extLst xmlns:a="http://schemas.openxmlformats.org/drawingml/2006/main">
              <a:ext uri="{FF2B5EF4-FFF2-40B4-BE49-F238E27FC236}">
                <a16:creationId xmlns:a16="http://schemas.microsoft.com/office/drawing/2014/main" id="{7BB391CD-DD02-447F-AD1D-7C9C6874B108}"/>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24" name="circuit-411">
            <a:extLst xmlns:a="http://schemas.openxmlformats.org/drawingml/2006/main">
              <a:ext uri="{FF2B5EF4-FFF2-40B4-BE49-F238E27FC236}">
                <a16:creationId xmlns:a16="http://schemas.microsoft.com/office/drawing/2014/main" id="{50831B90-862B-4B15-A4C9-A8E433F7587B}"/>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25" name="text-412">
            <a:extLst xmlns:a="http://schemas.openxmlformats.org/drawingml/2006/main">
              <a:ext uri="{FF2B5EF4-FFF2-40B4-BE49-F238E27FC236}">
                <a16:creationId xmlns:a16="http://schemas.microsoft.com/office/drawing/2014/main" id="{741F0101-989B-46E7-AAA4-00B27A0D12E1}"/>
              </a:ext>
            </a:extLst>
          </p:cNvPr>
          <p:cNvSpPr>
            <a:spLocks xmlns:a="http://schemas.openxmlformats.org/drawingml/2006/main" noGrp="1"/>
          </p:cNvSpPr>
          <p:nvPr/>
        </p:nvSpPr>
        <p:spPr>
          <a:xfrm xmlns:a="http://schemas.openxmlformats.org/drawingml/2006/main">
            <a:off x="5486400" y="4762500"/>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3</a:t>
            </a:r>
          </a:p>
        </p:txBody>
      </p:sp>
      <p:sp>
        <p:nvSpPr>
          <p:cNvPr id="126" name="wire-413">
            <a:extLst xmlns:a="http://schemas.openxmlformats.org/drawingml/2006/main">
              <a:ext uri="{FF2B5EF4-FFF2-40B4-BE49-F238E27FC236}">
                <a16:creationId xmlns:a16="http://schemas.microsoft.com/office/drawing/2014/main" id="{30F81B67-6345-420C-9A21-7B93B5FCCAA3}"/>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9FA9B9"/>
            </a:solidFill>
          </a:ln>
        </p:spPr>
      </p:sp>
      <p:sp>
        <p:nvSpPr>
          <p:cNvPr id="127" name="wire-414">
            <a:extLst xmlns:a="http://schemas.openxmlformats.org/drawingml/2006/main">
              <a:ext uri="{FF2B5EF4-FFF2-40B4-BE49-F238E27FC236}">
                <a16:creationId xmlns:a16="http://schemas.microsoft.com/office/drawing/2014/main" id="{0071072C-264C-4636-B2B9-1159E4B51913}"/>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9FA9B9"/>
            </a:solidFill>
          </a:ln>
        </p:spPr>
      </p:sp>
      <p:sp>
        <p:nvSpPr>
          <p:cNvPr id="128" name="wire-415">
            <a:extLst xmlns:a="http://schemas.openxmlformats.org/drawingml/2006/main">
              <a:ext uri="{FF2B5EF4-FFF2-40B4-BE49-F238E27FC236}">
                <a16:creationId xmlns:a16="http://schemas.microsoft.com/office/drawing/2014/main" id="{9E7B0348-0B6A-40D7-ABD9-77F8B1A3805B}"/>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9FA9B9"/>
            </a:solidFill>
          </a:ln>
        </p:spPr>
      </p:sp>
      <p:sp>
        <p:nvSpPr>
          <p:cNvPr id="129" name="wire-416">
            <a:extLst xmlns:a="http://schemas.openxmlformats.org/drawingml/2006/main">
              <a:ext uri="{FF2B5EF4-FFF2-40B4-BE49-F238E27FC236}">
                <a16:creationId xmlns:a16="http://schemas.microsoft.com/office/drawing/2014/main" id="{096C0545-628C-4788-AD2D-3F3106A0213E}"/>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9FA9B9"/>
            </a:solidFill>
          </a:ln>
        </p:spPr>
      </p:sp>
      <p:sp>
        <p:nvSpPr>
          <p:cNvPr id="130" name="wire-417">
            <a:extLst xmlns:a="http://schemas.openxmlformats.org/drawingml/2006/main">
              <a:ext uri="{FF2B5EF4-FFF2-40B4-BE49-F238E27FC236}">
                <a16:creationId xmlns:a16="http://schemas.microsoft.com/office/drawing/2014/main" id="{6CE2DED9-E499-40CF-89E2-220D525D1AD9}"/>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9FA9B9"/>
            </a:solidFill>
          </a:ln>
        </p:spPr>
      </p:sp>
      <p:sp>
        <p:nvSpPr>
          <p:cNvPr id="131" name="circuit-418">
            <a:extLst xmlns:a="http://schemas.openxmlformats.org/drawingml/2006/main">
              <a:ext uri="{FF2B5EF4-FFF2-40B4-BE49-F238E27FC236}">
                <a16:creationId xmlns:a16="http://schemas.microsoft.com/office/drawing/2014/main" id="{B208B8C8-13FA-4B08-A994-DB2315C586A7}"/>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32" name="wire-419">
            <a:extLst xmlns:a="http://schemas.openxmlformats.org/drawingml/2006/main">
              <a:ext uri="{FF2B5EF4-FFF2-40B4-BE49-F238E27FC236}">
                <a16:creationId xmlns:a16="http://schemas.microsoft.com/office/drawing/2014/main" id="{41962234-1E93-4F35-AF16-DAB773DA7B00}"/>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1572C3"/>
            </a:solidFill>
          </a:ln>
        </p:spPr>
      </p:sp>
      <p:sp>
        <p:nvSpPr>
          <p:cNvPr id="133" name="wire-420">
            <a:extLst xmlns:a="http://schemas.openxmlformats.org/drawingml/2006/main">
              <a:ext uri="{FF2B5EF4-FFF2-40B4-BE49-F238E27FC236}">
                <a16:creationId xmlns:a16="http://schemas.microsoft.com/office/drawing/2014/main" id="{5B3ED959-2448-40E0-8A1E-B373A1D3FF92}"/>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1572C3"/>
            </a:solidFill>
          </a:ln>
        </p:spPr>
      </p:sp>
      <p:sp>
        <p:nvSpPr>
          <p:cNvPr id="134" name="wire-421">
            <a:extLst xmlns:a="http://schemas.openxmlformats.org/drawingml/2006/main">
              <a:ext uri="{FF2B5EF4-FFF2-40B4-BE49-F238E27FC236}">
                <a16:creationId xmlns:a16="http://schemas.microsoft.com/office/drawing/2014/main" id="{E9715F86-AA2E-4724-8F15-86464EE204F7}"/>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1572C3"/>
            </a:solidFill>
          </a:ln>
        </p:spPr>
      </p:sp>
      <p:sp>
        <p:nvSpPr>
          <p:cNvPr id="135" name="wire-422">
            <a:extLst xmlns:a="http://schemas.openxmlformats.org/drawingml/2006/main">
              <a:ext uri="{FF2B5EF4-FFF2-40B4-BE49-F238E27FC236}">
                <a16:creationId xmlns:a16="http://schemas.microsoft.com/office/drawing/2014/main" id="{8A2D231E-4DA0-4571-ABAE-243E4B193639}"/>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1572C3"/>
            </a:solidFill>
          </a:ln>
        </p:spPr>
      </p:sp>
      <p:sp>
        <p:nvSpPr>
          <p:cNvPr id="136" name="circuit-423">
            <a:extLst xmlns:a="http://schemas.openxmlformats.org/drawingml/2006/main">
              <a:ext uri="{FF2B5EF4-FFF2-40B4-BE49-F238E27FC236}">
                <a16:creationId xmlns:a16="http://schemas.microsoft.com/office/drawing/2014/main" id="{20432387-90CC-4C1A-9E9F-1D391F641555}"/>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7" name="wire-424">
            <a:extLst xmlns:a="http://schemas.openxmlformats.org/drawingml/2006/main">
              <a:ext uri="{FF2B5EF4-FFF2-40B4-BE49-F238E27FC236}">
                <a16:creationId xmlns:a16="http://schemas.microsoft.com/office/drawing/2014/main" id="{774CA219-9D8C-45F8-89D4-A0A11B0E1FA2}"/>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1572C3"/>
            </a:solidFill>
          </a:ln>
        </p:spPr>
      </p:sp>
      <p:sp>
        <p:nvSpPr>
          <p:cNvPr id="138" name="wire-425">
            <a:extLst xmlns:a="http://schemas.openxmlformats.org/drawingml/2006/main">
              <a:ext uri="{FF2B5EF4-FFF2-40B4-BE49-F238E27FC236}">
                <a16:creationId xmlns:a16="http://schemas.microsoft.com/office/drawing/2014/main" id="{83047778-8460-41C7-98DC-EA8E42E3EA7F}"/>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1572C3"/>
            </a:solidFill>
          </a:ln>
        </p:spPr>
      </p:sp>
      <p:sp>
        <p:nvSpPr>
          <p:cNvPr id="139" name="wire-426">
            <a:extLst xmlns:a="http://schemas.openxmlformats.org/drawingml/2006/main">
              <a:ext uri="{FF2B5EF4-FFF2-40B4-BE49-F238E27FC236}">
                <a16:creationId xmlns:a16="http://schemas.microsoft.com/office/drawing/2014/main" id="{C590B883-93CC-4B9E-B7B3-E8324E552457}"/>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1572C3"/>
            </a:solidFill>
          </a:ln>
        </p:spPr>
      </p:sp>
      <p:sp>
        <p:nvSpPr>
          <p:cNvPr id="140" name="wire-427">
            <a:extLst xmlns:a="http://schemas.openxmlformats.org/drawingml/2006/main">
              <a:ext uri="{FF2B5EF4-FFF2-40B4-BE49-F238E27FC236}">
                <a16:creationId xmlns:a16="http://schemas.microsoft.com/office/drawing/2014/main" id="{5AE951E1-2B2F-4656-8A2C-952392D801A3}"/>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1572C3"/>
            </a:solidFill>
          </a:ln>
        </p:spPr>
      </p:sp>
      <p:sp>
        <p:nvSpPr>
          <p:cNvPr id="141" name="circuit-428">
            <a:extLst xmlns:a="http://schemas.openxmlformats.org/drawingml/2006/main">
              <a:ext uri="{FF2B5EF4-FFF2-40B4-BE49-F238E27FC236}">
                <a16:creationId xmlns:a16="http://schemas.microsoft.com/office/drawing/2014/main" id="{C740C6C1-78D0-46FA-8319-25C415424DC4}"/>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1572C3"/>
          </a:solidFill>
          <a:ln xmlns:a="http://schemas.openxmlformats.org/drawingml/2006/main" w="9525">
            <a:solidFill>
              <a:srgbClr val="1572C3"/>
            </a:solidFill>
          </a:ln>
        </p:spPr>
      </p:sp>
      <p:sp>
        <p:nvSpPr>
          <p:cNvPr id="142" name="text-429">
            <a:extLst xmlns:a="http://schemas.openxmlformats.org/drawingml/2006/main">
              <a:ext uri="{FF2B5EF4-FFF2-40B4-BE49-F238E27FC236}">
                <a16:creationId xmlns:a16="http://schemas.microsoft.com/office/drawing/2014/main" id="{A1C4BFF6-DB46-430A-8EA7-FC11F89346AB}"/>
              </a:ext>
            </a:extLst>
          </p:cNvPr>
          <p:cNvSpPr>
            <a:spLocks xmlns:a="http://schemas.openxmlformats.org/drawingml/2006/main" noGrp="1"/>
          </p:cNvSpPr>
          <p:nvPr/>
        </p:nvSpPr>
        <p:spPr>
          <a:xfrm xmlns:a="http://schemas.openxmlformats.org/drawingml/2006/main">
            <a:off x="7286625" y="38290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命令</a:t>
            </a:r>
          </a:p>
        </p:txBody>
      </p:sp>
      <p:sp>
        <p:nvSpPr>
          <p:cNvPr id="143" name="text-430">
            <a:extLst xmlns:a="http://schemas.openxmlformats.org/drawingml/2006/main">
              <a:ext uri="{FF2B5EF4-FFF2-40B4-BE49-F238E27FC236}">
                <a16:creationId xmlns:a16="http://schemas.microsoft.com/office/drawing/2014/main" id="{EF67DAD5-AAAE-4709-876E-BEDFAF9DA325}"/>
              </a:ext>
            </a:extLst>
          </p:cNvPr>
          <p:cNvSpPr>
            <a:spLocks xmlns:a="http://schemas.openxmlformats.org/drawingml/2006/main" noGrp="1"/>
          </p:cNvSpPr>
          <p:nvPr/>
        </p:nvSpPr>
        <p:spPr>
          <a:xfrm xmlns:a="http://schemas.openxmlformats.org/drawingml/2006/main">
            <a:off x="7277100" y="47434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データ</a:t>
            </a:r>
          </a:p>
        </p:txBody>
      </p:sp>
      <p:sp>
        <p:nvSpPr>
          <p:cNvPr id="144" name="text-431">
            <a:extLst xmlns:a="http://schemas.openxmlformats.org/drawingml/2006/main">
              <a:ext uri="{FF2B5EF4-FFF2-40B4-BE49-F238E27FC236}">
                <a16:creationId xmlns:a16="http://schemas.microsoft.com/office/drawing/2014/main" id="{E8399DB3-BFCE-4F00-BFB6-429270A24B3F}"/>
              </a:ext>
            </a:extLst>
          </p:cNvPr>
          <p:cNvSpPr>
            <a:spLocks xmlns:a="http://schemas.openxmlformats.org/drawingml/2006/main" noGrp="1"/>
          </p:cNvSpPr>
          <p:nvPr/>
        </p:nvSpPr>
        <p:spPr>
          <a:xfrm xmlns:a="http://schemas.openxmlformats.org/drawingml/2006/main">
            <a:off x="609600" y="61436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DDR3との信号のやり取りは、AMD提供の回路に任せる</a:t>
            </a:r>
          </a:p>
        </p:txBody>
      </p:sp>
      <p:sp>
        <p:nvSpPr>
          <p:cNvPr id="145" name="text-432">
            <a:extLst xmlns:a="http://schemas.openxmlformats.org/drawingml/2006/main">
              <a:ext uri="{FF2B5EF4-FFF2-40B4-BE49-F238E27FC236}">
                <a16:creationId xmlns:a16="http://schemas.microsoft.com/office/drawing/2014/main" id="{617F24EA-E432-4B03-AF48-1B167BD7EEE5}"/>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6</a:t>
            </a:r>
          </a:p>
        </p:txBody>
      </p:sp>
      <p:sp>
        <p:nvSpPr>
          <p:cNvPr id="146" name="text-433">
            <a:extLst xmlns:a="http://schemas.openxmlformats.org/drawingml/2006/main">
              <a:ext uri="{FF2B5EF4-FFF2-40B4-BE49-F238E27FC236}">
                <a16:creationId xmlns:a16="http://schemas.microsoft.com/office/drawing/2014/main" id="{E7F586FA-A783-445B-8D88-03B0855B1D54}"/>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CPU側は番地・読み書きの要求・データを渡す。DDRコントローラーの内部は省略</a:t>
            </a:r>
          </a:p>
        </p:txBody>
      </p:sp>
    </p:spTree>
    <p:extLst>
      <p:ext uri="{BB962C8B-B14F-4D97-AF65-F5344CB8AC3E}">
        <p14:creationId xmlns:p14="http://schemas.microsoft.com/office/powerpoint/2010/main" val="153883779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9" name="text-434">
            <a:extLst xmlns:a="http://schemas.openxmlformats.org/drawingml/2006/main">
              <a:ext uri="{FF2B5EF4-FFF2-40B4-BE49-F238E27FC236}">
                <a16:creationId xmlns:a16="http://schemas.microsoft.com/office/drawing/2014/main" id="{EA923AEF-3838-4128-9DF4-56DE6716166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7</a:t>
            </a:r>
          </a:p>
        </p:txBody>
      </p:sp>
      <p:sp>
        <p:nvSpPr>
          <p:cNvPr id="2" name="text-435">
            <a:extLst xmlns:a="http://schemas.openxmlformats.org/drawingml/2006/main">
              <a:ext uri="{FF2B5EF4-FFF2-40B4-BE49-F238E27FC236}">
                <a16:creationId xmlns:a16="http://schemas.microsoft.com/office/drawing/2014/main" id="{C629AD25-CB02-470B-AAE0-C8E5BA31F68B}"/>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SDカードのプログラムを、CPUがDDR3へ移す</a:t>
            </a:r>
          </a:p>
        </p:txBody>
      </p:sp>
      <p:sp>
        <p:nvSpPr>
          <p:cNvPr id="3" name="text-436">
            <a:extLst xmlns:a="http://schemas.openxmlformats.org/drawingml/2006/main">
              <a:ext uri="{FF2B5EF4-FFF2-40B4-BE49-F238E27FC236}">
                <a16:creationId xmlns:a16="http://schemas.microsoft.com/office/drawing/2014/main" id="{34891B42-E6BE-4BCE-B105-4D01EEFE1BB1}"/>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7</a:t>
            </a:r>
          </a:p>
        </p:txBody>
      </p:sp>
      <p:sp>
        <p:nvSpPr>
          <p:cNvPr id="4" name="text-437">
            <a:extLst xmlns:a="http://schemas.openxmlformats.org/drawingml/2006/main">
              <a:ext uri="{FF2B5EF4-FFF2-40B4-BE49-F238E27FC236}">
                <a16:creationId xmlns:a16="http://schemas.microsoft.com/office/drawing/2014/main" id="{0D0B1C2D-8FD3-4ECE-BD35-2FCA93C960BE}"/>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① 読出しを指示　② CPUが受け取る　③ DDR3へ書く</a:t>
            </a:r>
          </a:p>
        </p:txBody>
      </p:sp>
      <p:sp>
        <p:nvSpPr>
          <p:cNvPr id="5" name="board-stable-board">
            <a:extLst xmlns:a="http://schemas.openxmlformats.org/drawingml/2006/main">
              <a:ext uri="{FF2B5EF4-FFF2-40B4-BE49-F238E27FC236}">
                <a16:creationId xmlns:a16="http://schemas.microsoft.com/office/drawing/2014/main" id="{152ED258-C40C-4D38-9442-855C7E48F03C}"/>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439">
            <a:extLst xmlns:a="http://schemas.openxmlformats.org/drawingml/2006/main">
              <a:ext uri="{FF2B5EF4-FFF2-40B4-BE49-F238E27FC236}">
                <a16:creationId xmlns:a16="http://schemas.microsoft.com/office/drawing/2014/main" id="{962532D3-1754-4962-8A71-E09DD485AF22}"/>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440">
            <a:extLst xmlns:a="http://schemas.openxmlformats.org/drawingml/2006/main">
              <a:ext uri="{FF2B5EF4-FFF2-40B4-BE49-F238E27FC236}">
                <a16:creationId xmlns:a16="http://schemas.microsoft.com/office/drawing/2014/main" id="{C5A13CB8-B95C-483D-B8B7-2F8183E42BE1}"/>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86C1B9A4-F44C-4C51-998A-9299F4A8E598}"/>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442">
            <a:extLst xmlns:a="http://schemas.openxmlformats.org/drawingml/2006/main">
              <a:ext uri="{FF2B5EF4-FFF2-40B4-BE49-F238E27FC236}">
                <a16:creationId xmlns:a16="http://schemas.microsoft.com/office/drawing/2014/main" id="{F2346ACD-5556-4F2B-8B36-F84EE62ECA05}"/>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65409E00-94E2-49BE-9BF2-353BB14D5592}"/>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1" name="text-444">
            <a:extLst xmlns:a="http://schemas.openxmlformats.org/drawingml/2006/main">
              <a:ext uri="{FF2B5EF4-FFF2-40B4-BE49-F238E27FC236}">
                <a16:creationId xmlns:a16="http://schemas.microsoft.com/office/drawing/2014/main" id="{9AC91D72-F637-49A6-833F-6DD5D3079D74}"/>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1572C3"/>
                </a:solidFill>
                <a:latin typeface="Yu Gothic"/>
                <a:ea typeface="Yu Gothic"/>
                <a:cs typeface="Yu Gothic"/>
              </a:defRPr>
            </a:defPPr>
            <a:lvl1pPr algn="ctr">
              <a:defRPr sz="1650" b="1">
                <a:solidFill>
                  <a:srgbClr val="1572C3"/>
                </a:solidFill>
                <a:latin typeface="Yu Gothic"/>
                <a:ea typeface="Yu Gothic"/>
                <a:cs typeface="Yu Gothic"/>
              </a:defRPr>
            </a:lvl1pPr>
            <a:lvl2pPr algn="ctr">
              <a:defRPr sz="1650" b="1">
                <a:solidFill>
                  <a:srgbClr val="1572C3"/>
                </a:solidFill>
                <a:latin typeface="Yu Gothic"/>
                <a:ea typeface="Yu Gothic"/>
                <a:cs typeface="Yu Gothic"/>
              </a:defRPr>
            </a:lvl2pPr>
            <a:lvl3pPr algn="ctr">
              <a:defRPr sz="1650" b="1">
                <a:solidFill>
                  <a:srgbClr val="1572C3"/>
                </a:solidFill>
                <a:latin typeface="Yu Gothic"/>
                <a:ea typeface="Yu Gothic"/>
                <a:cs typeface="Yu Gothic"/>
              </a:defRPr>
            </a:lvl3pPr>
            <a:lvl4pPr algn="ctr">
              <a:defRPr sz="1650" b="1">
                <a:solidFill>
                  <a:srgbClr val="1572C3"/>
                </a:solidFill>
                <a:latin typeface="Yu Gothic"/>
                <a:ea typeface="Yu Gothic"/>
                <a:cs typeface="Yu Gothic"/>
              </a:defRPr>
            </a:lvl4pPr>
            <a:lvl5pPr algn="ctr">
              <a:defRPr sz="1650" b="1">
                <a:solidFill>
                  <a:srgbClr val="1572C3"/>
                </a:solidFill>
                <a:latin typeface="Yu Gothic"/>
                <a:ea typeface="Yu Gothic"/>
                <a:cs typeface="Yu Gothic"/>
              </a:defRPr>
            </a:lvl5pPr>
            <a:lvl6pPr algn="ctr">
              <a:defRPr sz="1650" b="1">
                <a:solidFill>
                  <a:srgbClr val="1572C3"/>
                </a:solidFill>
                <a:latin typeface="Yu Gothic"/>
                <a:ea typeface="Yu Gothic"/>
                <a:cs typeface="Yu Gothic"/>
              </a:defRPr>
            </a:lvl6pPr>
            <a:lvl7pPr algn="ctr">
              <a:defRPr sz="1650" b="1">
                <a:solidFill>
                  <a:srgbClr val="1572C3"/>
                </a:solidFill>
                <a:latin typeface="Yu Gothic"/>
                <a:ea typeface="Yu Gothic"/>
                <a:cs typeface="Yu Gothic"/>
              </a:defRPr>
            </a:lvl7pPr>
            <a:lvl8pPr algn="ctr">
              <a:defRPr sz="1650" b="1">
                <a:solidFill>
                  <a:srgbClr val="1572C3"/>
                </a:solidFill>
                <a:latin typeface="Yu Gothic"/>
                <a:ea typeface="Yu Gothic"/>
                <a:cs typeface="Yu Gothic"/>
              </a:defRPr>
            </a:lvl8pPr>
            <a:lvl9pPr algn="ctr">
              <a:defRPr sz="1650" b="1">
                <a:solidFill>
                  <a:srgbClr val="1572C3"/>
                </a:solidFill>
                <a:latin typeface="Yu Gothic"/>
                <a:ea typeface="Yu Gothic"/>
                <a:cs typeface="Yu Gothic"/>
              </a:defRPr>
            </a:lvl9pPr>
          </a:lstStyle>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SDカード</a:t>
            </a:r>
          </a:p>
          <a:p xmlns:a="http://schemas.openxmlformats.org/drawingml/2006/main">
            <a:pPr algn="ctr">
              <a:defRPr sz="1650" b="1">
                <a:solidFill>
                  <a:srgbClr val="1572C3"/>
                </a:solidFill>
                <a:latin typeface="Yu Gothic"/>
                <a:ea typeface="Yu Gothic"/>
                <a:cs typeface="Yu Gothic"/>
              </a:defRPr>
            </a:pPr>
            <a:r>
              <a:rPr sz="1650" b="1">
                <a:solidFill>
                  <a:srgbClr val="1572C3"/>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1D5B8186-22EE-4AEB-9075-1D99518FB7E7}"/>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446">
            <a:extLst xmlns:a="http://schemas.openxmlformats.org/drawingml/2006/main">
              <a:ext uri="{FF2B5EF4-FFF2-40B4-BE49-F238E27FC236}">
                <a16:creationId xmlns:a16="http://schemas.microsoft.com/office/drawing/2014/main" id="{8846DFC1-EFB5-4836-BDEF-781E82F8CB14}"/>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447">
            <a:extLst xmlns:a="http://schemas.openxmlformats.org/drawingml/2006/main">
              <a:ext uri="{FF2B5EF4-FFF2-40B4-BE49-F238E27FC236}">
                <a16:creationId xmlns:a16="http://schemas.microsoft.com/office/drawing/2014/main" id="{ECDC93B8-051D-4C19-B360-3FBD49AAB435}"/>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命令・データ</a:t>
            </a:r>
          </a:p>
        </p:txBody>
      </p:sp>
      <p:sp>
        <p:nvSpPr>
          <p:cNvPr id="15" name="board-stable-hdmi">
            <a:extLst xmlns:a="http://schemas.openxmlformats.org/drawingml/2006/main">
              <a:ext uri="{FF2B5EF4-FFF2-40B4-BE49-F238E27FC236}">
                <a16:creationId xmlns:a16="http://schemas.microsoft.com/office/drawing/2014/main" id="{F376E30A-BF0B-4660-B9B6-1A96BE787288}"/>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6" name="text-449">
            <a:extLst xmlns:a="http://schemas.openxmlformats.org/drawingml/2006/main">
              <a:ext uri="{FF2B5EF4-FFF2-40B4-BE49-F238E27FC236}">
                <a16:creationId xmlns:a16="http://schemas.microsoft.com/office/drawing/2014/main" id="{7EBDDB19-3DCC-48F2-8CD5-735DAB4404EF}"/>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9FA9B9"/>
                </a:solidFill>
                <a:latin typeface="Arial"/>
                <a:ea typeface="Arial"/>
                <a:cs typeface="Arial"/>
              </a:defRPr>
            </a:defPPr>
            <a:lvl1pPr algn="ctr">
              <a:defRPr sz="1575" b="1">
                <a:solidFill>
                  <a:srgbClr val="9FA9B9"/>
                </a:solidFill>
                <a:latin typeface="Arial"/>
                <a:ea typeface="Arial"/>
                <a:cs typeface="Arial"/>
              </a:defRPr>
            </a:lvl1pPr>
            <a:lvl2pPr algn="ctr">
              <a:defRPr sz="1575" b="1">
                <a:solidFill>
                  <a:srgbClr val="9FA9B9"/>
                </a:solidFill>
                <a:latin typeface="Arial"/>
                <a:ea typeface="Arial"/>
                <a:cs typeface="Arial"/>
              </a:defRPr>
            </a:lvl2pPr>
            <a:lvl3pPr algn="ctr">
              <a:defRPr sz="1575" b="1">
                <a:solidFill>
                  <a:srgbClr val="9FA9B9"/>
                </a:solidFill>
                <a:latin typeface="Arial"/>
                <a:ea typeface="Arial"/>
                <a:cs typeface="Arial"/>
              </a:defRPr>
            </a:lvl3pPr>
            <a:lvl4pPr algn="ctr">
              <a:defRPr sz="1575" b="1">
                <a:solidFill>
                  <a:srgbClr val="9FA9B9"/>
                </a:solidFill>
                <a:latin typeface="Arial"/>
                <a:ea typeface="Arial"/>
                <a:cs typeface="Arial"/>
              </a:defRPr>
            </a:lvl4pPr>
            <a:lvl5pPr algn="ctr">
              <a:defRPr sz="1575" b="1">
                <a:solidFill>
                  <a:srgbClr val="9FA9B9"/>
                </a:solidFill>
                <a:latin typeface="Arial"/>
                <a:ea typeface="Arial"/>
                <a:cs typeface="Arial"/>
              </a:defRPr>
            </a:lvl5pPr>
            <a:lvl6pPr algn="ctr">
              <a:defRPr sz="1575" b="1">
                <a:solidFill>
                  <a:srgbClr val="9FA9B9"/>
                </a:solidFill>
                <a:latin typeface="Arial"/>
                <a:ea typeface="Arial"/>
                <a:cs typeface="Arial"/>
              </a:defRPr>
            </a:lvl6pPr>
            <a:lvl7pPr algn="ctr">
              <a:defRPr sz="1575" b="1">
                <a:solidFill>
                  <a:srgbClr val="9FA9B9"/>
                </a:solidFill>
                <a:latin typeface="Arial"/>
                <a:ea typeface="Arial"/>
                <a:cs typeface="Arial"/>
              </a:defRPr>
            </a:lvl7pPr>
            <a:lvl8pPr algn="ctr">
              <a:defRPr sz="1575" b="1">
                <a:solidFill>
                  <a:srgbClr val="9FA9B9"/>
                </a:solidFill>
                <a:latin typeface="Arial"/>
                <a:ea typeface="Arial"/>
                <a:cs typeface="Arial"/>
              </a:defRPr>
            </a:lvl8pPr>
            <a:lvl9pPr algn="ctr">
              <a:defRPr sz="1575" b="1">
                <a:solidFill>
                  <a:srgbClr val="9FA9B9"/>
                </a:solidFill>
                <a:latin typeface="Arial"/>
                <a:ea typeface="Arial"/>
                <a:cs typeface="Arial"/>
              </a:defRPr>
            </a:lvl9pPr>
          </a:lstStyle>
          <a:p xmlns:a="http://schemas.openxmlformats.org/drawingml/2006/main">
            <a:pPr algn="ctr">
              <a:defRPr sz="1575" b="1">
                <a:solidFill>
                  <a:srgbClr val="9FA9B9"/>
                </a:solidFill>
                <a:latin typeface="Arial"/>
                <a:ea typeface="Arial"/>
                <a:cs typeface="Arial"/>
              </a:defRPr>
            </a:pPr>
            <a:r>
              <a:rPr sz="1575" b="1">
                <a:solidFill>
                  <a:srgbClr val="9FA9B9"/>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36D81EFE-4C57-4365-B48D-524D14647817}"/>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8" name="text-451">
            <a:extLst xmlns:a="http://schemas.openxmlformats.org/drawingml/2006/main">
              <a:ext uri="{FF2B5EF4-FFF2-40B4-BE49-F238E27FC236}">
                <a16:creationId xmlns:a16="http://schemas.microsoft.com/office/drawing/2014/main" id="{5FACBCE1-B445-46DE-8B51-35E17388417C}"/>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9FA9B9"/>
                </a:solidFill>
                <a:latin typeface="Yu Gothic"/>
                <a:ea typeface="Yu Gothic"/>
                <a:cs typeface="Yu Gothic"/>
              </a:defRPr>
            </a:defPPr>
            <a:lvl1pPr algn="ctr">
              <a:defRPr sz="1500" b="1">
                <a:solidFill>
                  <a:srgbClr val="9FA9B9"/>
                </a:solidFill>
                <a:latin typeface="Yu Gothic"/>
                <a:ea typeface="Yu Gothic"/>
                <a:cs typeface="Yu Gothic"/>
              </a:defRPr>
            </a:lvl1pPr>
            <a:lvl2pPr algn="ctr">
              <a:defRPr sz="1500" b="1">
                <a:solidFill>
                  <a:srgbClr val="9FA9B9"/>
                </a:solidFill>
                <a:latin typeface="Yu Gothic"/>
                <a:ea typeface="Yu Gothic"/>
                <a:cs typeface="Yu Gothic"/>
              </a:defRPr>
            </a:lvl2pPr>
            <a:lvl3pPr algn="ctr">
              <a:defRPr sz="1500" b="1">
                <a:solidFill>
                  <a:srgbClr val="9FA9B9"/>
                </a:solidFill>
                <a:latin typeface="Yu Gothic"/>
                <a:ea typeface="Yu Gothic"/>
                <a:cs typeface="Yu Gothic"/>
              </a:defRPr>
            </a:lvl3pPr>
            <a:lvl4pPr algn="ctr">
              <a:defRPr sz="1500" b="1">
                <a:solidFill>
                  <a:srgbClr val="9FA9B9"/>
                </a:solidFill>
                <a:latin typeface="Yu Gothic"/>
                <a:ea typeface="Yu Gothic"/>
                <a:cs typeface="Yu Gothic"/>
              </a:defRPr>
            </a:lvl4pPr>
            <a:lvl5pPr algn="ctr">
              <a:defRPr sz="1500" b="1">
                <a:solidFill>
                  <a:srgbClr val="9FA9B9"/>
                </a:solidFill>
                <a:latin typeface="Yu Gothic"/>
                <a:ea typeface="Yu Gothic"/>
                <a:cs typeface="Yu Gothic"/>
              </a:defRPr>
            </a:lvl5pPr>
            <a:lvl6pPr algn="ctr">
              <a:defRPr sz="1500" b="1">
                <a:solidFill>
                  <a:srgbClr val="9FA9B9"/>
                </a:solidFill>
                <a:latin typeface="Yu Gothic"/>
                <a:ea typeface="Yu Gothic"/>
                <a:cs typeface="Yu Gothic"/>
              </a:defRPr>
            </a:lvl6pPr>
            <a:lvl7pPr algn="ctr">
              <a:defRPr sz="1500" b="1">
                <a:solidFill>
                  <a:srgbClr val="9FA9B9"/>
                </a:solidFill>
                <a:latin typeface="Yu Gothic"/>
                <a:ea typeface="Yu Gothic"/>
                <a:cs typeface="Yu Gothic"/>
              </a:defRPr>
            </a:lvl7pPr>
            <a:lvl8pPr algn="ctr">
              <a:defRPr sz="1500" b="1">
                <a:solidFill>
                  <a:srgbClr val="9FA9B9"/>
                </a:solidFill>
                <a:latin typeface="Yu Gothic"/>
                <a:ea typeface="Yu Gothic"/>
                <a:cs typeface="Yu Gothic"/>
              </a:defRPr>
            </a:lvl8pPr>
            <a:lvl9pPr algn="ctr">
              <a:defRPr sz="1500" b="1">
                <a:solidFill>
                  <a:srgbClr val="9FA9B9"/>
                </a:solidFill>
                <a:latin typeface="Yu Gothic"/>
                <a:ea typeface="Yu Gothic"/>
                <a:cs typeface="Yu Gothic"/>
              </a:defRPr>
            </a:lvl9pPr>
          </a:lstStyle>
          <a:p xmlns:a="http://schemas.openxmlformats.org/drawingml/2006/main">
            <a:pPr algn="ctr">
              <a:defRPr sz="1500" b="1">
                <a:solidFill>
                  <a:srgbClr val="9FA9B9"/>
                </a:solidFill>
                <a:latin typeface="Yu Gothic"/>
                <a:ea typeface="Yu Gothic"/>
                <a:cs typeface="Yu Gothic"/>
              </a:defRPr>
            </a:pPr>
            <a:r>
              <a:rPr sz="1500" b="1">
                <a:solidFill>
                  <a:srgbClr val="9FA9B9"/>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2BD49570-9C50-4A81-98BF-8DA713D4E69A}"/>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77A3DC"/>
          </a:solidFill>
          <a:ln xmlns:a="http://schemas.openxmlformats.org/drawingml/2006/main" w="20955">
            <a:solidFill>
              <a:srgbClr val="231F20"/>
            </a:solidFill>
          </a:ln>
        </p:spPr>
      </p:sp>
      <p:sp>
        <p:nvSpPr>
          <p:cNvPr id="20" name="text-453">
            <a:extLst xmlns:a="http://schemas.openxmlformats.org/drawingml/2006/main">
              <a:ext uri="{FF2B5EF4-FFF2-40B4-BE49-F238E27FC236}">
                <a16:creationId xmlns:a16="http://schemas.microsoft.com/office/drawing/2014/main" id="{89D81FD3-CAAE-44F3-BC5A-46205E6E7212}"/>
              </a:ext>
            </a:extLst>
          </p:cNvPr>
          <p:cNvSpPr>
            <a:spLocks xmlns:a="http://schemas.openxmlformats.org/drawingml/2006/main" noGrp="1"/>
          </p:cNvSpPr>
          <p:nvPr/>
        </p:nvSpPr>
        <p:spPr>
          <a:xfrm xmlns:a="http://schemas.openxmlformats.org/drawingml/2006/main">
            <a:off x="8201025" y="4057650"/>
            <a:ext cx="1323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231F20"/>
                </a:solidFill>
                <a:latin typeface="Yu Gothic"/>
                <a:ea typeface="Yu Gothic"/>
                <a:cs typeface="Yu Gothic"/>
              </a:defRPr>
            </a:defPPr>
            <a:lvl1pPr algn="ctr">
              <a:defRPr sz="1388" b="1">
                <a:solidFill>
                  <a:srgbClr val="231F20"/>
                </a:solidFill>
                <a:latin typeface="Yu Gothic"/>
                <a:ea typeface="Yu Gothic"/>
                <a:cs typeface="Yu Gothic"/>
              </a:defRPr>
            </a:lvl1pPr>
            <a:lvl2pPr algn="ctr">
              <a:defRPr sz="1388" b="1">
                <a:solidFill>
                  <a:srgbClr val="231F20"/>
                </a:solidFill>
                <a:latin typeface="Yu Gothic"/>
                <a:ea typeface="Yu Gothic"/>
                <a:cs typeface="Yu Gothic"/>
              </a:defRPr>
            </a:lvl2pPr>
            <a:lvl3pPr algn="ctr">
              <a:defRPr sz="1388" b="1">
                <a:solidFill>
                  <a:srgbClr val="231F20"/>
                </a:solidFill>
                <a:latin typeface="Yu Gothic"/>
                <a:ea typeface="Yu Gothic"/>
                <a:cs typeface="Yu Gothic"/>
              </a:defRPr>
            </a:lvl3pPr>
            <a:lvl4pPr algn="ctr">
              <a:defRPr sz="1388" b="1">
                <a:solidFill>
                  <a:srgbClr val="231F20"/>
                </a:solidFill>
                <a:latin typeface="Yu Gothic"/>
                <a:ea typeface="Yu Gothic"/>
                <a:cs typeface="Yu Gothic"/>
              </a:defRPr>
            </a:lvl4pPr>
            <a:lvl5pPr algn="ctr">
              <a:defRPr sz="1388" b="1">
                <a:solidFill>
                  <a:srgbClr val="231F20"/>
                </a:solidFill>
                <a:latin typeface="Yu Gothic"/>
                <a:ea typeface="Yu Gothic"/>
                <a:cs typeface="Yu Gothic"/>
              </a:defRPr>
            </a:lvl5pPr>
            <a:lvl6pPr algn="ctr">
              <a:defRPr sz="1388" b="1">
                <a:solidFill>
                  <a:srgbClr val="231F20"/>
                </a:solidFill>
                <a:latin typeface="Yu Gothic"/>
                <a:ea typeface="Yu Gothic"/>
                <a:cs typeface="Yu Gothic"/>
              </a:defRPr>
            </a:lvl6pPr>
            <a:lvl7pPr algn="ctr">
              <a:defRPr sz="1388" b="1">
                <a:solidFill>
                  <a:srgbClr val="231F20"/>
                </a:solidFill>
                <a:latin typeface="Yu Gothic"/>
                <a:ea typeface="Yu Gothic"/>
                <a:cs typeface="Yu Gothic"/>
              </a:defRPr>
            </a:lvl7pPr>
            <a:lvl8pPr algn="ctr">
              <a:defRPr sz="1388" b="1">
                <a:solidFill>
                  <a:srgbClr val="231F20"/>
                </a:solidFill>
                <a:latin typeface="Yu Gothic"/>
                <a:ea typeface="Yu Gothic"/>
                <a:cs typeface="Yu Gothic"/>
              </a:defRPr>
            </a:lvl8pPr>
            <a:lvl9pPr algn="ctr">
              <a:defRPr sz="1388" b="1">
                <a:solidFill>
                  <a:srgbClr val="231F20"/>
                </a:solidFill>
                <a:latin typeface="Yu Gothic"/>
                <a:ea typeface="Yu Gothic"/>
                <a:cs typeface="Yu Gothic"/>
              </a:defRPr>
            </a:lvl9pPr>
          </a:lstStyle>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DDR</a:t>
            </a:r>
          </a:p>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コントローラー</a:t>
            </a:r>
          </a:p>
        </p:txBody>
      </p:sp>
      <p:sp>
        <p:nvSpPr>
          <p:cNvPr id="21" name="text-454">
            <a:extLst xmlns:a="http://schemas.openxmlformats.org/drawingml/2006/main">
              <a:ext uri="{FF2B5EF4-FFF2-40B4-BE49-F238E27FC236}">
                <a16:creationId xmlns:a16="http://schemas.microsoft.com/office/drawing/2014/main" id="{BB5FF173-3A4B-4C93-8765-37080DC72F56}"/>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455">
            <a:extLst xmlns:a="http://schemas.openxmlformats.org/drawingml/2006/main">
              <a:ext uri="{FF2B5EF4-FFF2-40B4-BE49-F238E27FC236}">
                <a16:creationId xmlns:a16="http://schemas.microsoft.com/office/drawing/2014/main" id="{8DC4CA55-755D-4678-9034-25151A85EE7A}"/>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456">
            <a:extLst xmlns:a="http://schemas.openxmlformats.org/drawingml/2006/main">
              <a:ext uri="{FF2B5EF4-FFF2-40B4-BE49-F238E27FC236}">
                <a16:creationId xmlns:a16="http://schemas.microsoft.com/office/drawing/2014/main" id="{1D464EBA-3318-4D04-B180-60C03897AA6B}"/>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457">
            <a:extLst xmlns:a="http://schemas.openxmlformats.org/drawingml/2006/main">
              <a:ext uri="{FF2B5EF4-FFF2-40B4-BE49-F238E27FC236}">
                <a16:creationId xmlns:a16="http://schemas.microsoft.com/office/drawing/2014/main" id="{88F05011-84B2-4323-A268-12E0A6D30769}"/>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458">
            <a:extLst xmlns:a="http://schemas.openxmlformats.org/drawingml/2006/main">
              <a:ext uri="{FF2B5EF4-FFF2-40B4-BE49-F238E27FC236}">
                <a16:creationId xmlns:a16="http://schemas.microsoft.com/office/drawing/2014/main" id="{D66D1C19-B6CF-4530-8904-A715F93BED1F}"/>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459">
            <a:extLst xmlns:a="http://schemas.openxmlformats.org/drawingml/2006/main">
              <a:ext uri="{FF2B5EF4-FFF2-40B4-BE49-F238E27FC236}">
                <a16:creationId xmlns:a16="http://schemas.microsoft.com/office/drawing/2014/main" id="{63571751-8E69-4F02-8DCF-3578CE857096}"/>
              </a:ext>
            </a:extLst>
          </p:cNvPr>
          <p:cNvSpPr>
            <a:spLocks xmlns:a="http://schemas.openxmlformats.org/drawingml/2006/main" noGrp="1"/>
          </p:cNvSpPr>
          <p:nvPr/>
        </p:nvSpPr>
        <p:spPr>
          <a:xfrm xmlns:a="http://schemas.openxmlformats.org/drawingml/2006/main">
            <a:off x="7924800" y="3200400"/>
            <a:ext cx="9525" cy="1362075"/>
          </a:xfrm>
          <a:custGeom xmlns:a="http://schemas.openxmlformats.org/drawingml/2006/main">
            <a:pathLst>
              <a:path w="9525" h="1362075">
                <a:moveTo>
                  <a:pt x="0" y="0"/>
                </a:moveTo>
                <a:lnTo>
                  <a:pt x="0" y="1362075"/>
                </a:lnTo>
              </a:path>
            </a:pathLst>
          </a:custGeom>
          <a:noFill xmlns:a="http://schemas.openxmlformats.org/drawingml/2006/main"/>
          <a:ln xmlns:a="http://schemas.openxmlformats.org/drawingml/2006/main" w="20955">
            <a:solidFill>
              <a:srgbClr val="9FA9B9"/>
            </a:solidFill>
          </a:ln>
        </p:spPr>
      </p:sp>
      <p:sp>
        <p:nvSpPr>
          <p:cNvPr id="27" name="wire-460">
            <a:extLst xmlns:a="http://schemas.openxmlformats.org/drawingml/2006/main">
              <a:ext uri="{FF2B5EF4-FFF2-40B4-BE49-F238E27FC236}">
                <a16:creationId xmlns:a16="http://schemas.microsoft.com/office/drawing/2014/main" id="{750BA8E9-5063-4C0B-AEB6-56FF1276D705}"/>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9FA9B9"/>
            </a:solidFill>
          </a:ln>
        </p:spPr>
      </p:sp>
      <p:sp>
        <p:nvSpPr>
          <p:cNvPr id="28" name="circuit-461">
            <a:extLst xmlns:a="http://schemas.openxmlformats.org/drawingml/2006/main">
              <a:ext uri="{FF2B5EF4-FFF2-40B4-BE49-F238E27FC236}">
                <a16:creationId xmlns:a16="http://schemas.microsoft.com/office/drawing/2014/main" id="{6EE5F6FB-FFB9-4B3B-9091-34F6DEF24CC6}"/>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29" name="wire-462">
            <a:extLst xmlns:a="http://schemas.openxmlformats.org/drawingml/2006/main">
              <a:ext uri="{FF2B5EF4-FFF2-40B4-BE49-F238E27FC236}">
                <a16:creationId xmlns:a16="http://schemas.microsoft.com/office/drawing/2014/main" id="{E8728885-5BB9-48AB-99FC-0FA7416CD5BD}"/>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9FA9B9"/>
            </a:solidFill>
          </a:ln>
        </p:spPr>
      </p:sp>
      <p:sp>
        <p:nvSpPr>
          <p:cNvPr id="30" name="circuit-463">
            <a:extLst xmlns:a="http://schemas.openxmlformats.org/drawingml/2006/main">
              <a:ext uri="{FF2B5EF4-FFF2-40B4-BE49-F238E27FC236}">
                <a16:creationId xmlns:a16="http://schemas.microsoft.com/office/drawing/2014/main" id="{535182EC-5B8E-4E33-91D4-596762BBD965}"/>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31" name="wire-464">
            <a:extLst xmlns:a="http://schemas.openxmlformats.org/drawingml/2006/main">
              <a:ext uri="{FF2B5EF4-FFF2-40B4-BE49-F238E27FC236}">
                <a16:creationId xmlns:a16="http://schemas.microsoft.com/office/drawing/2014/main" id="{88F1FAE7-9430-4046-AF10-E7406CB85617}"/>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465">
            <a:extLst xmlns:a="http://schemas.openxmlformats.org/drawingml/2006/main">
              <a:ext uri="{FF2B5EF4-FFF2-40B4-BE49-F238E27FC236}">
                <a16:creationId xmlns:a16="http://schemas.microsoft.com/office/drawing/2014/main" id="{FB78CF6F-01DE-49EB-AD5C-516136EE255C}"/>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466">
            <a:extLst xmlns:a="http://schemas.openxmlformats.org/drawingml/2006/main">
              <a:ext uri="{FF2B5EF4-FFF2-40B4-BE49-F238E27FC236}">
                <a16:creationId xmlns:a16="http://schemas.microsoft.com/office/drawing/2014/main" id="{5852C652-8165-4B54-9D91-66C8CFD3FAAB}"/>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467">
            <a:extLst xmlns:a="http://schemas.openxmlformats.org/drawingml/2006/main">
              <a:ext uri="{FF2B5EF4-FFF2-40B4-BE49-F238E27FC236}">
                <a16:creationId xmlns:a16="http://schemas.microsoft.com/office/drawing/2014/main" id="{2C130BB7-FB1E-4360-B274-29368E5E2648}"/>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board-stable-sd">
            <a:extLst xmlns:a="http://schemas.openxmlformats.org/drawingml/2006/main">
              <a:ext uri="{FF2B5EF4-FFF2-40B4-BE49-F238E27FC236}">
                <a16:creationId xmlns:a16="http://schemas.microsoft.com/office/drawing/2014/main" id="{91BFD472-D423-441F-A93F-11E19DC06839}"/>
              </a:ext>
            </a:extLst>
          </p:cNvPr>
          <p:cNvSpPr>
            <a:spLocks xmlns:a="http://schemas.openxmlformats.org/drawingml/2006/main" noGrp="1"/>
          </p:cNvSpPr>
          <p:nvPr/>
        </p:nvSpPr>
        <p:spPr>
          <a:xfrm xmlns:a="http://schemas.openxmlformats.org/drawingml/2006/main">
            <a:off x="8162925" y="2933700"/>
            <a:ext cx="1400175" cy="533400"/>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36" name="text-469">
            <a:extLst xmlns:a="http://schemas.openxmlformats.org/drawingml/2006/main">
              <a:ext uri="{FF2B5EF4-FFF2-40B4-BE49-F238E27FC236}">
                <a16:creationId xmlns:a16="http://schemas.microsoft.com/office/drawing/2014/main" id="{DD65604C-B174-43AC-A693-D22ABF7EE25D}"/>
              </a:ext>
            </a:extLst>
          </p:cNvPr>
          <p:cNvSpPr>
            <a:spLocks xmlns:a="http://schemas.openxmlformats.org/drawingml/2006/main" noGrp="1"/>
          </p:cNvSpPr>
          <p:nvPr/>
        </p:nvSpPr>
        <p:spPr>
          <a:xfrm xmlns:a="http://schemas.openxmlformats.org/drawingml/2006/main">
            <a:off x="8239125" y="2990850"/>
            <a:ext cx="124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SD制御</a:t>
            </a:r>
          </a:p>
        </p:txBody>
      </p:sp>
      <p:sp>
        <p:nvSpPr>
          <p:cNvPr id="37" name="wire-470">
            <a:extLst xmlns:a="http://schemas.openxmlformats.org/drawingml/2006/main">
              <a:ext uri="{FF2B5EF4-FFF2-40B4-BE49-F238E27FC236}">
                <a16:creationId xmlns:a16="http://schemas.microsoft.com/office/drawing/2014/main" id="{E5116045-FD6B-4887-A659-936F2A050B57}"/>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38" name="circuit-471">
            <a:extLst xmlns:a="http://schemas.openxmlformats.org/drawingml/2006/main">
              <a:ext uri="{FF2B5EF4-FFF2-40B4-BE49-F238E27FC236}">
                <a16:creationId xmlns:a16="http://schemas.microsoft.com/office/drawing/2014/main" id="{3DDBC877-5335-47CC-AAFD-4452310BC899}"/>
              </a:ext>
            </a:extLst>
          </p:cNvPr>
          <p:cNvSpPr>
            <a:spLocks xmlns:a="http://schemas.openxmlformats.org/drawingml/2006/main" noGrp="1"/>
          </p:cNvSpPr>
          <p:nvPr/>
        </p:nvSpPr>
        <p:spPr>
          <a:xfrm xmlns:a="http://schemas.openxmlformats.org/drawingml/2006/main">
            <a:off x="993457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9" name="wire-472">
            <a:extLst xmlns:a="http://schemas.openxmlformats.org/drawingml/2006/main">
              <a:ext uri="{FF2B5EF4-FFF2-40B4-BE49-F238E27FC236}">
                <a16:creationId xmlns:a16="http://schemas.microsoft.com/office/drawing/2014/main" id="{D9115FF5-932A-4E36-A13D-B1D8BBD35CE6}"/>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40" name="circuit-473">
            <a:extLst xmlns:a="http://schemas.openxmlformats.org/drawingml/2006/main">
              <a:ext uri="{FF2B5EF4-FFF2-40B4-BE49-F238E27FC236}">
                <a16:creationId xmlns:a16="http://schemas.microsoft.com/office/drawing/2014/main" id="{665D47AD-E461-454E-A1FD-84A1C1578C43}"/>
              </a:ext>
            </a:extLst>
          </p:cNvPr>
          <p:cNvSpPr>
            <a:spLocks xmlns:a="http://schemas.openxmlformats.org/drawingml/2006/main" noGrp="1"/>
          </p:cNvSpPr>
          <p:nvPr/>
        </p:nvSpPr>
        <p:spPr>
          <a:xfrm xmlns:a="http://schemas.openxmlformats.org/drawingml/2006/main">
            <a:off x="95631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41" name="wire-474">
            <a:extLst xmlns:a="http://schemas.openxmlformats.org/drawingml/2006/main">
              <a:ext uri="{FF2B5EF4-FFF2-40B4-BE49-F238E27FC236}">
                <a16:creationId xmlns:a16="http://schemas.microsoft.com/office/drawing/2014/main" id="{D8E2116C-BD0A-4E23-BA5F-273FC8FB7E61}"/>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42" name="circuit-475">
            <a:extLst xmlns:a="http://schemas.openxmlformats.org/drawingml/2006/main">
              <a:ext uri="{FF2B5EF4-FFF2-40B4-BE49-F238E27FC236}">
                <a16:creationId xmlns:a16="http://schemas.microsoft.com/office/drawing/2014/main" id="{50F58709-4750-4E1C-81C5-95A36E831103}"/>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3" name="wire-476">
            <a:extLst xmlns:a="http://schemas.openxmlformats.org/drawingml/2006/main">
              <a:ext uri="{FF2B5EF4-FFF2-40B4-BE49-F238E27FC236}">
                <a16:creationId xmlns:a16="http://schemas.microsoft.com/office/drawing/2014/main" id="{64AD9AAC-5B45-4092-8C48-3D402DA906E5}"/>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44" name="circuit-477">
            <a:extLst xmlns:a="http://schemas.openxmlformats.org/drawingml/2006/main">
              <a:ext uri="{FF2B5EF4-FFF2-40B4-BE49-F238E27FC236}">
                <a16:creationId xmlns:a16="http://schemas.microsoft.com/office/drawing/2014/main" id="{A6A478AF-08F5-4725-8383-702CEE0B6729}"/>
              </a:ext>
            </a:extLst>
          </p:cNvPr>
          <p:cNvSpPr>
            <a:spLocks xmlns:a="http://schemas.openxmlformats.org/drawingml/2006/main" noGrp="1"/>
          </p:cNvSpPr>
          <p:nvPr/>
        </p:nvSpPr>
        <p:spPr>
          <a:xfrm xmlns:a="http://schemas.openxmlformats.org/drawingml/2006/main">
            <a:off x="79248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45" name="wire-478">
            <a:extLst xmlns:a="http://schemas.openxmlformats.org/drawingml/2006/main">
              <a:ext uri="{FF2B5EF4-FFF2-40B4-BE49-F238E27FC236}">
                <a16:creationId xmlns:a16="http://schemas.microsoft.com/office/drawing/2014/main" id="{C5E3D600-B460-4633-B237-B71B3D5115F6}"/>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8575">
            <a:solidFill>
              <a:srgbClr val="1572C3"/>
            </a:solidFill>
          </a:ln>
        </p:spPr>
      </p:sp>
      <p:sp>
        <p:nvSpPr>
          <p:cNvPr id="46" name="wire-479">
            <a:extLst xmlns:a="http://schemas.openxmlformats.org/drawingml/2006/main">
              <a:ext uri="{FF2B5EF4-FFF2-40B4-BE49-F238E27FC236}">
                <a16:creationId xmlns:a16="http://schemas.microsoft.com/office/drawing/2014/main" id="{CCF85062-713E-40AF-A09B-6FF6271778F8}"/>
              </a:ext>
            </a:extLst>
          </p:cNvPr>
          <p:cNvSpPr>
            <a:spLocks xmlns:a="http://schemas.openxmlformats.org/drawingml/2006/main" noGrp="1"/>
          </p:cNvSpPr>
          <p:nvPr/>
        </p:nvSpPr>
        <p:spPr>
          <a:xfrm xmlns:a="http://schemas.openxmlformats.org/drawingml/2006/main">
            <a:off x="7924800" y="3200400"/>
            <a:ext cx="9525" cy="1362075"/>
          </a:xfrm>
          <a:custGeom xmlns:a="http://schemas.openxmlformats.org/drawingml/2006/main">
            <a:pathLst>
              <a:path w="9525" h="1362075">
                <a:moveTo>
                  <a:pt x="0" y="1362075"/>
                </a:moveTo>
                <a:lnTo>
                  <a:pt x="0" y="0"/>
                </a:lnTo>
              </a:path>
            </a:pathLst>
          </a:custGeom>
          <a:noFill xmlns:a="http://schemas.openxmlformats.org/drawingml/2006/main"/>
          <a:ln xmlns:a="http://schemas.openxmlformats.org/drawingml/2006/main" w="28575">
            <a:solidFill>
              <a:srgbClr val="1572C3"/>
            </a:solidFill>
          </a:ln>
        </p:spPr>
      </p:sp>
      <p:sp>
        <p:nvSpPr>
          <p:cNvPr id="47" name="wire-480">
            <a:extLst xmlns:a="http://schemas.openxmlformats.org/drawingml/2006/main">
              <a:ext uri="{FF2B5EF4-FFF2-40B4-BE49-F238E27FC236}">
                <a16:creationId xmlns:a16="http://schemas.microsoft.com/office/drawing/2014/main" id="{624656AC-3869-4EF3-9E63-D190E9B0A28B}"/>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1572C3"/>
            </a:solidFill>
          </a:ln>
        </p:spPr>
      </p:sp>
      <p:sp>
        <p:nvSpPr>
          <p:cNvPr id="48" name="circuit-481">
            <a:extLst xmlns:a="http://schemas.openxmlformats.org/drawingml/2006/main">
              <a:ext uri="{FF2B5EF4-FFF2-40B4-BE49-F238E27FC236}">
                <a16:creationId xmlns:a16="http://schemas.microsoft.com/office/drawing/2014/main" id="{90AC3CCC-DFD5-45A2-ABE2-671F243E280E}"/>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9" name="text-482">
            <a:extLst xmlns:a="http://schemas.openxmlformats.org/drawingml/2006/main">
              <a:ext uri="{FF2B5EF4-FFF2-40B4-BE49-F238E27FC236}">
                <a16:creationId xmlns:a16="http://schemas.microsoft.com/office/drawing/2014/main" id="{AFB493D4-7FF8-4DA0-A993-574DBFD6D523}"/>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50" name="block-483">
            <a:extLst xmlns:a="http://schemas.openxmlformats.org/drawingml/2006/main">
              <a:ext uri="{FF2B5EF4-FFF2-40B4-BE49-F238E27FC236}">
                <a16:creationId xmlns:a16="http://schemas.microsoft.com/office/drawing/2014/main" id="{308D44D2-58F3-4590-9B25-5041C5D7598D}"/>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1" name="text-484">
            <a:extLst xmlns:a="http://schemas.openxmlformats.org/drawingml/2006/main">
              <a:ext uri="{FF2B5EF4-FFF2-40B4-BE49-F238E27FC236}">
                <a16:creationId xmlns:a16="http://schemas.microsoft.com/office/drawing/2014/main" id="{638828D2-B92D-4547-8B2F-F4C3526CBD6B}"/>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即値</a:t>
            </a:r>
          </a:p>
        </p:txBody>
      </p:sp>
      <p:sp>
        <p:nvSpPr>
          <p:cNvPr id="52" name="text-485">
            <a:extLst xmlns:a="http://schemas.openxmlformats.org/drawingml/2006/main">
              <a:ext uri="{FF2B5EF4-FFF2-40B4-BE49-F238E27FC236}">
                <a16:creationId xmlns:a16="http://schemas.microsoft.com/office/drawing/2014/main" id="{D70AECEE-664C-48CB-9C30-352C9F59CA38}"/>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数値</a:t>
            </a:r>
          </a:p>
        </p:txBody>
      </p:sp>
      <p:sp>
        <p:nvSpPr>
          <p:cNvPr id="53" name="block-486">
            <a:extLst xmlns:a="http://schemas.openxmlformats.org/drawingml/2006/main">
              <a:ext uri="{FF2B5EF4-FFF2-40B4-BE49-F238E27FC236}">
                <a16:creationId xmlns:a16="http://schemas.microsoft.com/office/drawing/2014/main" id="{8C329C4B-2E3B-41FB-98F6-DE78F2A675A0}"/>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4" name="text-487">
            <a:extLst xmlns:a="http://schemas.openxmlformats.org/drawingml/2006/main">
              <a:ext uri="{FF2B5EF4-FFF2-40B4-BE49-F238E27FC236}">
                <a16:creationId xmlns:a16="http://schemas.microsoft.com/office/drawing/2014/main" id="{3659A4FB-B364-4AE0-ACDF-5715A1ACFCDD}"/>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A1</a:t>
            </a:r>
          </a:p>
        </p:txBody>
      </p:sp>
      <p:sp>
        <p:nvSpPr>
          <p:cNvPr id="55" name="text-488">
            <a:extLst xmlns:a="http://schemas.openxmlformats.org/drawingml/2006/main">
              <a:ext uri="{FF2B5EF4-FFF2-40B4-BE49-F238E27FC236}">
                <a16:creationId xmlns:a16="http://schemas.microsoft.com/office/drawing/2014/main" id="{7756D5EE-FADA-4BF9-8DAF-10E2E073030E}"/>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56" name="block-489">
            <a:extLst xmlns:a="http://schemas.openxmlformats.org/drawingml/2006/main">
              <a:ext uri="{FF2B5EF4-FFF2-40B4-BE49-F238E27FC236}">
                <a16:creationId xmlns:a16="http://schemas.microsoft.com/office/drawing/2014/main" id="{9817D12B-E02C-4219-BFCA-A92598898DE5}"/>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7" name="text-490">
            <a:extLst xmlns:a="http://schemas.openxmlformats.org/drawingml/2006/main">
              <a:ext uri="{FF2B5EF4-FFF2-40B4-BE49-F238E27FC236}">
                <a16:creationId xmlns:a16="http://schemas.microsoft.com/office/drawing/2014/main" id="{482C4E9C-8424-477A-A27B-DF70D325E4C7}"/>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A2</a:t>
            </a:r>
          </a:p>
        </p:txBody>
      </p:sp>
      <p:sp>
        <p:nvSpPr>
          <p:cNvPr id="58" name="text-491">
            <a:extLst xmlns:a="http://schemas.openxmlformats.org/drawingml/2006/main">
              <a:ext uri="{FF2B5EF4-FFF2-40B4-BE49-F238E27FC236}">
                <a16:creationId xmlns:a16="http://schemas.microsoft.com/office/drawing/2014/main" id="{EEBAA073-E15D-4F5D-9BC7-82064AE39AD1}"/>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59" name="block-492">
            <a:extLst xmlns:a="http://schemas.openxmlformats.org/drawingml/2006/main">
              <a:ext uri="{FF2B5EF4-FFF2-40B4-BE49-F238E27FC236}">
                <a16:creationId xmlns:a16="http://schemas.microsoft.com/office/drawing/2014/main" id="{0397D146-7C47-4E07-8D10-9325C7A8FC23}"/>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0" name="text-493">
            <a:extLst xmlns:a="http://schemas.openxmlformats.org/drawingml/2006/main">
              <a:ext uri="{FF2B5EF4-FFF2-40B4-BE49-F238E27FC236}">
                <a16:creationId xmlns:a16="http://schemas.microsoft.com/office/drawing/2014/main" id="{CDDDAB05-1582-402F-90CE-D74957C00D98}"/>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操作</a:t>
            </a:r>
          </a:p>
        </p:txBody>
      </p:sp>
      <p:sp>
        <p:nvSpPr>
          <p:cNvPr id="61" name="text-494">
            <a:extLst xmlns:a="http://schemas.openxmlformats.org/drawingml/2006/main">
              <a:ext uri="{FF2B5EF4-FFF2-40B4-BE49-F238E27FC236}">
                <a16:creationId xmlns:a16="http://schemas.microsoft.com/office/drawing/2014/main" id="{78E32C50-55C3-4021-8A98-6144611A44E2}"/>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lw/sw</a:t>
            </a:r>
          </a:p>
        </p:txBody>
      </p:sp>
      <p:sp>
        <p:nvSpPr>
          <p:cNvPr id="62" name="board-stable-pc">
            <a:extLst xmlns:a="http://schemas.openxmlformats.org/drawingml/2006/main">
              <a:ext uri="{FF2B5EF4-FFF2-40B4-BE49-F238E27FC236}">
                <a16:creationId xmlns:a16="http://schemas.microsoft.com/office/drawing/2014/main" id="{36D4CF12-6A2F-4B09-A796-91B0E3E4C900}"/>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3" name="text-496">
            <a:extLst xmlns:a="http://schemas.openxmlformats.org/drawingml/2006/main">
              <a:ext uri="{FF2B5EF4-FFF2-40B4-BE49-F238E27FC236}">
                <a16:creationId xmlns:a16="http://schemas.microsoft.com/office/drawing/2014/main" id="{88863C5A-02AE-4DCD-9515-B979FBE4DDF0}"/>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64" name="circuit-497">
            <a:extLst xmlns:a="http://schemas.openxmlformats.org/drawingml/2006/main">
              <a:ext uri="{FF2B5EF4-FFF2-40B4-BE49-F238E27FC236}">
                <a16:creationId xmlns:a16="http://schemas.microsoft.com/office/drawing/2014/main" id="{F180926B-80A4-4696-BA79-774F75884D84}"/>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65" name="wire-498">
            <a:extLst xmlns:a="http://schemas.openxmlformats.org/drawingml/2006/main">
              <a:ext uri="{FF2B5EF4-FFF2-40B4-BE49-F238E27FC236}">
                <a16:creationId xmlns:a16="http://schemas.microsoft.com/office/drawing/2014/main" id="{2FA2711E-9FA7-4B02-A97E-C1A59861FAD6}"/>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66" name="text-499">
            <a:extLst xmlns:a="http://schemas.openxmlformats.org/drawingml/2006/main">
              <a:ext uri="{FF2B5EF4-FFF2-40B4-BE49-F238E27FC236}">
                <a16:creationId xmlns:a16="http://schemas.microsoft.com/office/drawing/2014/main" id="{F2979D36-90FD-4F1E-9206-CB5C2D994B1C}"/>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67" name="text-500">
            <a:extLst xmlns:a="http://schemas.openxmlformats.org/drawingml/2006/main">
              <a:ext uri="{FF2B5EF4-FFF2-40B4-BE49-F238E27FC236}">
                <a16:creationId xmlns:a16="http://schemas.microsoft.com/office/drawing/2014/main" id="{24BF580D-5B8A-445B-91AF-2B232425F952}"/>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68" name="wire-501">
            <a:extLst xmlns:a="http://schemas.openxmlformats.org/drawingml/2006/main">
              <a:ext uri="{FF2B5EF4-FFF2-40B4-BE49-F238E27FC236}">
                <a16:creationId xmlns:a16="http://schemas.microsoft.com/office/drawing/2014/main" id="{977714F7-D8DF-4140-BAAB-751EBFC7CBF8}"/>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69" name="circuit-502">
            <a:extLst xmlns:a="http://schemas.openxmlformats.org/drawingml/2006/main">
              <a:ext uri="{FF2B5EF4-FFF2-40B4-BE49-F238E27FC236}">
                <a16:creationId xmlns:a16="http://schemas.microsoft.com/office/drawing/2014/main" id="{B237F8FD-9280-4BE4-978D-7813DD42EBCE}"/>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0" name="text-503">
            <a:extLst xmlns:a="http://schemas.openxmlformats.org/drawingml/2006/main">
              <a:ext uri="{FF2B5EF4-FFF2-40B4-BE49-F238E27FC236}">
                <a16:creationId xmlns:a16="http://schemas.microsoft.com/office/drawing/2014/main" id="{D4C85DC2-5FEC-4E4D-85FB-C257840851F8}"/>
              </a:ext>
            </a:extLst>
          </p:cNvPr>
          <p:cNvSpPr>
            <a:spLocks xmlns:a="http://schemas.openxmlformats.org/drawingml/2006/main" noGrp="1"/>
          </p:cNvSpPr>
          <p:nvPr/>
        </p:nvSpPr>
        <p:spPr>
          <a:xfrm xmlns:a="http://schemas.openxmlformats.org/drawingml/2006/main">
            <a:off x="1304925" y="4543425"/>
            <a:ext cx="342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番地</a:t>
            </a:r>
          </a:p>
        </p:txBody>
      </p:sp>
      <p:sp>
        <p:nvSpPr>
          <p:cNvPr id="71" name="board-stable-fetch">
            <a:extLst xmlns:a="http://schemas.openxmlformats.org/drawingml/2006/main">
              <a:ext uri="{FF2B5EF4-FFF2-40B4-BE49-F238E27FC236}">
                <a16:creationId xmlns:a16="http://schemas.microsoft.com/office/drawing/2014/main" id="{67B0E545-4187-4FBD-88F1-EB1581AA56A1}"/>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2" name="text-505">
            <a:extLst xmlns:a="http://schemas.openxmlformats.org/drawingml/2006/main">
              <a:ext uri="{FF2B5EF4-FFF2-40B4-BE49-F238E27FC236}">
                <a16:creationId xmlns:a16="http://schemas.microsoft.com/office/drawing/2014/main" id="{E564210F-6F5B-4DBB-AE30-6A3C79C206E5}"/>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73" name="text-506">
            <a:extLst xmlns:a="http://schemas.openxmlformats.org/drawingml/2006/main">
              <a:ext uri="{FF2B5EF4-FFF2-40B4-BE49-F238E27FC236}">
                <a16:creationId xmlns:a16="http://schemas.microsoft.com/office/drawing/2014/main" id="{A7471511-5B56-467B-8B00-1A854B6BD16B}"/>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74" name="text-507">
            <a:extLst xmlns:a="http://schemas.openxmlformats.org/drawingml/2006/main">
              <a:ext uri="{FF2B5EF4-FFF2-40B4-BE49-F238E27FC236}">
                <a16:creationId xmlns:a16="http://schemas.microsoft.com/office/drawing/2014/main" id="{15C5DC70-8B6C-48EB-85FC-28869DAD354C}"/>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75" name="text-508">
            <a:extLst xmlns:a="http://schemas.openxmlformats.org/drawingml/2006/main">
              <a:ext uri="{FF2B5EF4-FFF2-40B4-BE49-F238E27FC236}">
                <a16:creationId xmlns:a16="http://schemas.microsoft.com/office/drawing/2014/main" id="{1495AB83-59D9-4A85-AD50-3478CF8270DA}"/>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Yu Gothic"/>
                <a:ea typeface="Yu Gothic"/>
                <a:cs typeface="Yu Gothic"/>
              </a:defRPr>
            </a:defPPr>
            <a:lvl1pPr algn="ctr">
              <a:defRPr sz="1350" b="1">
                <a:solidFill>
                  <a:srgbClr val="231F20"/>
                </a:solidFill>
                <a:latin typeface="Yu Gothic"/>
                <a:ea typeface="Yu Gothic"/>
                <a:cs typeface="Yu Gothic"/>
              </a:defRPr>
            </a:lvl1pPr>
            <a:lvl2pPr algn="ctr">
              <a:defRPr sz="1350" b="1">
                <a:solidFill>
                  <a:srgbClr val="231F20"/>
                </a:solidFill>
                <a:latin typeface="Yu Gothic"/>
                <a:ea typeface="Yu Gothic"/>
                <a:cs typeface="Yu Gothic"/>
              </a:defRPr>
            </a:lvl2pPr>
            <a:lvl3pPr algn="ctr">
              <a:defRPr sz="1350" b="1">
                <a:solidFill>
                  <a:srgbClr val="231F20"/>
                </a:solidFill>
                <a:latin typeface="Yu Gothic"/>
                <a:ea typeface="Yu Gothic"/>
                <a:cs typeface="Yu Gothic"/>
              </a:defRPr>
            </a:lvl3pPr>
            <a:lvl4pPr algn="ctr">
              <a:defRPr sz="1350" b="1">
                <a:solidFill>
                  <a:srgbClr val="231F20"/>
                </a:solidFill>
                <a:latin typeface="Yu Gothic"/>
                <a:ea typeface="Yu Gothic"/>
                <a:cs typeface="Yu Gothic"/>
              </a:defRPr>
            </a:lvl4pPr>
            <a:lvl5pPr algn="ctr">
              <a:defRPr sz="1350" b="1">
                <a:solidFill>
                  <a:srgbClr val="231F20"/>
                </a:solidFill>
                <a:latin typeface="Yu Gothic"/>
                <a:ea typeface="Yu Gothic"/>
                <a:cs typeface="Yu Gothic"/>
              </a:defRPr>
            </a:lvl5pPr>
            <a:lvl6pPr algn="ctr">
              <a:defRPr sz="1350" b="1">
                <a:solidFill>
                  <a:srgbClr val="231F20"/>
                </a:solidFill>
                <a:latin typeface="Yu Gothic"/>
                <a:ea typeface="Yu Gothic"/>
                <a:cs typeface="Yu Gothic"/>
              </a:defRPr>
            </a:lvl6pPr>
            <a:lvl7pPr algn="ctr">
              <a:defRPr sz="1350" b="1">
                <a:solidFill>
                  <a:srgbClr val="231F20"/>
                </a:solidFill>
                <a:latin typeface="Yu Gothic"/>
                <a:ea typeface="Yu Gothic"/>
                <a:cs typeface="Yu Gothic"/>
              </a:defRPr>
            </a:lvl7pPr>
            <a:lvl8pPr algn="ctr">
              <a:defRPr sz="1350" b="1">
                <a:solidFill>
                  <a:srgbClr val="231F20"/>
                </a:solidFill>
                <a:latin typeface="Yu Gothic"/>
                <a:ea typeface="Yu Gothic"/>
                <a:cs typeface="Yu Gothic"/>
              </a:defRPr>
            </a:lvl8pPr>
            <a:lvl9pPr algn="ctr">
              <a:defRPr sz="1350" b="1">
                <a:solidFill>
                  <a:srgbClr val="231F20"/>
                </a:solidFill>
                <a:latin typeface="Yu Gothic"/>
                <a:ea typeface="Yu Gothic"/>
                <a:cs typeface="Yu Gothic"/>
              </a:defRPr>
            </a:lvl9pPr>
          </a:lstStyle>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DDR3から</a:t>
            </a:r>
          </a:p>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命令を読む</a:t>
            </a:r>
          </a:p>
        </p:txBody>
      </p:sp>
      <p:sp>
        <p:nvSpPr>
          <p:cNvPr id="76" name="wire-509">
            <a:extLst xmlns:a="http://schemas.openxmlformats.org/drawingml/2006/main">
              <a:ext uri="{FF2B5EF4-FFF2-40B4-BE49-F238E27FC236}">
                <a16:creationId xmlns:a16="http://schemas.microsoft.com/office/drawing/2014/main" id="{31CCC94B-99E2-49B2-83AE-C4CD8A536AB9}"/>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77" name="wire-510">
            <a:extLst xmlns:a="http://schemas.openxmlformats.org/drawingml/2006/main">
              <a:ext uri="{FF2B5EF4-FFF2-40B4-BE49-F238E27FC236}">
                <a16:creationId xmlns:a16="http://schemas.microsoft.com/office/drawing/2014/main" id="{EBCEB658-6989-4E5F-BE1E-3F770B80068D}"/>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78" name="wire-511">
            <a:extLst xmlns:a="http://schemas.openxmlformats.org/drawingml/2006/main">
              <a:ext uri="{FF2B5EF4-FFF2-40B4-BE49-F238E27FC236}">
                <a16:creationId xmlns:a16="http://schemas.microsoft.com/office/drawing/2014/main" id="{95E84775-2529-49F2-8B4F-9A503671C488}"/>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79" name="circuit-512">
            <a:extLst xmlns:a="http://schemas.openxmlformats.org/drawingml/2006/main">
              <a:ext uri="{FF2B5EF4-FFF2-40B4-BE49-F238E27FC236}">
                <a16:creationId xmlns:a16="http://schemas.microsoft.com/office/drawing/2014/main" id="{98A1371C-BCDE-4463-AED9-ADFF9DA1A46C}"/>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0" name="circuit-513">
            <a:extLst xmlns:a="http://schemas.openxmlformats.org/drawingml/2006/main">
              <a:ext uri="{FF2B5EF4-FFF2-40B4-BE49-F238E27FC236}">
                <a16:creationId xmlns:a16="http://schemas.microsoft.com/office/drawing/2014/main" id="{9E00FEBB-6A5A-4D49-88A1-16A0B9AB182C}"/>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81" name="text-514">
            <a:extLst xmlns:a="http://schemas.openxmlformats.org/drawingml/2006/main">
              <a:ext uri="{FF2B5EF4-FFF2-40B4-BE49-F238E27FC236}">
                <a16:creationId xmlns:a16="http://schemas.microsoft.com/office/drawing/2014/main" id="{1D4363EF-1263-4B37-BD43-845750BD5113}"/>
              </a:ext>
            </a:extLst>
          </p:cNvPr>
          <p:cNvSpPr>
            <a:spLocks xmlns:a="http://schemas.openxmlformats.org/drawingml/2006/main" noGrp="1"/>
          </p:cNvSpPr>
          <p:nvPr/>
        </p:nvSpPr>
        <p:spPr>
          <a:xfrm xmlns:a="http://schemas.openxmlformats.org/drawingml/2006/main">
            <a:off x="1895475" y="3467100"/>
            <a:ext cx="238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82" name="wire-515">
            <a:extLst xmlns:a="http://schemas.openxmlformats.org/drawingml/2006/main">
              <a:ext uri="{FF2B5EF4-FFF2-40B4-BE49-F238E27FC236}">
                <a16:creationId xmlns:a16="http://schemas.microsoft.com/office/drawing/2014/main" id="{4779E76C-9B3B-453B-B63D-553A835485FA}"/>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83" name="wire-516">
            <a:extLst xmlns:a="http://schemas.openxmlformats.org/drawingml/2006/main">
              <a:ext uri="{FF2B5EF4-FFF2-40B4-BE49-F238E27FC236}">
                <a16:creationId xmlns:a16="http://schemas.microsoft.com/office/drawing/2014/main" id="{4E2E4B37-44F0-48AA-A291-0398B55B4BD0}"/>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84" name="circuit-517">
            <a:extLst xmlns:a="http://schemas.openxmlformats.org/drawingml/2006/main">
              <a:ext uri="{FF2B5EF4-FFF2-40B4-BE49-F238E27FC236}">
                <a16:creationId xmlns:a16="http://schemas.microsoft.com/office/drawing/2014/main" id="{BB0FD0D8-D20D-4F36-9256-E33F84B53ECC}"/>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5" name="text-518">
            <a:extLst xmlns:a="http://schemas.openxmlformats.org/drawingml/2006/main">
              <a:ext uri="{FF2B5EF4-FFF2-40B4-BE49-F238E27FC236}">
                <a16:creationId xmlns:a16="http://schemas.microsoft.com/office/drawing/2014/main" id="{17AAFE99-6D6F-4C74-9A37-89F5ECD7A76B}"/>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86" name="wire-519">
            <a:extLst xmlns:a="http://schemas.openxmlformats.org/drawingml/2006/main">
              <a:ext uri="{FF2B5EF4-FFF2-40B4-BE49-F238E27FC236}">
                <a16:creationId xmlns:a16="http://schemas.microsoft.com/office/drawing/2014/main" id="{D1F14406-D9E5-4AFA-929D-F548E3229522}"/>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87" name="circuit-520">
            <a:extLst xmlns:a="http://schemas.openxmlformats.org/drawingml/2006/main">
              <a:ext uri="{FF2B5EF4-FFF2-40B4-BE49-F238E27FC236}">
                <a16:creationId xmlns:a16="http://schemas.microsoft.com/office/drawing/2014/main" id="{6E1AEF8C-52A6-4E86-8169-61675EA2D62E}"/>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8" name="wire-521">
            <a:extLst xmlns:a="http://schemas.openxmlformats.org/drawingml/2006/main">
              <a:ext uri="{FF2B5EF4-FFF2-40B4-BE49-F238E27FC236}">
                <a16:creationId xmlns:a16="http://schemas.microsoft.com/office/drawing/2014/main" id="{6D8BB13F-3D7C-4FDA-BC79-1CFB62D8AEB9}"/>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89" name="wire-522">
            <a:extLst xmlns:a="http://schemas.openxmlformats.org/drawingml/2006/main">
              <a:ext uri="{FF2B5EF4-FFF2-40B4-BE49-F238E27FC236}">
                <a16:creationId xmlns:a16="http://schemas.microsoft.com/office/drawing/2014/main" id="{02F459FE-E9DF-4BA4-8C79-99F165010102}"/>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90" name="wire-523">
            <a:extLst xmlns:a="http://schemas.openxmlformats.org/drawingml/2006/main">
              <a:ext uri="{FF2B5EF4-FFF2-40B4-BE49-F238E27FC236}">
                <a16:creationId xmlns:a16="http://schemas.microsoft.com/office/drawing/2014/main" id="{D3740E73-6712-4BD6-9DB6-D26F8C72D406}"/>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91" name="wire-524">
            <a:extLst xmlns:a="http://schemas.openxmlformats.org/drawingml/2006/main">
              <a:ext uri="{FF2B5EF4-FFF2-40B4-BE49-F238E27FC236}">
                <a16:creationId xmlns:a16="http://schemas.microsoft.com/office/drawing/2014/main" id="{984CA33E-4B02-4EE2-B3A9-744B29906832}"/>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92" name="wire-525">
            <a:extLst xmlns:a="http://schemas.openxmlformats.org/drawingml/2006/main">
              <a:ext uri="{FF2B5EF4-FFF2-40B4-BE49-F238E27FC236}">
                <a16:creationId xmlns:a16="http://schemas.microsoft.com/office/drawing/2014/main" id="{24204603-D71F-46FF-8974-E7D2E7623DE2}"/>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93" name="circuit-526">
            <a:extLst xmlns:a="http://schemas.openxmlformats.org/drawingml/2006/main">
              <a:ext uri="{FF2B5EF4-FFF2-40B4-BE49-F238E27FC236}">
                <a16:creationId xmlns:a16="http://schemas.microsoft.com/office/drawing/2014/main" id="{2E0A31FD-57F0-4ED1-8FE0-46A5AC078F14}"/>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4" name="text-527">
            <a:extLst xmlns:a="http://schemas.openxmlformats.org/drawingml/2006/main">
              <a:ext uri="{FF2B5EF4-FFF2-40B4-BE49-F238E27FC236}">
                <a16:creationId xmlns:a16="http://schemas.microsoft.com/office/drawing/2014/main" id="{93FA3F00-6650-4ECC-B9D1-6D6A3AD17647}"/>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PC + 4</a:t>
            </a:r>
          </a:p>
        </p:txBody>
      </p:sp>
      <p:sp>
        <p:nvSpPr>
          <p:cNvPr id="95" name="wire-528">
            <a:extLst xmlns:a="http://schemas.openxmlformats.org/drawingml/2006/main">
              <a:ext uri="{FF2B5EF4-FFF2-40B4-BE49-F238E27FC236}">
                <a16:creationId xmlns:a16="http://schemas.microsoft.com/office/drawing/2014/main" id="{A41C0352-2730-4B21-9279-E5A6CB0FEE4A}"/>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96" name="wire-529">
            <a:extLst xmlns:a="http://schemas.openxmlformats.org/drawingml/2006/main">
              <a:ext uri="{FF2B5EF4-FFF2-40B4-BE49-F238E27FC236}">
                <a16:creationId xmlns:a16="http://schemas.microsoft.com/office/drawing/2014/main" id="{1A328D1C-6D90-4EAF-8BE6-69C440F87C40}"/>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97" name="wire-530">
            <a:extLst xmlns:a="http://schemas.openxmlformats.org/drawingml/2006/main">
              <a:ext uri="{FF2B5EF4-FFF2-40B4-BE49-F238E27FC236}">
                <a16:creationId xmlns:a16="http://schemas.microsoft.com/office/drawing/2014/main" id="{5F7AB04D-B52C-445E-A774-EA1CD3BFDAE7}"/>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98" name="wire-531">
            <a:extLst xmlns:a="http://schemas.openxmlformats.org/drawingml/2006/main">
              <a:ext uri="{FF2B5EF4-FFF2-40B4-BE49-F238E27FC236}">
                <a16:creationId xmlns:a16="http://schemas.microsoft.com/office/drawing/2014/main" id="{9DFF8E0D-FE0A-47C0-8AAD-77D3BE3BB9E7}"/>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99" name="circuit-532">
            <a:extLst xmlns:a="http://schemas.openxmlformats.org/drawingml/2006/main">
              <a:ext uri="{FF2B5EF4-FFF2-40B4-BE49-F238E27FC236}">
                <a16:creationId xmlns:a16="http://schemas.microsoft.com/office/drawing/2014/main" id="{363D7FE2-6A14-42FD-8816-F1C130204E5B}"/>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0" name="wire-533">
            <a:extLst xmlns:a="http://schemas.openxmlformats.org/drawingml/2006/main">
              <a:ext uri="{FF2B5EF4-FFF2-40B4-BE49-F238E27FC236}">
                <a16:creationId xmlns:a16="http://schemas.microsoft.com/office/drawing/2014/main" id="{44F4910E-7496-44D7-A2E3-59AA48AF4C19}"/>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101" name="wire-534">
            <a:extLst xmlns:a="http://schemas.openxmlformats.org/drawingml/2006/main">
              <a:ext uri="{FF2B5EF4-FFF2-40B4-BE49-F238E27FC236}">
                <a16:creationId xmlns:a16="http://schemas.microsoft.com/office/drawing/2014/main" id="{199BE910-44C5-4621-BD70-F0ECBE066EAB}"/>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102" name="wire-535">
            <a:extLst xmlns:a="http://schemas.openxmlformats.org/drawingml/2006/main">
              <a:ext uri="{FF2B5EF4-FFF2-40B4-BE49-F238E27FC236}">
                <a16:creationId xmlns:a16="http://schemas.microsoft.com/office/drawing/2014/main" id="{A0E368B7-864E-4404-BC4B-34532F038D3F}"/>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103" name="wire-536">
            <a:extLst xmlns:a="http://schemas.openxmlformats.org/drawingml/2006/main">
              <a:ext uri="{FF2B5EF4-FFF2-40B4-BE49-F238E27FC236}">
                <a16:creationId xmlns:a16="http://schemas.microsoft.com/office/drawing/2014/main" id="{3D79C1CD-C60E-4B2F-B4F9-7F72AFD6688E}"/>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104" name="circuit-537">
            <a:extLst xmlns:a="http://schemas.openxmlformats.org/drawingml/2006/main">
              <a:ext uri="{FF2B5EF4-FFF2-40B4-BE49-F238E27FC236}">
                <a16:creationId xmlns:a16="http://schemas.microsoft.com/office/drawing/2014/main" id="{24D7E7F7-9CD1-4C06-B24C-3ED444475071}"/>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5" name="wire-538">
            <a:extLst xmlns:a="http://schemas.openxmlformats.org/drawingml/2006/main">
              <a:ext uri="{FF2B5EF4-FFF2-40B4-BE49-F238E27FC236}">
                <a16:creationId xmlns:a16="http://schemas.microsoft.com/office/drawing/2014/main" id="{267FF263-EC69-47A6-A8D9-C1CD663F4569}"/>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9FA9B9"/>
            </a:solidFill>
          </a:ln>
        </p:spPr>
      </p:sp>
      <p:sp>
        <p:nvSpPr>
          <p:cNvPr id="106" name="wire-539">
            <a:extLst xmlns:a="http://schemas.openxmlformats.org/drawingml/2006/main">
              <a:ext uri="{FF2B5EF4-FFF2-40B4-BE49-F238E27FC236}">
                <a16:creationId xmlns:a16="http://schemas.microsoft.com/office/drawing/2014/main" id="{FAE00C01-DAE2-4898-98DB-624FBF60DD9A}"/>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9FA9B9"/>
            </a:solidFill>
          </a:ln>
        </p:spPr>
      </p:sp>
      <p:sp>
        <p:nvSpPr>
          <p:cNvPr id="107" name="wire-540">
            <a:extLst xmlns:a="http://schemas.openxmlformats.org/drawingml/2006/main">
              <a:ext uri="{FF2B5EF4-FFF2-40B4-BE49-F238E27FC236}">
                <a16:creationId xmlns:a16="http://schemas.microsoft.com/office/drawing/2014/main" id="{350FF8DF-59FA-444B-B6CB-4A23BD6115A5}"/>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9FA9B9"/>
            </a:solidFill>
          </a:ln>
        </p:spPr>
      </p:sp>
      <p:sp>
        <p:nvSpPr>
          <p:cNvPr id="108" name="wire-541">
            <a:extLst xmlns:a="http://schemas.openxmlformats.org/drawingml/2006/main">
              <a:ext uri="{FF2B5EF4-FFF2-40B4-BE49-F238E27FC236}">
                <a16:creationId xmlns:a16="http://schemas.microsoft.com/office/drawing/2014/main" id="{DAD79418-AF3A-4FEE-AA41-80EF8AC9358C}"/>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9FA9B9"/>
            </a:solidFill>
          </a:ln>
        </p:spPr>
      </p:sp>
      <p:sp>
        <p:nvSpPr>
          <p:cNvPr id="109" name="circuit-542">
            <a:extLst xmlns:a="http://schemas.openxmlformats.org/drawingml/2006/main">
              <a:ext uri="{FF2B5EF4-FFF2-40B4-BE49-F238E27FC236}">
                <a16:creationId xmlns:a16="http://schemas.microsoft.com/office/drawing/2014/main" id="{F1B64F4D-A11D-4D9A-A48B-10379B353660}"/>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0" name="wire-543">
            <a:extLst xmlns:a="http://schemas.openxmlformats.org/drawingml/2006/main">
              <a:ext uri="{FF2B5EF4-FFF2-40B4-BE49-F238E27FC236}">
                <a16:creationId xmlns:a16="http://schemas.microsoft.com/office/drawing/2014/main" id="{2D4552DD-0E7D-4692-9615-44D2A88E34B3}"/>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231F20"/>
            </a:solidFill>
          </a:ln>
        </p:spPr>
      </p:sp>
      <p:sp>
        <p:nvSpPr>
          <p:cNvPr id="111" name="circuit-544">
            <a:extLst xmlns:a="http://schemas.openxmlformats.org/drawingml/2006/main">
              <a:ext uri="{FF2B5EF4-FFF2-40B4-BE49-F238E27FC236}">
                <a16:creationId xmlns:a16="http://schemas.microsoft.com/office/drawing/2014/main" id="{4CE5EE59-E857-48F9-868F-4E9F7FBB6E4A}"/>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12" name="board-stable-rf">
            <a:extLst xmlns:a="http://schemas.openxmlformats.org/drawingml/2006/main">
              <a:ext uri="{FF2B5EF4-FFF2-40B4-BE49-F238E27FC236}">
                <a16:creationId xmlns:a16="http://schemas.microsoft.com/office/drawing/2014/main" id="{FF5A4453-3E98-4CCF-A17D-2CC0BECC467C}"/>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13" name="circuit-546">
            <a:extLst xmlns:a="http://schemas.openxmlformats.org/drawingml/2006/main">
              <a:ext uri="{FF2B5EF4-FFF2-40B4-BE49-F238E27FC236}">
                <a16:creationId xmlns:a16="http://schemas.microsoft.com/office/drawing/2014/main" id="{5E8E6D0B-6686-4688-BADF-F954F86BD962}"/>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14" name="wire-547">
            <a:extLst xmlns:a="http://schemas.openxmlformats.org/drawingml/2006/main">
              <a:ext uri="{FF2B5EF4-FFF2-40B4-BE49-F238E27FC236}">
                <a16:creationId xmlns:a16="http://schemas.microsoft.com/office/drawing/2014/main" id="{2F31A27E-1AD5-469A-898F-F788E2E90732}"/>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15" name="text-548">
            <a:extLst xmlns:a="http://schemas.openxmlformats.org/drawingml/2006/main">
              <a:ext uri="{FF2B5EF4-FFF2-40B4-BE49-F238E27FC236}">
                <a16:creationId xmlns:a16="http://schemas.microsoft.com/office/drawing/2014/main" id="{B475FD9C-2136-4023-AB16-BD38897078BB}"/>
              </a:ext>
            </a:extLst>
          </p:cNvPr>
          <p:cNvSpPr>
            <a:spLocks xmlns:a="http://schemas.openxmlformats.org/drawingml/2006/main" noGrp="1"/>
          </p:cNvSpPr>
          <p:nvPr/>
        </p:nvSpPr>
        <p:spPr>
          <a:xfrm xmlns:a="http://schemas.openxmlformats.org/drawingml/2006/main">
            <a:off x="3914775" y="4267200"/>
            <a:ext cx="13239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Yu Gothic"/>
                <a:ea typeface="Yu Gothic"/>
                <a:cs typeface="Yu Gothic"/>
              </a:defRPr>
            </a:defPPr>
            <a:lvl1pPr algn="ctr">
              <a:defRPr sz="1275" b="1">
                <a:solidFill>
                  <a:srgbClr val="231F20"/>
                </a:solidFill>
                <a:latin typeface="Yu Gothic"/>
                <a:ea typeface="Yu Gothic"/>
                <a:cs typeface="Yu Gothic"/>
              </a:defRPr>
            </a:lvl1pPr>
            <a:lvl2pPr algn="ctr">
              <a:defRPr sz="1275" b="1">
                <a:solidFill>
                  <a:srgbClr val="231F20"/>
                </a:solidFill>
                <a:latin typeface="Yu Gothic"/>
                <a:ea typeface="Yu Gothic"/>
                <a:cs typeface="Yu Gothic"/>
              </a:defRPr>
            </a:lvl2pPr>
            <a:lvl3pPr algn="ctr">
              <a:defRPr sz="1275" b="1">
                <a:solidFill>
                  <a:srgbClr val="231F20"/>
                </a:solidFill>
                <a:latin typeface="Yu Gothic"/>
                <a:ea typeface="Yu Gothic"/>
                <a:cs typeface="Yu Gothic"/>
              </a:defRPr>
            </a:lvl3pPr>
            <a:lvl4pPr algn="ctr">
              <a:defRPr sz="1275" b="1">
                <a:solidFill>
                  <a:srgbClr val="231F20"/>
                </a:solidFill>
                <a:latin typeface="Yu Gothic"/>
                <a:ea typeface="Yu Gothic"/>
                <a:cs typeface="Yu Gothic"/>
              </a:defRPr>
            </a:lvl4pPr>
            <a:lvl5pPr algn="ctr">
              <a:defRPr sz="1275" b="1">
                <a:solidFill>
                  <a:srgbClr val="231F20"/>
                </a:solidFill>
                <a:latin typeface="Yu Gothic"/>
                <a:ea typeface="Yu Gothic"/>
                <a:cs typeface="Yu Gothic"/>
              </a:defRPr>
            </a:lvl5pPr>
            <a:lvl6pPr algn="ctr">
              <a:defRPr sz="1275" b="1">
                <a:solidFill>
                  <a:srgbClr val="231F20"/>
                </a:solidFill>
                <a:latin typeface="Yu Gothic"/>
                <a:ea typeface="Yu Gothic"/>
                <a:cs typeface="Yu Gothic"/>
              </a:defRPr>
            </a:lvl6pPr>
            <a:lvl7pPr algn="ctr">
              <a:defRPr sz="1275" b="1">
                <a:solidFill>
                  <a:srgbClr val="231F20"/>
                </a:solidFill>
                <a:latin typeface="Yu Gothic"/>
                <a:ea typeface="Yu Gothic"/>
                <a:cs typeface="Yu Gothic"/>
              </a:defRPr>
            </a:lvl7pPr>
            <a:lvl8pPr algn="ctr">
              <a:defRPr sz="1275" b="1">
                <a:solidFill>
                  <a:srgbClr val="231F20"/>
                </a:solidFill>
                <a:latin typeface="Yu Gothic"/>
                <a:ea typeface="Yu Gothic"/>
                <a:cs typeface="Yu Gothic"/>
              </a:defRPr>
            </a:lvl8pPr>
            <a:lvl9pPr algn="ctr">
              <a:defRPr sz="1275" b="1">
                <a:solidFill>
                  <a:srgbClr val="231F20"/>
                </a:solidFill>
                <a:latin typeface="Yu Gothic"/>
                <a:ea typeface="Yu Gothic"/>
                <a:cs typeface="Yu Gothic"/>
              </a:defRPr>
            </a:lvl9pPr>
          </a:lstStyle>
          <a:p xmlns:a="http://schemas.openxmlformats.org/drawingml/2006/main">
            <a:pPr algn="ctr">
              <a:defRPr sz="1275" b="1">
                <a:solidFill>
                  <a:srgbClr val="231F20"/>
                </a:solidFill>
                <a:latin typeface="Yu Gothic"/>
                <a:ea typeface="Yu Gothic"/>
                <a:cs typeface="Yu Gothic"/>
              </a:defRPr>
            </a:pPr>
            <a:r>
              <a:rPr sz="1275" b="1">
                <a:solidFill>
                  <a:srgbClr val="231F20"/>
                </a:solidFill>
                <a:latin typeface="Yu Gothic"/>
                <a:ea typeface="Yu Gothic"/>
                <a:cs typeface="Yu Gothic"/>
              </a:rPr>
              <a:t>レジスタ群</a:t>
            </a:r>
          </a:p>
        </p:txBody>
      </p:sp>
      <p:sp>
        <p:nvSpPr>
          <p:cNvPr id="116" name="text-549">
            <a:extLst xmlns:a="http://schemas.openxmlformats.org/drawingml/2006/main">
              <a:ext uri="{FF2B5EF4-FFF2-40B4-BE49-F238E27FC236}">
                <a16:creationId xmlns:a16="http://schemas.microsoft.com/office/drawing/2014/main" id="{D4C857F9-92F6-43E4-BB47-63F2556E722C}"/>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17" name="text-550">
            <a:extLst xmlns:a="http://schemas.openxmlformats.org/drawingml/2006/main">
              <a:ext uri="{FF2B5EF4-FFF2-40B4-BE49-F238E27FC236}">
                <a16:creationId xmlns:a16="http://schemas.microsoft.com/office/drawing/2014/main" id="{C903D6E3-2E64-44EA-894C-ED7BAF4EDA6F}"/>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18" name="text-551">
            <a:extLst xmlns:a="http://schemas.openxmlformats.org/drawingml/2006/main">
              <a:ext uri="{FF2B5EF4-FFF2-40B4-BE49-F238E27FC236}">
                <a16:creationId xmlns:a16="http://schemas.microsoft.com/office/drawing/2014/main" id="{3C7E7796-7E68-442B-BD83-174DEA84BCE2}"/>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A3</a:t>
            </a:r>
          </a:p>
        </p:txBody>
      </p:sp>
      <p:sp>
        <p:nvSpPr>
          <p:cNvPr id="119" name="text-552">
            <a:extLst xmlns:a="http://schemas.openxmlformats.org/drawingml/2006/main">
              <a:ext uri="{FF2B5EF4-FFF2-40B4-BE49-F238E27FC236}">
                <a16:creationId xmlns:a16="http://schemas.microsoft.com/office/drawing/2014/main" id="{7FA84424-380D-4657-AF16-80E84C348D37}"/>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WD3</a:t>
            </a:r>
          </a:p>
        </p:txBody>
      </p:sp>
      <p:sp>
        <p:nvSpPr>
          <p:cNvPr id="120" name="text-553">
            <a:extLst xmlns:a="http://schemas.openxmlformats.org/drawingml/2006/main">
              <a:ext uri="{FF2B5EF4-FFF2-40B4-BE49-F238E27FC236}">
                <a16:creationId xmlns:a16="http://schemas.microsoft.com/office/drawing/2014/main" id="{66E83F5C-4354-42D0-B057-07FA0E735B76}"/>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21" name="text-554">
            <a:extLst xmlns:a="http://schemas.openxmlformats.org/drawingml/2006/main">
              <a:ext uri="{FF2B5EF4-FFF2-40B4-BE49-F238E27FC236}">
                <a16:creationId xmlns:a16="http://schemas.microsoft.com/office/drawing/2014/main" id="{15D2318B-5AE0-4AD8-9995-A8A6AACA629E}"/>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22" name="text-555">
            <a:extLst xmlns:a="http://schemas.openxmlformats.org/drawingml/2006/main">
              <a:ext uri="{FF2B5EF4-FFF2-40B4-BE49-F238E27FC236}">
                <a16:creationId xmlns:a16="http://schemas.microsoft.com/office/drawing/2014/main" id="{74339801-574F-47C6-82EF-01ACCD9E1AB5}"/>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1572C3"/>
                </a:solidFill>
                <a:latin typeface="Arial"/>
                <a:ea typeface="Arial"/>
                <a:cs typeface="Arial"/>
              </a:defRPr>
            </a:defPPr>
            <a:lvl1pPr algn="l">
              <a:defRPr sz="1050" b="0">
                <a:solidFill>
                  <a:srgbClr val="1572C3"/>
                </a:solidFill>
                <a:latin typeface="Arial"/>
                <a:ea typeface="Arial"/>
                <a:cs typeface="Arial"/>
              </a:defRPr>
            </a:lvl1pPr>
            <a:lvl2pPr algn="l">
              <a:defRPr sz="1050" b="0">
                <a:solidFill>
                  <a:srgbClr val="1572C3"/>
                </a:solidFill>
                <a:latin typeface="Arial"/>
                <a:ea typeface="Arial"/>
                <a:cs typeface="Arial"/>
              </a:defRPr>
            </a:lvl2pPr>
            <a:lvl3pPr algn="l">
              <a:defRPr sz="1050" b="0">
                <a:solidFill>
                  <a:srgbClr val="1572C3"/>
                </a:solidFill>
                <a:latin typeface="Arial"/>
                <a:ea typeface="Arial"/>
                <a:cs typeface="Arial"/>
              </a:defRPr>
            </a:lvl3pPr>
            <a:lvl4pPr algn="l">
              <a:defRPr sz="1050" b="0">
                <a:solidFill>
                  <a:srgbClr val="1572C3"/>
                </a:solidFill>
                <a:latin typeface="Arial"/>
                <a:ea typeface="Arial"/>
                <a:cs typeface="Arial"/>
              </a:defRPr>
            </a:lvl4pPr>
            <a:lvl5pPr algn="l">
              <a:defRPr sz="1050" b="0">
                <a:solidFill>
                  <a:srgbClr val="1572C3"/>
                </a:solidFill>
                <a:latin typeface="Arial"/>
                <a:ea typeface="Arial"/>
                <a:cs typeface="Arial"/>
              </a:defRPr>
            </a:lvl5pPr>
            <a:lvl6pPr algn="l">
              <a:defRPr sz="1050" b="0">
                <a:solidFill>
                  <a:srgbClr val="1572C3"/>
                </a:solidFill>
                <a:latin typeface="Arial"/>
                <a:ea typeface="Arial"/>
                <a:cs typeface="Arial"/>
              </a:defRPr>
            </a:lvl6pPr>
            <a:lvl7pPr algn="l">
              <a:defRPr sz="1050" b="0">
                <a:solidFill>
                  <a:srgbClr val="1572C3"/>
                </a:solidFill>
                <a:latin typeface="Arial"/>
                <a:ea typeface="Arial"/>
                <a:cs typeface="Arial"/>
              </a:defRPr>
            </a:lvl7pPr>
            <a:lvl8pPr algn="l">
              <a:defRPr sz="1050" b="0">
                <a:solidFill>
                  <a:srgbClr val="1572C3"/>
                </a:solidFill>
                <a:latin typeface="Arial"/>
                <a:ea typeface="Arial"/>
                <a:cs typeface="Arial"/>
              </a:defRPr>
            </a:lvl8pPr>
            <a:lvl9pPr algn="l">
              <a:defRPr sz="1050" b="0">
                <a:solidFill>
                  <a:srgbClr val="1572C3"/>
                </a:solidFill>
                <a:latin typeface="Arial"/>
                <a:ea typeface="Arial"/>
                <a:cs typeface="Arial"/>
              </a:defRPr>
            </a:lvl9pPr>
          </a:lstStyle>
          <a:p xmlns:a="http://schemas.openxmlformats.org/drawingml/2006/main">
            <a:pPr algn="l">
              <a:defRPr sz="1050" b="0">
                <a:solidFill>
                  <a:srgbClr val="1572C3"/>
                </a:solidFill>
                <a:latin typeface="Arial"/>
                <a:ea typeface="Arial"/>
                <a:cs typeface="Arial"/>
              </a:defRPr>
            </a:pPr>
            <a:r>
              <a:rPr sz="1050" b="0">
                <a:solidFill>
                  <a:srgbClr val="1572C3"/>
                </a:solidFill>
                <a:latin typeface="Arial"/>
                <a:ea typeface="Arial"/>
                <a:cs typeface="Arial"/>
              </a:rPr>
              <a:t>WE3</a:t>
            </a:r>
          </a:p>
        </p:txBody>
      </p:sp>
      <p:sp>
        <p:nvSpPr>
          <p:cNvPr id="123" name="wire-556">
            <a:extLst xmlns:a="http://schemas.openxmlformats.org/drawingml/2006/main">
              <a:ext uri="{FF2B5EF4-FFF2-40B4-BE49-F238E27FC236}">
                <a16:creationId xmlns:a16="http://schemas.microsoft.com/office/drawing/2014/main" id="{4CAF4EB7-3053-4671-8014-D86DB667EA63}"/>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24" name="circuit-557">
            <a:extLst xmlns:a="http://schemas.openxmlformats.org/drawingml/2006/main">
              <a:ext uri="{FF2B5EF4-FFF2-40B4-BE49-F238E27FC236}">
                <a16:creationId xmlns:a16="http://schemas.microsoft.com/office/drawing/2014/main" id="{6F23433E-F2DB-46B5-AC54-2D800FC53635}"/>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25" name="text-558">
            <a:extLst xmlns:a="http://schemas.openxmlformats.org/drawingml/2006/main">
              <a:ext uri="{FF2B5EF4-FFF2-40B4-BE49-F238E27FC236}">
                <a16:creationId xmlns:a16="http://schemas.microsoft.com/office/drawing/2014/main" id="{5A8CB7AF-88F8-4C44-B102-019A28E5E51C}"/>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26" name="board-stable-alu">
            <a:extLst xmlns:a="http://schemas.openxmlformats.org/drawingml/2006/main">
              <a:ext uri="{FF2B5EF4-FFF2-40B4-BE49-F238E27FC236}">
                <a16:creationId xmlns:a16="http://schemas.microsoft.com/office/drawing/2014/main" id="{5FECAB64-566D-496C-9168-8DECB870B22D}"/>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27" name="text-560">
            <a:extLst xmlns:a="http://schemas.openxmlformats.org/drawingml/2006/main">
              <a:ext uri="{FF2B5EF4-FFF2-40B4-BE49-F238E27FC236}">
                <a16:creationId xmlns:a16="http://schemas.microsoft.com/office/drawing/2014/main" id="{82B483BB-742A-4CB4-A061-F2E653946DD0}"/>
              </a:ext>
            </a:extLst>
          </p:cNvPr>
          <p:cNvSpPr>
            <a:spLocks xmlns:a="http://schemas.openxmlformats.org/drawingml/2006/main" noGrp="1"/>
          </p:cNvSpPr>
          <p:nvPr/>
        </p:nvSpPr>
        <p:spPr>
          <a:xfrm xmlns:a="http://schemas.openxmlformats.org/drawingml/2006/main">
            <a:off x="6076950" y="3762375"/>
            <a:ext cx="571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28" name="text-561">
            <a:extLst xmlns:a="http://schemas.openxmlformats.org/drawingml/2006/main">
              <a:ext uri="{FF2B5EF4-FFF2-40B4-BE49-F238E27FC236}">
                <a16:creationId xmlns:a16="http://schemas.microsoft.com/office/drawing/2014/main" id="{ECFFDF05-93B4-4D14-AF60-ECBD2844EA07}"/>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29" name="text-562">
            <a:extLst xmlns:a="http://schemas.openxmlformats.org/drawingml/2006/main">
              <a:ext uri="{FF2B5EF4-FFF2-40B4-BE49-F238E27FC236}">
                <a16:creationId xmlns:a16="http://schemas.microsoft.com/office/drawing/2014/main" id="{355AC496-9BD7-49DD-8407-DC090A447B9B}"/>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a:t>
            </a:r>
          </a:p>
        </p:txBody>
      </p:sp>
      <p:sp>
        <p:nvSpPr>
          <p:cNvPr id="130" name="wire-563">
            <a:extLst xmlns:a="http://schemas.openxmlformats.org/drawingml/2006/main">
              <a:ext uri="{FF2B5EF4-FFF2-40B4-BE49-F238E27FC236}">
                <a16:creationId xmlns:a16="http://schemas.microsoft.com/office/drawing/2014/main" id="{836DFDF1-597E-4711-9239-5BCBA667DE86}"/>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1572C3"/>
            </a:solidFill>
          </a:ln>
        </p:spPr>
      </p:sp>
      <p:sp>
        <p:nvSpPr>
          <p:cNvPr id="131" name="circuit-564">
            <a:extLst xmlns:a="http://schemas.openxmlformats.org/drawingml/2006/main">
              <a:ext uri="{FF2B5EF4-FFF2-40B4-BE49-F238E27FC236}">
                <a16:creationId xmlns:a16="http://schemas.microsoft.com/office/drawing/2014/main" id="{EA7D4C77-1941-44EA-94BB-726D892FF3B2}"/>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2" name="text-565">
            <a:extLst xmlns:a="http://schemas.openxmlformats.org/drawingml/2006/main">
              <a:ext uri="{FF2B5EF4-FFF2-40B4-BE49-F238E27FC236}">
                <a16:creationId xmlns:a16="http://schemas.microsoft.com/office/drawing/2014/main" id="{FEFB53BC-D4B4-413C-A866-1D0FB3EBC1E7}"/>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番地</a:t>
            </a:r>
          </a:p>
        </p:txBody>
      </p:sp>
      <p:sp>
        <p:nvSpPr>
          <p:cNvPr id="133" name="wire-566">
            <a:extLst xmlns:a="http://schemas.openxmlformats.org/drawingml/2006/main">
              <a:ext uri="{FF2B5EF4-FFF2-40B4-BE49-F238E27FC236}">
                <a16:creationId xmlns:a16="http://schemas.microsoft.com/office/drawing/2014/main" id="{E008F76D-74B5-4AB2-8DB0-CA7241105535}"/>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34" name="wire-567">
            <a:extLst xmlns:a="http://schemas.openxmlformats.org/drawingml/2006/main">
              <a:ext uri="{FF2B5EF4-FFF2-40B4-BE49-F238E27FC236}">
                <a16:creationId xmlns:a16="http://schemas.microsoft.com/office/drawing/2014/main" id="{54658703-0ECC-4536-BCEC-0E0742E0F062}"/>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35" name="wire-568">
            <a:extLst xmlns:a="http://schemas.openxmlformats.org/drawingml/2006/main">
              <a:ext uri="{FF2B5EF4-FFF2-40B4-BE49-F238E27FC236}">
                <a16:creationId xmlns:a16="http://schemas.microsoft.com/office/drawing/2014/main" id="{4B0D2632-83F7-4548-BD84-847061C8D903}"/>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36" name="wire-569">
            <a:extLst xmlns:a="http://schemas.openxmlformats.org/drawingml/2006/main">
              <a:ext uri="{FF2B5EF4-FFF2-40B4-BE49-F238E27FC236}">
                <a16:creationId xmlns:a16="http://schemas.microsoft.com/office/drawing/2014/main" id="{E07EF399-CFE1-4FF7-B1F7-1349180D31A7}"/>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37" name="wire-570">
            <a:extLst xmlns:a="http://schemas.openxmlformats.org/drawingml/2006/main">
              <a:ext uri="{FF2B5EF4-FFF2-40B4-BE49-F238E27FC236}">
                <a16:creationId xmlns:a16="http://schemas.microsoft.com/office/drawing/2014/main" id="{22644FB9-8533-4536-BB0C-B866099C31E9}"/>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38" name="circuit-571">
            <a:extLst xmlns:a="http://schemas.openxmlformats.org/drawingml/2006/main">
              <a:ext uri="{FF2B5EF4-FFF2-40B4-BE49-F238E27FC236}">
                <a16:creationId xmlns:a16="http://schemas.microsoft.com/office/drawing/2014/main" id="{D7E36FF8-8393-49EC-A8C3-A330124A869C}"/>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9" name="text-572">
            <a:extLst xmlns:a="http://schemas.openxmlformats.org/drawingml/2006/main">
              <a:ext uri="{FF2B5EF4-FFF2-40B4-BE49-F238E27FC236}">
                <a16:creationId xmlns:a16="http://schemas.microsoft.com/office/drawing/2014/main" id="{5577CBEF-4F47-4A9B-9543-E1D6A323B285}"/>
              </a:ext>
            </a:extLst>
          </p:cNvPr>
          <p:cNvSpPr>
            <a:spLocks xmlns:a="http://schemas.openxmlformats.org/drawingml/2006/main" noGrp="1"/>
          </p:cNvSpPr>
          <p:nvPr/>
        </p:nvSpPr>
        <p:spPr>
          <a:xfrm xmlns:a="http://schemas.openxmlformats.org/drawingml/2006/main">
            <a:off x="5486400" y="4762500"/>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40" name="wire-573">
            <a:extLst xmlns:a="http://schemas.openxmlformats.org/drawingml/2006/main">
              <a:ext uri="{FF2B5EF4-FFF2-40B4-BE49-F238E27FC236}">
                <a16:creationId xmlns:a16="http://schemas.microsoft.com/office/drawing/2014/main" id="{78B7CB10-05F0-4B7F-A06F-6C8A961E49F7}"/>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1572C3"/>
            </a:solidFill>
          </a:ln>
        </p:spPr>
      </p:sp>
      <p:sp>
        <p:nvSpPr>
          <p:cNvPr id="141" name="wire-574">
            <a:extLst xmlns:a="http://schemas.openxmlformats.org/drawingml/2006/main">
              <a:ext uri="{FF2B5EF4-FFF2-40B4-BE49-F238E27FC236}">
                <a16:creationId xmlns:a16="http://schemas.microsoft.com/office/drawing/2014/main" id="{C41A1780-B54F-4275-8331-458FE11B698B}"/>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1572C3"/>
            </a:solidFill>
          </a:ln>
        </p:spPr>
      </p:sp>
      <p:sp>
        <p:nvSpPr>
          <p:cNvPr id="142" name="wire-575">
            <a:extLst xmlns:a="http://schemas.openxmlformats.org/drawingml/2006/main">
              <a:ext uri="{FF2B5EF4-FFF2-40B4-BE49-F238E27FC236}">
                <a16:creationId xmlns:a16="http://schemas.microsoft.com/office/drawing/2014/main" id="{D79385D8-D193-47DB-BFEC-60D5303B7E04}"/>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1572C3"/>
            </a:solidFill>
          </a:ln>
        </p:spPr>
      </p:sp>
      <p:sp>
        <p:nvSpPr>
          <p:cNvPr id="143" name="wire-576">
            <a:extLst xmlns:a="http://schemas.openxmlformats.org/drawingml/2006/main">
              <a:ext uri="{FF2B5EF4-FFF2-40B4-BE49-F238E27FC236}">
                <a16:creationId xmlns:a16="http://schemas.microsoft.com/office/drawing/2014/main" id="{19B5802F-08FC-4956-863B-7D4200A3D7EC}"/>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1572C3"/>
            </a:solidFill>
          </a:ln>
        </p:spPr>
      </p:sp>
      <p:sp>
        <p:nvSpPr>
          <p:cNvPr id="144" name="wire-577">
            <a:extLst xmlns:a="http://schemas.openxmlformats.org/drawingml/2006/main">
              <a:ext uri="{FF2B5EF4-FFF2-40B4-BE49-F238E27FC236}">
                <a16:creationId xmlns:a16="http://schemas.microsoft.com/office/drawing/2014/main" id="{60054050-62B5-4B02-910A-5CA310F996CB}"/>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1572C3"/>
            </a:solidFill>
          </a:ln>
        </p:spPr>
      </p:sp>
      <p:sp>
        <p:nvSpPr>
          <p:cNvPr id="145" name="circuit-578">
            <a:extLst xmlns:a="http://schemas.openxmlformats.org/drawingml/2006/main">
              <a:ext uri="{FF2B5EF4-FFF2-40B4-BE49-F238E27FC236}">
                <a16:creationId xmlns:a16="http://schemas.microsoft.com/office/drawing/2014/main" id="{AF779E34-CF04-494D-88C1-522236D9F3D4}"/>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6" name="wire-579">
            <a:extLst xmlns:a="http://schemas.openxmlformats.org/drawingml/2006/main">
              <a:ext uri="{FF2B5EF4-FFF2-40B4-BE49-F238E27FC236}">
                <a16:creationId xmlns:a16="http://schemas.microsoft.com/office/drawing/2014/main" id="{A55B8B1B-CF82-4D81-A257-1B1221860281}"/>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9FA9B9"/>
            </a:solidFill>
          </a:ln>
        </p:spPr>
      </p:sp>
      <p:sp>
        <p:nvSpPr>
          <p:cNvPr id="147" name="wire-580">
            <a:extLst xmlns:a="http://schemas.openxmlformats.org/drawingml/2006/main">
              <a:ext uri="{FF2B5EF4-FFF2-40B4-BE49-F238E27FC236}">
                <a16:creationId xmlns:a16="http://schemas.microsoft.com/office/drawing/2014/main" id="{19E84314-1803-4D91-AF0A-CBA92C73CFA3}"/>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9FA9B9"/>
            </a:solidFill>
          </a:ln>
        </p:spPr>
      </p:sp>
      <p:sp>
        <p:nvSpPr>
          <p:cNvPr id="148" name="wire-581">
            <a:extLst xmlns:a="http://schemas.openxmlformats.org/drawingml/2006/main">
              <a:ext uri="{FF2B5EF4-FFF2-40B4-BE49-F238E27FC236}">
                <a16:creationId xmlns:a16="http://schemas.microsoft.com/office/drawing/2014/main" id="{C389A75C-8713-4981-B785-B0881C3ECC2D}"/>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9FA9B9"/>
            </a:solidFill>
          </a:ln>
        </p:spPr>
      </p:sp>
      <p:sp>
        <p:nvSpPr>
          <p:cNvPr id="149" name="wire-582">
            <a:extLst xmlns:a="http://schemas.openxmlformats.org/drawingml/2006/main">
              <a:ext uri="{FF2B5EF4-FFF2-40B4-BE49-F238E27FC236}">
                <a16:creationId xmlns:a16="http://schemas.microsoft.com/office/drawing/2014/main" id="{97249A77-8B60-4B8E-BDC0-4E438452BA06}"/>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9FA9B9"/>
            </a:solidFill>
          </a:ln>
        </p:spPr>
      </p:sp>
      <p:sp>
        <p:nvSpPr>
          <p:cNvPr id="150" name="circuit-583">
            <a:extLst xmlns:a="http://schemas.openxmlformats.org/drawingml/2006/main">
              <a:ext uri="{FF2B5EF4-FFF2-40B4-BE49-F238E27FC236}">
                <a16:creationId xmlns:a16="http://schemas.microsoft.com/office/drawing/2014/main" id="{21BE09E8-386F-4CBE-8F9A-23B7BFE19FED}"/>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1" name="wire-584">
            <a:extLst xmlns:a="http://schemas.openxmlformats.org/drawingml/2006/main">
              <a:ext uri="{FF2B5EF4-FFF2-40B4-BE49-F238E27FC236}">
                <a16:creationId xmlns:a16="http://schemas.microsoft.com/office/drawing/2014/main" id="{74910E27-8D9E-41E4-9B6E-0FB27FE97421}"/>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9FA9B9"/>
            </a:solidFill>
          </a:ln>
        </p:spPr>
      </p:sp>
      <p:sp>
        <p:nvSpPr>
          <p:cNvPr id="152" name="wire-585">
            <a:extLst xmlns:a="http://schemas.openxmlformats.org/drawingml/2006/main">
              <a:ext uri="{FF2B5EF4-FFF2-40B4-BE49-F238E27FC236}">
                <a16:creationId xmlns:a16="http://schemas.microsoft.com/office/drawing/2014/main" id="{05F077F7-1CAE-4393-A91C-8E394D23A874}"/>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9FA9B9"/>
            </a:solidFill>
          </a:ln>
        </p:spPr>
      </p:sp>
      <p:sp>
        <p:nvSpPr>
          <p:cNvPr id="153" name="wire-586">
            <a:extLst xmlns:a="http://schemas.openxmlformats.org/drawingml/2006/main">
              <a:ext uri="{FF2B5EF4-FFF2-40B4-BE49-F238E27FC236}">
                <a16:creationId xmlns:a16="http://schemas.microsoft.com/office/drawing/2014/main" id="{8B398EC2-70EB-47AF-B692-70F4703997B1}"/>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9FA9B9"/>
            </a:solidFill>
          </a:ln>
        </p:spPr>
      </p:sp>
      <p:sp>
        <p:nvSpPr>
          <p:cNvPr id="154" name="wire-587">
            <a:extLst xmlns:a="http://schemas.openxmlformats.org/drawingml/2006/main">
              <a:ext uri="{FF2B5EF4-FFF2-40B4-BE49-F238E27FC236}">
                <a16:creationId xmlns:a16="http://schemas.microsoft.com/office/drawing/2014/main" id="{32501B7E-C9BD-4751-A6D0-2734ED558A06}"/>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9FA9B9"/>
            </a:solidFill>
          </a:ln>
        </p:spPr>
      </p:sp>
      <p:sp>
        <p:nvSpPr>
          <p:cNvPr id="155" name="circuit-588">
            <a:extLst xmlns:a="http://schemas.openxmlformats.org/drawingml/2006/main">
              <a:ext uri="{FF2B5EF4-FFF2-40B4-BE49-F238E27FC236}">
                <a16:creationId xmlns:a16="http://schemas.microsoft.com/office/drawing/2014/main" id="{4F6B9558-34E5-4BAE-823A-47573387919D}"/>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9FA9B9"/>
          </a:solidFill>
          <a:ln xmlns:a="http://schemas.openxmlformats.org/drawingml/2006/main" w="9525">
            <a:solidFill>
              <a:srgbClr val="9FA9B9"/>
            </a:solidFill>
          </a:ln>
        </p:spPr>
      </p:sp>
      <p:sp>
        <p:nvSpPr>
          <p:cNvPr id="156" name="text-589">
            <a:extLst xmlns:a="http://schemas.openxmlformats.org/drawingml/2006/main">
              <a:ext uri="{FF2B5EF4-FFF2-40B4-BE49-F238E27FC236}">
                <a16:creationId xmlns:a16="http://schemas.microsoft.com/office/drawing/2014/main" id="{63AA7B6D-70CA-4667-9011-C26CB25E5F1E}"/>
              </a:ext>
            </a:extLst>
          </p:cNvPr>
          <p:cNvSpPr>
            <a:spLocks xmlns:a="http://schemas.openxmlformats.org/drawingml/2006/main" noGrp="1"/>
          </p:cNvSpPr>
          <p:nvPr/>
        </p:nvSpPr>
        <p:spPr>
          <a:xfrm xmlns:a="http://schemas.openxmlformats.org/drawingml/2006/main">
            <a:off x="609600" y="61436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コピーした命令を、前の図と同じ経路で読み、実行する</a:t>
            </a:r>
          </a:p>
        </p:txBody>
      </p:sp>
      <p:sp>
        <p:nvSpPr>
          <p:cNvPr id="157" name="text-590">
            <a:extLst xmlns:a="http://schemas.openxmlformats.org/drawingml/2006/main">
              <a:ext uri="{FF2B5EF4-FFF2-40B4-BE49-F238E27FC236}">
                <a16:creationId xmlns:a16="http://schemas.microsoft.com/office/drawing/2014/main" id="{19ECC6AB-CBEB-4ACC-BD52-B4DC649AED08}"/>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7</a:t>
            </a:r>
          </a:p>
        </p:txBody>
      </p:sp>
      <p:sp>
        <p:nvSpPr>
          <p:cNvPr id="158" name="text-591">
            <a:extLst xmlns:a="http://schemas.openxmlformats.org/drawingml/2006/main">
              <a:ext uri="{FF2B5EF4-FFF2-40B4-BE49-F238E27FC236}">
                <a16:creationId xmlns:a16="http://schemas.microsoft.com/office/drawing/2014/main" id="{4B5B01F9-7636-4608-906E-160D6268FF8F}"/>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CPUが制御回路を操作して読み書きする。SDカードとDDR3を直接つなぐ線はない</a:t>
            </a:r>
          </a:p>
        </p:txBody>
      </p:sp>
    </p:spTree>
    <p:extLst>
      <p:ext uri="{BB962C8B-B14F-4D97-AF65-F5344CB8AC3E}">
        <p14:creationId xmlns:p14="http://schemas.microsoft.com/office/powerpoint/2010/main" val="8457594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3" name="text-592">
            <a:extLst xmlns:a="http://schemas.openxmlformats.org/drawingml/2006/main">
              <a:ext uri="{FF2B5EF4-FFF2-40B4-BE49-F238E27FC236}">
                <a16:creationId xmlns:a16="http://schemas.microsoft.com/office/drawing/2014/main" id="{C74D79AE-6B38-407D-8D2B-479A0C28A4A1}"/>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8</a:t>
            </a:r>
          </a:p>
        </p:txBody>
      </p:sp>
      <p:sp>
        <p:nvSpPr>
          <p:cNvPr id="2" name="text-593">
            <a:extLst xmlns:a="http://schemas.openxmlformats.org/drawingml/2006/main">
              <a:ext uri="{FF2B5EF4-FFF2-40B4-BE49-F238E27FC236}">
                <a16:creationId xmlns:a16="http://schemas.microsoft.com/office/drawing/2014/main" id="{7FE4792A-0C36-4AF1-9559-1E25BB0608B3}"/>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描画回路を追加し、swで描画命令を渡す</a:t>
            </a:r>
          </a:p>
        </p:txBody>
      </p:sp>
      <p:sp>
        <p:nvSpPr>
          <p:cNvPr id="3" name="text-594">
            <a:extLst xmlns:a="http://schemas.openxmlformats.org/drawingml/2006/main">
              <a:ext uri="{FF2B5EF4-FFF2-40B4-BE49-F238E27FC236}">
                <a16:creationId xmlns:a16="http://schemas.microsoft.com/office/drawing/2014/main" id="{31EFBB94-BE0F-48B6-8BE8-32EFA305C132}"/>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8</a:t>
            </a:r>
          </a:p>
        </p:txBody>
      </p:sp>
      <p:sp>
        <p:nvSpPr>
          <p:cNvPr id="4" name="text-595">
            <a:extLst xmlns:a="http://schemas.openxmlformats.org/drawingml/2006/main">
              <a:ext uri="{FF2B5EF4-FFF2-40B4-BE49-F238E27FC236}">
                <a16:creationId xmlns:a16="http://schemas.microsoft.com/office/drawing/2014/main" id="{CA7237F0-A7FF-49AA-8CA5-767C4DD66438}"/>
              </a:ext>
            </a:extLst>
          </p:cNvPr>
          <p:cNvSpPr>
            <a:spLocks xmlns:a="http://schemas.openxmlformats.org/drawingml/2006/main" noGrp="1"/>
          </p:cNvSpPr>
          <p:nvPr/>
        </p:nvSpPr>
        <p:spPr>
          <a:xfrm xmlns:a="http://schemas.openxmlformats.org/drawingml/2006/main">
            <a:off x="609600" y="12287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sw x1, 0(x2)　：　描画用の番地Bへ、数値Dを書く</a:t>
            </a:r>
          </a:p>
        </p:txBody>
      </p:sp>
      <p:sp>
        <p:nvSpPr>
          <p:cNvPr id="5" name="board-stable-board">
            <a:extLst xmlns:a="http://schemas.openxmlformats.org/drawingml/2006/main">
              <a:ext uri="{FF2B5EF4-FFF2-40B4-BE49-F238E27FC236}">
                <a16:creationId xmlns:a16="http://schemas.microsoft.com/office/drawing/2014/main" id="{F9684CA8-873A-4D58-AA0D-EB88EA039011}"/>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597">
            <a:extLst xmlns:a="http://schemas.openxmlformats.org/drawingml/2006/main">
              <a:ext uri="{FF2B5EF4-FFF2-40B4-BE49-F238E27FC236}">
                <a16:creationId xmlns:a16="http://schemas.microsoft.com/office/drawing/2014/main" id="{237408B3-5DA0-454C-83DD-DB44456A95D7}"/>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598">
            <a:extLst xmlns:a="http://schemas.openxmlformats.org/drawingml/2006/main">
              <a:ext uri="{FF2B5EF4-FFF2-40B4-BE49-F238E27FC236}">
                <a16:creationId xmlns:a16="http://schemas.microsoft.com/office/drawing/2014/main" id="{D9165CC6-BF3F-48E2-85DF-98926B29C92E}"/>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63A8B43F-D064-45F5-BDB6-1F21B98C6B7A}"/>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600">
            <a:extLst xmlns:a="http://schemas.openxmlformats.org/drawingml/2006/main">
              <a:ext uri="{FF2B5EF4-FFF2-40B4-BE49-F238E27FC236}">
                <a16:creationId xmlns:a16="http://schemas.microsoft.com/office/drawing/2014/main" id="{0DFAB430-3F3B-4ABE-872C-6DABED095BA1}"/>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ECF2DA06-E0A3-47C7-B2D6-3E2BC21566F0}"/>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1" name="text-602">
            <a:extLst xmlns:a="http://schemas.openxmlformats.org/drawingml/2006/main">
              <a:ext uri="{FF2B5EF4-FFF2-40B4-BE49-F238E27FC236}">
                <a16:creationId xmlns:a16="http://schemas.microsoft.com/office/drawing/2014/main" id="{B81010FD-9407-4C1D-BF89-F00DA7FBE0DF}"/>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9FA9B9"/>
                </a:solidFill>
                <a:latin typeface="Yu Gothic"/>
                <a:ea typeface="Yu Gothic"/>
                <a:cs typeface="Yu Gothic"/>
              </a:defRPr>
            </a:defPPr>
            <a:lvl1pPr algn="ctr">
              <a:defRPr sz="1650" b="1">
                <a:solidFill>
                  <a:srgbClr val="9FA9B9"/>
                </a:solidFill>
                <a:latin typeface="Yu Gothic"/>
                <a:ea typeface="Yu Gothic"/>
                <a:cs typeface="Yu Gothic"/>
              </a:defRPr>
            </a:lvl1pPr>
            <a:lvl2pPr algn="ctr">
              <a:defRPr sz="1650" b="1">
                <a:solidFill>
                  <a:srgbClr val="9FA9B9"/>
                </a:solidFill>
                <a:latin typeface="Yu Gothic"/>
                <a:ea typeface="Yu Gothic"/>
                <a:cs typeface="Yu Gothic"/>
              </a:defRPr>
            </a:lvl2pPr>
            <a:lvl3pPr algn="ctr">
              <a:defRPr sz="1650" b="1">
                <a:solidFill>
                  <a:srgbClr val="9FA9B9"/>
                </a:solidFill>
                <a:latin typeface="Yu Gothic"/>
                <a:ea typeface="Yu Gothic"/>
                <a:cs typeface="Yu Gothic"/>
              </a:defRPr>
            </a:lvl3pPr>
            <a:lvl4pPr algn="ctr">
              <a:defRPr sz="1650" b="1">
                <a:solidFill>
                  <a:srgbClr val="9FA9B9"/>
                </a:solidFill>
                <a:latin typeface="Yu Gothic"/>
                <a:ea typeface="Yu Gothic"/>
                <a:cs typeface="Yu Gothic"/>
              </a:defRPr>
            </a:lvl4pPr>
            <a:lvl5pPr algn="ctr">
              <a:defRPr sz="1650" b="1">
                <a:solidFill>
                  <a:srgbClr val="9FA9B9"/>
                </a:solidFill>
                <a:latin typeface="Yu Gothic"/>
                <a:ea typeface="Yu Gothic"/>
                <a:cs typeface="Yu Gothic"/>
              </a:defRPr>
            </a:lvl5pPr>
            <a:lvl6pPr algn="ctr">
              <a:defRPr sz="1650" b="1">
                <a:solidFill>
                  <a:srgbClr val="9FA9B9"/>
                </a:solidFill>
                <a:latin typeface="Yu Gothic"/>
                <a:ea typeface="Yu Gothic"/>
                <a:cs typeface="Yu Gothic"/>
              </a:defRPr>
            </a:lvl6pPr>
            <a:lvl7pPr algn="ctr">
              <a:defRPr sz="1650" b="1">
                <a:solidFill>
                  <a:srgbClr val="9FA9B9"/>
                </a:solidFill>
                <a:latin typeface="Yu Gothic"/>
                <a:ea typeface="Yu Gothic"/>
                <a:cs typeface="Yu Gothic"/>
              </a:defRPr>
            </a:lvl7pPr>
            <a:lvl8pPr algn="ctr">
              <a:defRPr sz="1650" b="1">
                <a:solidFill>
                  <a:srgbClr val="9FA9B9"/>
                </a:solidFill>
                <a:latin typeface="Yu Gothic"/>
                <a:ea typeface="Yu Gothic"/>
                <a:cs typeface="Yu Gothic"/>
              </a:defRPr>
            </a:lvl8pPr>
            <a:lvl9pPr algn="ctr">
              <a:defRPr sz="1650" b="1">
                <a:solidFill>
                  <a:srgbClr val="9FA9B9"/>
                </a:solidFill>
                <a:latin typeface="Yu Gothic"/>
                <a:ea typeface="Yu Gothic"/>
                <a:cs typeface="Yu Gothic"/>
              </a:defRPr>
            </a:lvl9pPr>
          </a:lstStyle>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SDカード</a:t>
            </a:r>
          </a:p>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F7D40BAA-711C-441A-897E-9DD10E0AE26B}"/>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604">
            <a:extLst xmlns:a="http://schemas.openxmlformats.org/drawingml/2006/main">
              <a:ext uri="{FF2B5EF4-FFF2-40B4-BE49-F238E27FC236}">
                <a16:creationId xmlns:a16="http://schemas.microsoft.com/office/drawing/2014/main" id="{5C8DE91D-F922-483A-B784-08C81882D13E}"/>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605">
            <a:extLst xmlns:a="http://schemas.openxmlformats.org/drawingml/2006/main">
              <a:ext uri="{FF2B5EF4-FFF2-40B4-BE49-F238E27FC236}">
                <a16:creationId xmlns:a16="http://schemas.microsoft.com/office/drawing/2014/main" id="{71A5F470-29E0-4242-BE86-9F526D5B481B}"/>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命令・データ</a:t>
            </a:r>
          </a:p>
        </p:txBody>
      </p:sp>
      <p:sp>
        <p:nvSpPr>
          <p:cNvPr id="15" name="board-stable-hdmi">
            <a:extLst xmlns:a="http://schemas.openxmlformats.org/drawingml/2006/main">
              <a:ext uri="{FF2B5EF4-FFF2-40B4-BE49-F238E27FC236}">
                <a16:creationId xmlns:a16="http://schemas.microsoft.com/office/drawing/2014/main" id="{73DE096D-99AE-4C08-8140-FF7D5A17C1E7}"/>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6" name="text-607">
            <a:extLst xmlns:a="http://schemas.openxmlformats.org/drawingml/2006/main">
              <a:ext uri="{FF2B5EF4-FFF2-40B4-BE49-F238E27FC236}">
                <a16:creationId xmlns:a16="http://schemas.microsoft.com/office/drawing/2014/main" id="{770AC4D9-FE9A-46A6-AF18-D6D80DB24210}"/>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9FA9B9"/>
                </a:solidFill>
                <a:latin typeface="Arial"/>
                <a:ea typeface="Arial"/>
                <a:cs typeface="Arial"/>
              </a:defRPr>
            </a:defPPr>
            <a:lvl1pPr algn="ctr">
              <a:defRPr sz="1575" b="1">
                <a:solidFill>
                  <a:srgbClr val="9FA9B9"/>
                </a:solidFill>
                <a:latin typeface="Arial"/>
                <a:ea typeface="Arial"/>
                <a:cs typeface="Arial"/>
              </a:defRPr>
            </a:lvl1pPr>
            <a:lvl2pPr algn="ctr">
              <a:defRPr sz="1575" b="1">
                <a:solidFill>
                  <a:srgbClr val="9FA9B9"/>
                </a:solidFill>
                <a:latin typeface="Arial"/>
                <a:ea typeface="Arial"/>
                <a:cs typeface="Arial"/>
              </a:defRPr>
            </a:lvl2pPr>
            <a:lvl3pPr algn="ctr">
              <a:defRPr sz="1575" b="1">
                <a:solidFill>
                  <a:srgbClr val="9FA9B9"/>
                </a:solidFill>
                <a:latin typeface="Arial"/>
                <a:ea typeface="Arial"/>
                <a:cs typeface="Arial"/>
              </a:defRPr>
            </a:lvl3pPr>
            <a:lvl4pPr algn="ctr">
              <a:defRPr sz="1575" b="1">
                <a:solidFill>
                  <a:srgbClr val="9FA9B9"/>
                </a:solidFill>
                <a:latin typeface="Arial"/>
                <a:ea typeface="Arial"/>
                <a:cs typeface="Arial"/>
              </a:defRPr>
            </a:lvl4pPr>
            <a:lvl5pPr algn="ctr">
              <a:defRPr sz="1575" b="1">
                <a:solidFill>
                  <a:srgbClr val="9FA9B9"/>
                </a:solidFill>
                <a:latin typeface="Arial"/>
                <a:ea typeface="Arial"/>
                <a:cs typeface="Arial"/>
              </a:defRPr>
            </a:lvl5pPr>
            <a:lvl6pPr algn="ctr">
              <a:defRPr sz="1575" b="1">
                <a:solidFill>
                  <a:srgbClr val="9FA9B9"/>
                </a:solidFill>
                <a:latin typeface="Arial"/>
                <a:ea typeface="Arial"/>
                <a:cs typeface="Arial"/>
              </a:defRPr>
            </a:lvl6pPr>
            <a:lvl7pPr algn="ctr">
              <a:defRPr sz="1575" b="1">
                <a:solidFill>
                  <a:srgbClr val="9FA9B9"/>
                </a:solidFill>
                <a:latin typeface="Arial"/>
                <a:ea typeface="Arial"/>
                <a:cs typeface="Arial"/>
              </a:defRPr>
            </a:lvl7pPr>
            <a:lvl8pPr algn="ctr">
              <a:defRPr sz="1575" b="1">
                <a:solidFill>
                  <a:srgbClr val="9FA9B9"/>
                </a:solidFill>
                <a:latin typeface="Arial"/>
                <a:ea typeface="Arial"/>
                <a:cs typeface="Arial"/>
              </a:defRPr>
            </a:lvl8pPr>
            <a:lvl9pPr algn="ctr">
              <a:defRPr sz="1575" b="1">
                <a:solidFill>
                  <a:srgbClr val="9FA9B9"/>
                </a:solidFill>
                <a:latin typeface="Arial"/>
                <a:ea typeface="Arial"/>
                <a:cs typeface="Arial"/>
              </a:defRPr>
            </a:lvl9pPr>
          </a:lstStyle>
          <a:p xmlns:a="http://schemas.openxmlformats.org/drawingml/2006/main">
            <a:pPr algn="ctr">
              <a:defRPr sz="1575" b="1">
                <a:solidFill>
                  <a:srgbClr val="9FA9B9"/>
                </a:solidFill>
                <a:latin typeface="Arial"/>
                <a:ea typeface="Arial"/>
                <a:cs typeface="Arial"/>
              </a:defRPr>
            </a:pPr>
            <a:r>
              <a:rPr sz="1575" b="1">
                <a:solidFill>
                  <a:srgbClr val="9FA9B9"/>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BDC40839-465D-47FA-A254-6BA38F5AF995}"/>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8" name="text-609">
            <a:extLst xmlns:a="http://schemas.openxmlformats.org/drawingml/2006/main">
              <a:ext uri="{FF2B5EF4-FFF2-40B4-BE49-F238E27FC236}">
                <a16:creationId xmlns:a16="http://schemas.microsoft.com/office/drawing/2014/main" id="{F4E6F604-D976-44BA-BAD2-1B825EA45242}"/>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9FA9B9"/>
                </a:solidFill>
                <a:latin typeface="Yu Gothic"/>
                <a:ea typeface="Yu Gothic"/>
                <a:cs typeface="Yu Gothic"/>
              </a:defRPr>
            </a:defPPr>
            <a:lvl1pPr algn="ctr">
              <a:defRPr sz="1500" b="1">
                <a:solidFill>
                  <a:srgbClr val="9FA9B9"/>
                </a:solidFill>
                <a:latin typeface="Yu Gothic"/>
                <a:ea typeface="Yu Gothic"/>
                <a:cs typeface="Yu Gothic"/>
              </a:defRPr>
            </a:lvl1pPr>
            <a:lvl2pPr algn="ctr">
              <a:defRPr sz="1500" b="1">
                <a:solidFill>
                  <a:srgbClr val="9FA9B9"/>
                </a:solidFill>
                <a:latin typeface="Yu Gothic"/>
                <a:ea typeface="Yu Gothic"/>
                <a:cs typeface="Yu Gothic"/>
              </a:defRPr>
            </a:lvl2pPr>
            <a:lvl3pPr algn="ctr">
              <a:defRPr sz="1500" b="1">
                <a:solidFill>
                  <a:srgbClr val="9FA9B9"/>
                </a:solidFill>
                <a:latin typeface="Yu Gothic"/>
                <a:ea typeface="Yu Gothic"/>
                <a:cs typeface="Yu Gothic"/>
              </a:defRPr>
            </a:lvl3pPr>
            <a:lvl4pPr algn="ctr">
              <a:defRPr sz="1500" b="1">
                <a:solidFill>
                  <a:srgbClr val="9FA9B9"/>
                </a:solidFill>
                <a:latin typeface="Yu Gothic"/>
                <a:ea typeface="Yu Gothic"/>
                <a:cs typeface="Yu Gothic"/>
              </a:defRPr>
            </a:lvl4pPr>
            <a:lvl5pPr algn="ctr">
              <a:defRPr sz="1500" b="1">
                <a:solidFill>
                  <a:srgbClr val="9FA9B9"/>
                </a:solidFill>
                <a:latin typeface="Yu Gothic"/>
                <a:ea typeface="Yu Gothic"/>
                <a:cs typeface="Yu Gothic"/>
              </a:defRPr>
            </a:lvl5pPr>
            <a:lvl6pPr algn="ctr">
              <a:defRPr sz="1500" b="1">
                <a:solidFill>
                  <a:srgbClr val="9FA9B9"/>
                </a:solidFill>
                <a:latin typeface="Yu Gothic"/>
                <a:ea typeface="Yu Gothic"/>
                <a:cs typeface="Yu Gothic"/>
              </a:defRPr>
            </a:lvl6pPr>
            <a:lvl7pPr algn="ctr">
              <a:defRPr sz="1500" b="1">
                <a:solidFill>
                  <a:srgbClr val="9FA9B9"/>
                </a:solidFill>
                <a:latin typeface="Yu Gothic"/>
                <a:ea typeface="Yu Gothic"/>
                <a:cs typeface="Yu Gothic"/>
              </a:defRPr>
            </a:lvl7pPr>
            <a:lvl8pPr algn="ctr">
              <a:defRPr sz="1500" b="1">
                <a:solidFill>
                  <a:srgbClr val="9FA9B9"/>
                </a:solidFill>
                <a:latin typeface="Yu Gothic"/>
                <a:ea typeface="Yu Gothic"/>
                <a:cs typeface="Yu Gothic"/>
              </a:defRPr>
            </a:lvl8pPr>
            <a:lvl9pPr algn="ctr">
              <a:defRPr sz="1500" b="1">
                <a:solidFill>
                  <a:srgbClr val="9FA9B9"/>
                </a:solidFill>
                <a:latin typeface="Yu Gothic"/>
                <a:ea typeface="Yu Gothic"/>
                <a:cs typeface="Yu Gothic"/>
              </a:defRPr>
            </a:lvl9pPr>
          </a:lstStyle>
          <a:p xmlns:a="http://schemas.openxmlformats.org/drawingml/2006/main">
            <a:pPr algn="ctr">
              <a:defRPr sz="1500" b="1">
                <a:solidFill>
                  <a:srgbClr val="9FA9B9"/>
                </a:solidFill>
                <a:latin typeface="Yu Gothic"/>
                <a:ea typeface="Yu Gothic"/>
                <a:cs typeface="Yu Gothic"/>
              </a:defRPr>
            </a:pPr>
            <a:r>
              <a:rPr sz="1500" b="1">
                <a:solidFill>
                  <a:srgbClr val="9FA9B9"/>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C3E9EA76-B4D7-43B9-B38D-3F518D9C55DB}"/>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77A3DC"/>
          </a:solidFill>
          <a:ln xmlns:a="http://schemas.openxmlformats.org/drawingml/2006/main" w="20955">
            <a:solidFill>
              <a:srgbClr val="231F20"/>
            </a:solidFill>
          </a:ln>
        </p:spPr>
      </p:sp>
      <p:sp>
        <p:nvSpPr>
          <p:cNvPr id="20" name="text-611">
            <a:extLst xmlns:a="http://schemas.openxmlformats.org/drawingml/2006/main">
              <a:ext uri="{FF2B5EF4-FFF2-40B4-BE49-F238E27FC236}">
                <a16:creationId xmlns:a16="http://schemas.microsoft.com/office/drawing/2014/main" id="{3087EC6B-028A-424B-A20E-50E78BA2BFBB}"/>
              </a:ext>
            </a:extLst>
          </p:cNvPr>
          <p:cNvSpPr>
            <a:spLocks xmlns:a="http://schemas.openxmlformats.org/drawingml/2006/main" noGrp="1"/>
          </p:cNvSpPr>
          <p:nvPr/>
        </p:nvSpPr>
        <p:spPr>
          <a:xfrm xmlns:a="http://schemas.openxmlformats.org/drawingml/2006/main">
            <a:off x="8201025" y="4057650"/>
            <a:ext cx="1323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231F20"/>
                </a:solidFill>
                <a:latin typeface="Yu Gothic"/>
                <a:ea typeface="Yu Gothic"/>
                <a:cs typeface="Yu Gothic"/>
              </a:defRPr>
            </a:defPPr>
            <a:lvl1pPr algn="ctr">
              <a:defRPr sz="1388" b="1">
                <a:solidFill>
                  <a:srgbClr val="231F20"/>
                </a:solidFill>
                <a:latin typeface="Yu Gothic"/>
                <a:ea typeface="Yu Gothic"/>
                <a:cs typeface="Yu Gothic"/>
              </a:defRPr>
            </a:lvl1pPr>
            <a:lvl2pPr algn="ctr">
              <a:defRPr sz="1388" b="1">
                <a:solidFill>
                  <a:srgbClr val="231F20"/>
                </a:solidFill>
                <a:latin typeface="Yu Gothic"/>
                <a:ea typeface="Yu Gothic"/>
                <a:cs typeface="Yu Gothic"/>
              </a:defRPr>
            </a:lvl2pPr>
            <a:lvl3pPr algn="ctr">
              <a:defRPr sz="1388" b="1">
                <a:solidFill>
                  <a:srgbClr val="231F20"/>
                </a:solidFill>
                <a:latin typeface="Yu Gothic"/>
                <a:ea typeface="Yu Gothic"/>
                <a:cs typeface="Yu Gothic"/>
              </a:defRPr>
            </a:lvl3pPr>
            <a:lvl4pPr algn="ctr">
              <a:defRPr sz="1388" b="1">
                <a:solidFill>
                  <a:srgbClr val="231F20"/>
                </a:solidFill>
                <a:latin typeface="Yu Gothic"/>
                <a:ea typeface="Yu Gothic"/>
                <a:cs typeface="Yu Gothic"/>
              </a:defRPr>
            </a:lvl4pPr>
            <a:lvl5pPr algn="ctr">
              <a:defRPr sz="1388" b="1">
                <a:solidFill>
                  <a:srgbClr val="231F20"/>
                </a:solidFill>
                <a:latin typeface="Yu Gothic"/>
                <a:ea typeface="Yu Gothic"/>
                <a:cs typeface="Yu Gothic"/>
              </a:defRPr>
            </a:lvl5pPr>
            <a:lvl6pPr algn="ctr">
              <a:defRPr sz="1388" b="1">
                <a:solidFill>
                  <a:srgbClr val="231F20"/>
                </a:solidFill>
                <a:latin typeface="Yu Gothic"/>
                <a:ea typeface="Yu Gothic"/>
                <a:cs typeface="Yu Gothic"/>
              </a:defRPr>
            </a:lvl6pPr>
            <a:lvl7pPr algn="ctr">
              <a:defRPr sz="1388" b="1">
                <a:solidFill>
                  <a:srgbClr val="231F20"/>
                </a:solidFill>
                <a:latin typeface="Yu Gothic"/>
                <a:ea typeface="Yu Gothic"/>
                <a:cs typeface="Yu Gothic"/>
              </a:defRPr>
            </a:lvl7pPr>
            <a:lvl8pPr algn="ctr">
              <a:defRPr sz="1388" b="1">
                <a:solidFill>
                  <a:srgbClr val="231F20"/>
                </a:solidFill>
                <a:latin typeface="Yu Gothic"/>
                <a:ea typeface="Yu Gothic"/>
                <a:cs typeface="Yu Gothic"/>
              </a:defRPr>
            </a:lvl8pPr>
            <a:lvl9pPr algn="ctr">
              <a:defRPr sz="1388" b="1">
                <a:solidFill>
                  <a:srgbClr val="231F20"/>
                </a:solidFill>
                <a:latin typeface="Yu Gothic"/>
                <a:ea typeface="Yu Gothic"/>
                <a:cs typeface="Yu Gothic"/>
              </a:defRPr>
            </a:lvl9pPr>
          </a:lstStyle>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DDR</a:t>
            </a:r>
          </a:p>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コントローラー</a:t>
            </a:r>
          </a:p>
        </p:txBody>
      </p:sp>
      <p:sp>
        <p:nvSpPr>
          <p:cNvPr id="21" name="text-612">
            <a:extLst xmlns:a="http://schemas.openxmlformats.org/drawingml/2006/main">
              <a:ext uri="{FF2B5EF4-FFF2-40B4-BE49-F238E27FC236}">
                <a16:creationId xmlns:a16="http://schemas.microsoft.com/office/drawing/2014/main" id="{8CF642CE-A8F6-40A7-8F6F-10D7C21A876A}"/>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613">
            <a:extLst xmlns:a="http://schemas.openxmlformats.org/drawingml/2006/main">
              <a:ext uri="{FF2B5EF4-FFF2-40B4-BE49-F238E27FC236}">
                <a16:creationId xmlns:a16="http://schemas.microsoft.com/office/drawing/2014/main" id="{86E6E6FE-AA83-4620-B446-B62B391C0263}"/>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614">
            <a:extLst xmlns:a="http://schemas.openxmlformats.org/drawingml/2006/main">
              <a:ext uri="{FF2B5EF4-FFF2-40B4-BE49-F238E27FC236}">
                <a16:creationId xmlns:a16="http://schemas.microsoft.com/office/drawing/2014/main" id="{E6100244-2EE8-4331-9738-31422748A659}"/>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615">
            <a:extLst xmlns:a="http://schemas.openxmlformats.org/drawingml/2006/main">
              <a:ext uri="{FF2B5EF4-FFF2-40B4-BE49-F238E27FC236}">
                <a16:creationId xmlns:a16="http://schemas.microsoft.com/office/drawing/2014/main" id="{0D448014-ECDA-4E11-8CB3-0558495055D2}"/>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616">
            <a:extLst xmlns:a="http://schemas.openxmlformats.org/drawingml/2006/main">
              <a:ext uri="{FF2B5EF4-FFF2-40B4-BE49-F238E27FC236}">
                <a16:creationId xmlns:a16="http://schemas.microsoft.com/office/drawing/2014/main" id="{B7B8853F-2062-495A-9045-05DD4A160C20}"/>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617">
            <a:extLst xmlns:a="http://schemas.openxmlformats.org/drawingml/2006/main">
              <a:ext uri="{FF2B5EF4-FFF2-40B4-BE49-F238E27FC236}">
                <a16:creationId xmlns:a16="http://schemas.microsoft.com/office/drawing/2014/main" id="{FB57AA93-2049-49C8-83DF-3447D2F992F3}"/>
              </a:ext>
            </a:extLst>
          </p:cNvPr>
          <p:cNvSpPr>
            <a:spLocks xmlns:a="http://schemas.openxmlformats.org/drawingml/2006/main" noGrp="1"/>
          </p:cNvSpPr>
          <p:nvPr/>
        </p:nvSpPr>
        <p:spPr>
          <a:xfrm xmlns:a="http://schemas.openxmlformats.org/drawingml/2006/main">
            <a:off x="7924800" y="3200400"/>
            <a:ext cx="9525" cy="1809750"/>
          </a:xfrm>
          <a:custGeom xmlns:a="http://schemas.openxmlformats.org/drawingml/2006/main">
            <a:pathLst>
              <a:path w="9525" h="1809750">
                <a:moveTo>
                  <a:pt x="0" y="0"/>
                </a:moveTo>
                <a:lnTo>
                  <a:pt x="0" y="1809750"/>
                </a:lnTo>
              </a:path>
            </a:pathLst>
          </a:custGeom>
          <a:noFill xmlns:a="http://schemas.openxmlformats.org/drawingml/2006/main"/>
          <a:ln xmlns:a="http://schemas.openxmlformats.org/drawingml/2006/main" w="20955">
            <a:solidFill>
              <a:srgbClr val="9FA9B9"/>
            </a:solidFill>
          </a:ln>
        </p:spPr>
      </p:sp>
      <p:sp>
        <p:nvSpPr>
          <p:cNvPr id="27" name="wire-618">
            <a:extLst xmlns:a="http://schemas.openxmlformats.org/drawingml/2006/main">
              <a:ext uri="{FF2B5EF4-FFF2-40B4-BE49-F238E27FC236}">
                <a16:creationId xmlns:a16="http://schemas.microsoft.com/office/drawing/2014/main" id="{DBA050C5-4137-487E-9272-0AE33D56ADE2}"/>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1572C3"/>
            </a:solidFill>
          </a:ln>
        </p:spPr>
      </p:sp>
      <p:sp>
        <p:nvSpPr>
          <p:cNvPr id="28" name="circuit-619">
            <a:extLst xmlns:a="http://schemas.openxmlformats.org/drawingml/2006/main">
              <a:ext uri="{FF2B5EF4-FFF2-40B4-BE49-F238E27FC236}">
                <a16:creationId xmlns:a16="http://schemas.microsoft.com/office/drawing/2014/main" id="{C056B10E-2A9E-4451-951D-443ADB41ABA7}"/>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9" name="wire-620">
            <a:extLst xmlns:a="http://schemas.openxmlformats.org/drawingml/2006/main">
              <a:ext uri="{FF2B5EF4-FFF2-40B4-BE49-F238E27FC236}">
                <a16:creationId xmlns:a16="http://schemas.microsoft.com/office/drawing/2014/main" id="{61EBFAED-03F1-472C-A756-0C630DF41FB7}"/>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1572C3"/>
            </a:solidFill>
          </a:ln>
        </p:spPr>
      </p:sp>
      <p:sp>
        <p:nvSpPr>
          <p:cNvPr id="30" name="circuit-621">
            <a:extLst xmlns:a="http://schemas.openxmlformats.org/drawingml/2006/main">
              <a:ext uri="{FF2B5EF4-FFF2-40B4-BE49-F238E27FC236}">
                <a16:creationId xmlns:a16="http://schemas.microsoft.com/office/drawing/2014/main" id="{43D0F5E1-FD18-4A56-8952-4387703991C5}"/>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1" name="wire-622">
            <a:extLst xmlns:a="http://schemas.openxmlformats.org/drawingml/2006/main">
              <a:ext uri="{FF2B5EF4-FFF2-40B4-BE49-F238E27FC236}">
                <a16:creationId xmlns:a16="http://schemas.microsoft.com/office/drawing/2014/main" id="{79E01FDC-30E3-4079-B857-BB443CA8AF89}"/>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623">
            <a:extLst xmlns:a="http://schemas.openxmlformats.org/drawingml/2006/main">
              <a:ext uri="{FF2B5EF4-FFF2-40B4-BE49-F238E27FC236}">
                <a16:creationId xmlns:a16="http://schemas.microsoft.com/office/drawing/2014/main" id="{232FB8B1-06DF-4671-999B-3A35973A1018}"/>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624">
            <a:extLst xmlns:a="http://schemas.openxmlformats.org/drawingml/2006/main">
              <a:ext uri="{FF2B5EF4-FFF2-40B4-BE49-F238E27FC236}">
                <a16:creationId xmlns:a16="http://schemas.microsoft.com/office/drawing/2014/main" id="{B89E50CA-04E4-450C-984F-2299162AD40C}"/>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625">
            <a:extLst xmlns:a="http://schemas.openxmlformats.org/drawingml/2006/main">
              <a:ext uri="{FF2B5EF4-FFF2-40B4-BE49-F238E27FC236}">
                <a16:creationId xmlns:a16="http://schemas.microsoft.com/office/drawing/2014/main" id="{272F1FA4-8BA9-4DBA-A9F6-2A2545AE16FA}"/>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board-stable-sd">
            <a:extLst xmlns:a="http://schemas.openxmlformats.org/drawingml/2006/main">
              <a:ext uri="{FF2B5EF4-FFF2-40B4-BE49-F238E27FC236}">
                <a16:creationId xmlns:a16="http://schemas.microsoft.com/office/drawing/2014/main" id="{231339EE-A303-41D1-A0BF-38E05EA0E66C}"/>
              </a:ext>
            </a:extLst>
          </p:cNvPr>
          <p:cNvSpPr>
            <a:spLocks xmlns:a="http://schemas.openxmlformats.org/drawingml/2006/main" noGrp="1"/>
          </p:cNvSpPr>
          <p:nvPr/>
        </p:nvSpPr>
        <p:spPr>
          <a:xfrm xmlns:a="http://schemas.openxmlformats.org/drawingml/2006/main">
            <a:off x="8162925" y="2933700"/>
            <a:ext cx="1400175" cy="5334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36" name="text-627">
            <a:extLst xmlns:a="http://schemas.openxmlformats.org/drawingml/2006/main">
              <a:ext uri="{FF2B5EF4-FFF2-40B4-BE49-F238E27FC236}">
                <a16:creationId xmlns:a16="http://schemas.microsoft.com/office/drawing/2014/main" id="{9B01FBAE-88BB-46FF-B356-3227EEC95C0F}"/>
              </a:ext>
            </a:extLst>
          </p:cNvPr>
          <p:cNvSpPr>
            <a:spLocks xmlns:a="http://schemas.openxmlformats.org/drawingml/2006/main" noGrp="1"/>
          </p:cNvSpPr>
          <p:nvPr/>
        </p:nvSpPr>
        <p:spPr>
          <a:xfrm xmlns:a="http://schemas.openxmlformats.org/drawingml/2006/main">
            <a:off x="8239125" y="2990850"/>
            <a:ext cx="124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9FA9B9"/>
                </a:solidFill>
                <a:latin typeface="Yu Gothic"/>
                <a:ea typeface="Yu Gothic"/>
                <a:cs typeface="Yu Gothic"/>
              </a:defRPr>
            </a:defPPr>
            <a:lvl1pPr algn="ctr">
              <a:defRPr sz="1725" b="1">
                <a:solidFill>
                  <a:srgbClr val="9FA9B9"/>
                </a:solidFill>
                <a:latin typeface="Yu Gothic"/>
                <a:ea typeface="Yu Gothic"/>
                <a:cs typeface="Yu Gothic"/>
              </a:defRPr>
            </a:lvl1pPr>
            <a:lvl2pPr algn="ctr">
              <a:defRPr sz="1725" b="1">
                <a:solidFill>
                  <a:srgbClr val="9FA9B9"/>
                </a:solidFill>
                <a:latin typeface="Yu Gothic"/>
                <a:ea typeface="Yu Gothic"/>
                <a:cs typeface="Yu Gothic"/>
              </a:defRPr>
            </a:lvl2pPr>
            <a:lvl3pPr algn="ctr">
              <a:defRPr sz="1725" b="1">
                <a:solidFill>
                  <a:srgbClr val="9FA9B9"/>
                </a:solidFill>
                <a:latin typeface="Yu Gothic"/>
                <a:ea typeface="Yu Gothic"/>
                <a:cs typeface="Yu Gothic"/>
              </a:defRPr>
            </a:lvl3pPr>
            <a:lvl4pPr algn="ctr">
              <a:defRPr sz="1725" b="1">
                <a:solidFill>
                  <a:srgbClr val="9FA9B9"/>
                </a:solidFill>
                <a:latin typeface="Yu Gothic"/>
                <a:ea typeface="Yu Gothic"/>
                <a:cs typeface="Yu Gothic"/>
              </a:defRPr>
            </a:lvl4pPr>
            <a:lvl5pPr algn="ctr">
              <a:defRPr sz="1725" b="1">
                <a:solidFill>
                  <a:srgbClr val="9FA9B9"/>
                </a:solidFill>
                <a:latin typeface="Yu Gothic"/>
                <a:ea typeface="Yu Gothic"/>
                <a:cs typeface="Yu Gothic"/>
              </a:defRPr>
            </a:lvl5pPr>
            <a:lvl6pPr algn="ctr">
              <a:defRPr sz="1725" b="1">
                <a:solidFill>
                  <a:srgbClr val="9FA9B9"/>
                </a:solidFill>
                <a:latin typeface="Yu Gothic"/>
                <a:ea typeface="Yu Gothic"/>
                <a:cs typeface="Yu Gothic"/>
              </a:defRPr>
            </a:lvl6pPr>
            <a:lvl7pPr algn="ctr">
              <a:defRPr sz="1725" b="1">
                <a:solidFill>
                  <a:srgbClr val="9FA9B9"/>
                </a:solidFill>
                <a:latin typeface="Yu Gothic"/>
                <a:ea typeface="Yu Gothic"/>
                <a:cs typeface="Yu Gothic"/>
              </a:defRPr>
            </a:lvl7pPr>
            <a:lvl8pPr algn="ctr">
              <a:defRPr sz="1725" b="1">
                <a:solidFill>
                  <a:srgbClr val="9FA9B9"/>
                </a:solidFill>
                <a:latin typeface="Yu Gothic"/>
                <a:ea typeface="Yu Gothic"/>
                <a:cs typeface="Yu Gothic"/>
              </a:defRPr>
            </a:lvl8pPr>
            <a:lvl9pPr algn="ctr">
              <a:defRPr sz="1725" b="1">
                <a:solidFill>
                  <a:srgbClr val="9FA9B9"/>
                </a:solidFill>
                <a:latin typeface="Yu Gothic"/>
                <a:ea typeface="Yu Gothic"/>
                <a:cs typeface="Yu Gothic"/>
              </a:defRPr>
            </a:lvl9pPr>
          </a:lstStyle>
          <a:p xmlns:a="http://schemas.openxmlformats.org/drawingml/2006/main">
            <a:pPr algn="ctr">
              <a:defRPr sz="1725" b="1">
                <a:solidFill>
                  <a:srgbClr val="9FA9B9"/>
                </a:solidFill>
                <a:latin typeface="Yu Gothic"/>
                <a:ea typeface="Yu Gothic"/>
                <a:cs typeface="Yu Gothic"/>
              </a:defRPr>
            </a:pPr>
            <a:r>
              <a:rPr sz="1725" b="1">
                <a:solidFill>
                  <a:srgbClr val="9FA9B9"/>
                </a:solidFill>
                <a:latin typeface="Yu Gothic"/>
                <a:ea typeface="Yu Gothic"/>
                <a:cs typeface="Yu Gothic"/>
              </a:rPr>
              <a:t>SD制御</a:t>
            </a:r>
          </a:p>
        </p:txBody>
      </p:sp>
      <p:sp>
        <p:nvSpPr>
          <p:cNvPr id="37" name="wire-628">
            <a:extLst xmlns:a="http://schemas.openxmlformats.org/drawingml/2006/main">
              <a:ext uri="{FF2B5EF4-FFF2-40B4-BE49-F238E27FC236}">
                <a16:creationId xmlns:a16="http://schemas.microsoft.com/office/drawing/2014/main" id="{DDA05D57-67D1-40A5-817A-9B594FE1BAC5}"/>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9FA9B9"/>
            </a:solidFill>
          </a:ln>
        </p:spPr>
      </p:sp>
      <p:sp>
        <p:nvSpPr>
          <p:cNvPr id="38" name="circuit-629">
            <a:extLst xmlns:a="http://schemas.openxmlformats.org/drawingml/2006/main">
              <a:ext uri="{FF2B5EF4-FFF2-40B4-BE49-F238E27FC236}">
                <a16:creationId xmlns:a16="http://schemas.microsoft.com/office/drawing/2014/main" id="{4E6DBE17-A19A-4CBA-B9A6-8A518320DFA7}"/>
              </a:ext>
            </a:extLst>
          </p:cNvPr>
          <p:cNvSpPr>
            <a:spLocks xmlns:a="http://schemas.openxmlformats.org/drawingml/2006/main" noGrp="1"/>
          </p:cNvSpPr>
          <p:nvPr/>
        </p:nvSpPr>
        <p:spPr>
          <a:xfrm xmlns:a="http://schemas.openxmlformats.org/drawingml/2006/main">
            <a:off x="993457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39" name="wire-630">
            <a:extLst xmlns:a="http://schemas.openxmlformats.org/drawingml/2006/main">
              <a:ext uri="{FF2B5EF4-FFF2-40B4-BE49-F238E27FC236}">
                <a16:creationId xmlns:a16="http://schemas.microsoft.com/office/drawing/2014/main" id="{DE87986F-2198-4EFF-A9A9-A5EB5E8DAF42}"/>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9FA9B9"/>
            </a:solidFill>
          </a:ln>
        </p:spPr>
      </p:sp>
      <p:sp>
        <p:nvSpPr>
          <p:cNvPr id="40" name="circuit-631">
            <a:extLst xmlns:a="http://schemas.openxmlformats.org/drawingml/2006/main">
              <a:ext uri="{FF2B5EF4-FFF2-40B4-BE49-F238E27FC236}">
                <a16:creationId xmlns:a16="http://schemas.microsoft.com/office/drawing/2014/main" id="{85AF63D3-877E-42C7-B4AF-D26C6AA803E7}"/>
              </a:ext>
            </a:extLst>
          </p:cNvPr>
          <p:cNvSpPr>
            <a:spLocks xmlns:a="http://schemas.openxmlformats.org/drawingml/2006/main" noGrp="1"/>
          </p:cNvSpPr>
          <p:nvPr/>
        </p:nvSpPr>
        <p:spPr>
          <a:xfrm xmlns:a="http://schemas.openxmlformats.org/drawingml/2006/main">
            <a:off x="95631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1" name="wire-632">
            <a:extLst xmlns:a="http://schemas.openxmlformats.org/drawingml/2006/main">
              <a:ext uri="{FF2B5EF4-FFF2-40B4-BE49-F238E27FC236}">
                <a16:creationId xmlns:a16="http://schemas.microsoft.com/office/drawing/2014/main" id="{D177349E-26BE-4242-AFDC-ED26300052BC}"/>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9FA9B9"/>
            </a:solidFill>
          </a:ln>
        </p:spPr>
      </p:sp>
      <p:sp>
        <p:nvSpPr>
          <p:cNvPr id="42" name="circuit-633">
            <a:extLst xmlns:a="http://schemas.openxmlformats.org/drawingml/2006/main">
              <a:ext uri="{FF2B5EF4-FFF2-40B4-BE49-F238E27FC236}">
                <a16:creationId xmlns:a16="http://schemas.microsoft.com/office/drawing/2014/main" id="{34CE16BC-D568-4C95-AA3F-72C895DC97D7}"/>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43" name="wire-634">
            <a:extLst xmlns:a="http://schemas.openxmlformats.org/drawingml/2006/main">
              <a:ext uri="{FF2B5EF4-FFF2-40B4-BE49-F238E27FC236}">
                <a16:creationId xmlns:a16="http://schemas.microsoft.com/office/drawing/2014/main" id="{EB64A1D9-1BFA-4601-93F5-D2A94549CA19}"/>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9FA9B9"/>
            </a:solidFill>
          </a:ln>
        </p:spPr>
      </p:sp>
      <p:sp>
        <p:nvSpPr>
          <p:cNvPr id="44" name="circuit-635">
            <a:extLst xmlns:a="http://schemas.openxmlformats.org/drawingml/2006/main">
              <a:ext uri="{FF2B5EF4-FFF2-40B4-BE49-F238E27FC236}">
                <a16:creationId xmlns:a16="http://schemas.microsoft.com/office/drawing/2014/main" id="{C364487C-0D69-4E46-8BC0-F2B0820B469D}"/>
              </a:ext>
            </a:extLst>
          </p:cNvPr>
          <p:cNvSpPr>
            <a:spLocks xmlns:a="http://schemas.openxmlformats.org/drawingml/2006/main" noGrp="1"/>
          </p:cNvSpPr>
          <p:nvPr/>
        </p:nvSpPr>
        <p:spPr>
          <a:xfrm xmlns:a="http://schemas.openxmlformats.org/drawingml/2006/main">
            <a:off x="79248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5" name="board-stable-gpu">
            <a:extLst xmlns:a="http://schemas.openxmlformats.org/drawingml/2006/main">
              <a:ext uri="{FF2B5EF4-FFF2-40B4-BE49-F238E27FC236}">
                <a16:creationId xmlns:a16="http://schemas.microsoft.com/office/drawing/2014/main" id="{CC72ADCA-EDD6-40A6-B90B-B2ED3E87AAFF}"/>
              </a:ext>
            </a:extLst>
          </p:cNvPr>
          <p:cNvSpPr>
            <a:spLocks xmlns:a="http://schemas.openxmlformats.org/drawingml/2006/main" noGrp="1"/>
          </p:cNvSpPr>
          <p:nvPr/>
        </p:nvSpPr>
        <p:spPr>
          <a:xfrm xmlns:a="http://schemas.openxmlformats.org/drawingml/2006/main">
            <a:off x="8162925" y="4791075"/>
            <a:ext cx="1400175" cy="447675"/>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46" name="text-637">
            <a:extLst xmlns:a="http://schemas.openxmlformats.org/drawingml/2006/main">
              <a:ext uri="{FF2B5EF4-FFF2-40B4-BE49-F238E27FC236}">
                <a16:creationId xmlns:a16="http://schemas.microsoft.com/office/drawing/2014/main" id="{AFF3240C-9338-414B-8FE8-8C6E95CA8EF1}"/>
              </a:ext>
            </a:extLst>
          </p:cNvPr>
          <p:cNvSpPr>
            <a:spLocks xmlns:a="http://schemas.openxmlformats.org/drawingml/2006/main" noGrp="1"/>
          </p:cNvSpPr>
          <p:nvPr/>
        </p:nvSpPr>
        <p:spPr>
          <a:xfrm xmlns:a="http://schemas.openxmlformats.org/drawingml/2006/main">
            <a:off x="8239125" y="4848225"/>
            <a:ext cx="1247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描画回路</a:t>
            </a:r>
          </a:p>
        </p:txBody>
      </p:sp>
      <p:sp>
        <p:nvSpPr>
          <p:cNvPr id="47" name="wire-638">
            <a:extLst xmlns:a="http://schemas.openxmlformats.org/drawingml/2006/main">
              <a:ext uri="{FF2B5EF4-FFF2-40B4-BE49-F238E27FC236}">
                <a16:creationId xmlns:a16="http://schemas.microsoft.com/office/drawing/2014/main" id="{137D2343-0C14-4BD4-926C-455839E4F822}"/>
              </a:ext>
            </a:extLst>
          </p:cNvPr>
          <p:cNvSpPr>
            <a:spLocks xmlns:a="http://schemas.openxmlformats.org/drawingml/2006/main" noGrp="1"/>
          </p:cNvSpPr>
          <p:nvPr/>
        </p:nvSpPr>
        <p:spPr>
          <a:xfrm xmlns:a="http://schemas.openxmlformats.org/drawingml/2006/main">
            <a:off x="7924800" y="50101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48" name="circuit-639">
            <a:extLst xmlns:a="http://schemas.openxmlformats.org/drawingml/2006/main">
              <a:ext uri="{FF2B5EF4-FFF2-40B4-BE49-F238E27FC236}">
                <a16:creationId xmlns:a16="http://schemas.microsoft.com/office/drawing/2014/main" id="{504EFF3B-2F3F-4D80-A121-378564850F1D}"/>
              </a:ext>
            </a:extLst>
          </p:cNvPr>
          <p:cNvSpPr>
            <a:spLocks xmlns:a="http://schemas.openxmlformats.org/drawingml/2006/main" noGrp="1"/>
          </p:cNvSpPr>
          <p:nvPr/>
        </p:nvSpPr>
        <p:spPr>
          <a:xfrm xmlns:a="http://schemas.openxmlformats.org/drawingml/2006/main">
            <a:off x="8086725" y="49787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9" name="wire-640">
            <a:extLst xmlns:a="http://schemas.openxmlformats.org/drawingml/2006/main">
              <a:ext uri="{FF2B5EF4-FFF2-40B4-BE49-F238E27FC236}">
                <a16:creationId xmlns:a16="http://schemas.microsoft.com/office/drawing/2014/main" id="{8C9AE258-1379-41E6-9100-9ECC2BB48FB7}"/>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8575">
            <a:solidFill>
              <a:srgbClr val="1572C3"/>
            </a:solidFill>
          </a:ln>
        </p:spPr>
      </p:sp>
      <p:sp>
        <p:nvSpPr>
          <p:cNvPr id="50" name="wire-641">
            <a:extLst xmlns:a="http://schemas.openxmlformats.org/drawingml/2006/main">
              <a:ext uri="{FF2B5EF4-FFF2-40B4-BE49-F238E27FC236}">
                <a16:creationId xmlns:a16="http://schemas.microsoft.com/office/drawing/2014/main" id="{727DEB34-067F-457A-A6B6-FB133922C94D}"/>
              </a:ext>
            </a:extLst>
          </p:cNvPr>
          <p:cNvSpPr>
            <a:spLocks xmlns:a="http://schemas.openxmlformats.org/drawingml/2006/main" noGrp="1"/>
          </p:cNvSpPr>
          <p:nvPr/>
        </p:nvSpPr>
        <p:spPr>
          <a:xfrm xmlns:a="http://schemas.openxmlformats.org/drawingml/2006/main">
            <a:off x="7924800" y="4562475"/>
            <a:ext cx="9525" cy="447675"/>
          </a:xfrm>
          <a:custGeom xmlns:a="http://schemas.openxmlformats.org/drawingml/2006/main">
            <a:pathLst>
              <a:path w="9525" h="447675">
                <a:moveTo>
                  <a:pt x="0" y="0"/>
                </a:moveTo>
                <a:lnTo>
                  <a:pt x="0" y="447675"/>
                </a:lnTo>
              </a:path>
            </a:pathLst>
          </a:custGeom>
          <a:noFill xmlns:a="http://schemas.openxmlformats.org/drawingml/2006/main"/>
          <a:ln xmlns:a="http://schemas.openxmlformats.org/drawingml/2006/main" w="28575">
            <a:solidFill>
              <a:srgbClr val="1572C3"/>
            </a:solidFill>
          </a:ln>
        </p:spPr>
      </p:sp>
      <p:sp>
        <p:nvSpPr>
          <p:cNvPr id="51" name="wire-642">
            <a:extLst xmlns:a="http://schemas.openxmlformats.org/drawingml/2006/main">
              <a:ext uri="{FF2B5EF4-FFF2-40B4-BE49-F238E27FC236}">
                <a16:creationId xmlns:a16="http://schemas.microsoft.com/office/drawing/2014/main" id="{C9FE48FE-3D68-447D-A08A-2BA97D3956CE}"/>
              </a:ext>
            </a:extLst>
          </p:cNvPr>
          <p:cNvSpPr>
            <a:spLocks xmlns:a="http://schemas.openxmlformats.org/drawingml/2006/main" noGrp="1"/>
          </p:cNvSpPr>
          <p:nvPr/>
        </p:nvSpPr>
        <p:spPr>
          <a:xfrm xmlns:a="http://schemas.openxmlformats.org/drawingml/2006/main">
            <a:off x="7924800" y="50101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8575">
            <a:solidFill>
              <a:srgbClr val="1572C3"/>
            </a:solidFill>
          </a:ln>
        </p:spPr>
      </p:sp>
      <p:sp>
        <p:nvSpPr>
          <p:cNvPr id="52" name="circuit-643">
            <a:extLst xmlns:a="http://schemas.openxmlformats.org/drawingml/2006/main">
              <a:ext uri="{FF2B5EF4-FFF2-40B4-BE49-F238E27FC236}">
                <a16:creationId xmlns:a16="http://schemas.microsoft.com/office/drawing/2014/main" id="{752C85A0-D72D-4D16-B773-7C1E71CD9BC3}"/>
              </a:ext>
            </a:extLst>
          </p:cNvPr>
          <p:cNvSpPr>
            <a:spLocks xmlns:a="http://schemas.openxmlformats.org/drawingml/2006/main" noGrp="1"/>
          </p:cNvSpPr>
          <p:nvPr/>
        </p:nvSpPr>
        <p:spPr>
          <a:xfrm xmlns:a="http://schemas.openxmlformats.org/drawingml/2006/main">
            <a:off x="8086725" y="49787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3" name="text-644">
            <a:extLst xmlns:a="http://schemas.openxmlformats.org/drawingml/2006/main">
              <a:ext uri="{FF2B5EF4-FFF2-40B4-BE49-F238E27FC236}">
                <a16:creationId xmlns:a16="http://schemas.microsoft.com/office/drawing/2014/main" id="{87BAB188-93B9-4970-9D32-DB5B00B9E30A}"/>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54" name="block-645">
            <a:extLst xmlns:a="http://schemas.openxmlformats.org/drawingml/2006/main">
              <a:ext uri="{FF2B5EF4-FFF2-40B4-BE49-F238E27FC236}">
                <a16:creationId xmlns:a16="http://schemas.microsoft.com/office/drawing/2014/main" id="{F9B57E32-8020-4F9A-8FDD-E4F0609B8C08}"/>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5" name="text-646">
            <a:extLst xmlns:a="http://schemas.openxmlformats.org/drawingml/2006/main">
              <a:ext uri="{FF2B5EF4-FFF2-40B4-BE49-F238E27FC236}">
                <a16:creationId xmlns:a16="http://schemas.microsoft.com/office/drawing/2014/main" id="{A1568133-552A-4B48-ABC1-846394CBEF0E}"/>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即値</a:t>
            </a:r>
          </a:p>
        </p:txBody>
      </p:sp>
      <p:sp>
        <p:nvSpPr>
          <p:cNvPr id="56" name="text-647">
            <a:extLst xmlns:a="http://schemas.openxmlformats.org/drawingml/2006/main">
              <a:ext uri="{FF2B5EF4-FFF2-40B4-BE49-F238E27FC236}">
                <a16:creationId xmlns:a16="http://schemas.microsoft.com/office/drawing/2014/main" id="{18B2585C-9FEC-4392-A356-5E99E956CD39}"/>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0</a:t>
            </a:r>
          </a:p>
        </p:txBody>
      </p:sp>
      <p:sp>
        <p:nvSpPr>
          <p:cNvPr id="57" name="block-648">
            <a:extLst xmlns:a="http://schemas.openxmlformats.org/drawingml/2006/main">
              <a:ext uri="{FF2B5EF4-FFF2-40B4-BE49-F238E27FC236}">
                <a16:creationId xmlns:a16="http://schemas.microsoft.com/office/drawing/2014/main" id="{0AD0866F-4EBA-473F-94B8-D021C3050D87}"/>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8" name="text-649">
            <a:extLst xmlns:a="http://schemas.openxmlformats.org/drawingml/2006/main">
              <a:ext uri="{FF2B5EF4-FFF2-40B4-BE49-F238E27FC236}">
                <a16:creationId xmlns:a16="http://schemas.microsoft.com/office/drawing/2014/main" id="{5F43148B-9DCC-4D5C-86D8-360C09BDE9DA}"/>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A1</a:t>
            </a:r>
          </a:p>
        </p:txBody>
      </p:sp>
      <p:sp>
        <p:nvSpPr>
          <p:cNvPr id="59" name="text-650">
            <a:extLst xmlns:a="http://schemas.openxmlformats.org/drawingml/2006/main">
              <a:ext uri="{FF2B5EF4-FFF2-40B4-BE49-F238E27FC236}">
                <a16:creationId xmlns:a16="http://schemas.microsoft.com/office/drawing/2014/main" id="{3E25C319-2F8C-4544-AB64-B34FCEF64FFD}"/>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2</a:t>
            </a:r>
          </a:p>
        </p:txBody>
      </p:sp>
      <p:sp>
        <p:nvSpPr>
          <p:cNvPr id="60" name="block-651">
            <a:extLst xmlns:a="http://schemas.openxmlformats.org/drawingml/2006/main">
              <a:ext uri="{FF2B5EF4-FFF2-40B4-BE49-F238E27FC236}">
                <a16:creationId xmlns:a16="http://schemas.microsoft.com/office/drawing/2014/main" id="{F9449F36-963C-4178-AB07-2CE6EAF2379B}"/>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1" name="text-652">
            <a:extLst xmlns:a="http://schemas.openxmlformats.org/drawingml/2006/main">
              <a:ext uri="{FF2B5EF4-FFF2-40B4-BE49-F238E27FC236}">
                <a16:creationId xmlns:a16="http://schemas.microsoft.com/office/drawing/2014/main" id="{CCD14FA0-8686-465D-8F01-DA4B039C1404}"/>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A2</a:t>
            </a:r>
          </a:p>
        </p:txBody>
      </p:sp>
      <p:sp>
        <p:nvSpPr>
          <p:cNvPr id="62" name="text-653">
            <a:extLst xmlns:a="http://schemas.openxmlformats.org/drawingml/2006/main">
              <a:ext uri="{FF2B5EF4-FFF2-40B4-BE49-F238E27FC236}">
                <a16:creationId xmlns:a16="http://schemas.microsoft.com/office/drawing/2014/main" id="{6811D5C7-260B-45A5-BD92-C247054DC16F}"/>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1</a:t>
            </a:r>
          </a:p>
        </p:txBody>
      </p:sp>
      <p:sp>
        <p:nvSpPr>
          <p:cNvPr id="63" name="block-654">
            <a:extLst xmlns:a="http://schemas.openxmlformats.org/drawingml/2006/main">
              <a:ext uri="{FF2B5EF4-FFF2-40B4-BE49-F238E27FC236}">
                <a16:creationId xmlns:a16="http://schemas.microsoft.com/office/drawing/2014/main" id="{185E08BD-DD20-4A66-989A-0A73726CC6BC}"/>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4" name="text-655">
            <a:extLst xmlns:a="http://schemas.openxmlformats.org/drawingml/2006/main">
              <a:ext uri="{FF2B5EF4-FFF2-40B4-BE49-F238E27FC236}">
                <a16:creationId xmlns:a16="http://schemas.microsoft.com/office/drawing/2014/main" id="{636DC894-83A1-48AB-B508-E83266A133D3}"/>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操作</a:t>
            </a:r>
          </a:p>
        </p:txBody>
      </p:sp>
      <p:sp>
        <p:nvSpPr>
          <p:cNvPr id="65" name="text-656">
            <a:extLst xmlns:a="http://schemas.openxmlformats.org/drawingml/2006/main">
              <a:ext uri="{FF2B5EF4-FFF2-40B4-BE49-F238E27FC236}">
                <a16:creationId xmlns:a16="http://schemas.microsoft.com/office/drawing/2014/main" id="{E7C60512-DCCE-4C91-8F31-BE19C6589A38}"/>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sw</a:t>
            </a:r>
          </a:p>
        </p:txBody>
      </p:sp>
      <p:sp>
        <p:nvSpPr>
          <p:cNvPr id="66" name="board-stable-pc">
            <a:extLst xmlns:a="http://schemas.openxmlformats.org/drawingml/2006/main">
              <a:ext uri="{FF2B5EF4-FFF2-40B4-BE49-F238E27FC236}">
                <a16:creationId xmlns:a16="http://schemas.microsoft.com/office/drawing/2014/main" id="{69FB81D8-0D88-41F2-8846-41CAA13087F6}"/>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7" name="text-658">
            <a:extLst xmlns:a="http://schemas.openxmlformats.org/drawingml/2006/main">
              <a:ext uri="{FF2B5EF4-FFF2-40B4-BE49-F238E27FC236}">
                <a16:creationId xmlns:a16="http://schemas.microsoft.com/office/drawing/2014/main" id="{EE41D65B-F86A-4990-8D76-7A631DD81B32}"/>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68" name="circuit-659">
            <a:extLst xmlns:a="http://schemas.openxmlformats.org/drawingml/2006/main">
              <a:ext uri="{FF2B5EF4-FFF2-40B4-BE49-F238E27FC236}">
                <a16:creationId xmlns:a16="http://schemas.microsoft.com/office/drawing/2014/main" id="{B87CBFB4-8565-4C55-8068-0F07C38015F7}"/>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69" name="wire-660">
            <a:extLst xmlns:a="http://schemas.openxmlformats.org/drawingml/2006/main">
              <a:ext uri="{FF2B5EF4-FFF2-40B4-BE49-F238E27FC236}">
                <a16:creationId xmlns:a16="http://schemas.microsoft.com/office/drawing/2014/main" id="{5FAE41ED-FA7C-42C8-B416-C3C5FFFE8F87}"/>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70" name="text-661">
            <a:extLst xmlns:a="http://schemas.openxmlformats.org/drawingml/2006/main">
              <a:ext uri="{FF2B5EF4-FFF2-40B4-BE49-F238E27FC236}">
                <a16:creationId xmlns:a16="http://schemas.microsoft.com/office/drawing/2014/main" id="{82488FAD-DDF1-4818-84BC-14882FBBD35D}"/>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71" name="text-662">
            <a:extLst xmlns:a="http://schemas.openxmlformats.org/drawingml/2006/main">
              <a:ext uri="{FF2B5EF4-FFF2-40B4-BE49-F238E27FC236}">
                <a16:creationId xmlns:a16="http://schemas.microsoft.com/office/drawing/2014/main" id="{D81F5F56-7A37-4732-B90C-2BBBE050FD74}"/>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72" name="wire-663">
            <a:extLst xmlns:a="http://schemas.openxmlformats.org/drawingml/2006/main">
              <a:ext uri="{FF2B5EF4-FFF2-40B4-BE49-F238E27FC236}">
                <a16:creationId xmlns:a16="http://schemas.microsoft.com/office/drawing/2014/main" id="{D2BC1809-21FE-4E00-B6B7-3B6320ABBD8F}"/>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73" name="circuit-664">
            <a:extLst xmlns:a="http://schemas.openxmlformats.org/drawingml/2006/main">
              <a:ext uri="{FF2B5EF4-FFF2-40B4-BE49-F238E27FC236}">
                <a16:creationId xmlns:a16="http://schemas.microsoft.com/office/drawing/2014/main" id="{46E90F66-4F4D-4DDC-9719-B1D5BB7D0634}"/>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4" name="text-665">
            <a:extLst xmlns:a="http://schemas.openxmlformats.org/drawingml/2006/main">
              <a:ext uri="{FF2B5EF4-FFF2-40B4-BE49-F238E27FC236}">
                <a16:creationId xmlns:a16="http://schemas.microsoft.com/office/drawing/2014/main" id="{E8AD6C28-5532-49AF-87CC-BAA90280EAB0}"/>
              </a:ext>
            </a:extLst>
          </p:cNvPr>
          <p:cNvSpPr>
            <a:spLocks xmlns:a="http://schemas.openxmlformats.org/drawingml/2006/main" noGrp="1"/>
          </p:cNvSpPr>
          <p:nvPr/>
        </p:nvSpPr>
        <p:spPr>
          <a:xfrm xmlns:a="http://schemas.openxmlformats.org/drawingml/2006/main">
            <a:off x="1304925" y="4543425"/>
            <a:ext cx="342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番地</a:t>
            </a:r>
          </a:p>
        </p:txBody>
      </p:sp>
      <p:sp>
        <p:nvSpPr>
          <p:cNvPr id="75" name="board-stable-fetch">
            <a:extLst xmlns:a="http://schemas.openxmlformats.org/drawingml/2006/main">
              <a:ext uri="{FF2B5EF4-FFF2-40B4-BE49-F238E27FC236}">
                <a16:creationId xmlns:a16="http://schemas.microsoft.com/office/drawing/2014/main" id="{AF5443AF-0598-45F9-B24E-1BBAA1703A17}"/>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6" name="text-667">
            <a:extLst xmlns:a="http://schemas.openxmlformats.org/drawingml/2006/main">
              <a:ext uri="{FF2B5EF4-FFF2-40B4-BE49-F238E27FC236}">
                <a16:creationId xmlns:a16="http://schemas.microsoft.com/office/drawing/2014/main" id="{9E680B96-D9F7-4D78-88C0-839765D622C4}"/>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77" name="text-668">
            <a:extLst xmlns:a="http://schemas.openxmlformats.org/drawingml/2006/main">
              <a:ext uri="{FF2B5EF4-FFF2-40B4-BE49-F238E27FC236}">
                <a16:creationId xmlns:a16="http://schemas.microsoft.com/office/drawing/2014/main" id="{373EAA9A-4517-4BDE-847E-DF6AF9857097}"/>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78" name="text-669">
            <a:extLst xmlns:a="http://schemas.openxmlformats.org/drawingml/2006/main">
              <a:ext uri="{FF2B5EF4-FFF2-40B4-BE49-F238E27FC236}">
                <a16:creationId xmlns:a16="http://schemas.microsoft.com/office/drawing/2014/main" id="{30455BC1-38F7-4BCD-AEB3-BF2E5EAB3B8D}"/>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79" name="text-670">
            <a:extLst xmlns:a="http://schemas.openxmlformats.org/drawingml/2006/main">
              <a:ext uri="{FF2B5EF4-FFF2-40B4-BE49-F238E27FC236}">
                <a16:creationId xmlns:a16="http://schemas.microsoft.com/office/drawing/2014/main" id="{65255CB4-5008-4989-B88C-9D08E9ADAA54}"/>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Yu Gothic"/>
                <a:ea typeface="Yu Gothic"/>
                <a:cs typeface="Yu Gothic"/>
              </a:defRPr>
            </a:defPPr>
            <a:lvl1pPr algn="ctr">
              <a:defRPr sz="1350" b="1">
                <a:solidFill>
                  <a:srgbClr val="231F20"/>
                </a:solidFill>
                <a:latin typeface="Yu Gothic"/>
                <a:ea typeface="Yu Gothic"/>
                <a:cs typeface="Yu Gothic"/>
              </a:defRPr>
            </a:lvl1pPr>
            <a:lvl2pPr algn="ctr">
              <a:defRPr sz="1350" b="1">
                <a:solidFill>
                  <a:srgbClr val="231F20"/>
                </a:solidFill>
                <a:latin typeface="Yu Gothic"/>
                <a:ea typeface="Yu Gothic"/>
                <a:cs typeface="Yu Gothic"/>
              </a:defRPr>
            </a:lvl2pPr>
            <a:lvl3pPr algn="ctr">
              <a:defRPr sz="1350" b="1">
                <a:solidFill>
                  <a:srgbClr val="231F20"/>
                </a:solidFill>
                <a:latin typeface="Yu Gothic"/>
                <a:ea typeface="Yu Gothic"/>
                <a:cs typeface="Yu Gothic"/>
              </a:defRPr>
            </a:lvl3pPr>
            <a:lvl4pPr algn="ctr">
              <a:defRPr sz="1350" b="1">
                <a:solidFill>
                  <a:srgbClr val="231F20"/>
                </a:solidFill>
                <a:latin typeface="Yu Gothic"/>
                <a:ea typeface="Yu Gothic"/>
                <a:cs typeface="Yu Gothic"/>
              </a:defRPr>
            </a:lvl4pPr>
            <a:lvl5pPr algn="ctr">
              <a:defRPr sz="1350" b="1">
                <a:solidFill>
                  <a:srgbClr val="231F20"/>
                </a:solidFill>
                <a:latin typeface="Yu Gothic"/>
                <a:ea typeface="Yu Gothic"/>
                <a:cs typeface="Yu Gothic"/>
              </a:defRPr>
            </a:lvl5pPr>
            <a:lvl6pPr algn="ctr">
              <a:defRPr sz="1350" b="1">
                <a:solidFill>
                  <a:srgbClr val="231F20"/>
                </a:solidFill>
                <a:latin typeface="Yu Gothic"/>
                <a:ea typeface="Yu Gothic"/>
                <a:cs typeface="Yu Gothic"/>
              </a:defRPr>
            </a:lvl6pPr>
            <a:lvl7pPr algn="ctr">
              <a:defRPr sz="1350" b="1">
                <a:solidFill>
                  <a:srgbClr val="231F20"/>
                </a:solidFill>
                <a:latin typeface="Yu Gothic"/>
                <a:ea typeface="Yu Gothic"/>
                <a:cs typeface="Yu Gothic"/>
              </a:defRPr>
            </a:lvl7pPr>
            <a:lvl8pPr algn="ctr">
              <a:defRPr sz="1350" b="1">
                <a:solidFill>
                  <a:srgbClr val="231F20"/>
                </a:solidFill>
                <a:latin typeface="Yu Gothic"/>
                <a:ea typeface="Yu Gothic"/>
                <a:cs typeface="Yu Gothic"/>
              </a:defRPr>
            </a:lvl8pPr>
            <a:lvl9pPr algn="ctr">
              <a:defRPr sz="1350" b="1">
                <a:solidFill>
                  <a:srgbClr val="231F20"/>
                </a:solidFill>
                <a:latin typeface="Yu Gothic"/>
                <a:ea typeface="Yu Gothic"/>
                <a:cs typeface="Yu Gothic"/>
              </a:defRPr>
            </a:lvl9pPr>
          </a:lstStyle>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DDR3から</a:t>
            </a:r>
          </a:p>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命令を読む</a:t>
            </a:r>
          </a:p>
        </p:txBody>
      </p:sp>
      <p:sp>
        <p:nvSpPr>
          <p:cNvPr id="80" name="wire-671">
            <a:extLst xmlns:a="http://schemas.openxmlformats.org/drawingml/2006/main">
              <a:ext uri="{FF2B5EF4-FFF2-40B4-BE49-F238E27FC236}">
                <a16:creationId xmlns:a16="http://schemas.microsoft.com/office/drawing/2014/main" id="{3E6BDA50-05FC-4361-8BF3-8EA4A608C8DC}"/>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1" name="wire-672">
            <a:extLst xmlns:a="http://schemas.openxmlformats.org/drawingml/2006/main">
              <a:ext uri="{FF2B5EF4-FFF2-40B4-BE49-F238E27FC236}">
                <a16:creationId xmlns:a16="http://schemas.microsoft.com/office/drawing/2014/main" id="{645EC961-BC5F-4CD3-9E0F-CEA054BE0CD5}"/>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82" name="wire-673">
            <a:extLst xmlns:a="http://schemas.openxmlformats.org/drawingml/2006/main">
              <a:ext uri="{FF2B5EF4-FFF2-40B4-BE49-F238E27FC236}">
                <a16:creationId xmlns:a16="http://schemas.microsoft.com/office/drawing/2014/main" id="{C15690B5-A094-49A2-8A95-5CC6ABDBC4B6}"/>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3" name="circuit-674">
            <a:extLst xmlns:a="http://schemas.openxmlformats.org/drawingml/2006/main">
              <a:ext uri="{FF2B5EF4-FFF2-40B4-BE49-F238E27FC236}">
                <a16:creationId xmlns:a16="http://schemas.microsoft.com/office/drawing/2014/main" id="{CFBC92C1-9C59-415B-AFD1-E419A4109547}"/>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circuit-675">
            <a:extLst xmlns:a="http://schemas.openxmlformats.org/drawingml/2006/main">
              <a:ext uri="{FF2B5EF4-FFF2-40B4-BE49-F238E27FC236}">
                <a16:creationId xmlns:a16="http://schemas.microsoft.com/office/drawing/2014/main" id="{567261B9-B244-488C-81AD-0D221882F502}"/>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85" name="text-676">
            <a:extLst xmlns:a="http://schemas.openxmlformats.org/drawingml/2006/main">
              <a:ext uri="{FF2B5EF4-FFF2-40B4-BE49-F238E27FC236}">
                <a16:creationId xmlns:a16="http://schemas.microsoft.com/office/drawing/2014/main" id="{7079096B-EF61-4743-A413-0A121C194E4B}"/>
              </a:ext>
            </a:extLst>
          </p:cNvPr>
          <p:cNvSpPr>
            <a:spLocks xmlns:a="http://schemas.openxmlformats.org/drawingml/2006/main" noGrp="1"/>
          </p:cNvSpPr>
          <p:nvPr/>
        </p:nvSpPr>
        <p:spPr>
          <a:xfrm xmlns:a="http://schemas.openxmlformats.org/drawingml/2006/main">
            <a:off x="1895475" y="3467100"/>
            <a:ext cx="238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86" name="wire-677">
            <a:extLst xmlns:a="http://schemas.openxmlformats.org/drawingml/2006/main">
              <a:ext uri="{FF2B5EF4-FFF2-40B4-BE49-F238E27FC236}">
                <a16:creationId xmlns:a16="http://schemas.microsoft.com/office/drawing/2014/main" id="{DD79A7FD-D786-4A2F-9CE3-C1603E3E7C30}"/>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87" name="wire-678">
            <a:extLst xmlns:a="http://schemas.openxmlformats.org/drawingml/2006/main">
              <a:ext uri="{FF2B5EF4-FFF2-40B4-BE49-F238E27FC236}">
                <a16:creationId xmlns:a16="http://schemas.microsoft.com/office/drawing/2014/main" id="{5BB4CEB1-DEB3-45AA-9A67-7EA27C2C9FEC}"/>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88" name="circuit-679">
            <a:extLst xmlns:a="http://schemas.openxmlformats.org/drawingml/2006/main">
              <a:ext uri="{FF2B5EF4-FFF2-40B4-BE49-F238E27FC236}">
                <a16:creationId xmlns:a16="http://schemas.microsoft.com/office/drawing/2014/main" id="{258A21DF-FF4D-4139-9065-AD380836D227}"/>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9" name="text-680">
            <a:extLst xmlns:a="http://schemas.openxmlformats.org/drawingml/2006/main">
              <a:ext uri="{FF2B5EF4-FFF2-40B4-BE49-F238E27FC236}">
                <a16:creationId xmlns:a16="http://schemas.microsoft.com/office/drawing/2014/main" id="{B4E1416A-31E5-42D9-ABAB-B35F9EA97D8B}"/>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90" name="wire-681">
            <a:extLst xmlns:a="http://schemas.openxmlformats.org/drawingml/2006/main">
              <a:ext uri="{FF2B5EF4-FFF2-40B4-BE49-F238E27FC236}">
                <a16:creationId xmlns:a16="http://schemas.microsoft.com/office/drawing/2014/main" id="{F71E91FD-AA0D-4D25-B3C7-213DA01EA8CA}"/>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91" name="circuit-682">
            <a:extLst xmlns:a="http://schemas.openxmlformats.org/drawingml/2006/main">
              <a:ext uri="{FF2B5EF4-FFF2-40B4-BE49-F238E27FC236}">
                <a16:creationId xmlns:a16="http://schemas.microsoft.com/office/drawing/2014/main" id="{FC1F910A-37FB-4563-B16C-2B0DC388BD5F}"/>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2" name="wire-683">
            <a:extLst xmlns:a="http://schemas.openxmlformats.org/drawingml/2006/main">
              <a:ext uri="{FF2B5EF4-FFF2-40B4-BE49-F238E27FC236}">
                <a16:creationId xmlns:a16="http://schemas.microsoft.com/office/drawing/2014/main" id="{31C599C7-DDD4-4D99-9DE9-45477394999A}"/>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93" name="wire-684">
            <a:extLst xmlns:a="http://schemas.openxmlformats.org/drawingml/2006/main">
              <a:ext uri="{FF2B5EF4-FFF2-40B4-BE49-F238E27FC236}">
                <a16:creationId xmlns:a16="http://schemas.microsoft.com/office/drawing/2014/main" id="{19BF0E4D-E3FD-4C5E-B483-0B780364753C}"/>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94" name="wire-685">
            <a:extLst xmlns:a="http://schemas.openxmlformats.org/drawingml/2006/main">
              <a:ext uri="{FF2B5EF4-FFF2-40B4-BE49-F238E27FC236}">
                <a16:creationId xmlns:a16="http://schemas.microsoft.com/office/drawing/2014/main" id="{C58EE7A9-2159-47EF-8A0C-433247B18DAE}"/>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95" name="wire-686">
            <a:extLst xmlns:a="http://schemas.openxmlformats.org/drawingml/2006/main">
              <a:ext uri="{FF2B5EF4-FFF2-40B4-BE49-F238E27FC236}">
                <a16:creationId xmlns:a16="http://schemas.microsoft.com/office/drawing/2014/main" id="{E83AB619-7F95-483B-96E9-1A14C41EB24C}"/>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96" name="wire-687">
            <a:extLst xmlns:a="http://schemas.openxmlformats.org/drawingml/2006/main">
              <a:ext uri="{FF2B5EF4-FFF2-40B4-BE49-F238E27FC236}">
                <a16:creationId xmlns:a16="http://schemas.microsoft.com/office/drawing/2014/main" id="{4F992E33-396B-417B-B2F0-D95C5BAB27E8}"/>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97" name="circuit-688">
            <a:extLst xmlns:a="http://schemas.openxmlformats.org/drawingml/2006/main">
              <a:ext uri="{FF2B5EF4-FFF2-40B4-BE49-F238E27FC236}">
                <a16:creationId xmlns:a16="http://schemas.microsoft.com/office/drawing/2014/main" id="{7D91C5E7-E413-47B7-A14C-FCF045BD015B}"/>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text-689">
            <a:extLst xmlns:a="http://schemas.openxmlformats.org/drawingml/2006/main">
              <a:ext uri="{FF2B5EF4-FFF2-40B4-BE49-F238E27FC236}">
                <a16:creationId xmlns:a16="http://schemas.microsoft.com/office/drawing/2014/main" id="{FF14B41A-0459-4134-80A6-EF562DB399A4}"/>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PC + 4</a:t>
            </a:r>
          </a:p>
        </p:txBody>
      </p:sp>
      <p:sp>
        <p:nvSpPr>
          <p:cNvPr id="99" name="wire-690">
            <a:extLst xmlns:a="http://schemas.openxmlformats.org/drawingml/2006/main">
              <a:ext uri="{FF2B5EF4-FFF2-40B4-BE49-F238E27FC236}">
                <a16:creationId xmlns:a16="http://schemas.microsoft.com/office/drawing/2014/main" id="{297F0854-30BA-468B-BCF6-DE6A2C938B4C}"/>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100" name="wire-691">
            <a:extLst xmlns:a="http://schemas.openxmlformats.org/drawingml/2006/main">
              <a:ext uri="{FF2B5EF4-FFF2-40B4-BE49-F238E27FC236}">
                <a16:creationId xmlns:a16="http://schemas.microsoft.com/office/drawing/2014/main" id="{3875CB76-3945-40A3-B4F8-9D20E2508DAA}"/>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101" name="wire-692">
            <a:extLst xmlns:a="http://schemas.openxmlformats.org/drawingml/2006/main">
              <a:ext uri="{FF2B5EF4-FFF2-40B4-BE49-F238E27FC236}">
                <a16:creationId xmlns:a16="http://schemas.microsoft.com/office/drawing/2014/main" id="{CDBEACD9-6227-46E1-BF61-DC4A4C77B111}"/>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102" name="wire-693">
            <a:extLst xmlns:a="http://schemas.openxmlformats.org/drawingml/2006/main">
              <a:ext uri="{FF2B5EF4-FFF2-40B4-BE49-F238E27FC236}">
                <a16:creationId xmlns:a16="http://schemas.microsoft.com/office/drawing/2014/main" id="{AF1D4C5B-41DF-4494-BE98-E9498FB83840}"/>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103" name="circuit-694">
            <a:extLst xmlns:a="http://schemas.openxmlformats.org/drawingml/2006/main">
              <a:ext uri="{FF2B5EF4-FFF2-40B4-BE49-F238E27FC236}">
                <a16:creationId xmlns:a16="http://schemas.microsoft.com/office/drawing/2014/main" id="{2AABED5D-9390-4031-B24B-4D35364243D2}"/>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4" name="wire-695">
            <a:extLst xmlns:a="http://schemas.openxmlformats.org/drawingml/2006/main">
              <a:ext uri="{FF2B5EF4-FFF2-40B4-BE49-F238E27FC236}">
                <a16:creationId xmlns:a16="http://schemas.microsoft.com/office/drawing/2014/main" id="{8829EECE-BB53-40E3-AB6B-17DFD973E170}"/>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105" name="wire-696">
            <a:extLst xmlns:a="http://schemas.openxmlformats.org/drawingml/2006/main">
              <a:ext uri="{FF2B5EF4-FFF2-40B4-BE49-F238E27FC236}">
                <a16:creationId xmlns:a16="http://schemas.microsoft.com/office/drawing/2014/main" id="{6A9BDF01-1594-466C-890E-D727BD0F5117}"/>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106" name="wire-697">
            <a:extLst xmlns:a="http://schemas.openxmlformats.org/drawingml/2006/main">
              <a:ext uri="{FF2B5EF4-FFF2-40B4-BE49-F238E27FC236}">
                <a16:creationId xmlns:a16="http://schemas.microsoft.com/office/drawing/2014/main" id="{CAF25B28-2DB1-4B2E-9155-1AFE4544330C}"/>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107" name="wire-698">
            <a:extLst xmlns:a="http://schemas.openxmlformats.org/drawingml/2006/main">
              <a:ext uri="{FF2B5EF4-FFF2-40B4-BE49-F238E27FC236}">
                <a16:creationId xmlns:a16="http://schemas.microsoft.com/office/drawing/2014/main" id="{89E2B7D4-F071-4A28-A117-DCD4C862E611}"/>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108" name="circuit-699">
            <a:extLst xmlns:a="http://schemas.openxmlformats.org/drawingml/2006/main">
              <a:ext uri="{FF2B5EF4-FFF2-40B4-BE49-F238E27FC236}">
                <a16:creationId xmlns:a16="http://schemas.microsoft.com/office/drawing/2014/main" id="{086AF608-5B43-446A-88FA-CED760A8C4B3}"/>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9" name="wire-700">
            <a:extLst xmlns:a="http://schemas.openxmlformats.org/drawingml/2006/main">
              <a:ext uri="{FF2B5EF4-FFF2-40B4-BE49-F238E27FC236}">
                <a16:creationId xmlns:a16="http://schemas.microsoft.com/office/drawing/2014/main" id="{E4EC3F53-593F-452A-BC38-5478C864F6AD}"/>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1572C3"/>
            </a:solidFill>
          </a:ln>
        </p:spPr>
      </p:sp>
      <p:sp>
        <p:nvSpPr>
          <p:cNvPr id="110" name="wire-701">
            <a:extLst xmlns:a="http://schemas.openxmlformats.org/drawingml/2006/main">
              <a:ext uri="{FF2B5EF4-FFF2-40B4-BE49-F238E27FC236}">
                <a16:creationId xmlns:a16="http://schemas.microsoft.com/office/drawing/2014/main" id="{1E86859E-53CC-4E3D-8C37-79E665E8A846}"/>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1572C3"/>
            </a:solidFill>
          </a:ln>
        </p:spPr>
      </p:sp>
      <p:sp>
        <p:nvSpPr>
          <p:cNvPr id="111" name="wire-702">
            <a:extLst xmlns:a="http://schemas.openxmlformats.org/drawingml/2006/main">
              <a:ext uri="{FF2B5EF4-FFF2-40B4-BE49-F238E27FC236}">
                <a16:creationId xmlns:a16="http://schemas.microsoft.com/office/drawing/2014/main" id="{1239B8D9-4CA7-4144-A120-F259E25E6D69}"/>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1572C3"/>
            </a:solidFill>
          </a:ln>
        </p:spPr>
      </p:sp>
      <p:sp>
        <p:nvSpPr>
          <p:cNvPr id="112" name="wire-703">
            <a:extLst xmlns:a="http://schemas.openxmlformats.org/drawingml/2006/main">
              <a:ext uri="{FF2B5EF4-FFF2-40B4-BE49-F238E27FC236}">
                <a16:creationId xmlns:a16="http://schemas.microsoft.com/office/drawing/2014/main" id="{A11E740B-66FE-40AA-93DD-6D4ADDB06FB6}"/>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1572C3"/>
            </a:solidFill>
          </a:ln>
        </p:spPr>
      </p:sp>
      <p:sp>
        <p:nvSpPr>
          <p:cNvPr id="113" name="circuit-704">
            <a:extLst xmlns:a="http://schemas.openxmlformats.org/drawingml/2006/main">
              <a:ext uri="{FF2B5EF4-FFF2-40B4-BE49-F238E27FC236}">
                <a16:creationId xmlns:a16="http://schemas.microsoft.com/office/drawing/2014/main" id="{E8A37065-1436-4719-9E42-8C4536CBB3B5}"/>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14" name="wire-705">
            <a:extLst xmlns:a="http://schemas.openxmlformats.org/drawingml/2006/main">
              <a:ext uri="{FF2B5EF4-FFF2-40B4-BE49-F238E27FC236}">
                <a16:creationId xmlns:a16="http://schemas.microsoft.com/office/drawing/2014/main" id="{B373F6ED-E85F-41F7-83ED-76E7780876A5}"/>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9FA9B9"/>
            </a:solidFill>
          </a:ln>
        </p:spPr>
      </p:sp>
      <p:sp>
        <p:nvSpPr>
          <p:cNvPr id="115" name="circuit-706">
            <a:extLst xmlns:a="http://schemas.openxmlformats.org/drawingml/2006/main">
              <a:ext uri="{FF2B5EF4-FFF2-40B4-BE49-F238E27FC236}">
                <a16:creationId xmlns:a16="http://schemas.microsoft.com/office/drawing/2014/main" id="{61923871-7104-4F68-9EC8-B94979B4B09F}"/>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6" name="board-stable-rf">
            <a:extLst xmlns:a="http://schemas.openxmlformats.org/drawingml/2006/main">
              <a:ext uri="{FF2B5EF4-FFF2-40B4-BE49-F238E27FC236}">
                <a16:creationId xmlns:a16="http://schemas.microsoft.com/office/drawing/2014/main" id="{CB38CF73-A05B-4E43-88C4-6E94477E2BCB}"/>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17" name="circuit-708">
            <a:extLst xmlns:a="http://schemas.openxmlformats.org/drawingml/2006/main">
              <a:ext uri="{FF2B5EF4-FFF2-40B4-BE49-F238E27FC236}">
                <a16:creationId xmlns:a16="http://schemas.microsoft.com/office/drawing/2014/main" id="{BF356291-6D7B-458D-AA1E-790902C1A5A8}"/>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18" name="wire-709">
            <a:extLst xmlns:a="http://schemas.openxmlformats.org/drawingml/2006/main">
              <a:ext uri="{FF2B5EF4-FFF2-40B4-BE49-F238E27FC236}">
                <a16:creationId xmlns:a16="http://schemas.microsoft.com/office/drawing/2014/main" id="{E067C934-039D-47E3-9CAA-0478F4FECA1D}"/>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19" name="text-710">
            <a:extLst xmlns:a="http://schemas.openxmlformats.org/drawingml/2006/main">
              <a:ext uri="{FF2B5EF4-FFF2-40B4-BE49-F238E27FC236}">
                <a16:creationId xmlns:a16="http://schemas.microsoft.com/office/drawing/2014/main" id="{595F177D-6388-4B36-BFF5-6A33F44815AA}"/>
              </a:ext>
            </a:extLst>
          </p:cNvPr>
          <p:cNvSpPr>
            <a:spLocks xmlns:a="http://schemas.openxmlformats.org/drawingml/2006/main" noGrp="1"/>
          </p:cNvSpPr>
          <p:nvPr/>
        </p:nvSpPr>
        <p:spPr>
          <a:xfrm xmlns:a="http://schemas.openxmlformats.org/drawingml/2006/main">
            <a:off x="3914775" y="4267200"/>
            <a:ext cx="13239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Yu Gothic"/>
                <a:ea typeface="Yu Gothic"/>
                <a:cs typeface="Yu Gothic"/>
              </a:defRPr>
            </a:defPPr>
            <a:lvl1pPr algn="ctr">
              <a:defRPr sz="1275" b="1">
                <a:solidFill>
                  <a:srgbClr val="231F20"/>
                </a:solidFill>
                <a:latin typeface="Yu Gothic"/>
                <a:ea typeface="Yu Gothic"/>
                <a:cs typeface="Yu Gothic"/>
              </a:defRPr>
            </a:lvl1pPr>
            <a:lvl2pPr algn="ctr">
              <a:defRPr sz="1275" b="1">
                <a:solidFill>
                  <a:srgbClr val="231F20"/>
                </a:solidFill>
                <a:latin typeface="Yu Gothic"/>
                <a:ea typeface="Yu Gothic"/>
                <a:cs typeface="Yu Gothic"/>
              </a:defRPr>
            </a:lvl2pPr>
            <a:lvl3pPr algn="ctr">
              <a:defRPr sz="1275" b="1">
                <a:solidFill>
                  <a:srgbClr val="231F20"/>
                </a:solidFill>
                <a:latin typeface="Yu Gothic"/>
                <a:ea typeface="Yu Gothic"/>
                <a:cs typeface="Yu Gothic"/>
              </a:defRPr>
            </a:lvl3pPr>
            <a:lvl4pPr algn="ctr">
              <a:defRPr sz="1275" b="1">
                <a:solidFill>
                  <a:srgbClr val="231F20"/>
                </a:solidFill>
                <a:latin typeface="Yu Gothic"/>
                <a:ea typeface="Yu Gothic"/>
                <a:cs typeface="Yu Gothic"/>
              </a:defRPr>
            </a:lvl4pPr>
            <a:lvl5pPr algn="ctr">
              <a:defRPr sz="1275" b="1">
                <a:solidFill>
                  <a:srgbClr val="231F20"/>
                </a:solidFill>
                <a:latin typeface="Yu Gothic"/>
                <a:ea typeface="Yu Gothic"/>
                <a:cs typeface="Yu Gothic"/>
              </a:defRPr>
            </a:lvl5pPr>
            <a:lvl6pPr algn="ctr">
              <a:defRPr sz="1275" b="1">
                <a:solidFill>
                  <a:srgbClr val="231F20"/>
                </a:solidFill>
                <a:latin typeface="Yu Gothic"/>
                <a:ea typeface="Yu Gothic"/>
                <a:cs typeface="Yu Gothic"/>
              </a:defRPr>
            </a:lvl6pPr>
            <a:lvl7pPr algn="ctr">
              <a:defRPr sz="1275" b="1">
                <a:solidFill>
                  <a:srgbClr val="231F20"/>
                </a:solidFill>
                <a:latin typeface="Yu Gothic"/>
                <a:ea typeface="Yu Gothic"/>
                <a:cs typeface="Yu Gothic"/>
              </a:defRPr>
            </a:lvl7pPr>
            <a:lvl8pPr algn="ctr">
              <a:defRPr sz="1275" b="1">
                <a:solidFill>
                  <a:srgbClr val="231F20"/>
                </a:solidFill>
                <a:latin typeface="Yu Gothic"/>
                <a:ea typeface="Yu Gothic"/>
                <a:cs typeface="Yu Gothic"/>
              </a:defRPr>
            </a:lvl8pPr>
            <a:lvl9pPr algn="ctr">
              <a:defRPr sz="1275" b="1">
                <a:solidFill>
                  <a:srgbClr val="231F20"/>
                </a:solidFill>
                <a:latin typeface="Yu Gothic"/>
                <a:ea typeface="Yu Gothic"/>
                <a:cs typeface="Yu Gothic"/>
              </a:defRPr>
            </a:lvl9pPr>
          </a:lstStyle>
          <a:p xmlns:a="http://schemas.openxmlformats.org/drawingml/2006/main">
            <a:pPr algn="ctr">
              <a:defRPr sz="1275" b="1">
                <a:solidFill>
                  <a:srgbClr val="231F20"/>
                </a:solidFill>
                <a:latin typeface="Yu Gothic"/>
                <a:ea typeface="Yu Gothic"/>
                <a:cs typeface="Yu Gothic"/>
              </a:defRPr>
            </a:pPr>
            <a:r>
              <a:rPr sz="1275" b="1">
                <a:solidFill>
                  <a:srgbClr val="231F20"/>
                </a:solidFill>
                <a:latin typeface="Yu Gothic"/>
                <a:ea typeface="Yu Gothic"/>
                <a:cs typeface="Yu Gothic"/>
              </a:rPr>
              <a:t>レジスタ群</a:t>
            </a:r>
          </a:p>
        </p:txBody>
      </p:sp>
      <p:sp>
        <p:nvSpPr>
          <p:cNvPr id="120" name="text-711">
            <a:extLst xmlns:a="http://schemas.openxmlformats.org/drawingml/2006/main">
              <a:ext uri="{FF2B5EF4-FFF2-40B4-BE49-F238E27FC236}">
                <a16:creationId xmlns:a16="http://schemas.microsoft.com/office/drawing/2014/main" id="{72006C7C-A3A3-424F-974B-88248814F45A}"/>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21" name="text-712">
            <a:extLst xmlns:a="http://schemas.openxmlformats.org/drawingml/2006/main">
              <a:ext uri="{FF2B5EF4-FFF2-40B4-BE49-F238E27FC236}">
                <a16:creationId xmlns:a16="http://schemas.microsoft.com/office/drawing/2014/main" id="{A5CA114E-CA7E-4434-A3A8-152F6C240BF1}"/>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22" name="text-713">
            <a:extLst xmlns:a="http://schemas.openxmlformats.org/drawingml/2006/main">
              <a:ext uri="{FF2B5EF4-FFF2-40B4-BE49-F238E27FC236}">
                <a16:creationId xmlns:a16="http://schemas.microsoft.com/office/drawing/2014/main" id="{C9C2B758-E2E7-4262-B422-AC291EA3EB25}"/>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A3</a:t>
            </a:r>
          </a:p>
        </p:txBody>
      </p:sp>
      <p:sp>
        <p:nvSpPr>
          <p:cNvPr id="123" name="text-714">
            <a:extLst xmlns:a="http://schemas.openxmlformats.org/drawingml/2006/main">
              <a:ext uri="{FF2B5EF4-FFF2-40B4-BE49-F238E27FC236}">
                <a16:creationId xmlns:a16="http://schemas.microsoft.com/office/drawing/2014/main" id="{BC96423C-029B-4F75-A7D1-F8C28A5B9362}"/>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WD3</a:t>
            </a:r>
          </a:p>
        </p:txBody>
      </p:sp>
      <p:sp>
        <p:nvSpPr>
          <p:cNvPr id="124" name="text-715">
            <a:extLst xmlns:a="http://schemas.openxmlformats.org/drawingml/2006/main">
              <a:ext uri="{FF2B5EF4-FFF2-40B4-BE49-F238E27FC236}">
                <a16:creationId xmlns:a16="http://schemas.microsoft.com/office/drawing/2014/main" id="{306D605B-685A-4F5B-A089-A6115F83BBA4}"/>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25" name="text-716">
            <a:extLst xmlns:a="http://schemas.openxmlformats.org/drawingml/2006/main">
              <a:ext uri="{FF2B5EF4-FFF2-40B4-BE49-F238E27FC236}">
                <a16:creationId xmlns:a16="http://schemas.microsoft.com/office/drawing/2014/main" id="{712202A2-5DA2-42D7-9FC6-C39576EBE267}"/>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26" name="text-717">
            <a:extLst xmlns:a="http://schemas.openxmlformats.org/drawingml/2006/main">
              <a:ext uri="{FF2B5EF4-FFF2-40B4-BE49-F238E27FC236}">
                <a16:creationId xmlns:a16="http://schemas.microsoft.com/office/drawing/2014/main" id="{ADC0995A-3AB3-4542-8759-404BB0641B3C}"/>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9FA9B9"/>
                </a:solidFill>
                <a:latin typeface="Arial"/>
                <a:ea typeface="Arial"/>
                <a:cs typeface="Arial"/>
              </a:defRPr>
            </a:defPPr>
            <a:lvl1pPr algn="l">
              <a:defRPr sz="1050" b="0">
                <a:solidFill>
                  <a:srgbClr val="9FA9B9"/>
                </a:solidFill>
                <a:latin typeface="Arial"/>
                <a:ea typeface="Arial"/>
                <a:cs typeface="Arial"/>
              </a:defRPr>
            </a:lvl1pPr>
            <a:lvl2pPr algn="l">
              <a:defRPr sz="1050" b="0">
                <a:solidFill>
                  <a:srgbClr val="9FA9B9"/>
                </a:solidFill>
                <a:latin typeface="Arial"/>
                <a:ea typeface="Arial"/>
                <a:cs typeface="Arial"/>
              </a:defRPr>
            </a:lvl2pPr>
            <a:lvl3pPr algn="l">
              <a:defRPr sz="1050" b="0">
                <a:solidFill>
                  <a:srgbClr val="9FA9B9"/>
                </a:solidFill>
                <a:latin typeface="Arial"/>
                <a:ea typeface="Arial"/>
                <a:cs typeface="Arial"/>
              </a:defRPr>
            </a:lvl3pPr>
            <a:lvl4pPr algn="l">
              <a:defRPr sz="1050" b="0">
                <a:solidFill>
                  <a:srgbClr val="9FA9B9"/>
                </a:solidFill>
                <a:latin typeface="Arial"/>
                <a:ea typeface="Arial"/>
                <a:cs typeface="Arial"/>
              </a:defRPr>
            </a:lvl4pPr>
            <a:lvl5pPr algn="l">
              <a:defRPr sz="1050" b="0">
                <a:solidFill>
                  <a:srgbClr val="9FA9B9"/>
                </a:solidFill>
                <a:latin typeface="Arial"/>
                <a:ea typeface="Arial"/>
                <a:cs typeface="Arial"/>
              </a:defRPr>
            </a:lvl5pPr>
            <a:lvl6pPr algn="l">
              <a:defRPr sz="1050" b="0">
                <a:solidFill>
                  <a:srgbClr val="9FA9B9"/>
                </a:solidFill>
                <a:latin typeface="Arial"/>
                <a:ea typeface="Arial"/>
                <a:cs typeface="Arial"/>
              </a:defRPr>
            </a:lvl6pPr>
            <a:lvl7pPr algn="l">
              <a:defRPr sz="1050" b="0">
                <a:solidFill>
                  <a:srgbClr val="9FA9B9"/>
                </a:solidFill>
                <a:latin typeface="Arial"/>
                <a:ea typeface="Arial"/>
                <a:cs typeface="Arial"/>
              </a:defRPr>
            </a:lvl7pPr>
            <a:lvl8pPr algn="l">
              <a:defRPr sz="1050" b="0">
                <a:solidFill>
                  <a:srgbClr val="9FA9B9"/>
                </a:solidFill>
                <a:latin typeface="Arial"/>
                <a:ea typeface="Arial"/>
                <a:cs typeface="Arial"/>
              </a:defRPr>
            </a:lvl8pPr>
            <a:lvl9pPr algn="l">
              <a:defRPr sz="1050" b="0">
                <a:solidFill>
                  <a:srgbClr val="9FA9B9"/>
                </a:solidFill>
                <a:latin typeface="Arial"/>
                <a:ea typeface="Arial"/>
                <a:cs typeface="Arial"/>
              </a:defRPr>
            </a:lvl9pPr>
          </a:lstStyle>
          <a:p xmlns:a="http://schemas.openxmlformats.org/drawingml/2006/main">
            <a:pPr algn="l">
              <a:defRPr sz="1050" b="0">
                <a:solidFill>
                  <a:srgbClr val="9FA9B9"/>
                </a:solidFill>
                <a:latin typeface="Arial"/>
                <a:ea typeface="Arial"/>
                <a:cs typeface="Arial"/>
              </a:defRPr>
            </a:pPr>
            <a:r>
              <a:rPr sz="1050" b="0">
                <a:solidFill>
                  <a:srgbClr val="9FA9B9"/>
                </a:solidFill>
                <a:latin typeface="Arial"/>
                <a:ea typeface="Arial"/>
                <a:cs typeface="Arial"/>
              </a:rPr>
              <a:t>WE3</a:t>
            </a:r>
          </a:p>
        </p:txBody>
      </p:sp>
      <p:sp>
        <p:nvSpPr>
          <p:cNvPr id="127" name="wire-718">
            <a:extLst xmlns:a="http://schemas.openxmlformats.org/drawingml/2006/main">
              <a:ext uri="{FF2B5EF4-FFF2-40B4-BE49-F238E27FC236}">
                <a16:creationId xmlns:a16="http://schemas.microsoft.com/office/drawing/2014/main" id="{204EEDB5-A30F-4430-ACBB-8FCA30CCF907}"/>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28" name="circuit-719">
            <a:extLst xmlns:a="http://schemas.openxmlformats.org/drawingml/2006/main">
              <a:ext uri="{FF2B5EF4-FFF2-40B4-BE49-F238E27FC236}">
                <a16:creationId xmlns:a16="http://schemas.microsoft.com/office/drawing/2014/main" id="{E4BA8942-8B7E-4186-BFFE-1B84B208FED4}"/>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29" name="text-720">
            <a:extLst xmlns:a="http://schemas.openxmlformats.org/drawingml/2006/main">
              <a:ext uri="{FF2B5EF4-FFF2-40B4-BE49-F238E27FC236}">
                <a16:creationId xmlns:a16="http://schemas.microsoft.com/office/drawing/2014/main" id="{09892364-10DE-4A8C-A063-2F1CA026EB45}"/>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B</a:t>
            </a:r>
          </a:p>
        </p:txBody>
      </p:sp>
      <p:sp>
        <p:nvSpPr>
          <p:cNvPr id="130" name="board-stable-alu">
            <a:extLst xmlns:a="http://schemas.openxmlformats.org/drawingml/2006/main">
              <a:ext uri="{FF2B5EF4-FFF2-40B4-BE49-F238E27FC236}">
                <a16:creationId xmlns:a16="http://schemas.microsoft.com/office/drawing/2014/main" id="{4A904228-F945-4001-A602-0B6C20234786}"/>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31" name="text-722">
            <a:extLst xmlns:a="http://schemas.openxmlformats.org/drawingml/2006/main">
              <a:ext uri="{FF2B5EF4-FFF2-40B4-BE49-F238E27FC236}">
                <a16:creationId xmlns:a16="http://schemas.microsoft.com/office/drawing/2014/main" id="{E3471964-EC3A-4782-8165-0A799B920101}"/>
              </a:ext>
            </a:extLst>
          </p:cNvPr>
          <p:cNvSpPr>
            <a:spLocks xmlns:a="http://schemas.openxmlformats.org/drawingml/2006/main" noGrp="1"/>
          </p:cNvSpPr>
          <p:nvPr/>
        </p:nvSpPr>
        <p:spPr>
          <a:xfrm xmlns:a="http://schemas.openxmlformats.org/drawingml/2006/main">
            <a:off x="6076950" y="3762375"/>
            <a:ext cx="571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32" name="text-723">
            <a:extLst xmlns:a="http://schemas.openxmlformats.org/drawingml/2006/main">
              <a:ext uri="{FF2B5EF4-FFF2-40B4-BE49-F238E27FC236}">
                <a16:creationId xmlns:a16="http://schemas.microsoft.com/office/drawing/2014/main" id="{650021BF-7767-4885-ADDB-7444F844F4C4}"/>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33" name="text-724">
            <a:extLst xmlns:a="http://schemas.openxmlformats.org/drawingml/2006/main">
              <a:ext uri="{FF2B5EF4-FFF2-40B4-BE49-F238E27FC236}">
                <a16:creationId xmlns:a16="http://schemas.microsoft.com/office/drawing/2014/main" id="{49600E6B-3DDB-4809-B01F-246D0C9AE0F6}"/>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 0</a:t>
            </a:r>
          </a:p>
        </p:txBody>
      </p:sp>
      <p:sp>
        <p:nvSpPr>
          <p:cNvPr id="134" name="wire-725">
            <a:extLst xmlns:a="http://schemas.openxmlformats.org/drawingml/2006/main">
              <a:ext uri="{FF2B5EF4-FFF2-40B4-BE49-F238E27FC236}">
                <a16:creationId xmlns:a16="http://schemas.microsoft.com/office/drawing/2014/main" id="{519F0FC9-EAC8-4D1F-8564-4DE50DB28FFC}"/>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1572C3"/>
            </a:solidFill>
          </a:ln>
        </p:spPr>
      </p:sp>
      <p:sp>
        <p:nvSpPr>
          <p:cNvPr id="135" name="circuit-726">
            <a:extLst xmlns:a="http://schemas.openxmlformats.org/drawingml/2006/main">
              <a:ext uri="{FF2B5EF4-FFF2-40B4-BE49-F238E27FC236}">
                <a16:creationId xmlns:a16="http://schemas.microsoft.com/office/drawing/2014/main" id="{B0678EEA-998D-48CD-8F12-21C5B2B58773}"/>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36" name="text-727">
            <a:extLst xmlns:a="http://schemas.openxmlformats.org/drawingml/2006/main">
              <a:ext uri="{FF2B5EF4-FFF2-40B4-BE49-F238E27FC236}">
                <a16:creationId xmlns:a16="http://schemas.microsoft.com/office/drawing/2014/main" id="{A501BD38-6210-4FE3-A7FE-AEBA2515D66D}"/>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B</a:t>
            </a:r>
          </a:p>
        </p:txBody>
      </p:sp>
      <p:sp>
        <p:nvSpPr>
          <p:cNvPr id="137" name="wire-728">
            <a:extLst xmlns:a="http://schemas.openxmlformats.org/drawingml/2006/main">
              <a:ext uri="{FF2B5EF4-FFF2-40B4-BE49-F238E27FC236}">
                <a16:creationId xmlns:a16="http://schemas.microsoft.com/office/drawing/2014/main" id="{8291125C-4698-41A9-8630-FDA67B65C5DC}"/>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38" name="wire-729">
            <a:extLst xmlns:a="http://schemas.openxmlformats.org/drawingml/2006/main">
              <a:ext uri="{FF2B5EF4-FFF2-40B4-BE49-F238E27FC236}">
                <a16:creationId xmlns:a16="http://schemas.microsoft.com/office/drawing/2014/main" id="{4BC78842-BC4B-42B5-9336-4FA8ADC4F753}"/>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39" name="wire-730">
            <a:extLst xmlns:a="http://schemas.openxmlformats.org/drawingml/2006/main">
              <a:ext uri="{FF2B5EF4-FFF2-40B4-BE49-F238E27FC236}">
                <a16:creationId xmlns:a16="http://schemas.microsoft.com/office/drawing/2014/main" id="{F78CCC38-A844-4832-A100-7254C4E773FD}"/>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40" name="wire-731">
            <a:extLst xmlns:a="http://schemas.openxmlformats.org/drawingml/2006/main">
              <a:ext uri="{FF2B5EF4-FFF2-40B4-BE49-F238E27FC236}">
                <a16:creationId xmlns:a16="http://schemas.microsoft.com/office/drawing/2014/main" id="{145C1F27-CAB1-4ED9-93C0-BC74272C9A6D}"/>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41" name="wire-732">
            <a:extLst xmlns:a="http://schemas.openxmlformats.org/drawingml/2006/main">
              <a:ext uri="{FF2B5EF4-FFF2-40B4-BE49-F238E27FC236}">
                <a16:creationId xmlns:a16="http://schemas.microsoft.com/office/drawing/2014/main" id="{8DF82938-0E4F-4D9D-9462-7B5C2FEF7E34}"/>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42" name="circuit-733">
            <a:extLst xmlns:a="http://schemas.openxmlformats.org/drawingml/2006/main">
              <a:ext uri="{FF2B5EF4-FFF2-40B4-BE49-F238E27FC236}">
                <a16:creationId xmlns:a16="http://schemas.microsoft.com/office/drawing/2014/main" id="{801796F5-0469-49C3-B7D0-1F45A59021BB}"/>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3" name="text-734">
            <a:extLst xmlns:a="http://schemas.openxmlformats.org/drawingml/2006/main">
              <a:ext uri="{FF2B5EF4-FFF2-40B4-BE49-F238E27FC236}">
                <a16:creationId xmlns:a16="http://schemas.microsoft.com/office/drawing/2014/main" id="{AA0B8EFC-80CD-4017-A37E-EF75749C9449}"/>
              </a:ext>
            </a:extLst>
          </p:cNvPr>
          <p:cNvSpPr>
            <a:spLocks xmlns:a="http://schemas.openxmlformats.org/drawingml/2006/main" noGrp="1"/>
          </p:cNvSpPr>
          <p:nvPr/>
        </p:nvSpPr>
        <p:spPr>
          <a:xfrm xmlns:a="http://schemas.openxmlformats.org/drawingml/2006/main">
            <a:off x="5486400" y="4762500"/>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Arial"/>
                <a:ea typeface="Arial"/>
                <a:cs typeface="Arial"/>
              </a:defRPr>
            </a:defPPr>
            <a:lvl1pPr algn="ctr">
              <a:defRPr sz="1500" b="1">
                <a:solidFill>
                  <a:srgbClr val="1572C3"/>
                </a:solidFill>
                <a:latin typeface="Arial"/>
                <a:ea typeface="Arial"/>
                <a:cs typeface="Arial"/>
              </a:defRPr>
            </a:lvl1pPr>
            <a:lvl2pPr algn="ctr">
              <a:defRPr sz="1500" b="1">
                <a:solidFill>
                  <a:srgbClr val="1572C3"/>
                </a:solidFill>
                <a:latin typeface="Arial"/>
                <a:ea typeface="Arial"/>
                <a:cs typeface="Arial"/>
              </a:defRPr>
            </a:lvl2pPr>
            <a:lvl3pPr algn="ctr">
              <a:defRPr sz="1500" b="1">
                <a:solidFill>
                  <a:srgbClr val="1572C3"/>
                </a:solidFill>
                <a:latin typeface="Arial"/>
                <a:ea typeface="Arial"/>
                <a:cs typeface="Arial"/>
              </a:defRPr>
            </a:lvl3pPr>
            <a:lvl4pPr algn="ctr">
              <a:defRPr sz="1500" b="1">
                <a:solidFill>
                  <a:srgbClr val="1572C3"/>
                </a:solidFill>
                <a:latin typeface="Arial"/>
                <a:ea typeface="Arial"/>
                <a:cs typeface="Arial"/>
              </a:defRPr>
            </a:lvl4pPr>
            <a:lvl5pPr algn="ctr">
              <a:defRPr sz="1500" b="1">
                <a:solidFill>
                  <a:srgbClr val="1572C3"/>
                </a:solidFill>
                <a:latin typeface="Arial"/>
                <a:ea typeface="Arial"/>
                <a:cs typeface="Arial"/>
              </a:defRPr>
            </a:lvl5pPr>
            <a:lvl6pPr algn="ctr">
              <a:defRPr sz="1500" b="1">
                <a:solidFill>
                  <a:srgbClr val="1572C3"/>
                </a:solidFill>
                <a:latin typeface="Arial"/>
                <a:ea typeface="Arial"/>
                <a:cs typeface="Arial"/>
              </a:defRPr>
            </a:lvl6pPr>
            <a:lvl7pPr algn="ctr">
              <a:defRPr sz="1500" b="1">
                <a:solidFill>
                  <a:srgbClr val="1572C3"/>
                </a:solidFill>
                <a:latin typeface="Arial"/>
                <a:ea typeface="Arial"/>
                <a:cs typeface="Arial"/>
              </a:defRPr>
            </a:lvl7pPr>
            <a:lvl8pPr algn="ctr">
              <a:defRPr sz="1500" b="1">
                <a:solidFill>
                  <a:srgbClr val="1572C3"/>
                </a:solidFill>
                <a:latin typeface="Arial"/>
                <a:ea typeface="Arial"/>
                <a:cs typeface="Arial"/>
              </a:defRPr>
            </a:lvl8pPr>
            <a:lvl9pPr algn="ctr">
              <a:defRPr sz="1500" b="1">
                <a:solidFill>
                  <a:srgbClr val="1572C3"/>
                </a:solidFill>
                <a:latin typeface="Arial"/>
                <a:ea typeface="Arial"/>
                <a:cs typeface="Arial"/>
              </a:defRPr>
            </a:lvl9pPr>
          </a:lstStyle>
          <a:p xmlns:a="http://schemas.openxmlformats.org/drawingml/2006/main">
            <a:pPr algn="ctr">
              <a:defRPr sz="1500" b="1">
                <a:solidFill>
                  <a:srgbClr val="1572C3"/>
                </a:solidFill>
                <a:latin typeface="Arial"/>
                <a:ea typeface="Arial"/>
                <a:cs typeface="Arial"/>
              </a:defRPr>
            </a:pPr>
            <a:r>
              <a:rPr sz="1500" b="1">
                <a:solidFill>
                  <a:srgbClr val="1572C3"/>
                </a:solidFill>
                <a:latin typeface="Arial"/>
                <a:ea typeface="Arial"/>
                <a:cs typeface="Arial"/>
              </a:rPr>
              <a:t>D</a:t>
            </a:r>
          </a:p>
        </p:txBody>
      </p:sp>
      <p:sp>
        <p:nvSpPr>
          <p:cNvPr id="144" name="wire-735">
            <a:extLst xmlns:a="http://schemas.openxmlformats.org/drawingml/2006/main">
              <a:ext uri="{FF2B5EF4-FFF2-40B4-BE49-F238E27FC236}">
                <a16:creationId xmlns:a16="http://schemas.microsoft.com/office/drawing/2014/main" id="{AE35673B-AB95-4CCE-9478-262AD7C53C90}"/>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9FA9B9"/>
            </a:solidFill>
          </a:ln>
        </p:spPr>
      </p:sp>
      <p:sp>
        <p:nvSpPr>
          <p:cNvPr id="145" name="wire-736">
            <a:extLst xmlns:a="http://schemas.openxmlformats.org/drawingml/2006/main">
              <a:ext uri="{FF2B5EF4-FFF2-40B4-BE49-F238E27FC236}">
                <a16:creationId xmlns:a16="http://schemas.microsoft.com/office/drawing/2014/main" id="{8EABE47D-C946-4E88-8A99-2B343E2212BB}"/>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9FA9B9"/>
            </a:solidFill>
          </a:ln>
        </p:spPr>
      </p:sp>
      <p:sp>
        <p:nvSpPr>
          <p:cNvPr id="146" name="wire-737">
            <a:extLst xmlns:a="http://schemas.openxmlformats.org/drawingml/2006/main">
              <a:ext uri="{FF2B5EF4-FFF2-40B4-BE49-F238E27FC236}">
                <a16:creationId xmlns:a16="http://schemas.microsoft.com/office/drawing/2014/main" id="{D86E8FEA-99F6-4037-AA99-AFE77329BF97}"/>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9FA9B9"/>
            </a:solidFill>
          </a:ln>
        </p:spPr>
      </p:sp>
      <p:sp>
        <p:nvSpPr>
          <p:cNvPr id="147" name="wire-738">
            <a:extLst xmlns:a="http://schemas.openxmlformats.org/drawingml/2006/main">
              <a:ext uri="{FF2B5EF4-FFF2-40B4-BE49-F238E27FC236}">
                <a16:creationId xmlns:a16="http://schemas.microsoft.com/office/drawing/2014/main" id="{BF6D95B1-7DAD-471D-B296-68D0C897DA7C}"/>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9FA9B9"/>
            </a:solidFill>
          </a:ln>
        </p:spPr>
      </p:sp>
      <p:sp>
        <p:nvSpPr>
          <p:cNvPr id="148" name="wire-739">
            <a:extLst xmlns:a="http://schemas.openxmlformats.org/drawingml/2006/main">
              <a:ext uri="{FF2B5EF4-FFF2-40B4-BE49-F238E27FC236}">
                <a16:creationId xmlns:a16="http://schemas.microsoft.com/office/drawing/2014/main" id="{28C5675B-4766-47A4-A4BA-6B1963F2CE63}"/>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9FA9B9"/>
            </a:solidFill>
          </a:ln>
        </p:spPr>
      </p:sp>
      <p:sp>
        <p:nvSpPr>
          <p:cNvPr id="149" name="circuit-740">
            <a:extLst xmlns:a="http://schemas.openxmlformats.org/drawingml/2006/main">
              <a:ext uri="{FF2B5EF4-FFF2-40B4-BE49-F238E27FC236}">
                <a16:creationId xmlns:a16="http://schemas.microsoft.com/office/drawing/2014/main" id="{28D7D7E6-B521-485C-AFDB-9F59A4C8A131}"/>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0" name="wire-741">
            <a:extLst xmlns:a="http://schemas.openxmlformats.org/drawingml/2006/main">
              <a:ext uri="{FF2B5EF4-FFF2-40B4-BE49-F238E27FC236}">
                <a16:creationId xmlns:a16="http://schemas.microsoft.com/office/drawing/2014/main" id="{23EEDE8E-91C1-40F6-94EC-B5A8816AFD71}"/>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9FA9B9"/>
            </a:solidFill>
          </a:ln>
        </p:spPr>
      </p:sp>
      <p:sp>
        <p:nvSpPr>
          <p:cNvPr id="151" name="wire-742">
            <a:extLst xmlns:a="http://schemas.openxmlformats.org/drawingml/2006/main">
              <a:ext uri="{FF2B5EF4-FFF2-40B4-BE49-F238E27FC236}">
                <a16:creationId xmlns:a16="http://schemas.microsoft.com/office/drawing/2014/main" id="{26A301CF-93AA-4055-BD7C-3D6073BF30C0}"/>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9FA9B9"/>
            </a:solidFill>
          </a:ln>
        </p:spPr>
      </p:sp>
      <p:sp>
        <p:nvSpPr>
          <p:cNvPr id="152" name="wire-743">
            <a:extLst xmlns:a="http://schemas.openxmlformats.org/drawingml/2006/main">
              <a:ext uri="{FF2B5EF4-FFF2-40B4-BE49-F238E27FC236}">
                <a16:creationId xmlns:a16="http://schemas.microsoft.com/office/drawing/2014/main" id="{22473CB2-B5BD-425F-8D1E-E682D9B08B9D}"/>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9FA9B9"/>
            </a:solidFill>
          </a:ln>
        </p:spPr>
      </p:sp>
      <p:sp>
        <p:nvSpPr>
          <p:cNvPr id="153" name="wire-744">
            <a:extLst xmlns:a="http://schemas.openxmlformats.org/drawingml/2006/main">
              <a:ext uri="{FF2B5EF4-FFF2-40B4-BE49-F238E27FC236}">
                <a16:creationId xmlns:a16="http://schemas.microsoft.com/office/drawing/2014/main" id="{268D2C5A-A2F2-4A3D-A9A0-EE53C817261D}"/>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9FA9B9"/>
            </a:solidFill>
          </a:ln>
        </p:spPr>
      </p:sp>
      <p:sp>
        <p:nvSpPr>
          <p:cNvPr id="154" name="circuit-745">
            <a:extLst xmlns:a="http://schemas.openxmlformats.org/drawingml/2006/main">
              <a:ext uri="{FF2B5EF4-FFF2-40B4-BE49-F238E27FC236}">
                <a16:creationId xmlns:a16="http://schemas.microsoft.com/office/drawing/2014/main" id="{EB79DBCF-EB04-4AF1-959B-00C57258FC69}"/>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5" name="wire-746">
            <a:extLst xmlns:a="http://schemas.openxmlformats.org/drawingml/2006/main">
              <a:ext uri="{FF2B5EF4-FFF2-40B4-BE49-F238E27FC236}">
                <a16:creationId xmlns:a16="http://schemas.microsoft.com/office/drawing/2014/main" id="{10CFA87A-E475-4DC8-A952-C81F6E8D711C}"/>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9FA9B9"/>
            </a:solidFill>
          </a:ln>
        </p:spPr>
      </p:sp>
      <p:sp>
        <p:nvSpPr>
          <p:cNvPr id="156" name="wire-747">
            <a:extLst xmlns:a="http://schemas.openxmlformats.org/drawingml/2006/main">
              <a:ext uri="{FF2B5EF4-FFF2-40B4-BE49-F238E27FC236}">
                <a16:creationId xmlns:a16="http://schemas.microsoft.com/office/drawing/2014/main" id="{7FC52047-2389-4A62-995E-C0DDBDA45983}"/>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9FA9B9"/>
            </a:solidFill>
          </a:ln>
        </p:spPr>
      </p:sp>
      <p:sp>
        <p:nvSpPr>
          <p:cNvPr id="157" name="wire-748">
            <a:extLst xmlns:a="http://schemas.openxmlformats.org/drawingml/2006/main">
              <a:ext uri="{FF2B5EF4-FFF2-40B4-BE49-F238E27FC236}">
                <a16:creationId xmlns:a16="http://schemas.microsoft.com/office/drawing/2014/main" id="{5604603D-A28D-41A5-AB73-022189D770F8}"/>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9FA9B9"/>
            </a:solidFill>
          </a:ln>
        </p:spPr>
      </p:sp>
      <p:sp>
        <p:nvSpPr>
          <p:cNvPr id="158" name="wire-749">
            <a:extLst xmlns:a="http://schemas.openxmlformats.org/drawingml/2006/main">
              <a:ext uri="{FF2B5EF4-FFF2-40B4-BE49-F238E27FC236}">
                <a16:creationId xmlns:a16="http://schemas.microsoft.com/office/drawing/2014/main" id="{E8A1D665-B63C-458C-9210-5F799FB64FBC}"/>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9FA9B9"/>
            </a:solidFill>
          </a:ln>
        </p:spPr>
      </p:sp>
      <p:sp>
        <p:nvSpPr>
          <p:cNvPr id="159" name="circuit-750">
            <a:extLst xmlns:a="http://schemas.openxmlformats.org/drawingml/2006/main">
              <a:ext uri="{FF2B5EF4-FFF2-40B4-BE49-F238E27FC236}">
                <a16:creationId xmlns:a16="http://schemas.microsoft.com/office/drawing/2014/main" id="{12B8168E-43C5-4E86-8BE4-A7BF012FED50}"/>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9FA9B9"/>
          </a:solidFill>
          <a:ln xmlns:a="http://schemas.openxmlformats.org/drawingml/2006/main" w="9525">
            <a:solidFill>
              <a:srgbClr val="9FA9B9"/>
            </a:solidFill>
          </a:ln>
        </p:spPr>
      </p:sp>
      <p:sp>
        <p:nvSpPr>
          <p:cNvPr id="160" name="text-751">
            <a:extLst xmlns:a="http://schemas.openxmlformats.org/drawingml/2006/main">
              <a:ext uri="{FF2B5EF4-FFF2-40B4-BE49-F238E27FC236}">
                <a16:creationId xmlns:a16="http://schemas.microsoft.com/office/drawing/2014/main" id="{27F4FE55-EA34-4095-8A05-C7DB5946A290}"/>
              </a:ext>
            </a:extLst>
          </p:cNvPr>
          <p:cNvSpPr>
            <a:spLocks xmlns:a="http://schemas.openxmlformats.org/drawingml/2006/main" noGrp="1"/>
          </p:cNvSpPr>
          <p:nvPr/>
        </p:nvSpPr>
        <p:spPr>
          <a:xfrm xmlns:a="http://schemas.openxmlformats.org/drawingml/2006/main">
            <a:off x="609600" y="61436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x2のB ＋ 即値0 ＝ 番地B　／　x1から送る値はD</a:t>
            </a:r>
          </a:p>
        </p:txBody>
      </p:sp>
      <p:sp>
        <p:nvSpPr>
          <p:cNvPr id="161" name="text-752">
            <a:extLst xmlns:a="http://schemas.openxmlformats.org/drawingml/2006/main">
              <a:ext uri="{FF2B5EF4-FFF2-40B4-BE49-F238E27FC236}">
                <a16:creationId xmlns:a16="http://schemas.microsoft.com/office/drawing/2014/main" id="{37DBE542-6E82-4AA3-9FED-61F2709794CC}"/>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8</a:t>
            </a:r>
          </a:p>
        </p:txBody>
      </p:sp>
      <p:sp>
        <p:nvSpPr>
          <p:cNvPr id="162" name="text-753">
            <a:extLst xmlns:a="http://schemas.openxmlformats.org/drawingml/2006/main">
              <a:ext uri="{FF2B5EF4-FFF2-40B4-BE49-F238E27FC236}">
                <a16:creationId xmlns:a16="http://schemas.microsoft.com/office/drawing/2014/main" id="{33EEFC6E-D946-4ACA-AE54-F1DDB9DA5C98}"/>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CPUのsw命令と送る描画データDは別のもの。送信用の接続回路は描画回路の箱に含む</a:t>
            </a:r>
          </a:p>
        </p:txBody>
      </p:sp>
    </p:spTree>
    <p:extLst>
      <p:ext uri="{BB962C8B-B14F-4D97-AF65-F5344CB8AC3E}">
        <p14:creationId xmlns:p14="http://schemas.microsoft.com/office/powerpoint/2010/main" val="76627316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3" name="text-754">
            <a:extLst xmlns:a="http://schemas.openxmlformats.org/drawingml/2006/main">
              <a:ext uri="{FF2B5EF4-FFF2-40B4-BE49-F238E27FC236}">
                <a16:creationId xmlns:a16="http://schemas.microsoft.com/office/drawing/2014/main" id="{C5036EDC-8A6F-4107-8A14-5AC88F007FC8}"/>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9</a:t>
            </a:r>
          </a:p>
        </p:txBody>
      </p:sp>
      <p:sp>
        <p:nvSpPr>
          <p:cNvPr id="2" name="text-755">
            <a:extLst xmlns:a="http://schemas.openxmlformats.org/drawingml/2006/main">
              <a:ext uri="{FF2B5EF4-FFF2-40B4-BE49-F238E27FC236}">
                <a16:creationId xmlns:a16="http://schemas.microsoft.com/office/drawing/2014/main" id="{DEAF5DD5-87B7-4080-BA44-507E3D7604FD}"/>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画像をDDR3へ保存し、HDMI端子へ出力する</a:t>
            </a:r>
          </a:p>
        </p:txBody>
      </p:sp>
      <p:sp>
        <p:nvSpPr>
          <p:cNvPr id="3" name="text-756">
            <a:extLst xmlns:a="http://schemas.openxmlformats.org/drawingml/2006/main">
              <a:ext uri="{FF2B5EF4-FFF2-40B4-BE49-F238E27FC236}">
                <a16:creationId xmlns:a16="http://schemas.microsoft.com/office/drawing/2014/main" id="{24CAEF35-77BB-4D9E-B9FE-085F46F10EF6}"/>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9</a:t>
            </a:r>
          </a:p>
        </p:txBody>
      </p:sp>
      <p:sp>
        <p:nvSpPr>
          <p:cNvPr id="4" name="text-757">
            <a:extLst xmlns:a="http://schemas.openxmlformats.org/drawingml/2006/main">
              <a:ext uri="{FF2B5EF4-FFF2-40B4-BE49-F238E27FC236}">
                <a16:creationId xmlns:a16="http://schemas.microsoft.com/office/drawing/2014/main" id="{E047C7C7-8C91-4458-8725-875B81EB79FF}"/>
              </a:ext>
            </a:extLst>
          </p:cNvPr>
          <p:cNvSpPr>
            <a:spLocks xmlns:a="http://schemas.openxmlformats.org/drawingml/2006/main" noGrp="1"/>
          </p:cNvSpPr>
          <p:nvPr/>
        </p:nvSpPr>
        <p:spPr>
          <a:xfrm xmlns:a="http://schemas.openxmlformats.org/drawingml/2006/main">
            <a:off x="609600" y="1228725"/>
            <a:ext cx="9810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描画回路が画像を作り、表示回路がその画像を出す</a:t>
            </a:r>
          </a:p>
        </p:txBody>
      </p:sp>
      <p:sp>
        <p:nvSpPr>
          <p:cNvPr id="5" name="board-stable-board">
            <a:extLst xmlns:a="http://schemas.openxmlformats.org/drawingml/2006/main">
              <a:ext uri="{FF2B5EF4-FFF2-40B4-BE49-F238E27FC236}">
                <a16:creationId xmlns:a16="http://schemas.microsoft.com/office/drawing/2014/main" id="{42D9351F-D787-412F-99F2-77869EBDC301}"/>
              </a:ext>
            </a:extLst>
          </p:cNvPr>
          <p:cNvSpPr>
            <a:spLocks xmlns:a="http://schemas.openxmlformats.org/drawingml/2006/main" noGrp="1"/>
          </p:cNvSpPr>
          <p:nvPr/>
        </p:nvSpPr>
        <p:spPr>
          <a:xfrm xmlns:a="http://schemas.openxmlformats.org/drawingml/2006/main">
            <a:off x="457200" y="2076450"/>
            <a:ext cx="11277600" cy="3981450"/>
          </a:xfrm>
          <a:prstGeom xmlns:a="http://schemas.openxmlformats.org/drawingml/2006/main" prst="rect">
            <a:avLst/>
          </a:prstGeom>
          <a:solidFill xmlns:a="http://schemas.openxmlformats.org/drawingml/2006/main">
            <a:srgbClr val="E5EBF8"/>
          </a:solidFill>
          <a:ln xmlns:a="http://schemas.openxmlformats.org/drawingml/2006/main" w="20955">
            <a:solidFill>
              <a:srgbClr val="231F20"/>
            </a:solidFill>
          </a:ln>
        </p:spPr>
      </p:sp>
      <p:sp>
        <p:nvSpPr>
          <p:cNvPr id="6" name="text-759">
            <a:extLst xmlns:a="http://schemas.openxmlformats.org/drawingml/2006/main">
              <a:ext uri="{FF2B5EF4-FFF2-40B4-BE49-F238E27FC236}">
                <a16:creationId xmlns:a16="http://schemas.microsoft.com/office/drawing/2014/main" id="{56D01BC2-9189-4B05-9F01-4CF4CF20BFD9}"/>
              </a:ext>
            </a:extLst>
          </p:cNvPr>
          <p:cNvSpPr>
            <a:spLocks xmlns:a="http://schemas.openxmlformats.org/drawingml/2006/main" noGrp="1"/>
          </p:cNvSpPr>
          <p:nvPr/>
        </p:nvSpPr>
        <p:spPr>
          <a:xfrm xmlns:a="http://schemas.openxmlformats.org/drawingml/2006/main">
            <a:off x="590550" y="2133600"/>
            <a:ext cx="647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FPGAボード / Nexys Video</a:t>
            </a:r>
          </a:p>
        </p:txBody>
      </p:sp>
      <p:sp>
        <p:nvSpPr>
          <p:cNvPr id="7" name="text-760">
            <a:extLst xmlns:a="http://schemas.openxmlformats.org/drawingml/2006/main">
              <a:ext uri="{FF2B5EF4-FFF2-40B4-BE49-F238E27FC236}">
                <a16:creationId xmlns:a16="http://schemas.microsoft.com/office/drawing/2014/main" id="{A83394A3-63FB-48F2-AA06-E67A755EACE4}"/>
              </a:ext>
            </a:extLst>
          </p:cNvPr>
          <p:cNvSpPr>
            <a:spLocks xmlns:a="http://schemas.openxmlformats.org/drawingml/2006/main" noGrp="1"/>
          </p:cNvSpPr>
          <p:nvPr/>
        </p:nvSpPr>
        <p:spPr>
          <a:xfrm xmlns:a="http://schemas.openxmlformats.org/drawingml/2006/main">
            <a:off x="9953625" y="2466975"/>
            <a:ext cx="1676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Yu Gothic"/>
                <a:ea typeface="Yu Gothic"/>
                <a:cs typeface="Yu Gothic"/>
              </a:defRPr>
            </a:defPPr>
            <a:lvl1pPr algn="ctr">
              <a:defRPr sz="1500" b="1">
                <a:solidFill>
                  <a:srgbClr val="231F20"/>
                </a:solidFill>
                <a:latin typeface="Yu Gothic"/>
                <a:ea typeface="Yu Gothic"/>
                <a:cs typeface="Yu Gothic"/>
              </a:defRPr>
            </a:lvl1pPr>
            <a:lvl2pPr algn="ctr">
              <a:defRPr sz="1500" b="1">
                <a:solidFill>
                  <a:srgbClr val="231F20"/>
                </a:solidFill>
                <a:latin typeface="Yu Gothic"/>
                <a:ea typeface="Yu Gothic"/>
                <a:cs typeface="Yu Gothic"/>
              </a:defRPr>
            </a:lvl2pPr>
            <a:lvl3pPr algn="ctr">
              <a:defRPr sz="1500" b="1">
                <a:solidFill>
                  <a:srgbClr val="231F20"/>
                </a:solidFill>
                <a:latin typeface="Yu Gothic"/>
                <a:ea typeface="Yu Gothic"/>
                <a:cs typeface="Yu Gothic"/>
              </a:defRPr>
            </a:lvl3pPr>
            <a:lvl4pPr algn="ctr">
              <a:defRPr sz="1500" b="1">
                <a:solidFill>
                  <a:srgbClr val="231F20"/>
                </a:solidFill>
                <a:latin typeface="Yu Gothic"/>
                <a:ea typeface="Yu Gothic"/>
                <a:cs typeface="Yu Gothic"/>
              </a:defRPr>
            </a:lvl4pPr>
            <a:lvl5pPr algn="ctr">
              <a:defRPr sz="1500" b="1">
                <a:solidFill>
                  <a:srgbClr val="231F20"/>
                </a:solidFill>
                <a:latin typeface="Yu Gothic"/>
                <a:ea typeface="Yu Gothic"/>
                <a:cs typeface="Yu Gothic"/>
              </a:defRPr>
            </a:lvl5pPr>
            <a:lvl6pPr algn="ctr">
              <a:defRPr sz="1500" b="1">
                <a:solidFill>
                  <a:srgbClr val="231F20"/>
                </a:solidFill>
                <a:latin typeface="Yu Gothic"/>
                <a:ea typeface="Yu Gothic"/>
                <a:cs typeface="Yu Gothic"/>
              </a:defRPr>
            </a:lvl6pPr>
            <a:lvl7pPr algn="ctr">
              <a:defRPr sz="1500" b="1">
                <a:solidFill>
                  <a:srgbClr val="231F20"/>
                </a:solidFill>
                <a:latin typeface="Yu Gothic"/>
                <a:ea typeface="Yu Gothic"/>
                <a:cs typeface="Yu Gothic"/>
              </a:defRPr>
            </a:lvl7pPr>
            <a:lvl8pPr algn="ctr">
              <a:defRPr sz="1500" b="1">
                <a:solidFill>
                  <a:srgbClr val="231F20"/>
                </a:solidFill>
                <a:latin typeface="Yu Gothic"/>
                <a:ea typeface="Yu Gothic"/>
                <a:cs typeface="Yu Gothic"/>
              </a:defRPr>
            </a:lvl8pPr>
            <a:lvl9pPr algn="ctr">
              <a:defRPr sz="1500" b="1">
                <a:solidFill>
                  <a:srgbClr val="231F20"/>
                </a:solidFill>
                <a:latin typeface="Yu Gothic"/>
                <a:ea typeface="Yu Gothic"/>
                <a:cs typeface="Yu Gothic"/>
              </a:defRPr>
            </a:lvl9pPr>
          </a:lstStyle>
          <a:p xmlns:a="http://schemas.openxmlformats.org/drawingml/2006/main">
            <a:pPr algn="ctr">
              <a:defRPr sz="1500" b="1">
                <a:solidFill>
                  <a:srgbClr val="231F20"/>
                </a:solidFill>
                <a:latin typeface="Yu Gothic"/>
                <a:ea typeface="Yu Gothic"/>
                <a:cs typeface="Yu Gothic"/>
              </a:defRPr>
            </a:pPr>
            <a:r>
              <a:rPr sz="1500" b="1">
                <a:solidFill>
                  <a:srgbClr val="231F20"/>
                </a:solidFill>
                <a:latin typeface="Yu Gothic"/>
                <a:ea typeface="Yu Gothic"/>
                <a:cs typeface="Yu Gothic"/>
              </a:rPr>
              <a:t>チップ外の部品</a:t>
            </a:r>
          </a:p>
        </p:txBody>
      </p:sp>
      <p:sp>
        <p:nvSpPr>
          <p:cNvPr id="8" name="board-stable-chip">
            <a:extLst xmlns:a="http://schemas.openxmlformats.org/drawingml/2006/main">
              <a:ext uri="{FF2B5EF4-FFF2-40B4-BE49-F238E27FC236}">
                <a16:creationId xmlns:a16="http://schemas.microsoft.com/office/drawing/2014/main" id="{54628088-4BCC-4557-8AC3-A273545D1C45}"/>
              </a:ext>
            </a:extLst>
          </p:cNvPr>
          <p:cNvSpPr>
            <a:spLocks xmlns:a="http://schemas.openxmlformats.org/drawingml/2006/main" noGrp="1"/>
          </p:cNvSpPr>
          <p:nvPr/>
        </p:nvSpPr>
        <p:spPr>
          <a:xfrm xmlns:a="http://schemas.openxmlformats.org/drawingml/2006/main">
            <a:off x="638175" y="2514600"/>
            <a:ext cx="9144000" cy="3400425"/>
          </a:xfrm>
          <a:prstGeom xmlns:a="http://schemas.openxmlformats.org/drawingml/2006/main" prst="rect">
            <a:avLst/>
          </a:prstGeom>
          <a:solidFill xmlns:a="http://schemas.openxmlformats.org/drawingml/2006/main">
            <a:srgbClr val="CCD9F1"/>
          </a:solidFill>
          <a:ln xmlns:a="http://schemas.openxmlformats.org/drawingml/2006/main" w="20955">
            <a:solidFill>
              <a:srgbClr val="1572C3"/>
            </a:solidFill>
          </a:ln>
        </p:spPr>
      </p:sp>
      <p:sp>
        <p:nvSpPr>
          <p:cNvPr id="9" name="text-762">
            <a:extLst xmlns:a="http://schemas.openxmlformats.org/drawingml/2006/main">
              <a:ext uri="{FF2B5EF4-FFF2-40B4-BE49-F238E27FC236}">
                <a16:creationId xmlns:a16="http://schemas.microsoft.com/office/drawing/2014/main" id="{B4CF946C-8CD6-44EA-BB59-4A1FB0E5A2A0}"/>
              </a:ext>
            </a:extLst>
          </p:cNvPr>
          <p:cNvSpPr>
            <a:spLocks xmlns:a="http://schemas.openxmlformats.org/drawingml/2006/main" noGrp="1"/>
          </p:cNvSpPr>
          <p:nvPr/>
        </p:nvSpPr>
        <p:spPr>
          <a:xfrm xmlns:a="http://schemas.openxmlformats.org/drawingml/2006/main">
            <a:off x="762000" y="2533650"/>
            <a:ext cx="2381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1">
                <a:solidFill>
                  <a:srgbClr val="1572C3"/>
                </a:solidFill>
                <a:latin typeface="Yu Gothic"/>
                <a:ea typeface="Yu Gothic"/>
                <a:cs typeface="Yu Gothic"/>
              </a:defRPr>
            </a:defPPr>
            <a:lvl1pPr algn="l">
              <a:defRPr sz="1725" b="1">
                <a:solidFill>
                  <a:srgbClr val="1572C3"/>
                </a:solidFill>
                <a:latin typeface="Yu Gothic"/>
                <a:ea typeface="Yu Gothic"/>
                <a:cs typeface="Yu Gothic"/>
              </a:defRPr>
            </a:lvl1pPr>
            <a:lvl2pPr algn="l">
              <a:defRPr sz="1725" b="1">
                <a:solidFill>
                  <a:srgbClr val="1572C3"/>
                </a:solidFill>
                <a:latin typeface="Yu Gothic"/>
                <a:ea typeface="Yu Gothic"/>
                <a:cs typeface="Yu Gothic"/>
              </a:defRPr>
            </a:lvl2pPr>
            <a:lvl3pPr algn="l">
              <a:defRPr sz="1725" b="1">
                <a:solidFill>
                  <a:srgbClr val="1572C3"/>
                </a:solidFill>
                <a:latin typeface="Yu Gothic"/>
                <a:ea typeface="Yu Gothic"/>
                <a:cs typeface="Yu Gothic"/>
              </a:defRPr>
            </a:lvl3pPr>
            <a:lvl4pPr algn="l">
              <a:defRPr sz="1725" b="1">
                <a:solidFill>
                  <a:srgbClr val="1572C3"/>
                </a:solidFill>
                <a:latin typeface="Yu Gothic"/>
                <a:ea typeface="Yu Gothic"/>
                <a:cs typeface="Yu Gothic"/>
              </a:defRPr>
            </a:lvl4pPr>
            <a:lvl5pPr algn="l">
              <a:defRPr sz="1725" b="1">
                <a:solidFill>
                  <a:srgbClr val="1572C3"/>
                </a:solidFill>
                <a:latin typeface="Yu Gothic"/>
                <a:ea typeface="Yu Gothic"/>
                <a:cs typeface="Yu Gothic"/>
              </a:defRPr>
            </a:lvl5pPr>
            <a:lvl6pPr algn="l">
              <a:defRPr sz="1725" b="1">
                <a:solidFill>
                  <a:srgbClr val="1572C3"/>
                </a:solidFill>
                <a:latin typeface="Yu Gothic"/>
                <a:ea typeface="Yu Gothic"/>
                <a:cs typeface="Yu Gothic"/>
              </a:defRPr>
            </a:lvl6pPr>
            <a:lvl7pPr algn="l">
              <a:defRPr sz="1725" b="1">
                <a:solidFill>
                  <a:srgbClr val="1572C3"/>
                </a:solidFill>
                <a:latin typeface="Yu Gothic"/>
                <a:ea typeface="Yu Gothic"/>
                <a:cs typeface="Yu Gothic"/>
              </a:defRPr>
            </a:lvl7pPr>
            <a:lvl8pPr algn="l">
              <a:defRPr sz="1725" b="1">
                <a:solidFill>
                  <a:srgbClr val="1572C3"/>
                </a:solidFill>
                <a:latin typeface="Yu Gothic"/>
                <a:ea typeface="Yu Gothic"/>
                <a:cs typeface="Yu Gothic"/>
              </a:defRPr>
            </a:lvl8pPr>
            <a:lvl9pPr algn="l">
              <a:defRPr sz="1725" b="1">
                <a:solidFill>
                  <a:srgbClr val="1572C3"/>
                </a:solidFill>
                <a:latin typeface="Yu Gothic"/>
                <a:ea typeface="Yu Gothic"/>
                <a:cs typeface="Yu Gothic"/>
              </a:defRPr>
            </a:lvl9pPr>
          </a:lstStyle>
          <a:p xmlns:a="http://schemas.openxmlformats.org/drawingml/2006/main">
            <a:pPr algn="l">
              <a:defRPr sz="1725" b="1">
                <a:solidFill>
                  <a:srgbClr val="1572C3"/>
                </a:solidFill>
                <a:latin typeface="Yu Gothic"/>
                <a:ea typeface="Yu Gothic"/>
                <a:cs typeface="Yu Gothic"/>
              </a:defRPr>
            </a:pPr>
            <a:r>
              <a:rPr sz="1725" b="1">
                <a:solidFill>
                  <a:srgbClr val="1572C3"/>
                </a:solidFill>
                <a:latin typeface="Yu Gothic"/>
                <a:ea typeface="Yu Gothic"/>
                <a:cs typeface="Yu Gothic"/>
              </a:rPr>
              <a:t>FPGAチップ</a:t>
            </a:r>
          </a:p>
        </p:txBody>
      </p:sp>
      <p:sp>
        <p:nvSpPr>
          <p:cNvPr id="10" name="board-stable-card">
            <a:extLst xmlns:a="http://schemas.openxmlformats.org/drawingml/2006/main">
              <a:ext uri="{FF2B5EF4-FFF2-40B4-BE49-F238E27FC236}">
                <a16:creationId xmlns:a16="http://schemas.microsoft.com/office/drawing/2014/main" id="{957BFEBB-08FE-467C-BE74-9FA2C2B61149}"/>
              </a:ext>
            </a:extLst>
          </p:cNvPr>
          <p:cNvSpPr>
            <a:spLocks xmlns:a="http://schemas.openxmlformats.org/drawingml/2006/main" noGrp="1"/>
          </p:cNvSpPr>
          <p:nvPr/>
        </p:nvSpPr>
        <p:spPr>
          <a:xfrm xmlns:a="http://schemas.openxmlformats.org/drawingml/2006/main">
            <a:off x="10010775" y="2857500"/>
            <a:ext cx="1543050" cy="6858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1" name="text-764">
            <a:extLst xmlns:a="http://schemas.openxmlformats.org/drawingml/2006/main">
              <a:ext uri="{FF2B5EF4-FFF2-40B4-BE49-F238E27FC236}">
                <a16:creationId xmlns:a16="http://schemas.microsoft.com/office/drawing/2014/main" id="{DF9E14E6-626B-4CE7-B3C0-ADE51A1BA452}"/>
              </a:ext>
            </a:extLst>
          </p:cNvPr>
          <p:cNvSpPr>
            <a:spLocks xmlns:a="http://schemas.openxmlformats.org/drawingml/2006/main" noGrp="1"/>
          </p:cNvSpPr>
          <p:nvPr/>
        </p:nvSpPr>
        <p:spPr>
          <a:xfrm xmlns:a="http://schemas.openxmlformats.org/drawingml/2006/main">
            <a:off x="10086975" y="2914650"/>
            <a:ext cx="13906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9FA9B9"/>
                </a:solidFill>
                <a:latin typeface="Yu Gothic"/>
                <a:ea typeface="Yu Gothic"/>
                <a:cs typeface="Yu Gothic"/>
              </a:defRPr>
            </a:defPPr>
            <a:lvl1pPr algn="ctr">
              <a:defRPr sz="1650" b="1">
                <a:solidFill>
                  <a:srgbClr val="9FA9B9"/>
                </a:solidFill>
                <a:latin typeface="Yu Gothic"/>
                <a:ea typeface="Yu Gothic"/>
                <a:cs typeface="Yu Gothic"/>
              </a:defRPr>
            </a:lvl1pPr>
            <a:lvl2pPr algn="ctr">
              <a:defRPr sz="1650" b="1">
                <a:solidFill>
                  <a:srgbClr val="9FA9B9"/>
                </a:solidFill>
                <a:latin typeface="Yu Gothic"/>
                <a:ea typeface="Yu Gothic"/>
                <a:cs typeface="Yu Gothic"/>
              </a:defRPr>
            </a:lvl2pPr>
            <a:lvl3pPr algn="ctr">
              <a:defRPr sz="1650" b="1">
                <a:solidFill>
                  <a:srgbClr val="9FA9B9"/>
                </a:solidFill>
                <a:latin typeface="Yu Gothic"/>
                <a:ea typeface="Yu Gothic"/>
                <a:cs typeface="Yu Gothic"/>
              </a:defRPr>
            </a:lvl3pPr>
            <a:lvl4pPr algn="ctr">
              <a:defRPr sz="1650" b="1">
                <a:solidFill>
                  <a:srgbClr val="9FA9B9"/>
                </a:solidFill>
                <a:latin typeface="Yu Gothic"/>
                <a:ea typeface="Yu Gothic"/>
                <a:cs typeface="Yu Gothic"/>
              </a:defRPr>
            </a:lvl4pPr>
            <a:lvl5pPr algn="ctr">
              <a:defRPr sz="1650" b="1">
                <a:solidFill>
                  <a:srgbClr val="9FA9B9"/>
                </a:solidFill>
                <a:latin typeface="Yu Gothic"/>
                <a:ea typeface="Yu Gothic"/>
                <a:cs typeface="Yu Gothic"/>
              </a:defRPr>
            </a:lvl5pPr>
            <a:lvl6pPr algn="ctr">
              <a:defRPr sz="1650" b="1">
                <a:solidFill>
                  <a:srgbClr val="9FA9B9"/>
                </a:solidFill>
                <a:latin typeface="Yu Gothic"/>
                <a:ea typeface="Yu Gothic"/>
                <a:cs typeface="Yu Gothic"/>
              </a:defRPr>
            </a:lvl6pPr>
            <a:lvl7pPr algn="ctr">
              <a:defRPr sz="1650" b="1">
                <a:solidFill>
                  <a:srgbClr val="9FA9B9"/>
                </a:solidFill>
                <a:latin typeface="Yu Gothic"/>
                <a:ea typeface="Yu Gothic"/>
                <a:cs typeface="Yu Gothic"/>
              </a:defRPr>
            </a:lvl7pPr>
            <a:lvl8pPr algn="ctr">
              <a:defRPr sz="1650" b="1">
                <a:solidFill>
                  <a:srgbClr val="9FA9B9"/>
                </a:solidFill>
                <a:latin typeface="Yu Gothic"/>
                <a:ea typeface="Yu Gothic"/>
                <a:cs typeface="Yu Gothic"/>
              </a:defRPr>
            </a:lvl8pPr>
            <a:lvl9pPr algn="ctr">
              <a:defRPr sz="1650" b="1">
                <a:solidFill>
                  <a:srgbClr val="9FA9B9"/>
                </a:solidFill>
                <a:latin typeface="Yu Gothic"/>
                <a:ea typeface="Yu Gothic"/>
                <a:cs typeface="Yu Gothic"/>
              </a:defRPr>
            </a:lvl9pPr>
          </a:lstStyle>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SDカード</a:t>
            </a:r>
          </a:p>
          <a:p xmlns:a="http://schemas.openxmlformats.org/drawingml/2006/main">
            <a:pPr algn="ctr">
              <a:defRPr sz="1650" b="1">
                <a:solidFill>
                  <a:srgbClr val="9FA9B9"/>
                </a:solidFill>
                <a:latin typeface="Yu Gothic"/>
                <a:ea typeface="Yu Gothic"/>
                <a:cs typeface="Yu Gothic"/>
              </a:defRPr>
            </a:pPr>
            <a:r>
              <a:rPr sz="1650" b="1">
                <a:solidFill>
                  <a:srgbClr val="9FA9B9"/>
                </a:solidFill>
                <a:latin typeface="Yu Gothic"/>
                <a:ea typeface="Yu Gothic"/>
                <a:cs typeface="Yu Gothic"/>
              </a:rPr>
              <a:t>スロット</a:t>
            </a:r>
          </a:p>
        </p:txBody>
      </p:sp>
      <p:sp>
        <p:nvSpPr>
          <p:cNvPr id="12" name="board-stable-memory">
            <a:extLst xmlns:a="http://schemas.openxmlformats.org/drawingml/2006/main">
              <a:ext uri="{FF2B5EF4-FFF2-40B4-BE49-F238E27FC236}">
                <a16:creationId xmlns:a16="http://schemas.microsoft.com/office/drawing/2014/main" id="{2DCBBA20-A3B0-401D-80BB-C006103236C2}"/>
              </a:ext>
            </a:extLst>
          </p:cNvPr>
          <p:cNvSpPr>
            <a:spLocks xmlns:a="http://schemas.openxmlformats.org/drawingml/2006/main" noGrp="1"/>
          </p:cNvSpPr>
          <p:nvPr/>
        </p:nvSpPr>
        <p:spPr>
          <a:xfrm xmlns:a="http://schemas.openxmlformats.org/drawingml/2006/main">
            <a:off x="10010775" y="3876675"/>
            <a:ext cx="1543050" cy="8667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3" name="text-766">
            <a:extLst xmlns:a="http://schemas.openxmlformats.org/drawingml/2006/main">
              <a:ext uri="{FF2B5EF4-FFF2-40B4-BE49-F238E27FC236}">
                <a16:creationId xmlns:a16="http://schemas.microsoft.com/office/drawing/2014/main" id="{3025F77C-D874-45F5-B947-6260DAD3EC86}"/>
              </a:ext>
            </a:extLst>
          </p:cNvPr>
          <p:cNvSpPr>
            <a:spLocks xmlns:a="http://schemas.openxmlformats.org/drawingml/2006/main" noGrp="1"/>
          </p:cNvSpPr>
          <p:nvPr/>
        </p:nvSpPr>
        <p:spPr>
          <a:xfrm xmlns:a="http://schemas.openxmlformats.org/drawingml/2006/main">
            <a:off x="10096500" y="3924300"/>
            <a:ext cx="1371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1572C3"/>
                </a:solidFill>
                <a:latin typeface="Arial"/>
                <a:ea typeface="Arial"/>
                <a:cs typeface="Arial"/>
              </a:defRPr>
            </a:defPPr>
            <a:lvl1pPr algn="ctr">
              <a:defRPr sz="1875" b="1">
                <a:solidFill>
                  <a:srgbClr val="1572C3"/>
                </a:solidFill>
                <a:latin typeface="Arial"/>
                <a:ea typeface="Arial"/>
                <a:cs typeface="Arial"/>
              </a:defRPr>
            </a:lvl1pPr>
            <a:lvl2pPr algn="ctr">
              <a:defRPr sz="1875" b="1">
                <a:solidFill>
                  <a:srgbClr val="1572C3"/>
                </a:solidFill>
                <a:latin typeface="Arial"/>
                <a:ea typeface="Arial"/>
                <a:cs typeface="Arial"/>
              </a:defRPr>
            </a:lvl2pPr>
            <a:lvl3pPr algn="ctr">
              <a:defRPr sz="1875" b="1">
                <a:solidFill>
                  <a:srgbClr val="1572C3"/>
                </a:solidFill>
                <a:latin typeface="Arial"/>
                <a:ea typeface="Arial"/>
                <a:cs typeface="Arial"/>
              </a:defRPr>
            </a:lvl3pPr>
            <a:lvl4pPr algn="ctr">
              <a:defRPr sz="1875" b="1">
                <a:solidFill>
                  <a:srgbClr val="1572C3"/>
                </a:solidFill>
                <a:latin typeface="Arial"/>
                <a:ea typeface="Arial"/>
                <a:cs typeface="Arial"/>
              </a:defRPr>
            </a:lvl4pPr>
            <a:lvl5pPr algn="ctr">
              <a:defRPr sz="1875" b="1">
                <a:solidFill>
                  <a:srgbClr val="1572C3"/>
                </a:solidFill>
                <a:latin typeface="Arial"/>
                <a:ea typeface="Arial"/>
                <a:cs typeface="Arial"/>
              </a:defRPr>
            </a:lvl5pPr>
            <a:lvl6pPr algn="ctr">
              <a:defRPr sz="1875" b="1">
                <a:solidFill>
                  <a:srgbClr val="1572C3"/>
                </a:solidFill>
                <a:latin typeface="Arial"/>
                <a:ea typeface="Arial"/>
                <a:cs typeface="Arial"/>
              </a:defRPr>
            </a:lvl6pPr>
            <a:lvl7pPr algn="ctr">
              <a:defRPr sz="1875" b="1">
                <a:solidFill>
                  <a:srgbClr val="1572C3"/>
                </a:solidFill>
                <a:latin typeface="Arial"/>
                <a:ea typeface="Arial"/>
                <a:cs typeface="Arial"/>
              </a:defRPr>
            </a:lvl7pPr>
            <a:lvl8pPr algn="ctr">
              <a:defRPr sz="1875" b="1">
                <a:solidFill>
                  <a:srgbClr val="1572C3"/>
                </a:solidFill>
                <a:latin typeface="Arial"/>
                <a:ea typeface="Arial"/>
                <a:cs typeface="Arial"/>
              </a:defRPr>
            </a:lvl8pPr>
            <a:lvl9pPr algn="ctr">
              <a:defRPr sz="1875" b="1">
                <a:solidFill>
                  <a:srgbClr val="1572C3"/>
                </a:solidFill>
                <a:latin typeface="Arial"/>
                <a:ea typeface="Arial"/>
                <a:cs typeface="Arial"/>
              </a:defRPr>
            </a:lvl9pPr>
          </a:lstStyle>
          <a:p xmlns:a="http://schemas.openxmlformats.org/drawingml/2006/main">
            <a:pPr algn="ctr">
              <a:defRPr sz="1875" b="1">
                <a:solidFill>
                  <a:srgbClr val="1572C3"/>
                </a:solidFill>
                <a:latin typeface="Arial"/>
                <a:ea typeface="Arial"/>
                <a:cs typeface="Arial"/>
              </a:defRPr>
            </a:pPr>
            <a:r>
              <a:rPr sz="1875" b="1">
                <a:solidFill>
                  <a:srgbClr val="1572C3"/>
                </a:solidFill>
                <a:latin typeface="Arial"/>
                <a:ea typeface="Arial"/>
                <a:cs typeface="Arial"/>
              </a:rPr>
              <a:t>DDR3</a:t>
            </a:r>
          </a:p>
        </p:txBody>
      </p:sp>
      <p:sp>
        <p:nvSpPr>
          <p:cNvPr id="14" name="text-767">
            <a:extLst xmlns:a="http://schemas.openxmlformats.org/drawingml/2006/main">
              <a:ext uri="{FF2B5EF4-FFF2-40B4-BE49-F238E27FC236}">
                <a16:creationId xmlns:a16="http://schemas.microsoft.com/office/drawing/2014/main" id="{F6455BFD-7EB2-438A-9BF2-150A1BE4E9E4}"/>
              </a:ext>
            </a:extLst>
          </p:cNvPr>
          <p:cNvSpPr>
            <a:spLocks xmlns:a="http://schemas.openxmlformats.org/drawingml/2006/main" noGrp="1"/>
          </p:cNvSpPr>
          <p:nvPr/>
        </p:nvSpPr>
        <p:spPr>
          <a:xfrm xmlns:a="http://schemas.openxmlformats.org/drawingml/2006/main">
            <a:off x="10077450" y="4276725"/>
            <a:ext cx="1409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命令・画像</a:t>
            </a:r>
          </a:p>
        </p:txBody>
      </p:sp>
      <p:sp>
        <p:nvSpPr>
          <p:cNvPr id="15" name="board-stable-hdmi">
            <a:extLst xmlns:a="http://schemas.openxmlformats.org/drawingml/2006/main">
              <a:ext uri="{FF2B5EF4-FFF2-40B4-BE49-F238E27FC236}">
                <a16:creationId xmlns:a16="http://schemas.microsoft.com/office/drawing/2014/main" id="{B55F7986-AC99-4B6E-9D10-42CF53DEEE15}"/>
              </a:ext>
            </a:extLst>
          </p:cNvPr>
          <p:cNvSpPr>
            <a:spLocks xmlns:a="http://schemas.openxmlformats.org/drawingml/2006/main" noGrp="1"/>
          </p:cNvSpPr>
          <p:nvPr/>
        </p:nvSpPr>
        <p:spPr>
          <a:xfrm xmlns:a="http://schemas.openxmlformats.org/drawingml/2006/main">
            <a:off x="10010775" y="5257800"/>
            <a:ext cx="1543050" cy="46672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16" name="text-769">
            <a:extLst xmlns:a="http://schemas.openxmlformats.org/drawingml/2006/main">
              <a:ext uri="{FF2B5EF4-FFF2-40B4-BE49-F238E27FC236}">
                <a16:creationId xmlns:a16="http://schemas.microsoft.com/office/drawing/2014/main" id="{C6AD9728-1E1A-4FBE-B344-8DB98B876533}"/>
              </a:ext>
            </a:extLst>
          </p:cNvPr>
          <p:cNvSpPr>
            <a:spLocks xmlns:a="http://schemas.openxmlformats.org/drawingml/2006/main" noGrp="1"/>
          </p:cNvSpPr>
          <p:nvPr/>
        </p:nvSpPr>
        <p:spPr>
          <a:xfrm xmlns:a="http://schemas.openxmlformats.org/drawingml/2006/main">
            <a:off x="10086975" y="53149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Arial"/>
                <a:ea typeface="Arial"/>
                <a:cs typeface="Arial"/>
              </a:defRPr>
            </a:defPPr>
            <a:lvl1pPr algn="ctr">
              <a:defRPr sz="1575" b="1">
                <a:solidFill>
                  <a:srgbClr val="1572C3"/>
                </a:solidFill>
                <a:latin typeface="Arial"/>
                <a:ea typeface="Arial"/>
                <a:cs typeface="Arial"/>
              </a:defRPr>
            </a:lvl1pPr>
            <a:lvl2pPr algn="ctr">
              <a:defRPr sz="1575" b="1">
                <a:solidFill>
                  <a:srgbClr val="1572C3"/>
                </a:solidFill>
                <a:latin typeface="Arial"/>
                <a:ea typeface="Arial"/>
                <a:cs typeface="Arial"/>
              </a:defRPr>
            </a:lvl2pPr>
            <a:lvl3pPr algn="ctr">
              <a:defRPr sz="1575" b="1">
                <a:solidFill>
                  <a:srgbClr val="1572C3"/>
                </a:solidFill>
                <a:latin typeface="Arial"/>
                <a:ea typeface="Arial"/>
                <a:cs typeface="Arial"/>
              </a:defRPr>
            </a:lvl3pPr>
            <a:lvl4pPr algn="ctr">
              <a:defRPr sz="1575" b="1">
                <a:solidFill>
                  <a:srgbClr val="1572C3"/>
                </a:solidFill>
                <a:latin typeface="Arial"/>
                <a:ea typeface="Arial"/>
                <a:cs typeface="Arial"/>
              </a:defRPr>
            </a:lvl4pPr>
            <a:lvl5pPr algn="ctr">
              <a:defRPr sz="1575" b="1">
                <a:solidFill>
                  <a:srgbClr val="1572C3"/>
                </a:solidFill>
                <a:latin typeface="Arial"/>
                <a:ea typeface="Arial"/>
                <a:cs typeface="Arial"/>
              </a:defRPr>
            </a:lvl5pPr>
            <a:lvl6pPr algn="ctr">
              <a:defRPr sz="1575" b="1">
                <a:solidFill>
                  <a:srgbClr val="1572C3"/>
                </a:solidFill>
                <a:latin typeface="Arial"/>
                <a:ea typeface="Arial"/>
                <a:cs typeface="Arial"/>
              </a:defRPr>
            </a:lvl6pPr>
            <a:lvl7pPr algn="ctr">
              <a:defRPr sz="1575" b="1">
                <a:solidFill>
                  <a:srgbClr val="1572C3"/>
                </a:solidFill>
                <a:latin typeface="Arial"/>
                <a:ea typeface="Arial"/>
                <a:cs typeface="Arial"/>
              </a:defRPr>
            </a:lvl7pPr>
            <a:lvl8pPr algn="ctr">
              <a:defRPr sz="1575" b="1">
                <a:solidFill>
                  <a:srgbClr val="1572C3"/>
                </a:solidFill>
                <a:latin typeface="Arial"/>
                <a:ea typeface="Arial"/>
                <a:cs typeface="Arial"/>
              </a:defRPr>
            </a:lvl8pPr>
            <a:lvl9pPr algn="ctr">
              <a:defRPr sz="1575" b="1">
                <a:solidFill>
                  <a:srgbClr val="1572C3"/>
                </a:solidFill>
                <a:latin typeface="Arial"/>
                <a:ea typeface="Arial"/>
                <a:cs typeface="Arial"/>
              </a:defRPr>
            </a:lvl9pPr>
          </a:lstStyle>
          <a:p xmlns:a="http://schemas.openxmlformats.org/drawingml/2006/main">
            <a:pPr algn="ctr">
              <a:defRPr sz="1575" b="1">
                <a:solidFill>
                  <a:srgbClr val="1572C3"/>
                </a:solidFill>
                <a:latin typeface="Arial"/>
                <a:ea typeface="Arial"/>
                <a:cs typeface="Arial"/>
              </a:defRPr>
            </a:pPr>
            <a:r>
              <a:rPr sz="1575" b="1">
                <a:solidFill>
                  <a:srgbClr val="1572C3"/>
                </a:solidFill>
                <a:latin typeface="Arial"/>
                <a:ea typeface="Arial"/>
                <a:cs typeface="Arial"/>
              </a:rPr>
              <a:t>HDMI OUT</a:t>
            </a:r>
          </a:p>
        </p:txBody>
      </p:sp>
      <p:sp>
        <p:nvSpPr>
          <p:cNvPr id="17" name="board-stable-bus">
            <a:extLst xmlns:a="http://schemas.openxmlformats.org/drawingml/2006/main">
              <a:ext uri="{FF2B5EF4-FFF2-40B4-BE49-F238E27FC236}">
                <a16:creationId xmlns:a16="http://schemas.microsoft.com/office/drawing/2014/main" id="{BDBA74E2-8A3F-4817-8F42-ACC27EF21430}"/>
              </a:ext>
            </a:extLst>
          </p:cNvPr>
          <p:cNvSpPr>
            <a:spLocks xmlns:a="http://schemas.openxmlformats.org/drawingml/2006/main" noGrp="1"/>
          </p:cNvSpPr>
          <p:nvPr/>
        </p:nvSpPr>
        <p:spPr>
          <a:xfrm xmlns:a="http://schemas.openxmlformats.org/drawingml/2006/main">
            <a:off x="7239000" y="3762375"/>
            <a:ext cx="571500" cy="17526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18" name="text-771">
            <a:extLst xmlns:a="http://schemas.openxmlformats.org/drawingml/2006/main">
              <a:ext uri="{FF2B5EF4-FFF2-40B4-BE49-F238E27FC236}">
                <a16:creationId xmlns:a16="http://schemas.microsoft.com/office/drawing/2014/main" id="{A105B7B1-E374-4D4A-A4FE-974ED97FB1BE}"/>
              </a:ext>
            </a:extLst>
          </p:cNvPr>
          <p:cNvSpPr>
            <a:spLocks xmlns:a="http://schemas.openxmlformats.org/drawingml/2006/main" noGrp="1"/>
          </p:cNvSpPr>
          <p:nvPr/>
        </p:nvSpPr>
        <p:spPr>
          <a:xfrm xmlns:a="http://schemas.openxmlformats.org/drawingml/2006/main">
            <a:off x="7286625" y="42100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9FA9B9"/>
                </a:solidFill>
                <a:latin typeface="Yu Gothic"/>
                <a:ea typeface="Yu Gothic"/>
                <a:cs typeface="Yu Gothic"/>
              </a:defRPr>
            </a:defPPr>
            <a:lvl1pPr algn="ctr">
              <a:defRPr sz="1500" b="1">
                <a:solidFill>
                  <a:srgbClr val="9FA9B9"/>
                </a:solidFill>
                <a:latin typeface="Yu Gothic"/>
                <a:ea typeface="Yu Gothic"/>
                <a:cs typeface="Yu Gothic"/>
              </a:defRPr>
            </a:lvl1pPr>
            <a:lvl2pPr algn="ctr">
              <a:defRPr sz="1500" b="1">
                <a:solidFill>
                  <a:srgbClr val="9FA9B9"/>
                </a:solidFill>
                <a:latin typeface="Yu Gothic"/>
                <a:ea typeface="Yu Gothic"/>
                <a:cs typeface="Yu Gothic"/>
              </a:defRPr>
            </a:lvl2pPr>
            <a:lvl3pPr algn="ctr">
              <a:defRPr sz="1500" b="1">
                <a:solidFill>
                  <a:srgbClr val="9FA9B9"/>
                </a:solidFill>
                <a:latin typeface="Yu Gothic"/>
                <a:ea typeface="Yu Gothic"/>
                <a:cs typeface="Yu Gothic"/>
              </a:defRPr>
            </a:lvl3pPr>
            <a:lvl4pPr algn="ctr">
              <a:defRPr sz="1500" b="1">
                <a:solidFill>
                  <a:srgbClr val="9FA9B9"/>
                </a:solidFill>
                <a:latin typeface="Yu Gothic"/>
                <a:ea typeface="Yu Gothic"/>
                <a:cs typeface="Yu Gothic"/>
              </a:defRPr>
            </a:lvl4pPr>
            <a:lvl5pPr algn="ctr">
              <a:defRPr sz="1500" b="1">
                <a:solidFill>
                  <a:srgbClr val="9FA9B9"/>
                </a:solidFill>
                <a:latin typeface="Yu Gothic"/>
                <a:ea typeface="Yu Gothic"/>
                <a:cs typeface="Yu Gothic"/>
              </a:defRPr>
            </a:lvl5pPr>
            <a:lvl6pPr algn="ctr">
              <a:defRPr sz="1500" b="1">
                <a:solidFill>
                  <a:srgbClr val="9FA9B9"/>
                </a:solidFill>
                <a:latin typeface="Yu Gothic"/>
                <a:ea typeface="Yu Gothic"/>
                <a:cs typeface="Yu Gothic"/>
              </a:defRPr>
            </a:lvl6pPr>
            <a:lvl7pPr algn="ctr">
              <a:defRPr sz="1500" b="1">
                <a:solidFill>
                  <a:srgbClr val="9FA9B9"/>
                </a:solidFill>
                <a:latin typeface="Yu Gothic"/>
                <a:ea typeface="Yu Gothic"/>
                <a:cs typeface="Yu Gothic"/>
              </a:defRPr>
            </a:lvl7pPr>
            <a:lvl8pPr algn="ctr">
              <a:defRPr sz="1500" b="1">
                <a:solidFill>
                  <a:srgbClr val="9FA9B9"/>
                </a:solidFill>
                <a:latin typeface="Yu Gothic"/>
                <a:ea typeface="Yu Gothic"/>
                <a:cs typeface="Yu Gothic"/>
              </a:defRPr>
            </a:lvl8pPr>
            <a:lvl9pPr algn="ctr">
              <a:defRPr sz="1500" b="1">
                <a:solidFill>
                  <a:srgbClr val="9FA9B9"/>
                </a:solidFill>
                <a:latin typeface="Yu Gothic"/>
                <a:ea typeface="Yu Gothic"/>
                <a:cs typeface="Yu Gothic"/>
              </a:defRPr>
            </a:lvl9pPr>
          </a:lstStyle>
          <a:p xmlns:a="http://schemas.openxmlformats.org/drawingml/2006/main">
            <a:pPr algn="ctr">
              <a:defRPr sz="1500" b="1">
                <a:solidFill>
                  <a:srgbClr val="9FA9B9"/>
                </a:solidFill>
                <a:latin typeface="Yu Gothic"/>
                <a:ea typeface="Yu Gothic"/>
                <a:cs typeface="Yu Gothic"/>
              </a:defRPr>
            </a:pPr>
            <a:r>
              <a:rPr sz="1500" b="1">
                <a:solidFill>
                  <a:srgbClr val="9FA9B9"/>
                </a:solidFill>
                <a:latin typeface="Yu Gothic"/>
                <a:ea typeface="Yu Gothic"/>
                <a:cs typeface="Yu Gothic"/>
              </a:rPr>
              <a:t>バス</a:t>
            </a:r>
          </a:p>
        </p:txBody>
      </p:sp>
      <p:sp>
        <p:nvSpPr>
          <p:cNvPr id="19" name="board-stable-ddr">
            <a:extLst xmlns:a="http://schemas.openxmlformats.org/drawingml/2006/main">
              <a:ext uri="{FF2B5EF4-FFF2-40B4-BE49-F238E27FC236}">
                <a16:creationId xmlns:a16="http://schemas.microsoft.com/office/drawing/2014/main" id="{CAE9191D-2ADB-470E-A55C-9F76994DC55F}"/>
              </a:ext>
            </a:extLst>
          </p:cNvPr>
          <p:cNvSpPr>
            <a:spLocks xmlns:a="http://schemas.openxmlformats.org/drawingml/2006/main" noGrp="1"/>
          </p:cNvSpPr>
          <p:nvPr/>
        </p:nvSpPr>
        <p:spPr>
          <a:xfrm xmlns:a="http://schemas.openxmlformats.org/drawingml/2006/main">
            <a:off x="8162925" y="4010025"/>
            <a:ext cx="1400175" cy="638175"/>
          </a:xfrm>
          <a:prstGeom xmlns:a="http://schemas.openxmlformats.org/drawingml/2006/main" prst="rect">
            <a:avLst/>
          </a:prstGeom>
          <a:solidFill xmlns:a="http://schemas.openxmlformats.org/drawingml/2006/main">
            <a:srgbClr val="77A3DC"/>
          </a:solidFill>
          <a:ln xmlns:a="http://schemas.openxmlformats.org/drawingml/2006/main" w="20955">
            <a:solidFill>
              <a:srgbClr val="231F20"/>
            </a:solidFill>
          </a:ln>
        </p:spPr>
      </p:sp>
      <p:sp>
        <p:nvSpPr>
          <p:cNvPr id="20" name="text-773">
            <a:extLst xmlns:a="http://schemas.openxmlformats.org/drawingml/2006/main">
              <a:ext uri="{FF2B5EF4-FFF2-40B4-BE49-F238E27FC236}">
                <a16:creationId xmlns:a16="http://schemas.microsoft.com/office/drawing/2014/main" id="{BFB09738-FCBB-498F-A92C-FE1CDB93D08C}"/>
              </a:ext>
            </a:extLst>
          </p:cNvPr>
          <p:cNvSpPr>
            <a:spLocks xmlns:a="http://schemas.openxmlformats.org/drawingml/2006/main" noGrp="1"/>
          </p:cNvSpPr>
          <p:nvPr/>
        </p:nvSpPr>
        <p:spPr>
          <a:xfrm xmlns:a="http://schemas.openxmlformats.org/drawingml/2006/main">
            <a:off x="8201025" y="4057650"/>
            <a:ext cx="13239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88" b="1">
                <a:solidFill>
                  <a:srgbClr val="231F20"/>
                </a:solidFill>
                <a:latin typeface="Yu Gothic"/>
                <a:ea typeface="Yu Gothic"/>
                <a:cs typeface="Yu Gothic"/>
              </a:defRPr>
            </a:defPPr>
            <a:lvl1pPr algn="ctr">
              <a:defRPr sz="1388" b="1">
                <a:solidFill>
                  <a:srgbClr val="231F20"/>
                </a:solidFill>
                <a:latin typeface="Yu Gothic"/>
                <a:ea typeface="Yu Gothic"/>
                <a:cs typeface="Yu Gothic"/>
              </a:defRPr>
            </a:lvl1pPr>
            <a:lvl2pPr algn="ctr">
              <a:defRPr sz="1388" b="1">
                <a:solidFill>
                  <a:srgbClr val="231F20"/>
                </a:solidFill>
                <a:latin typeface="Yu Gothic"/>
                <a:ea typeface="Yu Gothic"/>
                <a:cs typeface="Yu Gothic"/>
              </a:defRPr>
            </a:lvl2pPr>
            <a:lvl3pPr algn="ctr">
              <a:defRPr sz="1388" b="1">
                <a:solidFill>
                  <a:srgbClr val="231F20"/>
                </a:solidFill>
                <a:latin typeface="Yu Gothic"/>
                <a:ea typeface="Yu Gothic"/>
                <a:cs typeface="Yu Gothic"/>
              </a:defRPr>
            </a:lvl3pPr>
            <a:lvl4pPr algn="ctr">
              <a:defRPr sz="1388" b="1">
                <a:solidFill>
                  <a:srgbClr val="231F20"/>
                </a:solidFill>
                <a:latin typeface="Yu Gothic"/>
                <a:ea typeface="Yu Gothic"/>
                <a:cs typeface="Yu Gothic"/>
              </a:defRPr>
            </a:lvl4pPr>
            <a:lvl5pPr algn="ctr">
              <a:defRPr sz="1388" b="1">
                <a:solidFill>
                  <a:srgbClr val="231F20"/>
                </a:solidFill>
                <a:latin typeface="Yu Gothic"/>
                <a:ea typeface="Yu Gothic"/>
                <a:cs typeface="Yu Gothic"/>
              </a:defRPr>
            </a:lvl5pPr>
            <a:lvl6pPr algn="ctr">
              <a:defRPr sz="1388" b="1">
                <a:solidFill>
                  <a:srgbClr val="231F20"/>
                </a:solidFill>
                <a:latin typeface="Yu Gothic"/>
                <a:ea typeface="Yu Gothic"/>
                <a:cs typeface="Yu Gothic"/>
              </a:defRPr>
            </a:lvl6pPr>
            <a:lvl7pPr algn="ctr">
              <a:defRPr sz="1388" b="1">
                <a:solidFill>
                  <a:srgbClr val="231F20"/>
                </a:solidFill>
                <a:latin typeface="Yu Gothic"/>
                <a:ea typeface="Yu Gothic"/>
                <a:cs typeface="Yu Gothic"/>
              </a:defRPr>
            </a:lvl7pPr>
            <a:lvl8pPr algn="ctr">
              <a:defRPr sz="1388" b="1">
                <a:solidFill>
                  <a:srgbClr val="231F20"/>
                </a:solidFill>
                <a:latin typeface="Yu Gothic"/>
                <a:ea typeface="Yu Gothic"/>
                <a:cs typeface="Yu Gothic"/>
              </a:defRPr>
            </a:lvl8pPr>
            <a:lvl9pPr algn="ctr">
              <a:defRPr sz="1388" b="1">
                <a:solidFill>
                  <a:srgbClr val="231F20"/>
                </a:solidFill>
                <a:latin typeface="Yu Gothic"/>
                <a:ea typeface="Yu Gothic"/>
                <a:cs typeface="Yu Gothic"/>
              </a:defRPr>
            </a:lvl9pPr>
          </a:lstStyle>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DDR</a:t>
            </a:r>
          </a:p>
          <a:p xmlns:a="http://schemas.openxmlformats.org/drawingml/2006/main">
            <a:pPr algn="ctr">
              <a:defRPr sz="1388" b="1">
                <a:solidFill>
                  <a:srgbClr val="231F20"/>
                </a:solidFill>
                <a:latin typeface="Yu Gothic"/>
                <a:ea typeface="Yu Gothic"/>
                <a:cs typeface="Yu Gothic"/>
              </a:defRPr>
            </a:pPr>
            <a:r>
              <a:rPr sz="1388" b="1">
                <a:solidFill>
                  <a:srgbClr val="231F20"/>
                </a:solidFill>
                <a:latin typeface="Yu Gothic"/>
                <a:ea typeface="Yu Gothic"/>
                <a:cs typeface="Yu Gothic"/>
              </a:rPr>
              <a:t>コントローラー</a:t>
            </a:r>
          </a:p>
        </p:txBody>
      </p:sp>
      <p:sp>
        <p:nvSpPr>
          <p:cNvPr id="21" name="text-774">
            <a:extLst xmlns:a="http://schemas.openxmlformats.org/drawingml/2006/main">
              <a:ext uri="{FF2B5EF4-FFF2-40B4-BE49-F238E27FC236}">
                <a16:creationId xmlns:a16="http://schemas.microsoft.com/office/drawing/2014/main" id="{E8064FFE-371B-427D-B76B-1FB7AEFC835C}"/>
              </a:ext>
            </a:extLst>
          </p:cNvPr>
          <p:cNvSpPr>
            <a:spLocks xmlns:a="http://schemas.openxmlformats.org/drawingml/2006/main" noGrp="1"/>
          </p:cNvSpPr>
          <p:nvPr/>
        </p:nvSpPr>
        <p:spPr>
          <a:xfrm xmlns:a="http://schemas.openxmlformats.org/drawingml/2006/main">
            <a:off x="7981950" y="3667125"/>
            <a:ext cx="1790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AMD提供（MIG）</a:t>
            </a:r>
          </a:p>
        </p:txBody>
      </p:sp>
      <p:sp>
        <p:nvSpPr>
          <p:cNvPr id="22" name="wire-775">
            <a:extLst xmlns:a="http://schemas.openxmlformats.org/drawingml/2006/main">
              <a:ext uri="{FF2B5EF4-FFF2-40B4-BE49-F238E27FC236}">
                <a16:creationId xmlns:a16="http://schemas.microsoft.com/office/drawing/2014/main" id="{5AB41C23-6DA7-40E8-8C85-0D078952A426}"/>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23" name="circuit-776">
            <a:extLst xmlns:a="http://schemas.openxmlformats.org/drawingml/2006/main">
              <a:ext uri="{FF2B5EF4-FFF2-40B4-BE49-F238E27FC236}">
                <a16:creationId xmlns:a16="http://schemas.microsoft.com/office/drawing/2014/main" id="{0E4DC8B1-D5F3-41A5-BF0A-BB65047F2B65}"/>
              </a:ext>
            </a:extLst>
          </p:cNvPr>
          <p:cNvSpPr>
            <a:spLocks xmlns:a="http://schemas.openxmlformats.org/drawingml/2006/main" noGrp="1"/>
          </p:cNvSpPr>
          <p:nvPr/>
        </p:nvSpPr>
        <p:spPr>
          <a:xfrm xmlns:a="http://schemas.openxmlformats.org/drawingml/2006/main">
            <a:off x="9934575" y="43024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24" name="wire-777">
            <a:extLst xmlns:a="http://schemas.openxmlformats.org/drawingml/2006/main">
              <a:ext uri="{FF2B5EF4-FFF2-40B4-BE49-F238E27FC236}">
                <a16:creationId xmlns:a16="http://schemas.microsoft.com/office/drawing/2014/main" id="{DD6360DE-0555-458D-89B5-BDA976A44C3B}"/>
              </a:ext>
            </a:extLst>
          </p:cNvPr>
          <p:cNvSpPr>
            <a:spLocks xmlns:a="http://schemas.openxmlformats.org/drawingml/2006/main" noGrp="1"/>
          </p:cNvSpPr>
          <p:nvPr/>
        </p:nvSpPr>
        <p:spPr>
          <a:xfrm xmlns:a="http://schemas.openxmlformats.org/drawingml/2006/main">
            <a:off x="9563100" y="4333875"/>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1572C3"/>
            </a:solidFill>
          </a:ln>
        </p:spPr>
      </p:sp>
      <p:sp>
        <p:nvSpPr>
          <p:cNvPr id="25" name="circuit-778">
            <a:extLst xmlns:a="http://schemas.openxmlformats.org/drawingml/2006/main">
              <a:ext uri="{FF2B5EF4-FFF2-40B4-BE49-F238E27FC236}">
                <a16:creationId xmlns:a16="http://schemas.microsoft.com/office/drawing/2014/main" id="{22703CAA-886D-4256-B7D8-4CC6DAC7BE84}"/>
              </a:ext>
            </a:extLst>
          </p:cNvPr>
          <p:cNvSpPr>
            <a:spLocks xmlns:a="http://schemas.openxmlformats.org/drawingml/2006/main" noGrp="1"/>
          </p:cNvSpPr>
          <p:nvPr/>
        </p:nvSpPr>
        <p:spPr>
          <a:xfrm xmlns:a="http://schemas.openxmlformats.org/drawingml/2006/main">
            <a:off x="9563100" y="43024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26" name="wire-779">
            <a:extLst xmlns:a="http://schemas.openxmlformats.org/drawingml/2006/main">
              <a:ext uri="{FF2B5EF4-FFF2-40B4-BE49-F238E27FC236}">
                <a16:creationId xmlns:a16="http://schemas.microsoft.com/office/drawing/2014/main" id="{752683FE-7561-4D37-B92C-9AB2896F02D4}"/>
              </a:ext>
            </a:extLst>
          </p:cNvPr>
          <p:cNvSpPr>
            <a:spLocks xmlns:a="http://schemas.openxmlformats.org/drawingml/2006/main" noGrp="1"/>
          </p:cNvSpPr>
          <p:nvPr/>
        </p:nvSpPr>
        <p:spPr>
          <a:xfrm xmlns:a="http://schemas.openxmlformats.org/drawingml/2006/main">
            <a:off x="7924800" y="3200400"/>
            <a:ext cx="9525" cy="1809750"/>
          </a:xfrm>
          <a:custGeom xmlns:a="http://schemas.openxmlformats.org/drawingml/2006/main">
            <a:pathLst>
              <a:path w="9525" h="1809750">
                <a:moveTo>
                  <a:pt x="0" y="0"/>
                </a:moveTo>
                <a:lnTo>
                  <a:pt x="0" y="1809750"/>
                </a:lnTo>
              </a:path>
            </a:pathLst>
          </a:custGeom>
          <a:noFill xmlns:a="http://schemas.openxmlformats.org/drawingml/2006/main"/>
          <a:ln xmlns:a="http://schemas.openxmlformats.org/drawingml/2006/main" w="20955">
            <a:solidFill>
              <a:srgbClr val="9FA9B9"/>
            </a:solidFill>
          </a:ln>
        </p:spPr>
      </p:sp>
      <p:sp>
        <p:nvSpPr>
          <p:cNvPr id="27" name="wire-780">
            <a:extLst xmlns:a="http://schemas.openxmlformats.org/drawingml/2006/main">
              <a:ext uri="{FF2B5EF4-FFF2-40B4-BE49-F238E27FC236}">
                <a16:creationId xmlns:a16="http://schemas.microsoft.com/office/drawing/2014/main" id="{EC76180E-037D-48BB-810B-A351189BF6BF}"/>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3813">
            <a:solidFill>
              <a:srgbClr val="9FA9B9"/>
            </a:solidFill>
          </a:ln>
        </p:spPr>
      </p:sp>
      <p:sp>
        <p:nvSpPr>
          <p:cNvPr id="28" name="circuit-781">
            <a:extLst xmlns:a="http://schemas.openxmlformats.org/drawingml/2006/main">
              <a:ext uri="{FF2B5EF4-FFF2-40B4-BE49-F238E27FC236}">
                <a16:creationId xmlns:a16="http://schemas.microsoft.com/office/drawing/2014/main" id="{559FEED2-3AC5-40EE-93A9-2371177B9755}"/>
              </a:ext>
            </a:extLst>
          </p:cNvPr>
          <p:cNvSpPr>
            <a:spLocks xmlns:a="http://schemas.openxmlformats.org/drawingml/2006/main" noGrp="1"/>
          </p:cNvSpPr>
          <p:nvPr/>
        </p:nvSpPr>
        <p:spPr>
          <a:xfrm xmlns:a="http://schemas.openxmlformats.org/drawingml/2006/main">
            <a:off x="7848600" y="45310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29" name="wire-782">
            <a:extLst xmlns:a="http://schemas.openxmlformats.org/drawingml/2006/main">
              <a:ext uri="{FF2B5EF4-FFF2-40B4-BE49-F238E27FC236}">
                <a16:creationId xmlns:a16="http://schemas.microsoft.com/office/drawing/2014/main" id="{C4BBAAE9-EA54-465F-81EC-03DDE78DE9C6}"/>
              </a:ext>
            </a:extLst>
          </p:cNvPr>
          <p:cNvSpPr>
            <a:spLocks xmlns:a="http://schemas.openxmlformats.org/drawingml/2006/main" noGrp="1"/>
          </p:cNvSpPr>
          <p:nvPr/>
        </p:nvSpPr>
        <p:spPr>
          <a:xfrm xmlns:a="http://schemas.openxmlformats.org/drawingml/2006/main">
            <a:off x="7810500" y="4562475"/>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23813">
            <a:solidFill>
              <a:srgbClr val="9FA9B9"/>
            </a:solidFill>
          </a:ln>
        </p:spPr>
      </p:sp>
      <p:sp>
        <p:nvSpPr>
          <p:cNvPr id="30" name="circuit-783">
            <a:extLst xmlns:a="http://schemas.openxmlformats.org/drawingml/2006/main">
              <a:ext uri="{FF2B5EF4-FFF2-40B4-BE49-F238E27FC236}">
                <a16:creationId xmlns:a16="http://schemas.microsoft.com/office/drawing/2014/main" id="{A2ECF6E5-C368-4F4B-88F8-B6F63548E15C}"/>
              </a:ext>
            </a:extLst>
          </p:cNvPr>
          <p:cNvSpPr>
            <a:spLocks xmlns:a="http://schemas.openxmlformats.org/drawingml/2006/main" noGrp="1"/>
          </p:cNvSpPr>
          <p:nvPr/>
        </p:nvSpPr>
        <p:spPr>
          <a:xfrm xmlns:a="http://schemas.openxmlformats.org/drawingml/2006/main">
            <a:off x="7810500" y="453104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31" name="wire-784">
            <a:extLst xmlns:a="http://schemas.openxmlformats.org/drawingml/2006/main">
              <a:ext uri="{FF2B5EF4-FFF2-40B4-BE49-F238E27FC236}">
                <a16:creationId xmlns:a16="http://schemas.microsoft.com/office/drawing/2014/main" id="{3849058B-BC80-469C-AF03-ACD27466ED1F}"/>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32" name="circuit-785">
            <a:extLst xmlns:a="http://schemas.openxmlformats.org/drawingml/2006/main">
              <a:ext uri="{FF2B5EF4-FFF2-40B4-BE49-F238E27FC236}">
                <a16:creationId xmlns:a16="http://schemas.microsoft.com/office/drawing/2014/main" id="{0B4CC889-4647-4D4D-B94F-36F4066713C0}"/>
              </a:ext>
            </a:extLst>
          </p:cNvPr>
          <p:cNvSpPr>
            <a:spLocks xmlns:a="http://schemas.openxmlformats.org/drawingml/2006/main" noGrp="1"/>
          </p:cNvSpPr>
          <p:nvPr/>
        </p:nvSpPr>
        <p:spPr>
          <a:xfrm xmlns:a="http://schemas.openxmlformats.org/drawingml/2006/main">
            <a:off x="8086725" y="42833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33" name="wire-786">
            <a:extLst xmlns:a="http://schemas.openxmlformats.org/drawingml/2006/main">
              <a:ext uri="{FF2B5EF4-FFF2-40B4-BE49-F238E27FC236}">
                <a16:creationId xmlns:a16="http://schemas.microsoft.com/office/drawing/2014/main" id="{1EE10EC8-B46C-4D0E-ABF2-52200B6DD1B4}"/>
              </a:ext>
            </a:extLst>
          </p:cNvPr>
          <p:cNvSpPr>
            <a:spLocks xmlns:a="http://schemas.openxmlformats.org/drawingml/2006/main" noGrp="1"/>
          </p:cNvSpPr>
          <p:nvPr/>
        </p:nvSpPr>
        <p:spPr>
          <a:xfrm xmlns:a="http://schemas.openxmlformats.org/drawingml/2006/main">
            <a:off x="7924800" y="4314825"/>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1572C3"/>
            </a:solidFill>
          </a:ln>
        </p:spPr>
      </p:sp>
      <p:sp>
        <p:nvSpPr>
          <p:cNvPr id="34" name="circuit-787">
            <a:extLst xmlns:a="http://schemas.openxmlformats.org/drawingml/2006/main">
              <a:ext uri="{FF2B5EF4-FFF2-40B4-BE49-F238E27FC236}">
                <a16:creationId xmlns:a16="http://schemas.microsoft.com/office/drawing/2014/main" id="{999705FD-68E0-444E-83D9-F54B27E4ED86}"/>
              </a:ext>
            </a:extLst>
          </p:cNvPr>
          <p:cNvSpPr>
            <a:spLocks xmlns:a="http://schemas.openxmlformats.org/drawingml/2006/main" noGrp="1"/>
          </p:cNvSpPr>
          <p:nvPr/>
        </p:nvSpPr>
        <p:spPr>
          <a:xfrm xmlns:a="http://schemas.openxmlformats.org/drawingml/2006/main">
            <a:off x="7924800" y="4283393"/>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35" name="board-stable-sd">
            <a:extLst xmlns:a="http://schemas.openxmlformats.org/drawingml/2006/main">
              <a:ext uri="{FF2B5EF4-FFF2-40B4-BE49-F238E27FC236}">
                <a16:creationId xmlns:a16="http://schemas.microsoft.com/office/drawing/2014/main" id="{99F49E4E-EBB2-4614-93BB-467D95E98DE3}"/>
              </a:ext>
            </a:extLst>
          </p:cNvPr>
          <p:cNvSpPr>
            <a:spLocks xmlns:a="http://schemas.openxmlformats.org/drawingml/2006/main" noGrp="1"/>
          </p:cNvSpPr>
          <p:nvPr/>
        </p:nvSpPr>
        <p:spPr>
          <a:xfrm xmlns:a="http://schemas.openxmlformats.org/drawingml/2006/main">
            <a:off x="8162925" y="2933700"/>
            <a:ext cx="1400175" cy="533400"/>
          </a:xfrm>
          <a:prstGeom xmlns:a="http://schemas.openxmlformats.org/drawingml/2006/main" prst="rect">
            <a:avLst/>
          </a:prstGeom>
          <a:solidFill xmlns:a="http://schemas.openxmlformats.org/drawingml/2006/main">
            <a:srgbClr val="FFFFFF"/>
          </a:solidFill>
          <a:ln xmlns:a="http://schemas.openxmlformats.org/drawingml/2006/main" w="20955">
            <a:solidFill>
              <a:srgbClr val="9FA9B9"/>
            </a:solidFill>
          </a:ln>
        </p:spPr>
      </p:sp>
      <p:sp>
        <p:nvSpPr>
          <p:cNvPr id="36" name="text-789">
            <a:extLst xmlns:a="http://schemas.openxmlformats.org/drawingml/2006/main">
              <a:ext uri="{FF2B5EF4-FFF2-40B4-BE49-F238E27FC236}">
                <a16:creationId xmlns:a16="http://schemas.microsoft.com/office/drawing/2014/main" id="{FA4B2AFB-DE0E-4F3D-B3BB-C2A6E0B0C9BC}"/>
              </a:ext>
            </a:extLst>
          </p:cNvPr>
          <p:cNvSpPr>
            <a:spLocks xmlns:a="http://schemas.openxmlformats.org/drawingml/2006/main" noGrp="1"/>
          </p:cNvSpPr>
          <p:nvPr/>
        </p:nvSpPr>
        <p:spPr>
          <a:xfrm xmlns:a="http://schemas.openxmlformats.org/drawingml/2006/main">
            <a:off x="8239125" y="2990850"/>
            <a:ext cx="124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9FA9B9"/>
                </a:solidFill>
                <a:latin typeface="Yu Gothic"/>
                <a:ea typeface="Yu Gothic"/>
                <a:cs typeface="Yu Gothic"/>
              </a:defRPr>
            </a:defPPr>
            <a:lvl1pPr algn="ctr">
              <a:defRPr sz="1725" b="1">
                <a:solidFill>
                  <a:srgbClr val="9FA9B9"/>
                </a:solidFill>
                <a:latin typeface="Yu Gothic"/>
                <a:ea typeface="Yu Gothic"/>
                <a:cs typeface="Yu Gothic"/>
              </a:defRPr>
            </a:lvl1pPr>
            <a:lvl2pPr algn="ctr">
              <a:defRPr sz="1725" b="1">
                <a:solidFill>
                  <a:srgbClr val="9FA9B9"/>
                </a:solidFill>
                <a:latin typeface="Yu Gothic"/>
                <a:ea typeface="Yu Gothic"/>
                <a:cs typeface="Yu Gothic"/>
              </a:defRPr>
            </a:lvl2pPr>
            <a:lvl3pPr algn="ctr">
              <a:defRPr sz="1725" b="1">
                <a:solidFill>
                  <a:srgbClr val="9FA9B9"/>
                </a:solidFill>
                <a:latin typeface="Yu Gothic"/>
                <a:ea typeface="Yu Gothic"/>
                <a:cs typeface="Yu Gothic"/>
              </a:defRPr>
            </a:lvl3pPr>
            <a:lvl4pPr algn="ctr">
              <a:defRPr sz="1725" b="1">
                <a:solidFill>
                  <a:srgbClr val="9FA9B9"/>
                </a:solidFill>
                <a:latin typeface="Yu Gothic"/>
                <a:ea typeface="Yu Gothic"/>
                <a:cs typeface="Yu Gothic"/>
              </a:defRPr>
            </a:lvl4pPr>
            <a:lvl5pPr algn="ctr">
              <a:defRPr sz="1725" b="1">
                <a:solidFill>
                  <a:srgbClr val="9FA9B9"/>
                </a:solidFill>
                <a:latin typeface="Yu Gothic"/>
                <a:ea typeface="Yu Gothic"/>
                <a:cs typeface="Yu Gothic"/>
              </a:defRPr>
            </a:lvl5pPr>
            <a:lvl6pPr algn="ctr">
              <a:defRPr sz="1725" b="1">
                <a:solidFill>
                  <a:srgbClr val="9FA9B9"/>
                </a:solidFill>
                <a:latin typeface="Yu Gothic"/>
                <a:ea typeface="Yu Gothic"/>
                <a:cs typeface="Yu Gothic"/>
              </a:defRPr>
            </a:lvl6pPr>
            <a:lvl7pPr algn="ctr">
              <a:defRPr sz="1725" b="1">
                <a:solidFill>
                  <a:srgbClr val="9FA9B9"/>
                </a:solidFill>
                <a:latin typeface="Yu Gothic"/>
                <a:ea typeface="Yu Gothic"/>
                <a:cs typeface="Yu Gothic"/>
              </a:defRPr>
            </a:lvl7pPr>
            <a:lvl8pPr algn="ctr">
              <a:defRPr sz="1725" b="1">
                <a:solidFill>
                  <a:srgbClr val="9FA9B9"/>
                </a:solidFill>
                <a:latin typeface="Yu Gothic"/>
                <a:ea typeface="Yu Gothic"/>
                <a:cs typeface="Yu Gothic"/>
              </a:defRPr>
            </a:lvl8pPr>
            <a:lvl9pPr algn="ctr">
              <a:defRPr sz="1725" b="1">
                <a:solidFill>
                  <a:srgbClr val="9FA9B9"/>
                </a:solidFill>
                <a:latin typeface="Yu Gothic"/>
                <a:ea typeface="Yu Gothic"/>
                <a:cs typeface="Yu Gothic"/>
              </a:defRPr>
            </a:lvl9pPr>
          </a:lstStyle>
          <a:p xmlns:a="http://schemas.openxmlformats.org/drawingml/2006/main">
            <a:pPr algn="ctr">
              <a:defRPr sz="1725" b="1">
                <a:solidFill>
                  <a:srgbClr val="9FA9B9"/>
                </a:solidFill>
                <a:latin typeface="Yu Gothic"/>
                <a:ea typeface="Yu Gothic"/>
                <a:cs typeface="Yu Gothic"/>
              </a:defRPr>
            </a:pPr>
            <a:r>
              <a:rPr sz="1725" b="1">
                <a:solidFill>
                  <a:srgbClr val="9FA9B9"/>
                </a:solidFill>
                <a:latin typeface="Yu Gothic"/>
                <a:ea typeface="Yu Gothic"/>
                <a:cs typeface="Yu Gothic"/>
              </a:rPr>
              <a:t>SD制御</a:t>
            </a:r>
          </a:p>
        </p:txBody>
      </p:sp>
      <p:sp>
        <p:nvSpPr>
          <p:cNvPr id="37" name="wire-790">
            <a:extLst xmlns:a="http://schemas.openxmlformats.org/drawingml/2006/main">
              <a:ext uri="{FF2B5EF4-FFF2-40B4-BE49-F238E27FC236}">
                <a16:creationId xmlns:a16="http://schemas.microsoft.com/office/drawing/2014/main" id="{0E8ECA84-65FF-4825-901F-7AA30540B44B}"/>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9FA9B9"/>
            </a:solidFill>
          </a:ln>
        </p:spPr>
      </p:sp>
      <p:sp>
        <p:nvSpPr>
          <p:cNvPr id="38" name="circuit-791">
            <a:extLst xmlns:a="http://schemas.openxmlformats.org/drawingml/2006/main">
              <a:ext uri="{FF2B5EF4-FFF2-40B4-BE49-F238E27FC236}">
                <a16:creationId xmlns:a16="http://schemas.microsoft.com/office/drawing/2014/main" id="{A423E127-D65F-4180-BBF9-3E663CB224BF}"/>
              </a:ext>
            </a:extLst>
          </p:cNvPr>
          <p:cNvSpPr>
            <a:spLocks xmlns:a="http://schemas.openxmlformats.org/drawingml/2006/main" noGrp="1"/>
          </p:cNvSpPr>
          <p:nvPr/>
        </p:nvSpPr>
        <p:spPr>
          <a:xfrm xmlns:a="http://schemas.openxmlformats.org/drawingml/2006/main">
            <a:off x="993457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39" name="wire-792">
            <a:extLst xmlns:a="http://schemas.openxmlformats.org/drawingml/2006/main">
              <a:ext uri="{FF2B5EF4-FFF2-40B4-BE49-F238E27FC236}">
                <a16:creationId xmlns:a16="http://schemas.microsoft.com/office/drawing/2014/main" id="{55D7D150-7DB1-4BD6-8F95-7F437E37A635}"/>
              </a:ext>
            </a:extLst>
          </p:cNvPr>
          <p:cNvSpPr>
            <a:spLocks xmlns:a="http://schemas.openxmlformats.org/drawingml/2006/main" noGrp="1"/>
          </p:cNvSpPr>
          <p:nvPr/>
        </p:nvSpPr>
        <p:spPr>
          <a:xfrm xmlns:a="http://schemas.openxmlformats.org/drawingml/2006/main">
            <a:off x="9563100" y="3200400"/>
            <a:ext cx="447675" cy="9525"/>
          </a:xfrm>
          <a:custGeom xmlns:a="http://schemas.openxmlformats.org/drawingml/2006/main">
            <a:pathLst>
              <a:path w="447675" h="9525">
                <a:moveTo>
                  <a:pt x="447675" y="0"/>
                </a:moveTo>
                <a:lnTo>
                  <a:pt x="0" y="0"/>
                </a:lnTo>
              </a:path>
            </a:pathLst>
          </a:custGeom>
          <a:noFill xmlns:a="http://schemas.openxmlformats.org/drawingml/2006/main"/>
          <a:ln xmlns:a="http://schemas.openxmlformats.org/drawingml/2006/main" w="23813">
            <a:solidFill>
              <a:srgbClr val="9FA9B9"/>
            </a:solidFill>
          </a:ln>
        </p:spPr>
      </p:sp>
      <p:sp>
        <p:nvSpPr>
          <p:cNvPr id="40" name="circuit-793">
            <a:extLst xmlns:a="http://schemas.openxmlformats.org/drawingml/2006/main">
              <a:ext uri="{FF2B5EF4-FFF2-40B4-BE49-F238E27FC236}">
                <a16:creationId xmlns:a16="http://schemas.microsoft.com/office/drawing/2014/main" id="{4DF83FC3-CCE4-4365-8782-025A31D986B8}"/>
              </a:ext>
            </a:extLst>
          </p:cNvPr>
          <p:cNvSpPr>
            <a:spLocks xmlns:a="http://schemas.openxmlformats.org/drawingml/2006/main" noGrp="1"/>
          </p:cNvSpPr>
          <p:nvPr/>
        </p:nvSpPr>
        <p:spPr>
          <a:xfrm xmlns:a="http://schemas.openxmlformats.org/drawingml/2006/main">
            <a:off x="95631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1" name="wire-794">
            <a:extLst xmlns:a="http://schemas.openxmlformats.org/drawingml/2006/main">
              <a:ext uri="{FF2B5EF4-FFF2-40B4-BE49-F238E27FC236}">
                <a16:creationId xmlns:a16="http://schemas.microsoft.com/office/drawing/2014/main" id="{AA995D14-5B67-4D9F-B7BC-A7A0861D2E10}"/>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9FA9B9"/>
            </a:solidFill>
          </a:ln>
        </p:spPr>
      </p:sp>
      <p:sp>
        <p:nvSpPr>
          <p:cNvPr id="42" name="circuit-795">
            <a:extLst xmlns:a="http://schemas.openxmlformats.org/drawingml/2006/main">
              <a:ext uri="{FF2B5EF4-FFF2-40B4-BE49-F238E27FC236}">
                <a16:creationId xmlns:a16="http://schemas.microsoft.com/office/drawing/2014/main" id="{9DB496DA-167B-46CA-AAB7-BF034EACDE08}"/>
              </a:ext>
            </a:extLst>
          </p:cNvPr>
          <p:cNvSpPr>
            <a:spLocks xmlns:a="http://schemas.openxmlformats.org/drawingml/2006/main" noGrp="1"/>
          </p:cNvSpPr>
          <p:nvPr/>
        </p:nvSpPr>
        <p:spPr>
          <a:xfrm xmlns:a="http://schemas.openxmlformats.org/drawingml/2006/main">
            <a:off x="8086725" y="31689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43" name="wire-796">
            <a:extLst xmlns:a="http://schemas.openxmlformats.org/drawingml/2006/main">
              <a:ext uri="{FF2B5EF4-FFF2-40B4-BE49-F238E27FC236}">
                <a16:creationId xmlns:a16="http://schemas.microsoft.com/office/drawing/2014/main" id="{51CB33CC-E95F-4BFE-BAFC-B9167492A832}"/>
              </a:ext>
            </a:extLst>
          </p:cNvPr>
          <p:cNvSpPr>
            <a:spLocks xmlns:a="http://schemas.openxmlformats.org/drawingml/2006/main" noGrp="1"/>
          </p:cNvSpPr>
          <p:nvPr/>
        </p:nvSpPr>
        <p:spPr>
          <a:xfrm xmlns:a="http://schemas.openxmlformats.org/drawingml/2006/main">
            <a:off x="7924800" y="3200400"/>
            <a:ext cx="238125" cy="9525"/>
          </a:xfrm>
          <a:custGeom xmlns:a="http://schemas.openxmlformats.org/drawingml/2006/main">
            <a:pathLst>
              <a:path w="238125" h="9525">
                <a:moveTo>
                  <a:pt x="238125" y="0"/>
                </a:moveTo>
                <a:lnTo>
                  <a:pt x="0" y="0"/>
                </a:lnTo>
              </a:path>
            </a:pathLst>
          </a:custGeom>
          <a:noFill xmlns:a="http://schemas.openxmlformats.org/drawingml/2006/main"/>
          <a:ln xmlns:a="http://schemas.openxmlformats.org/drawingml/2006/main" w="23813">
            <a:solidFill>
              <a:srgbClr val="9FA9B9"/>
            </a:solidFill>
          </a:ln>
        </p:spPr>
      </p:sp>
      <p:sp>
        <p:nvSpPr>
          <p:cNvPr id="44" name="circuit-797">
            <a:extLst xmlns:a="http://schemas.openxmlformats.org/drawingml/2006/main">
              <a:ext uri="{FF2B5EF4-FFF2-40B4-BE49-F238E27FC236}">
                <a16:creationId xmlns:a16="http://schemas.microsoft.com/office/drawing/2014/main" id="{A710BAB3-9A2F-4914-A80E-720C62661AE8}"/>
              </a:ext>
            </a:extLst>
          </p:cNvPr>
          <p:cNvSpPr>
            <a:spLocks xmlns:a="http://schemas.openxmlformats.org/drawingml/2006/main" noGrp="1"/>
          </p:cNvSpPr>
          <p:nvPr/>
        </p:nvSpPr>
        <p:spPr>
          <a:xfrm xmlns:a="http://schemas.openxmlformats.org/drawingml/2006/main">
            <a:off x="7924800" y="316896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9FA9B9"/>
          </a:solidFill>
          <a:ln xmlns:a="http://schemas.openxmlformats.org/drawingml/2006/main" w="9525">
            <a:solidFill>
              <a:srgbClr val="9FA9B9"/>
            </a:solidFill>
          </a:ln>
        </p:spPr>
      </p:sp>
      <p:sp>
        <p:nvSpPr>
          <p:cNvPr id="45" name="board-stable-gpu">
            <a:extLst xmlns:a="http://schemas.openxmlformats.org/drawingml/2006/main">
              <a:ext uri="{FF2B5EF4-FFF2-40B4-BE49-F238E27FC236}">
                <a16:creationId xmlns:a16="http://schemas.microsoft.com/office/drawing/2014/main" id="{692B886B-C30F-4B8F-9640-6B0DD3C69802}"/>
              </a:ext>
            </a:extLst>
          </p:cNvPr>
          <p:cNvSpPr>
            <a:spLocks xmlns:a="http://schemas.openxmlformats.org/drawingml/2006/main" noGrp="1"/>
          </p:cNvSpPr>
          <p:nvPr/>
        </p:nvSpPr>
        <p:spPr>
          <a:xfrm xmlns:a="http://schemas.openxmlformats.org/drawingml/2006/main">
            <a:off x="8162925" y="4791075"/>
            <a:ext cx="1400175" cy="447675"/>
          </a:xfrm>
          <a:prstGeom xmlns:a="http://schemas.openxmlformats.org/drawingml/2006/main" prst="rect">
            <a:avLst/>
          </a:prstGeom>
          <a:solidFill xmlns:a="http://schemas.openxmlformats.org/drawingml/2006/main">
            <a:srgbClr val="FFFFFF"/>
          </a:solidFill>
          <a:ln xmlns:a="http://schemas.openxmlformats.org/drawingml/2006/main" w="20955">
            <a:solidFill>
              <a:srgbClr val="1572C3"/>
            </a:solidFill>
          </a:ln>
        </p:spPr>
      </p:sp>
      <p:sp>
        <p:nvSpPr>
          <p:cNvPr id="46" name="text-799">
            <a:extLst xmlns:a="http://schemas.openxmlformats.org/drawingml/2006/main">
              <a:ext uri="{FF2B5EF4-FFF2-40B4-BE49-F238E27FC236}">
                <a16:creationId xmlns:a16="http://schemas.microsoft.com/office/drawing/2014/main" id="{9E95B9E6-6A7A-41F1-BAC7-7AB8C4A3E8D0}"/>
              </a:ext>
            </a:extLst>
          </p:cNvPr>
          <p:cNvSpPr>
            <a:spLocks xmlns:a="http://schemas.openxmlformats.org/drawingml/2006/main" noGrp="1"/>
          </p:cNvSpPr>
          <p:nvPr/>
        </p:nvSpPr>
        <p:spPr>
          <a:xfrm xmlns:a="http://schemas.openxmlformats.org/drawingml/2006/main">
            <a:off x="8239125" y="4848225"/>
            <a:ext cx="12477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描画回路</a:t>
            </a:r>
          </a:p>
        </p:txBody>
      </p:sp>
      <p:sp>
        <p:nvSpPr>
          <p:cNvPr id="47" name="wire-800">
            <a:extLst xmlns:a="http://schemas.openxmlformats.org/drawingml/2006/main">
              <a:ext uri="{FF2B5EF4-FFF2-40B4-BE49-F238E27FC236}">
                <a16:creationId xmlns:a16="http://schemas.microsoft.com/office/drawing/2014/main" id="{847A2C9D-56A5-45F2-81EA-97D6A792E460}"/>
              </a:ext>
            </a:extLst>
          </p:cNvPr>
          <p:cNvSpPr>
            <a:spLocks xmlns:a="http://schemas.openxmlformats.org/drawingml/2006/main" noGrp="1"/>
          </p:cNvSpPr>
          <p:nvPr/>
        </p:nvSpPr>
        <p:spPr>
          <a:xfrm xmlns:a="http://schemas.openxmlformats.org/drawingml/2006/main">
            <a:off x="7924800" y="50101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3813">
            <a:solidFill>
              <a:srgbClr val="1572C3"/>
            </a:solidFill>
          </a:ln>
        </p:spPr>
      </p:sp>
      <p:sp>
        <p:nvSpPr>
          <p:cNvPr id="48" name="circuit-801">
            <a:extLst xmlns:a="http://schemas.openxmlformats.org/drawingml/2006/main">
              <a:ext uri="{FF2B5EF4-FFF2-40B4-BE49-F238E27FC236}">
                <a16:creationId xmlns:a16="http://schemas.microsoft.com/office/drawing/2014/main" id="{C24AF5C2-8A63-4AF4-9644-95C2F7B87B78}"/>
              </a:ext>
            </a:extLst>
          </p:cNvPr>
          <p:cNvSpPr>
            <a:spLocks xmlns:a="http://schemas.openxmlformats.org/drawingml/2006/main" noGrp="1"/>
          </p:cNvSpPr>
          <p:nvPr/>
        </p:nvSpPr>
        <p:spPr>
          <a:xfrm xmlns:a="http://schemas.openxmlformats.org/drawingml/2006/main">
            <a:off x="8086725" y="49787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49" name="board-stable-display">
            <a:extLst xmlns:a="http://schemas.openxmlformats.org/drawingml/2006/main">
              <a:ext uri="{FF2B5EF4-FFF2-40B4-BE49-F238E27FC236}">
                <a16:creationId xmlns:a16="http://schemas.microsoft.com/office/drawing/2014/main" id="{22443412-3204-4A5C-8F26-C39618EFFA1D}"/>
              </a:ext>
            </a:extLst>
          </p:cNvPr>
          <p:cNvSpPr>
            <a:spLocks xmlns:a="http://schemas.openxmlformats.org/drawingml/2006/main" noGrp="1"/>
          </p:cNvSpPr>
          <p:nvPr/>
        </p:nvSpPr>
        <p:spPr>
          <a:xfrm xmlns:a="http://schemas.openxmlformats.org/drawingml/2006/main">
            <a:off x="8162925" y="5391150"/>
            <a:ext cx="1400175" cy="333375"/>
          </a:xfrm>
          <a:prstGeom xmlns:a="http://schemas.openxmlformats.org/drawingml/2006/main" prst="rect">
            <a:avLst/>
          </a:prstGeom>
          <a:solidFill xmlns:a="http://schemas.openxmlformats.org/drawingml/2006/main">
            <a:srgbClr val="E5EBF8"/>
          </a:solidFill>
          <a:ln xmlns:a="http://schemas.openxmlformats.org/drawingml/2006/main" w="20955">
            <a:solidFill>
              <a:srgbClr val="1572C3"/>
            </a:solidFill>
          </a:ln>
        </p:spPr>
      </p:sp>
      <p:sp>
        <p:nvSpPr>
          <p:cNvPr id="50" name="text-803">
            <a:extLst xmlns:a="http://schemas.openxmlformats.org/drawingml/2006/main">
              <a:ext uri="{FF2B5EF4-FFF2-40B4-BE49-F238E27FC236}">
                <a16:creationId xmlns:a16="http://schemas.microsoft.com/office/drawing/2014/main" id="{82398FBD-D4B1-439B-B37A-FC28EE791C82}"/>
              </a:ext>
            </a:extLst>
          </p:cNvPr>
          <p:cNvSpPr>
            <a:spLocks xmlns:a="http://schemas.openxmlformats.org/drawingml/2006/main" noGrp="1"/>
          </p:cNvSpPr>
          <p:nvPr/>
        </p:nvSpPr>
        <p:spPr>
          <a:xfrm xmlns:a="http://schemas.openxmlformats.org/drawingml/2006/main">
            <a:off x="8239125" y="5448300"/>
            <a:ext cx="12477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表示回路</a:t>
            </a:r>
          </a:p>
        </p:txBody>
      </p:sp>
      <p:sp>
        <p:nvSpPr>
          <p:cNvPr id="51" name="wire-804">
            <a:extLst xmlns:a="http://schemas.openxmlformats.org/drawingml/2006/main">
              <a:ext uri="{FF2B5EF4-FFF2-40B4-BE49-F238E27FC236}">
                <a16:creationId xmlns:a16="http://schemas.microsoft.com/office/drawing/2014/main" id="{F7923F4E-40E8-477C-8BE2-46DE4AA1F74A}"/>
              </a:ext>
            </a:extLst>
          </p:cNvPr>
          <p:cNvSpPr>
            <a:spLocks xmlns:a="http://schemas.openxmlformats.org/drawingml/2006/main" noGrp="1"/>
          </p:cNvSpPr>
          <p:nvPr/>
        </p:nvSpPr>
        <p:spPr>
          <a:xfrm xmlns:a="http://schemas.openxmlformats.org/drawingml/2006/main">
            <a:off x="9563100" y="5505450"/>
            <a:ext cx="447675" cy="9525"/>
          </a:xfrm>
          <a:custGeom xmlns:a="http://schemas.openxmlformats.org/drawingml/2006/main">
            <a:pathLst>
              <a:path w="447675" h="9525">
                <a:moveTo>
                  <a:pt x="0" y="0"/>
                </a:moveTo>
                <a:lnTo>
                  <a:pt x="447675" y="0"/>
                </a:lnTo>
              </a:path>
            </a:pathLst>
          </a:custGeom>
          <a:noFill xmlns:a="http://schemas.openxmlformats.org/drawingml/2006/main"/>
          <a:ln xmlns:a="http://schemas.openxmlformats.org/drawingml/2006/main" w="23813">
            <a:solidFill>
              <a:srgbClr val="1572C3"/>
            </a:solidFill>
          </a:ln>
        </p:spPr>
      </p:sp>
      <p:sp>
        <p:nvSpPr>
          <p:cNvPr id="52" name="circuit-805">
            <a:extLst xmlns:a="http://schemas.openxmlformats.org/drawingml/2006/main">
              <a:ext uri="{FF2B5EF4-FFF2-40B4-BE49-F238E27FC236}">
                <a16:creationId xmlns:a16="http://schemas.microsoft.com/office/drawing/2014/main" id="{63493956-C903-4E82-9DB0-C96A31166704}"/>
              </a:ext>
            </a:extLst>
          </p:cNvPr>
          <p:cNvSpPr>
            <a:spLocks xmlns:a="http://schemas.openxmlformats.org/drawingml/2006/main" noGrp="1"/>
          </p:cNvSpPr>
          <p:nvPr/>
        </p:nvSpPr>
        <p:spPr>
          <a:xfrm xmlns:a="http://schemas.openxmlformats.org/drawingml/2006/main">
            <a:off x="9934575" y="5474018"/>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53" name="text-806">
            <a:extLst xmlns:a="http://schemas.openxmlformats.org/drawingml/2006/main">
              <a:ext uri="{FF2B5EF4-FFF2-40B4-BE49-F238E27FC236}">
                <a16:creationId xmlns:a16="http://schemas.microsoft.com/office/drawing/2014/main" id="{AFCFC7A4-49DC-4EBD-A6BB-82483353489B}"/>
              </a:ext>
            </a:extLst>
          </p:cNvPr>
          <p:cNvSpPr>
            <a:spLocks xmlns:a="http://schemas.openxmlformats.org/drawingml/2006/main" noGrp="1"/>
          </p:cNvSpPr>
          <p:nvPr/>
        </p:nvSpPr>
        <p:spPr>
          <a:xfrm xmlns:a="http://schemas.openxmlformats.org/drawingml/2006/main">
            <a:off x="3390900" y="2838450"/>
            <a:ext cx="3562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Yu Gothic"/>
                <a:ea typeface="Yu Gothic"/>
                <a:cs typeface="Yu Gothic"/>
              </a:defRPr>
            </a:defPPr>
            <a:lvl1pPr algn="l">
              <a:defRPr sz="1275" b="1">
                <a:solidFill>
                  <a:srgbClr val="231F20"/>
                </a:solidFill>
                <a:latin typeface="Yu Gothic"/>
                <a:ea typeface="Yu Gothic"/>
                <a:cs typeface="Yu Gothic"/>
              </a:defRPr>
            </a:lvl1pPr>
            <a:lvl2pPr algn="l">
              <a:defRPr sz="1275" b="1">
                <a:solidFill>
                  <a:srgbClr val="231F20"/>
                </a:solidFill>
                <a:latin typeface="Yu Gothic"/>
                <a:ea typeface="Yu Gothic"/>
                <a:cs typeface="Yu Gothic"/>
              </a:defRPr>
            </a:lvl2pPr>
            <a:lvl3pPr algn="l">
              <a:defRPr sz="1275" b="1">
                <a:solidFill>
                  <a:srgbClr val="231F20"/>
                </a:solidFill>
                <a:latin typeface="Yu Gothic"/>
                <a:ea typeface="Yu Gothic"/>
                <a:cs typeface="Yu Gothic"/>
              </a:defRPr>
            </a:lvl3pPr>
            <a:lvl4pPr algn="l">
              <a:defRPr sz="1275" b="1">
                <a:solidFill>
                  <a:srgbClr val="231F20"/>
                </a:solidFill>
                <a:latin typeface="Yu Gothic"/>
                <a:ea typeface="Yu Gothic"/>
                <a:cs typeface="Yu Gothic"/>
              </a:defRPr>
            </a:lvl4pPr>
            <a:lvl5pPr algn="l">
              <a:defRPr sz="1275" b="1">
                <a:solidFill>
                  <a:srgbClr val="231F20"/>
                </a:solidFill>
                <a:latin typeface="Yu Gothic"/>
                <a:ea typeface="Yu Gothic"/>
                <a:cs typeface="Yu Gothic"/>
              </a:defRPr>
            </a:lvl5pPr>
            <a:lvl6pPr algn="l">
              <a:defRPr sz="1275" b="1">
                <a:solidFill>
                  <a:srgbClr val="231F20"/>
                </a:solidFill>
                <a:latin typeface="Yu Gothic"/>
                <a:ea typeface="Yu Gothic"/>
                <a:cs typeface="Yu Gothic"/>
              </a:defRPr>
            </a:lvl6pPr>
            <a:lvl7pPr algn="l">
              <a:defRPr sz="1275" b="1">
                <a:solidFill>
                  <a:srgbClr val="231F20"/>
                </a:solidFill>
                <a:latin typeface="Yu Gothic"/>
                <a:ea typeface="Yu Gothic"/>
                <a:cs typeface="Yu Gothic"/>
              </a:defRPr>
            </a:lvl7pPr>
            <a:lvl8pPr algn="l">
              <a:defRPr sz="1275" b="1">
                <a:solidFill>
                  <a:srgbClr val="231F20"/>
                </a:solidFill>
                <a:latin typeface="Yu Gothic"/>
                <a:ea typeface="Yu Gothic"/>
                <a:cs typeface="Yu Gothic"/>
              </a:defRPr>
            </a:lvl8pPr>
            <a:lvl9pPr algn="l">
              <a:defRPr sz="1275" b="1">
                <a:solidFill>
                  <a:srgbClr val="231F20"/>
                </a:solidFill>
                <a:latin typeface="Yu Gothic"/>
                <a:ea typeface="Yu Gothic"/>
                <a:cs typeface="Yu Gothic"/>
              </a:defRPr>
            </a:lvl9pPr>
          </a:lstStyle>
          <a:p xmlns:a="http://schemas.openxmlformats.org/drawingml/2006/main">
            <a:pPr algn="l">
              <a:defRPr sz="1275" b="1">
                <a:solidFill>
                  <a:srgbClr val="231F20"/>
                </a:solidFill>
                <a:latin typeface="Yu Gothic"/>
                <a:ea typeface="Yu Gothic"/>
                <a:cs typeface="Yu Gothic"/>
              </a:defRPr>
            </a:pPr>
            <a:r>
              <a:rPr sz="1275" b="1">
                <a:solidFill>
                  <a:srgbClr val="231F20"/>
                </a:solidFill>
                <a:latin typeface="Yu Gothic"/>
                <a:ea typeface="Yu Gothic"/>
                <a:cs typeface="Yu Gothic"/>
              </a:rPr>
              <a:t>命令から取り出す内容</a:t>
            </a:r>
          </a:p>
        </p:txBody>
      </p:sp>
      <p:sp>
        <p:nvSpPr>
          <p:cNvPr id="54" name="block-807">
            <a:extLst xmlns:a="http://schemas.openxmlformats.org/drawingml/2006/main">
              <a:ext uri="{FF2B5EF4-FFF2-40B4-BE49-F238E27FC236}">
                <a16:creationId xmlns:a16="http://schemas.microsoft.com/office/drawing/2014/main" id="{F4916804-B72C-4490-AABC-1FD2CF3E6D8C}"/>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5" name="text-808">
            <a:extLst xmlns:a="http://schemas.openxmlformats.org/drawingml/2006/main">
              <a:ext uri="{FF2B5EF4-FFF2-40B4-BE49-F238E27FC236}">
                <a16:creationId xmlns:a16="http://schemas.microsoft.com/office/drawing/2014/main" id="{B7B8F792-1253-41CD-8142-DA0D7A264D34}"/>
              </a:ext>
            </a:extLst>
          </p:cNvPr>
          <p:cNvSpPr>
            <a:spLocks xmlns:a="http://schemas.openxmlformats.org/drawingml/2006/main" noGrp="1"/>
          </p:cNvSpPr>
          <p:nvPr/>
        </p:nvSpPr>
        <p:spPr>
          <a:xfrm xmlns:a="http://schemas.openxmlformats.org/drawingml/2006/main">
            <a:off x="3419475" y="3048000"/>
            <a:ext cx="12573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即値</a:t>
            </a:r>
          </a:p>
        </p:txBody>
      </p:sp>
      <p:sp>
        <p:nvSpPr>
          <p:cNvPr id="56" name="text-809">
            <a:extLst xmlns:a="http://schemas.openxmlformats.org/drawingml/2006/main">
              <a:ext uri="{FF2B5EF4-FFF2-40B4-BE49-F238E27FC236}">
                <a16:creationId xmlns:a16="http://schemas.microsoft.com/office/drawing/2014/main" id="{ACE3F6D7-4A44-48D0-8573-5A1F866BAE91}"/>
              </a:ext>
            </a:extLst>
          </p:cNvPr>
          <p:cNvSpPr>
            <a:spLocks xmlns:a="http://schemas.openxmlformats.org/drawingml/2006/main" noGrp="1"/>
          </p:cNvSpPr>
          <p:nvPr/>
        </p:nvSpPr>
        <p:spPr>
          <a:xfrm xmlns:a="http://schemas.openxmlformats.org/drawingml/2006/main">
            <a:off x="3419475" y="324802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数値</a:t>
            </a:r>
          </a:p>
        </p:txBody>
      </p:sp>
      <p:sp>
        <p:nvSpPr>
          <p:cNvPr id="57" name="block-810">
            <a:extLst xmlns:a="http://schemas.openxmlformats.org/drawingml/2006/main">
              <a:ext uri="{FF2B5EF4-FFF2-40B4-BE49-F238E27FC236}">
                <a16:creationId xmlns:a16="http://schemas.microsoft.com/office/drawing/2014/main" id="{3AC47B35-0A35-4ED3-AF2F-70AB564CA3B6}"/>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58" name="text-811">
            <a:extLst xmlns:a="http://schemas.openxmlformats.org/drawingml/2006/main">
              <a:ext uri="{FF2B5EF4-FFF2-40B4-BE49-F238E27FC236}">
                <a16:creationId xmlns:a16="http://schemas.microsoft.com/office/drawing/2014/main" id="{74D95863-3C33-41B6-B330-5C5FBF5297A1}"/>
              </a:ext>
            </a:extLst>
          </p:cNvPr>
          <p:cNvSpPr>
            <a:spLocks xmlns:a="http://schemas.openxmlformats.org/drawingml/2006/main" noGrp="1"/>
          </p:cNvSpPr>
          <p:nvPr/>
        </p:nvSpPr>
        <p:spPr>
          <a:xfrm xmlns:a="http://schemas.openxmlformats.org/drawingml/2006/main">
            <a:off x="467677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A1</a:t>
            </a:r>
          </a:p>
        </p:txBody>
      </p:sp>
      <p:sp>
        <p:nvSpPr>
          <p:cNvPr id="59" name="text-812">
            <a:extLst xmlns:a="http://schemas.openxmlformats.org/drawingml/2006/main">
              <a:ext uri="{FF2B5EF4-FFF2-40B4-BE49-F238E27FC236}">
                <a16:creationId xmlns:a16="http://schemas.microsoft.com/office/drawing/2014/main" id="{B2B44297-6DB3-402E-B7A7-9FD037038F11}"/>
              </a:ext>
            </a:extLst>
          </p:cNvPr>
          <p:cNvSpPr>
            <a:spLocks xmlns:a="http://schemas.openxmlformats.org/drawingml/2006/main" noGrp="1"/>
          </p:cNvSpPr>
          <p:nvPr/>
        </p:nvSpPr>
        <p:spPr>
          <a:xfrm xmlns:a="http://schemas.openxmlformats.org/drawingml/2006/main">
            <a:off x="467677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60" name="block-813">
            <a:extLst xmlns:a="http://schemas.openxmlformats.org/drawingml/2006/main">
              <a:ext uri="{FF2B5EF4-FFF2-40B4-BE49-F238E27FC236}">
                <a16:creationId xmlns:a16="http://schemas.microsoft.com/office/drawing/2014/main" id="{D5EC39A2-F1A2-40DA-82C6-7E6A99773D4C}"/>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1" name="text-814">
            <a:extLst xmlns:a="http://schemas.openxmlformats.org/drawingml/2006/main">
              <a:ext uri="{FF2B5EF4-FFF2-40B4-BE49-F238E27FC236}">
                <a16:creationId xmlns:a16="http://schemas.microsoft.com/office/drawing/2014/main" id="{6B1A4AF6-BC06-4191-94F2-09E21A5BC91E}"/>
              </a:ext>
            </a:extLst>
          </p:cNvPr>
          <p:cNvSpPr>
            <a:spLocks xmlns:a="http://schemas.openxmlformats.org/drawingml/2006/main" noGrp="1"/>
          </p:cNvSpPr>
          <p:nvPr/>
        </p:nvSpPr>
        <p:spPr>
          <a:xfrm xmlns:a="http://schemas.openxmlformats.org/drawingml/2006/main">
            <a:off x="5267325" y="3048000"/>
            <a:ext cx="10287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Arial"/>
                <a:ea typeface="Arial"/>
                <a:cs typeface="Arial"/>
              </a:defRPr>
            </a:defPPr>
            <a:lvl1pPr algn="ctr">
              <a:defRPr sz="1200" b="0">
                <a:solidFill>
                  <a:srgbClr val="231F20"/>
                </a:solidFill>
                <a:latin typeface="Arial"/>
                <a:ea typeface="Arial"/>
                <a:cs typeface="Arial"/>
              </a:defRPr>
            </a:lvl1pPr>
            <a:lvl2pPr algn="ctr">
              <a:defRPr sz="1200" b="0">
                <a:solidFill>
                  <a:srgbClr val="231F20"/>
                </a:solidFill>
                <a:latin typeface="Arial"/>
                <a:ea typeface="Arial"/>
                <a:cs typeface="Arial"/>
              </a:defRPr>
            </a:lvl2pPr>
            <a:lvl3pPr algn="ctr">
              <a:defRPr sz="1200" b="0">
                <a:solidFill>
                  <a:srgbClr val="231F20"/>
                </a:solidFill>
                <a:latin typeface="Arial"/>
                <a:ea typeface="Arial"/>
                <a:cs typeface="Arial"/>
              </a:defRPr>
            </a:lvl3pPr>
            <a:lvl4pPr algn="ctr">
              <a:defRPr sz="1200" b="0">
                <a:solidFill>
                  <a:srgbClr val="231F20"/>
                </a:solidFill>
                <a:latin typeface="Arial"/>
                <a:ea typeface="Arial"/>
                <a:cs typeface="Arial"/>
              </a:defRPr>
            </a:lvl4pPr>
            <a:lvl5pPr algn="ctr">
              <a:defRPr sz="1200" b="0">
                <a:solidFill>
                  <a:srgbClr val="231F20"/>
                </a:solidFill>
                <a:latin typeface="Arial"/>
                <a:ea typeface="Arial"/>
                <a:cs typeface="Arial"/>
              </a:defRPr>
            </a:lvl5pPr>
            <a:lvl6pPr algn="ctr">
              <a:defRPr sz="1200" b="0">
                <a:solidFill>
                  <a:srgbClr val="231F20"/>
                </a:solidFill>
                <a:latin typeface="Arial"/>
                <a:ea typeface="Arial"/>
                <a:cs typeface="Arial"/>
              </a:defRPr>
            </a:lvl6pPr>
            <a:lvl7pPr algn="ctr">
              <a:defRPr sz="1200" b="0">
                <a:solidFill>
                  <a:srgbClr val="231F20"/>
                </a:solidFill>
                <a:latin typeface="Arial"/>
                <a:ea typeface="Arial"/>
                <a:cs typeface="Arial"/>
              </a:defRPr>
            </a:lvl7pPr>
            <a:lvl8pPr algn="ctr">
              <a:defRPr sz="1200" b="0">
                <a:solidFill>
                  <a:srgbClr val="231F20"/>
                </a:solidFill>
                <a:latin typeface="Arial"/>
                <a:ea typeface="Arial"/>
                <a:cs typeface="Arial"/>
              </a:defRPr>
            </a:lvl8pPr>
            <a:lvl9pPr algn="ctr">
              <a:defRPr sz="1200" b="0">
                <a:solidFill>
                  <a:srgbClr val="231F20"/>
                </a:solidFill>
                <a:latin typeface="Arial"/>
                <a:ea typeface="Arial"/>
                <a:cs typeface="Arial"/>
              </a:defRPr>
            </a:lvl9pPr>
          </a:lstStyle>
          <a:p xmlns:a="http://schemas.openxmlformats.org/drawingml/2006/main">
            <a:pPr algn="ctr">
              <a:defRPr sz="1200" b="0">
                <a:solidFill>
                  <a:srgbClr val="231F20"/>
                </a:solidFill>
                <a:latin typeface="Arial"/>
                <a:ea typeface="Arial"/>
                <a:cs typeface="Arial"/>
              </a:defRPr>
            </a:pPr>
            <a:r>
              <a:rPr sz="1200" b="0">
                <a:solidFill>
                  <a:srgbClr val="231F20"/>
                </a:solidFill>
                <a:latin typeface="Arial"/>
                <a:ea typeface="Arial"/>
                <a:cs typeface="Arial"/>
              </a:rPr>
              <a:t>A2</a:t>
            </a:r>
          </a:p>
        </p:txBody>
      </p:sp>
      <p:sp>
        <p:nvSpPr>
          <p:cNvPr id="62" name="text-815">
            <a:extLst xmlns:a="http://schemas.openxmlformats.org/drawingml/2006/main">
              <a:ext uri="{FF2B5EF4-FFF2-40B4-BE49-F238E27FC236}">
                <a16:creationId xmlns:a16="http://schemas.microsoft.com/office/drawing/2014/main" id="{4D91911F-9968-4108-9DF2-F97B86B2CD27}"/>
              </a:ext>
            </a:extLst>
          </p:cNvPr>
          <p:cNvSpPr>
            <a:spLocks xmlns:a="http://schemas.openxmlformats.org/drawingml/2006/main" noGrp="1"/>
          </p:cNvSpPr>
          <p:nvPr/>
        </p:nvSpPr>
        <p:spPr>
          <a:xfrm xmlns:a="http://schemas.openxmlformats.org/drawingml/2006/main">
            <a:off x="5267325" y="3248025"/>
            <a:ext cx="1028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Yu Gothic"/>
                <a:ea typeface="Yu Gothic"/>
                <a:cs typeface="Yu Gothic"/>
              </a:defRPr>
            </a:defPPr>
            <a:lvl1pPr algn="ctr">
              <a:defRPr sz="1275" b="0">
                <a:solidFill>
                  <a:srgbClr val="231F20"/>
                </a:solidFill>
                <a:latin typeface="Yu Gothic"/>
                <a:ea typeface="Yu Gothic"/>
                <a:cs typeface="Yu Gothic"/>
              </a:defRPr>
            </a:lvl1pPr>
            <a:lvl2pPr algn="ctr">
              <a:defRPr sz="1275" b="0">
                <a:solidFill>
                  <a:srgbClr val="231F20"/>
                </a:solidFill>
                <a:latin typeface="Yu Gothic"/>
                <a:ea typeface="Yu Gothic"/>
                <a:cs typeface="Yu Gothic"/>
              </a:defRPr>
            </a:lvl2pPr>
            <a:lvl3pPr algn="ctr">
              <a:defRPr sz="1275" b="0">
                <a:solidFill>
                  <a:srgbClr val="231F20"/>
                </a:solidFill>
                <a:latin typeface="Yu Gothic"/>
                <a:ea typeface="Yu Gothic"/>
                <a:cs typeface="Yu Gothic"/>
              </a:defRPr>
            </a:lvl3pPr>
            <a:lvl4pPr algn="ctr">
              <a:defRPr sz="1275" b="0">
                <a:solidFill>
                  <a:srgbClr val="231F20"/>
                </a:solidFill>
                <a:latin typeface="Yu Gothic"/>
                <a:ea typeface="Yu Gothic"/>
                <a:cs typeface="Yu Gothic"/>
              </a:defRPr>
            </a:lvl4pPr>
            <a:lvl5pPr algn="ctr">
              <a:defRPr sz="1275" b="0">
                <a:solidFill>
                  <a:srgbClr val="231F20"/>
                </a:solidFill>
                <a:latin typeface="Yu Gothic"/>
                <a:ea typeface="Yu Gothic"/>
                <a:cs typeface="Yu Gothic"/>
              </a:defRPr>
            </a:lvl5pPr>
            <a:lvl6pPr algn="ctr">
              <a:defRPr sz="1275" b="0">
                <a:solidFill>
                  <a:srgbClr val="231F20"/>
                </a:solidFill>
                <a:latin typeface="Yu Gothic"/>
                <a:ea typeface="Yu Gothic"/>
                <a:cs typeface="Yu Gothic"/>
              </a:defRPr>
            </a:lvl6pPr>
            <a:lvl7pPr algn="ctr">
              <a:defRPr sz="1275" b="0">
                <a:solidFill>
                  <a:srgbClr val="231F20"/>
                </a:solidFill>
                <a:latin typeface="Yu Gothic"/>
                <a:ea typeface="Yu Gothic"/>
                <a:cs typeface="Yu Gothic"/>
              </a:defRPr>
            </a:lvl7pPr>
            <a:lvl8pPr algn="ctr">
              <a:defRPr sz="1275" b="0">
                <a:solidFill>
                  <a:srgbClr val="231F20"/>
                </a:solidFill>
                <a:latin typeface="Yu Gothic"/>
                <a:ea typeface="Yu Gothic"/>
                <a:cs typeface="Yu Gothic"/>
              </a:defRPr>
            </a:lvl8pPr>
            <a:lvl9pPr algn="ctr">
              <a:defRPr sz="1275" b="0">
                <a:solidFill>
                  <a:srgbClr val="231F20"/>
                </a:solidFill>
                <a:latin typeface="Yu Gothic"/>
                <a:ea typeface="Yu Gothic"/>
                <a:cs typeface="Yu Gothic"/>
              </a:defRPr>
            </a:lvl9pPr>
          </a:lstStyle>
          <a:p xmlns:a="http://schemas.openxmlformats.org/drawingml/2006/main">
            <a:pPr algn="ctr">
              <a:defRPr sz="1275" b="0">
                <a:solidFill>
                  <a:srgbClr val="231F20"/>
                </a:solidFill>
                <a:latin typeface="Yu Gothic"/>
                <a:ea typeface="Yu Gothic"/>
                <a:cs typeface="Yu Gothic"/>
              </a:defRPr>
            </a:pPr>
            <a:r>
              <a:rPr sz="1275" b="0">
                <a:solidFill>
                  <a:srgbClr val="231F20"/>
                </a:solidFill>
                <a:latin typeface="Yu Gothic"/>
                <a:ea typeface="Yu Gothic"/>
                <a:cs typeface="Yu Gothic"/>
              </a:rPr>
              <a:t>番号</a:t>
            </a:r>
          </a:p>
        </p:txBody>
      </p:sp>
      <p:sp>
        <p:nvSpPr>
          <p:cNvPr id="63" name="block-816">
            <a:extLst xmlns:a="http://schemas.openxmlformats.org/drawingml/2006/main">
              <a:ext uri="{FF2B5EF4-FFF2-40B4-BE49-F238E27FC236}">
                <a16:creationId xmlns:a16="http://schemas.microsoft.com/office/drawing/2014/main" id="{C2613CF4-53B5-4AA1-B670-89E6F7723E08}"/>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solidFill xmlns:a="http://schemas.openxmlformats.org/drawingml/2006/main">
            <a:srgbClr val="FFFFFF"/>
          </a:solidFill>
          <a:ln xmlns:a="http://schemas.openxmlformats.org/drawingml/2006/main" w="10478">
            <a:solidFill>
              <a:srgbClr val="231F20"/>
            </a:solidFill>
          </a:ln>
        </p:spPr>
      </p:sp>
      <p:sp>
        <p:nvSpPr>
          <p:cNvPr id="64" name="text-817">
            <a:extLst xmlns:a="http://schemas.openxmlformats.org/drawingml/2006/main">
              <a:ext uri="{FF2B5EF4-FFF2-40B4-BE49-F238E27FC236}">
                <a16:creationId xmlns:a16="http://schemas.microsoft.com/office/drawing/2014/main" id="{EEB70AFC-E535-4317-9A9B-11DBC5D66939}"/>
              </a:ext>
            </a:extLst>
          </p:cNvPr>
          <p:cNvSpPr>
            <a:spLocks xmlns:a="http://schemas.openxmlformats.org/drawingml/2006/main" noGrp="1"/>
          </p:cNvSpPr>
          <p:nvPr/>
        </p:nvSpPr>
        <p:spPr>
          <a:xfrm xmlns:a="http://schemas.openxmlformats.org/drawingml/2006/main">
            <a:off x="6296025" y="3048000"/>
            <a:ext cx="5905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0">
                <a:solidFill>
                  <a:srgbClr val="231F20"/>
                </a:solidFill>
                <a:latin typeface="Yu Gothic"/>
                <a:ea typeface="Yu Gothic"/>
                <a:cs typeface="Yu Gothic"/>
              </a:defRPr>
            </a:defPPr>
            <a:lvl1pPr algn="ctr">
              <a:defRPr sz="1200" b="0">
                <a:solidFill>
                  <a:srgbClr val="231F20"/>
                </a:solidFill>
                <a:latin typeface="Yu Gothic"/>
                <a:ea typeface="Yu Gothic"/>
                <a:cs typeface="Yu Gothic"/>
              </a:defRPr>
            </a:lvl1pPr>
            <a:lvl2pPr algn="ctr">
              <a:defRPr sz="1200" b="0">
                <a:solidFill>
                  <a:srgbClr val="231F20"/>
                </a:solidFill>
                <a:latin typeface="Yu Gothic"/>
                <a:ea typeface="Yu Gothic"/>
                <a:cs typeface="Yu Gothic"/>
              </a:defRPr>
            </a:lvl2pPr>
            <a:lvl3pPr algn="ctr">
              <a:defRPr sz="1200" b="0">
                <a:solidFill>
                  <a:srgbClr val="231F20"/>
                </a:solidFill>
                <a:latin typeface="Yu Gothic"/>
                <a:ea typeface="Yu Gothic"/>
                <a:cs typeface="Yu Gothic"/>
              </a:defRPr>
            </a:lvl3pPr>
            <a:lvl4pPr algn="ctr">
              <a:defRPr sz="1200" b="0">
                <a:solidFill>
                  <a:srgbClr val="231F20"/>
                </a:solidFill>
                <a:latin typeface="Yu Gothic"/>
                <a:ea typeface="Yu Gothic"/>
                <a:cs typeface="Yu Gothic"/>
              </a:defRPr>
            </a:lvl4pPr>
            <a:lvl5pPr algn="ctr">
              <a:defRPr sz="1200" b="0">
                <a:solidFill>
                  <a:srgbClr val="231F20"/>
                </a:solidFill>
                <a:latin typeface="Yu Gothic"/>
                <a:ea typeface="Yu Gothic"/>
                <a:cs typeface="Yu Gothic"/>
              </a:defRPr>
            </a:lvl5pPr>
            <a:lvl6pPr algn="ctr">
              <a:defRPr sz="1200" b="0">
                <a:solidFill>
                  <a:srgbClr val="231F20"/>
                </a:solidFill>
                <a:latin typeface="Yu Gothic"/>
                <a:ea typeface="Yu Gothic"/>
                <a:cs typeface="Yu Gothic"/>
              </a:defRPr>
            </a:lvl6pPr>
            <a:lvl7pPr algn="ctr">
              <a:defRPr sz="1200" b="0">
                <a:solidFill>
                  <a:srgbClr val="231F20"/>
                </a:solidFill>
                <a:latin typeface="Yu Gothic"/>
                <a:ea typeface="Yu Gothic"/>
                <a:cs typeface="Yu Gothic"/>
              </a:defRPr>
            </a:lvl7pPr>
            <a:lvl8pPr algn="ctr">
              <a:defRPr sz="1200" b="0">
                <a:solidFill>
                  <a:srgbClr val="231F20"/>
                </a:solidFill>
                <a:latin typeface="Yu Gothic"/>
                <a:ea typeface="Yu Gothic"/>
                <a:cs typeface="Yu Gothic"/>
              </a:defRPr>
            </a:lvl8pPr>
            <a:lvl9pPr algn="ctr">
              <a:defRPr sz="1200" b="0">
                <a:solidFill>
                  <a:srgbClr val="231F20"/>
                </a:solidFill>
                <a:latin typeface="Yu Gothic"/>
                <a:ea typeface="Yu Gothic"/>
                <a:cs typeface="Yu Gothic"/>
              </a:defRPr>
            </a:lvl9pPr>
          </a:lstStyle>
          <a:p xmlns:a="http://schemas.openxmlformats.org/drawingml/2006/main">
            <a:pPr algn="ctr">
              <a:defRPr sz="1200" b="0">
                <a:solidFill>
                  <a:srgbClr val="231F20"/>
                </a:solidFill>
                <a:latin typeface="Yu Gothic"/>
                <a:ea typeface="Yu Gothic"/>
                <a:cs typeface="Yu Gothic"/>
              </a:defRPr>
            </a:pPr>
            <a:r>
              <a:rPr sz="1200" b="0">
                <a:solidFill>
                  <a:srgbClr val="231F20"/>
                </a:solidFill>
                <a:latin typeface="Yu Gothic"/>
                <a:ea typeface="Yu Gothic"/>
                <a:cs typeface="Yu Gothic"/>
              </a:rPr>
              <a:t>操作</a:t>
            </a:r>
          </a:p>
        </p:txBody>
      </p:sp>
      <p:sp>
        <p:nvSpPr>
          <p:cNvPr id="65" name="text-818">
            <a:extLst xmlns:a="http://schemas.openxmlformats.org/drawingml/2006/main">
              <a:ext uri="{FF2B5EF4-FFF2-40B4-BE49-F238E27FC236}">
                <a16:creationId xmlns:a16="http://schemas.microsoft.com/office/drawing/2014/main" id="{C978AF86-09B9-4C0F-9A4C-F0E7C6F727AF}"/>
              </a:ext>
            </a:extLst>
          </p:cNvPr>
          <p:cNvSpPr>
            <a:spLocks xmlns:a="http://schemas.openxmlformats.org/drawingml/2006/main" noGrp="1"/>
          </p:cNvSpPr>
          <p:nvPr/>
        </p:nvSpPr>
        <p:spPr>
          <a:xfrm xmlns:a="http://schemas.openxmlformats.org/drawingml/2006/main">
            <a:off x="6296025" y="3248025"/>
            <a:ext cx="590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231F20"/>
                </a:solidFill>
                <a:latin typeface="Arial"/>
                <a:ea typeface="Arial"/>
                <a:cs typeface="Arial"/>
              </a:defRPr>
            </a:defPPr>
            <a:lvl1pPr algn="ctr">
              <a:defRPr sz="1275" b="0">
                <a:solidFill>
                  <a:srgbClr val="231F20"/>
                </a:solidFill>
                <a:latin typeface="Arial"/>
                <a:ea typeface="Arial"/>
                <a:cs typeface="Arial"/>
              </a:defRPr>
            </a:lvl1pPr>
            <a:lvl2pPr algn="ctr">
              <a:defRPr sz="1275" b="0">
                <a:solidFill>
                  <a:srgbClr val="231F20"/>
                </a:solidFill>
                <a:latin typeface="Arial"/>
                <a:ea typeface="Arial"/>
                <a:cs typeface="Arial"/>
              </a:defRPr>
            </a:lvl2pPr>
            <a:lvl3pPr algn="ctr">
              <a:defRPr sz="1275" b="0">
                <a:solidFill>
                  <a:srgbClr val="231F20"/>
                </a:solidFill>
                <a:latin typeface="Arial"/>
                <a:ea typeface="Arial"/>
                <a:cs typeface="Arial"/>
              </a:defRPr>
            </a:lvl3pPr>
            <a:lvl4pPr algn="ctr">
              <a:defRPr sz="1275" b="0">
                <a:solidFill>
                  <a:srgbClr val="231F20"/>
                </a:solidFill>
                <a:latin typeface="Arial"/>
                <a:ea typeface="Arial"/>
                <a:cs typeface="Arial"/>
              </a:defRPr>
            </a:lvl4pPr>
            <a:lvl5pPr algn="ctr">
              <a:defRPr sz="1275" b="0">
                <a:solidFill>
                  <a:srgbClr val="231F20"/>
                </a:solidFill>
                <a:latin typeface="Arial"/>
                <a:ea typeface="Arial"/>
                <a:cs typeface="Arial"/>
              </a:defRPr>
            </a:lvl5pPr>
            <a:lvl6pPr algn="ctr">
              <a:defRPr sz="1275" b="0">
                <a:solidFill>
                  <a:srgbClr val="231F20"/>
                </a:solidFill>
                <a:latin typeface="Arial"/>
                <a:ea typeface="Arial"/>
                <a:cs typeface="Arial"/>
              </a:defRPr>
            </a:lvl6pPr>
            <a:lvl7pPr algn="ctr">
              <a:defRPr sz="1275" b="0">
                <a:solidFill>
                  <a:srgbClr val="231F20"/>
                </a:solidFill>
                <a:latin typeface="Arial"/>
                <a:ea typeface="Arial"/>
                <a:cs typeface="Arial"/>
              </a:defRPr>
            </a:lvl7pPr>
            <a:lvl8pPr algn="ctr">
              <a:defRPr sz="1275" b="0">
                <a:solidFill>
                  <a:srgbClr val="231F20"/>
                </a:solidFill>
                <a:latin typeface="Arial"/>
                <a:ea typeface="Arial"/>
                <a:cs typeface="Arial"/>
              </a:defRPr>
            </a:lvl8pPr>
            <a:lvl9pPr algn="ctr">
              <a:defRPr sz="1275" b="0">
                <a:solidFill>
                  <a:srgbClr val="231F20"/>
                </a:solidFill>
                <a:latin typeface="Arial"/>
                <a:ea typeface="Arial"/>
                <a:cs typeface="Arial"/>
              </a:defRPr>
            </a:lvl9pPr>
          </a:lstStyle>
          <a:p xmlns:a="http://schemas.openxmlformats.org/drawingml/2006/main">
            <a:pPr algn="ctr">
              <a:defRPr sz="1275" b="0">
                <a:solidFill>
                  <a:srgbClr val="231F20"/>
                </a:solidFill>
                <a:latin typeface="Arial"/>
                <a:ea typeface="Arial"/>
                <a:cs typeface="Arial"/>
              </a:defRPr>
            </a:pPr>
            <a:r>
              <a:rPr sz="1275" b="0">
                <a:solidFill>
                  <a:srgbClr val="231F20"/>
                </a:solidFill>
                <a:latin typeface="Arial"/>
                <a:ea typeface="Arial"/>
                <a:cs typeface="Arial"/>
              </a:rPr>
              <a:t>lw/sw</a:t>
            </a:r>
          </a:p>
        </p:txBody>
      </p:sp>
      <p:sp>
        <p:nvSpPr>
          <p:cNvPr id="66" name="board-stable-pc">
            <a:extLst xmlns:a="http://schemas.openxmlformats.org/drawingml/2006/main">
              <a:ext uri="{FF2B5EF4-FFF2-40B4-BE49-F238E27FC236}">
                <a16:creationId xmlns:a16="http://schemas.microsoft.com/office/drawing/2014/main" id="{BC76E5CA-EAD4-42D2-A21E-19ACD42BB724}"/>
              </a:ext>
            </a:extLst>
          </p:cNvPr>
          <p:cNvSpPr>
            <a:spLocks xmlns:a="http://schemas.openxmlformats.org/drawingml/2006/main" noGrp="1"/>
          </p:cNvSpPr>
          <p:nvPr/>
        </p:nvSpPr>
        <p:spPr>
          <a:xfrm xmlns:a="http://schemas.openxmlformats.org/drawingml/2006/main">
            <a:off x="1009650" y="4171950"/>
            <a:ext cx="314325" cy="6286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67" name="text-820">
            <a:extLst xmlns:a="http://schemas.openxmlformats.org/drawingml/2006/main">
              <a:ext uri="{FF2B5EF4-FFF2-40B4-BE49-F238E27FC236}">
                <a16:creationId xmlns:a16="http://schemas.microsoft.com/office/drawing/2014/main" id="{1D30CA88-BDA1-4EF5-A3B1-8AC25A3B98A8}"/>
              </a:ext>
            </a:extLst>
          </p:cNvPr>
          <p:cNvSpPr>
            <a:spLocks xmlns:a="http://schemas.openxmlformats.org/drawingml/2006/main" noGrp="1"/>
          </p:cNvSpPr>
          <p:nvPr/>
        </p:nvSpPr>
        <p:spPr>
          <a:xfrm xmlns:a="http://schemas.openxmlformats.org/drawingml/2006/main">
            <a:off x="1047750" y="4352925"/>
            <a:ext cx="24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0">
                <a:solidFill>
                  <a:srgbClr val="231F20"/>
                </a:solidFill>
                <a:latin typeface="Arial"/>
                <a:ea typeface="Arial"/>
                <a:cs typeface="Arial"/>
              </a:defRPr>
            </a:defPPr>
            <a:lvl1pPr algn="ctr">
              <a:defRPr sz="975" b="0">
                <a:solidFill>
                  <a:srgbClr val="231F20"/>
                </a:solidFill>
                <a:latin typeface="Arial"/>
                <a:ea typeface="Arial"/>
                <a:cs typeface="Arial"/>
              </a:defRPr>
            </a:lvl1pPr>
            <a:lvl2pPr algn="ctr">
              <a:defRPr sz="975" b="0">
                <a:solidFill>
                  <a:srgbClr val="231F20"/>
                </a:solidFill>
                <a:latin typeface="Arial"/>
                <a:ea typeface="Arial"/>
                <a:cs typeface="Arial"/>
              </a:defRPr>
            </a:lvl2pPr>
            <a:lvl3pPr algn="ctr">
              <a:defRPr sz="975" b="0">
                <a:solidFill>
                  <a:srgbClr val="231F20"/>
                </a:solidFill>
                <a:latin typeface="Arial"/>
                <a:ea typeface="Arial"/>
                <a:cs typeface="Arial"/>
              </a:defRPr>
            </a:lvl3pPr>
            <a:lvl4pPr algn="ctr">
              <a:defRPr sz="975" b="0">
                <a:solidFill>
                  <a:srgbClr val="231F20"/>
                </a:solidFill>
                <a:latin typeface="Arial"/>
                <a:ea typeface="Arial"/>
                <a:cs typeface="Arial"/>
              </a:defRPr>
            </a:lvl4pPr>
            <a:lvl5pPr algn="ctr">
              <a:defRPr sz="975" b="0">
                <a:solidFill>
                  <a:srgbClr val="231F20"/>
                </a:solidFill>
                <a:latin typeface="Arial"/>
                <a:ea typeface="Arial"/>
                <a:cs typeface="Arial"/>
              </a:defRPr>
            </a:lvl5pPr>
            <a:lvl6pPr algn="ctr">
              <a:defRPr sz="975" b="0">
                <a:solidFill>
                  <a:srgbClr val="231F20"/>
                </a:solidFill>
                <a:latin typeface="Arial"/>
                <a:ea typeface="Arial"/>
                <a:cs typeface="Arial"/>
              </a:defRPr>
            </a:lvl6pPr>
            <a:lvl7pPr algn="ctr">
              <a:defRPr sz="975" b="0">
                <a:solidFill>
                  <a:srgbClr val="231F20"/>
                </a:solidFill>
                <a:latin typeface="Arial"/>
                <a:ea typeface="Arial"/>
                <a:cs typeface="Arial"/>
              </a:defRPr>
            </a:lvl7pPr>
            <a:lvl8pPr algn="ctr">
              <a:defRPr sz="975" b="0">
                <a:solidFill>
                  <a:srgbClr val="231F20"/>
                </a:solidFill>
                <a:latin typeface="Arial"/>
                <a:ea typeface="Arial"/>
                <a:cs typeface="Arial"/>
              </a:defRPr>
            </a:lvl8pPr>
            <a:lvl9pPr algn="ctr">
              <a:defRPr sz="975" b="0">
                <a:solidFill>
                  <a:srgbClr val="231F20"/>
                </a:solidFill>
                <a:latin typeface="Arial"/>
                <a:ea typeface="Arial"/>
                <a:cs typeface="Arial"/>
              </a:defRPr>
            </a:lvl9pPr>
          </a:lstStyle>
          <a:p xmlns:a="http://schemas.openxmlformats.org/drawingml/2006/main">
            <a:pPr algn="ctr">
              <a:defRPr sz="975" b="0">
                <a:solidFill>
                  <a:srgbClr val="231F20"/>
                </a:solidFill>
                <a:latin typeface="Arial"/>
                <a:ea typeface="Arial"/>
                <a:cs typeface="Arial"/>
              </a:defRPr>
            </a:pPr>
            <a:r>
              <a:rPr sz="975" b="0">
                <a:solidFill>
                  <a:srgbClr val="231F20"/>
                </a:solidFill>
                <a:latin typeface="Arial"/>
                <a:ea typeface="Arial"/>
                <a:cs typeface="Arial"/>
              </a:rPr>
              <a:t>D Q</a:t>
            </a:r>
          </a:p>
        </p:txBody>
      </p:sp>
      <p:sp>
        <p:nvSpPr>
          <p:cNvPr id="68" name="circuit-821">
            <a:extLst xmlns:a="http://schemas.openxmlformats.org/drawingml/2006/main">
              <a:ext uri="{FF2B5EF4-FFF2-40B4-BE49-F238E27FC236}">
                <a16:creationId xmlns:a16="http://schemas.microsoft.com/office/drawing/2014/main" id="{9088340F-5A2F-411F-9C1B-680995FAEF8E}"/>
              </a:ext>
            </a:extLst>
          </p:cNvPr>
          <p:cNvSpPr>
            <a:spLocks xmlns:a="http://schemas.openxmlformats.org/drawingml/2006/main" noGrp="1"/>
          </p:cNvSpPr>
          <p:nvPr/>
        </p:nvSpPr>
        <p:spPr>
          <a:xfrm xmlns:a="http://schemas.openxmlformats.org/drawingml/2006/main">
            <a:off x="1076325" y="4171950"/>
            <a:ext cx="171450" cy="95250"/>
          </a:xfrm>
          <a:custGeom xmlns:a="http://schemas.openxmlformats.org/drawingml/2006/main">
            <a:pathLst>
              <a:path w="171450" h="95250">
                <a:moveTo>
                  <a:pt x="0" y="0"/>
                </a:moveTo>
                <a:lnTo>
                  <a:pt x="85725" y="95250"/>
                </a:lnTo>
                <a:lnTo>
                  <a:pt x="171450" y="0"/>
                </a:lnTo>
                <a:close/>
              </a:path>
            </a:pathLst>
          </a:custGeom>
          <a:noFill xmlns:a="http://schemas.openxmlformats.org/drawingml/2006/main"/>
          <a:ln xmlns:a="http://schemas.openxmlformats.org/drawingml/2006/main" w="20955">
            <a:solidFill>
              <a:srgbClr val="231F20"/>
            </a:solidFill>
          </a:ln>
        </p:spPr>
      </p:sp>
      <p:sp>
        <p:nvSpPr>
          <p:cNvPr id="69" name="wire-822">
            <a:extLst xmlns:a="http://schemas.openxmlformats.org/drawingml/2006/main">
              <a:ext uri="{FF2B5EF4-FFF2-40B4-BE49-F238E27FC236}">
                <a16:creationId xmlns:a16="http://schemas.microsoft.com/office/drawing/2014/main" id="{5624B6D0-674D-4431-9AF5-2A154FBDC96B}"/>
              </a:ext>
            </a:extLst>
          </p:cNvPr>
          <p:cNvSpPr>
            <a:spLocks xmlns:a="http://schemas.openxmlformats.org/drawingml/2006/main" noGrp="1"/>
          </p:cNvSpPr>
          <p:nvPr/>
        </p:nvSpPr>
        <p:spPr>
          <a:xfrm xmlns:a="http://schemas.openxmlformats.org/drawingml/2006/main">
            <a:off x="1162050" y="4029075"/>
            <a:ext cx="9525" cy="142875"/>
          </a:xfrm>
          <a:custGeom xmlns:a="http://schemas.openxmlformats.org/drawingml/2006/main">
            <a:pathLst>
              <a:path w="9525" h="142875">
                <a:moveTo>
                  <a:pt x="0" y="0"/>
                </a:moveTo>
                <a:lnTo>
                  <a:pt x="0" y="142875"/>
                </a:lnTo>
              </a:path>
            </a:pathLst>
          </a:custGeom>
          <a:noFill xmlns:a="http://schemas.openxmlformats.org/drawingml/2006/main"/>
          <a:ln xmlns:a="http://schemas.openxmlformats.org/drawingml/2006/main" w="11430">
            <a:solidFill>
              <a:srgbClr val="231F20"/>
            </a:solidFill>
          </a:ln>
        </p:spPr>
      </p:sp>
      <p:sp>
        <p:nvSpPr>
          <p:cNvPr id="70" name="text-823">
            <a:extLst xmlns:a="http://schemas.openxmlformats.org/drawingml/2006/main">
              <a:ext uri="{FF2B5EF4-FFF2-40B4-BE49-F238E27FC236}">
                <a16:creationId xmlns:a16="http://schemas.microsoft.com/office/drawing/2014/main" id="{9F53EE3D-7F31-427B-BEE5-CD8DC10C6541}"/>
              </a:ext>
            </a:extLst>
          </p:cNvPr>
          <p:cNvSpPr>
            <a:spLocks xmlns:a="http://schemas.openxmlformats.org/drawingml/2006/main" noGrp="1"/>
          </p:cNvSpPr>
          <p:nvPr/>
        </p:nvSpPr>
        <p:spPr>
          <a:xfrm xmlns:a="http://schemas.openxmlformats.org/drawingml/2006/main">
            <a:off x="971550" y="3800475"/>
            <a:ext cx="428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clk</a:t>
            </a:r>
          </a:p>
        </p:txBody>
      </p:sp>
      <p:sp>
        <p:nvSpPr>
          <p:cNvPr id="71" name="text-824">
            <a:extLst xmlns:a="http://schemas.openxmlformats.org/drawingml/2006/main">
              <a:ext uri="{FF2B5EF4-FFF2-40B4-BE49-F238E27FC236}">
                <a16:creationId xmlns:a16="http://schemas.microsoft.com/office/drawing/2014/main" id="{82FA468F-9C82-43F2-A912-F49CB65F6F17}"/>
              </a:ext>
            </a:extLst>
          </p:cNvPr>
          <p:cNvSpPr>
            <a:spLocks xmlns:a="http://schemas.openxmlformats.org/drawingml/2006/main" noGrp="1"/>
          </p:cNvSpPr>
          <p:nvPr/>
        </p:nvSpPr>
        <p:spPr>
          <a:xfrm xmlns:a="http://schemas.openxmlformats.org/drawingml/2006/main">
            <a:off x="952500" y="4829175"/>
            <a:ext cx="495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Arial"/>
                <a:ea typeface="Arial"/>
                <a:cs typeface="Arial"/>
              </a:defRPr>
            </a:defPPr>
            <a:lvl1pPr algn="ctr">
              <a:defRPr sz="1725" b="1">
                <a:solidFill>
                  <a:srgbClr val="231F20"/>
                </a:solidFill>
                <a:latin typeface="Arial"/>
                <a:ea typeface="Arial"/>
                <a:cs typeface="Arial"/>
              </a:defRPr>
            </a:lvl1pPr>
            <a:lvl2pPr algn="ctr">
              <a:defRPr sz="1725" b="1">
                <a:solidFill>
                  <a:srgbClr val="231F20"/>
                </a:solidFill>
                <a:latin typeface="Arial"/>
                <a:ea typeface="Arial"/>
                <a:cs typeface="Arial"/>
              </a:defRPr>
            </a:lvl2pPr>
            <a:lvl3pPr algn="ctr">
              <a:defRPr sz="1725" b="1">
                <a:solidFill>
                  <a:srgbClr val="231F20"/>
                </a:solidFill>
                <a:latin typeface="Arial"/>
                <a:ea typeface="Arial"/>
                <a:cs typeface="Arial"/>
              </a:defRPr>
            </a:lvl3pPr>
            <a:lvl4pPr algn="ctr">
              <a:defRPr sz="1725" b="1">
                <a:solidFill>
                  <a:srgbClr val="231F20"/>
                </a:solidFill>
                <a:latin typeface="Arial"/>
                <a:ea typeface="Arial"/>
                <a:cs typeface="Arial"/>
              </a:defRPr>
            </a:lvl4pPr>
            <a:lvl5pPr algn="ctr">
              <a:defRPr sz="1725" b="1">
                <a:solidFill>
                  <a:srgbClr val="231F20"/>
                </a:solidFill>
                <a:latin typeface="Arial"/>
                <a:ea typeface="Arial"/>
                <a:cs typeface="Arial"/>
              </a:defRPr>
            </a:lvl5pPr>
            <a:lvl6pPr algn="ctr">
              <a:defRPr sz="1725" b="1">
                <a:solidFill>
                  <a:srgbClr val="231F20"/>
                </a:solidFill>
                <a:latin typeface="Arial"/>
                <a:ea typeface="Arial"/>
                <a:cs typeface="Arial"/>
              </a:defRPr>
            </a:lvl6pPr>
            <a:lvl7pPr algn="ctr">
              <a:defRPr sz="1725" b="1">
                <a:solidFill>
                  <a:srgbClr val="231F20"/>
                </a:solidFill>
                <a:latin typeface="Arial"/>
                <a:ea typeface="Arial"/>
                <a:cs typeface="Arial"/>
              </a:defRPr>
            </a:lvl7pPr>
            <a:lvl8pPr algn="ctr">
              <a:defRPr sz="1725" b="1">
                <a:solidFill>
                  <a:srgbClr val="231F20"/>
                </a:solidFill>
                <a:latin typeface="Arial"/>
                <a:ea typeface="Arial"/>
                <a:cs typeface="Arial"/>
              </a:defRPr>
            </a:lvl8pPr>
            <a:lvl9pPr algn="ctr">
              <a:defRPr sz="1725" b="1">
                <a:solidFill>
                  <a:srgbClr val="231F20"/>
                </a:solidFill>
                <a:latin typeface="Arial"/>
                <a:ea typeface="Arial"/>
                <a:cs typeface="Arial"/>
              </a:defRPr>
            </a:lvl9pPr>
          </a:lstStyle>
          <a:p xmlns:a="http://schemas.openxmlformats.org/drawingml/2006/main">
            <a:pPr algn="ctr">
              <a:defRPr sz="1725" b="1">
                <a:solidFill>
                  <a:srgbClr val="231F20"/>
                </a:solidFill>
                <a:latin typeface="Arial"/>
                <a:ea typeface="Arial"/>
                <a:cs typeface="Arial"/>
              </a:defRPr>
            </a:pPr>
            <a:r>
              <a:rPr sz="1725" b="1">
                <a:solidFill>
                  <a:srgbClr val="231F20"/>
                </a:solidFill>
                <a:latin typeface="Arial"/>
                <a:ea typeface="Arial"/>
                <a:cs typeface="Arial"/>
              </a:rPr>
              <a:t>PC</a:t>
            </a:r>
          </a:p>
        </p:txBody>
      </p:sp>
      <p:sp>
        <p:nvSpPr>
          <p:cNvPr id="72" name="wire-825">
            <a:extLst xmlns:a="http://schemas.openxmlformats.org/drawingml/2006/main">
              <a:ext uri="{FF2B5EF4-FFF2-40B4-BE49-F238E27FC236}">
                <a16:creationId xmlns:a16="http://schemas.microsoft.com/office/drawing/2014/main" id="{0F1904F4-04F1-4E48-96E7-A0A757A3D4A0}"/>
              </a:ext>
            </a:extLst>
          </p:cNvPr>
          <p:cNvSpPr>
            <a:spLocks xmlns:a="http://schemas.openxmlformats.org/drawingml/2006/main" noGrp="1"/>
          </p:cNvSpPr>
          <p:nvPr/>
        </p:nvSpPr>
        <p:spPr>
          <a:xfrm xmlns:a="http://schemas.openxmlformats.org/drawingml/2006/main">
            <a:off x="1323975" y="4457700"/>
            <a:ext cx="276225" cy="9525"/>
          </a:xfrm>
          <a:custGeom xmlns:a="http://schemas.openxmlformats.org/drawingml/2006/main">
            <a:pathLst>
              <a:path w="276225" h="9525">
                <a:moveTo>
                  <a:pt x="0" y="0"/>
                </a:moveTo>
                <a:lnTo>
                  <a:pt x="276225" y="0"/>
                </a:lnTo>
              </a:path>
            </a:pathLst>
          </a:custGeom>
          <a:noFill xmlns:a="http://schemas.openxmlformats.org/drawingml/2006/main"/>
          <a:ln xmlns:a="http://schemas.openxmlformats.org/drawingml/2006/main" w="23813">
            <a:solidFill>
              <a:srgbClr val="1572C3"/>
            </a:solidFill>
          </a:ln>
        </p:spPr>
      </p:sp>
      <p:sp>
        <p:nvSpPr>
          <p:cNvPr id="73" name="circuit-826">
            <a:extLst xmlns:a="http://schemas.openxmlformats.org/drawingml/2006/main">
              <a:ext uri="{FF2B5EF4-FFF2-40B4-BE49-F238E27FC236}">
                <a16:creationId xmlns:a16="http://schemas.microsoft.com/office/drawing/2014/main" id="{ABFCD802-E8C6-4BD1-84FB-B59F755B39A1}"/>
              </a:ext>
            </a:extLst>
          </p:cNvPr>
          <p:cNvSpPr>
            <a:spLocks xmlns:a="http://schemas.openxmlformats.org/drawingml/2006/main" noGrp="1"/>
          </p:cNvSpPr>
          <p:nvPr/>
        </p:nvSpPr>
        <p:spPr>
          <a:xfrm xmlns:a="http://schemas.openxmlformats.org/drawingml/2006/main">
            <a:off x="152400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74" name="text-827">
            <a:extLst xmlns:a="http://schemas.openxmlformats.org/drawingml/2006/main">
              <a:ext uri="{FF2B5EF4-FFF2-40B4-BE49-F238E27FC236}">
                <a16:creationId xmlns:a16="http://schemas.microsoft.com/office/drawing/2014/main" id="{0A697F1D-CBEF-4193-9E43-92ADCE26A63E}"/>
              </a:ext>
            </a:extLst>
          </p:cNvPr>
          <p:cNvSpPr>
            <a:spLocks xmlns:a="http://schemas.openxmlformats.org/drawingml/2006/main" noGrp="1"/>
          </p:cNvSpPr>
          <p:nvPr/>
        </p:nvSpPr>
        <p:spPr>
          <a:xfrm xmlns:a="http://schemas.openxmlformats.org/drawingml/2006/main">
            <a:off x="1304925" y="4543425"/>
            <a:ext cx="342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番地</a:t>
            </a:r>
          </a:p>
        </p:txBody>
      </p:sp>
      <p:sp>
        <p:nvSpPr>
          <p:cNvPr id="75" name="board-stable-fetch">
            <a:extLst xmlns:a="http://schemas.openxmlformats.org/drawingml/2006/main">
              <a:ext uri="{FF2B5EF4-FFF2-40B4-BE49-F238E27FC236}">
                <a16:creationId xmlns:a16="http://schemas.microsoft.com/office/drawing/2014/main" id="{728E7016-10C3-42DC-8A70-35663DF0B5F4}"/>
              </a:ext>
            </a:extLst>
          </p:cNvPr>
          <p:cNvSpPr>
            <a:spLocks xmlns:a="http://schemas.openxmlformats.org/drawingml/2006/main" noGrp="1"/>
          </p:cNvSpPr>
          <p:nvPr/>
        </p:nvSpPr>
        <p:spPr>
          <a:xfrm xmlns:a="http://schemas.openxmlformats.org/drawingml/2006/main">
            <a:off x="1600200" y="3943350"/>
            <a:ext cx="1381125" cy="116205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76" name="text-829">
            <a:extLst xmlns:a="http://schemas.openxmlformats.org/drawingml/2006/main">
              <a:ext uri="{FF2B5EF4-FFF2-40B4-BE49-F238E27FC236}">
                <a16:creationId xmlns:a16="http://schemas.microsoft.com/office/drawing/2014/main" id="{9068CC9B-9420-48E1-BABB-6590CFD4483A}"/>
              </a:ext>
            </a:extLst>
          </p:cNvPr>
          <p:cNvSpPr>
            <a:spLocks xmlns:a="http://schemas.openxmlformats.org/drawingml/2006/main" noGrp="1"/>
          </p:cNvSpPr>
          <p:nvPr/>
        </p:nvSpPr>
        <p:spPr>
          <a:xfrm xmlns:a="http://schemas.openxmlformats.org/drawingml/2006/main">
            <a:off x="1657350" y="39814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1">
                <a:solidFill>
                  <a:srgbClr val="231F20"/>
                </a:solidFill>
                <a:latin typeface="Yu Gothic"/>
                <a:ea typeface="Yu Gothic"/>
                <a:cs typeface="Yu Gothic"/>
              </a:defRPr>
            </a:defPPr>
            <a:lvl1pPr algn="ctr">
              <a:defRPr sz="1650" b="1">
                <a:solidFill>
                  <a:srgbClr val="231F20"/>
                </a:solidFill>
                <a:latin typeface="Yu Gothic"/>
                <a:ea typeface="Yu Gothic"/>
                <a:cs typeface="Yu Gothic"/>
              </a:defRPr>
            </a:lvl1pPr>
            <a:lvl2pPr algn="ctr">
              <a:defRPr sz="1650" b="1">
                <a:solidFill>
                  <a:srgbClr val="231F20"/>
                </a:solidFill>
                <a:latin typeface="Yu Gothic"/>
                <a:ea typeface="Yu Gothic"/>
                <a:cs typeface="Yu Gothic"/>
              </a:defRPr>
            </a:lvl2pPr>
            <a:lvl3pPr algn="ctr">
              <a:defRPr sz="1650" b="1">
                <a:solidFill>
                  <a:srgbClr val="231F20"/>
                </a:solidFill>
                <a:latin typeface="Yu Gothic"/>
                <a:ea typeface="Yu Gothic"/>
                <a:cs typeface="Yu Gothic"/>
              </a:defRPr>
            </a:lvl3pPr>
            <a:lvl4pPr algn="ctr">
              <a:defRPr sz="1650" b="1">
                <a:solidFill>
                  <a:srgbClr val="231F20"/>
                </a:solidFill>
                <a:latin typeface="Yu Gothic"/>
                <a:ea typeface="Yu Gothic"/>
                <a:cs typeface="Yu Gothic"/>
              </a:defRPr>
            </a:lvl4pPr>
            <a:lvl5pPr algn="ctr">
              <a:defRPr sz="1650" b="1">
                <a:solidFill>
                  <a:srgbClr val="231F20"/>
                </a:solidFill>
                <a:latin typeface="Yu Gothic"/>
                <a:ea typeface="Yu Gothic"/>
                <a:cs typeface="Yu Gothic"/>
              </a:defRPr>
            </a:lvl5pPr>
            <a:lvl6pPr algn="ctr">
              <a:defRPr sz="1650" b="1">
                <a:solidFill>
                  <a:srgbClr val="231F20"/>
                </a:solidFill>
                <a:latin typeface="Yu Gothic"/>
                <a:ea typeface="Yu Gothic"/>
                <a:cs typeface="Yu Gothic"/>
              </a:defRPr>
            </a:lvl6pPr>
            <a:lvl7pPr algn="ctr">
              <a:defRPr sz="1650" b="1">
                <a:solidFill>
                  <a:srgbClr val="231F20"/>
                </a:solidFill>
                <a:latin typeface="Yu Gothic"/>
                <a:ea typeface="Yu Gothic"/>
                <a:cs typeface="Yu Gothic"/>
              </a:defRPr>
            </a:lvl7pPr>
            <a:lvl8pPr algn="ctr">
              <a:defRPr sz="1650" b="1">
                <a:solidFill>
                  <a:srgbClr val="231F20"/>
                </a:solidFill>
                <a:latin typeface="Yu Gothic"/>
                <a:ea typeface="Yu Gothic"/>
                <a:cs typeface="Yu Gothic"/>
              </a:defRPr>
            </a:lvl8pPr>
            <a:lvl9pPr algn="ctr">
              <a:defRPr sz="1650" b="1">
                <a:solidFill>
                  <a:srgbClr val="231F20"/>
                </a:solidFill>
                <a:latin typeface="Yu Gothic"/>
                <a:ea typeface="Yu Gothic"/>
                <a:cs typeface="Yu Gothic"/>
              </a:defRPr>
            </a:lvl9pPr>
          </a:lstStyle>
          <a:p xmlns:a="http://schemas.openxmlformats.org/drawingml/2006/main">
            <a:pPr algn="ctr">
              <a:defRPr sz="1650" b="1">
                <a:solidFill>
                  <a:srgbClr val="231F20"/>
                </a:solidFill>
                <a:latin typeface="Yu Gothic"/>
                <a:ea typeface="Yu Gothic"/>
                <a:cs typeface="Yu Gothic"/>
              </a:defRPr>
            </a:pPr>
            <a:r>
              <a:rPr sz="1650" b="1">
                <a:solidFill>
                  <a:srgbClr val="231F20"/>
                </a:solidFill>
                <a:latin typeface="Yu Gothic"/>
                <a:ea typeface="Yu Gothic"/>
                <a:cs typeface="Yu Gothic"/>
              </a:rPr>
              <a:t>命令読出し</a:t>
            </a:r>
          </a:p>
        </p:txBody>
      </p:sp>
      <p:sp>
        <p:nvSpPr>
          <p:cNvPr id="77" name="text-830">
            <a:extLst xmlns:a="http://schemas.openxmlformats.org/drawingml/2006/main">
              <a:ext uri="{FF2B5EF4-FFF2-40B4-BE49-F238E27FC236}">
                <a16:creationId xmlns:a16="http://schemas.microsoft.com/office/drawing/2014/main" id="{B23F51A4-E06D-4924-92E5-E08B89EC098E}"/>
              </a:ext>
            </a:extLst>
          </p:cNvPr>
          <p:cNvSpPr>
            <a:spLocks xmlns:a="http://schemas.openxmlformats.org/drawingml/2006/main" noGrp="1"/>
          </p:cNvSpPr>
          <p:nvPr/>
        </p:nvSpPr>
        <p:spPr>
          <a:xfrm xmlns:a="http://schemas.openxmlformats.org/drawingml/2006/main">
            <a:off x="1666875" y="4343400"/>
            <a:ext cx="23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A</a:t>
            </a:r>
          </a:p>
        </p:txBody>
      </p:sp>
      <p:sp>
        <p:nvSpPr>
          <p:cNvPr id="78" name="text-831">
            <a:extLst xmlns:a="http://schemas.openxmlformats.org/drawingml/2006/main">
              <a:ext uri="{FF2B5EF4-FFF2-40B4-BE49-F238E27FC236}">
                <a16:creationId xmlns:a16="http://schemas.microsoft.com/office/drawing/2014/main" id="{7C6D4042-5840-4EA9-BCA0-A059FE2B2207}"/>
              </a:ext>
            </a:extLst>
          </p:cNvPr>
          <p:cNvSpPr>
            <a:spLocks xmlns:a="http://schemas.openxmlformats.org/drawingml/2006/main" noGrp="1"/>
          </p:cNvSpPr>
          <p:nvPr/>
        </p:nvSpPr>
        <p:spPr>
          <a:xfrm xmlns:a="http://schemas.openxmlformats.org/drawingml/2006/main">
            <a:off x="2676525" y="43434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Arial"/>
                <a:ea typeface="Arial"/>
                <a:cs typeface="Arial"/>
              </a:defRPr>
            </a:defPPr>
            <a:lvl1pPr algn="l">
              <a:defRPr sz="1200" b="0">
                <a:solidFill>
                  <a:srgbClr val="231F20"/>
                </a:solidFill>
                <a:latin typeface="Arial"/>
                <a:ea typeface="Arial"/>
                <a:cs typeface="Arial"/>
              </a:defRPr>
            </a:lvl1pPr>
            <a:lvl2pPr algn="l">
              <a:defRPr sz="1200" b="0">
                <a:solidFill>
                  <a:srgbClr val="231F20"/>
                </a:solidFill>
                <a:latin typeface="Arial"/>
                <a:ea typeface="Arial"/>
                <a:cs typeface="Arial"/>
              </a:defRPr>
            </a:lvl2pPr>
            <a:lvl3pPr algn="l">
              <a:defRPr sz="1200" b="0">
                <a:solidFill>
                  <a:srgbClr val="231F20"/>
                </a:solidFill>
                <a:latin typeface="Arial"/>
                <a:ea typeface="Arial"/>
                <a:cs typeface="Arial"/>
              </a:defRPr>
            </a:lvl3pPr>
            <a:lvl4pPr algn="l">
              <a:defRPr sz="1200" b="0">
                <a:solidFill>
                  <a:srgbClr val="231F20"/>
                </a:solidFill>
                <a:latin typeface="Arial"/>
                <a:ea typeface="Arial"/>
                <a:cs typeface="Arial"/>
              </a:defRPr>
            </a:lvl4pPr>
            <a:lvl5pPr algn="l">
              <a:defRPr sz="1200" b="0">
                <a:solidFill>
                  <a:srgbClr val="231F20"/>
                </a:solidFill>
                <a:latin typeface="Arial"/>
                <a:ea typeface="Arial"/>
                <a:cs typeface="Arial"/>
              </a:defRPr>
            </a:lvl5pPr>
            <a:lvl6pPr algn="l">
              <a:defRPr sz="1200" b="0">
                <a:solidFill>
                  <a:srgbClr val="231F20"/>
                </a:solidFill>
                <a:latin typeface="Arial"/>
                <a:ea typeface="Arial"/>
                <a:cs typeface="Arial"/>
              </a:defRPr>
            </a:lvl6pPr>
            <a:lvl7pPr algn="l">
              <a:defRPr sz="1200" b="0">
                <a:solidFill>
                  <a:srgbClr val="231F20"/>
                </a:solidFill>
                <a:latin typeface="Arial"/>
                <a:ea typeface="Arial"/>
                <a:cs typeface="Arial"/>
              </a:defRPr>
            </a:lvl7pPr>
            <a:lvl8pPr algn="l">
              <a:defRPr sz="1200" b="0">
                <a:solidFill>
                  <a:srgbClr val="231F20"/>
                </a:solidFill>
                <a:latin typeface="Arial"/>
                <a:ea typeface="Arial"/>
                <a:cs typeface="Arial"/>
              </a:defRPr>
            </a:lvl8pPr>
            <a:lvl9pPr algn="l">
              <a:defRPr sz="1200" b="0">
                <a:solidFill>
                  <a:srgbClr val="231F20"/>
                </a:solidFill>
                <a:latin typeface="Arial"/>
                <a:ea typeface="Arial"/>
                <a:cs typeface="Arial"/>
              </a:defRPr>
            </a:lvl9pPr>
          </a:lstStyle>
          <a:p xmlns:a="http://schemas.openxmlformats.org/drawingml/2006/main">
            <a:pPr algn="l">
              <a:defRPr sz="1200" b="0">
                <a:solidFill>
                  <a:srgbClr val="231F20"/>
                </a:solidFill>
                <a:latin typeface="Arial"/>
                <a:ea typeface="Arial"/>
                <a:cs typeface="Arial"/>
              </a:defRPr>
            </a:pPr>
            <a:r>
              <a:rPr sz="1200" b="0">
                <a:solidFill>
                  <a:srgbClr val="231F20"/>
                </a:solidFill>
                <a:latin typeface="Arial"/>
                <a:ea typeface="Arial"/>
                <a:cs typeface="Arial"/>
              </a:rPr>
              <a:t>RD</a:t>
            </a:r>
          </a:p>
        </p:txBody>
      </p:sp>
      <p:sp>
        <p:nvSpPr>
          <p:cNvPr id="79" name="text-832">
            <a:extLst xmlns:a="http://schemas.openxmlformats.org/drawingml/2006/main">
              <a:ext uri="{FF2B5EF4-FFF2-40B4-BE49-F238E27FC236}">
                <a16:creationId xmlns:a16="http://schemas.microsoft.com/office/drawing/2014/main" id="{A0183286-5E41-4D66-B4A9-C05D85097359}"/>
              </a:ext>
            </a:extLst>
          </p:cNvPr>
          <p:cNvSpPr>
            <a:spLocks xmlns:a="http://schemas.openxmlformats.org/drawingml/2006/main" noGrp="1"/>
          </p:cNvSpPr>
          <p:nvPr/>
        </p:nvSpPr>
        <p:spPr>
          <a:xfrm xmlns:a="http://schemas.openxmlformats.org/drawingml/2006/main">
            <a:off x="1733550" y="4619625"/>
            <a:ext cx="1104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231F20"/>
                </a:solidFill>
                <a:latin typeface="Yu Gothic"/>
                <a:ea typeface="Yu Gothic"/>
                <a:cs typeface="Yu Gothic"/>
              </a:defRPr>
            </a:defPPr>
            <a:lvl1pPr algn="ctr">
              <a:defRPr sz="1350" b="1">
                <a:solidFill>
                  <a:srgbClr val="231F20"/>
                </a:solidFill>
                <a:latin typeface="Yu Gothic"/>
                <a:ea typeface="Yu Gothic"/>
                <a:cs typeface="Yu Gothic"/>
              </a:defRPr>
            </a:lvl1pPr>
            <a:lvl2pPr algn="ctr">
              <a:defRPr sz="1350" b="1">
                <a:solidFill>
                  <a:srgbClr val="231F20"/>
                </a:solidFill>
                <a:latin typeface="Yu Gothic"/>
                <a:ea typeface="Yu Gothic"/>
                <a:cs typeface="Yu Gothic"/>
              </a:defRPr>
            </a:lvl2pPr>
            <a:lvl3pPr algn="ctr">
              <a:defRPr sz="1350" b="1">
                <a:solidFill>
                  <a:srgbClr val="231F20"/>
                </a:solidFill>
                <a:latin typeface="Yu Gothic"/>
                <a:ea typeface="Yu Gothic"/>
                <a:cs typeface="Yu Gothic"/>
              </a:defRPr>
            </a:lvl3pPr>
            <a:lvl4pPr algn="ctr">
              <a:defRPr sz="1350" b="1">
                <a:solidFill>
                  <a:srgbClr val="231F20"/>
                </a:solidFill>
                <a:latin typeface="Yu Gothic"/>
                <a:ea typeface="Yu Gothic"/>
                <a:cs typeface="Yu Gothic"/>
              </a:defRPr>
            </a:lvl4pPr>
            <a:lvl5pPr algn="ctr">
              <a:defRPr sz="1350" b="1">
                <a:solidFill>
                  <a:srgbClr val="231F20"/>
                </a:solidFill>
                <a:latin typeface="Yu Gothic"/>
                <a:ea typeface="Yu Gothic"/>
                <a:cs typeface="Yu Gothic"/>
              </a:defRPr>
            </a:lvl5pPr>
            <a:lvl6pPr algn="ctr">
              <a:defRPr sz="1350" b="1">
                <a:solidFill>
                  <a:srgbClr val="231F20"/>
                </a:solidFill>
                <a:latin typeface="Yu Gothic"/>
                <a:ea typeface="Yu Gothic"/>
                <a:cs typeface="Yu Gothic"/>
              </a:defRPr>
            </a:lvl6pPr>
            <a:lvl7pPr algn="ctr">
              <a:defRPr sz="1350" b="1">
                <a:solidFill>
                  <a:srgbClr val="231F20"/>
                </a:solidFill>
                <a:latin typeface="Yu Gothic"/>
                <a:ea typeface="Yu Gothic"/>
                <a:cs typeface="Yu Gothic"/>
              </a:defRPr>
            </a:lvl7pPr>
            <a:lvl8pPr algn="ctr">
              <a:defRPr sz="1350" b="1">
                <a:solidFill>
                  <a:srgbClr val="231F20"/>
                </a:solidFill>
                <a:latin typeface="Yu Gothic"/>
                <a:ea typeface="Yu Gothic"/>
                <a:cs typeface="Yu Gothic"/>
              </a:defRPr>
            </a:lvl8pPr>
            <a:lvl9pPr algn="ctr">
              <a:defRPr sz="1350" b="1">
                <a:solidFill>
                  <a:srgbClr val="231F20"/>
                </a:solidFill>
                <a:latin typeface="Yu Gothic"/>
                <a:ea typeface="Yu Gothic"/>
                <a:cs typeface="Yu Gothic"/>
              </a:defRPr>
            </a:lvl9pPr>
          </a:lstStyle>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DDR3から</a:t>
            </a:r>
          </a:p>
          <a:p xmlns:a="http://schemas.openxmlformats.org/drawingml/2006/main">
            <a:pPr algn="ctr">
              <a:defRPr sz="1350" b="1">
                <a:solidFill>
                  <a:srgbClr val="231F20"/>
                </a:solidFill>
                <a:latin typeface="Yu Gothic"/>
                <a:ea typeface="Yu Gothic"/>
                <a:cs typeface="Yu Gothic"/>
              </a:defRPr>
            </a:pPr>
            <a:r>
              <a:rPr sz="1350" b="1">
                <a:solidFill>
                  <a:srgbClr val="231F20"/>
                </a:solidFill>
                <a:latin typeface="Yu Gothic"/>
                <a:ea typeface="Yu Gothic"/>
                <a:cs typeface="Yu Gothic"/>
              </a:rPr>
              <a:t>命令を読む</a:t>
            </a:r>
          </a:p>
        </p:txBody>
      </p:sp>
      <p:sp>
        <p:nvSpPr>
          <p:cNvPr id="80" name="wire-833">
            <a:extLst xmlns:a="http://schemas.openxmlformats.org/drawingml/2006/main">
              <a:ext uri="{FF2B5EF4-FFF2-40B4-BE49-F238E27FC236}">
                <a16:creationId xmlns:a16="http://schemas.microsoft.com/office/drawing/2014/main" id="{CB8A29C4-4A7B-49EE-825D-C543CD7ED38B}"/>
              </a:ext>
            </a:extLst>
          </p:cNvPr>
          <p:cNvSpPr>
            <a:spLocks xmlns:a="http://schemas.openxmlformats.org/drawingml/2006/main" noGrp="1"/>
          </p:cNvSpPr>
          <p:nvPr/>
        </p:nvSpPr>
        <p:spPr>
          <a:xfrm xmlns:a="http://schemas.openxmlformats.org/drawingml/2006/main">
            <a:off x="2981325" y="4457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1" name="wire-834">
            <a:extLst xmlns:a="http://schemas.openxmlformats.org/drawingml/2006/main">
              <a:ext uri="{FF2B5EF4-FFF2-40B4-BE49-F238E27FC236}">
                <a16:creationId xmlns:a16="http://schemas.microsoft.com/office/drawing/2014/main" id="{FF6AD59B-DAF6-492A-9FB8-99BB20DA0FDB}"/>
              </a:ext>
            </a:extLst>
          </p:cNvPr>
          <p:cNvSpPr>
            <a:spLocks xmlns:a="http://schemas.openxmlformats.org/drawingml/2006/main" noGrp="1"/>
          </p:cNvSpPr>
          <p:nvPr/>
        </p:nvSpPr>
        <p:spPr>
          <a:xfrm xmlns:a="http://schemas.openxmlformats.org/drawingml/2006/main">
            <a:off x="3200400" y="3381375"/>
            <a:ext cx="9525" cy="1076325"/>
          </a:xfrm>
          <a:custGeom xmlns:a="http://schemas.openxmlformats.org/drawingml/2006/main">
            <a:pathLst>
              <a:path w="9525" h="1076325">
                <a:moveTo>
                  <a:pt x="0" y="1076325"/>
                </a:moveTo>
                <a:lnTo>
                  <a:pt x="0" y="0"/>
                </a:lnTo>
              </a:path>
            </a:pathLst>
          </a:custGeom>
          <a:noFill xmlns:a="http://schemas.openxmlformats.org/drawingml/2006/main"/>
          <a:ln xmlns:a="http://schemas.openxmlformats.org/drawingml/2006/main" w="21908">
            <a:solidFill>
              <a:srgbClr val="231F20"/>
            </a:solidFill>
          </a:ln>
        </p:spPr>
      </p:sp>
      <p:sp>
        <p:nvSpPr>
          <p:cNvPr id="82" name="wire-835">
            <a:extLst xmlns:a="http://schemas.openxmlformats.org/drawingml/2006/main">
              <a:ext uri="{FF2B5EF4-FFF2-40B4-BE49-F238E27FC236}">
                <a16:creationId xmlns:a16="http://schemas.microsoft.com/office/drawing/2014/main" id="{C52D918C-D14C-484F-8136-60D0219E1067}"/>
              </a:ext>
            </a:extLst>
          </p:cNvPr>
          <p:cNvSpPr>
            <a:spLocks xmlns:a="http://schemas.openxmlformats.org/drawingml/2006/main" noGrp="1"/>
          </p:cNvSpPr>
          <p:nvPr/>
        </p:nvSpPr>
        <p:spPr>
          <a:xfrm xmlns:a="http://schemas.openxmlformats.org/drawingml/2006/main">
            <a:off x="3200400" y="338137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231F20"/>
            </a:solidFill>
          </a:ln>
        </p:spPr>
      </p:sp>
      <p:sp>
        <p:nvSpPr>
          <p:cNvPr id="83" name="circuit-836">
            <a:extLst xmlns:a="http://schemas.openxmlformats.org/drawingml/2006/main">
              <a:ext uri="{FF2B5EF4-FFF2-40B4-BE49-F238E27FC236}">
                <a16:creationId xmlns:a16="http://schemas.microsoft.com/office/drawing/2014/main" id="{BB3AD766-3D8B-4D8D-9C00-BCA588C306EF}"/>
              </a:ext>
            </a:extLst>
          </p:cNvPr>
          <p:cNvSpPr>
            <a:spLocks xmlns:a="http://schemas.openxmlformats.org/drawingml/2006/main" noGrp="1"/>
          </p:cNvSpPr>
          <p:nvPr/>
        </p:nvSpPr>
        <p:spPr>
          <a:xfrm xmlns:a="http://schemas.openxmlformats.org/drawingml/2006/main">
            <a:off x="3343275" y="3349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4" name="circuit-837">
            <a:extLst xmlns:a="http://schemas.openxmlformats.org/drawingml/2006/main">
              <a:ext uri="{FF2B5EF4-FFF2-40B4-BE49-F238E27FC236}">
                <a16:creationId xmlns:a16="http://schemas.microsoft.com/office/drawing/2014/main" id="{FCB0FBAC-0D6F-4084-9A13-3DD1359A92A4}"/>
              </a:ext>
            </a:extLst>
          </p:cNvPr>
          <p:cNvSpPr>
            <a:spLocks xmlns:a="http://schemas.openxmlformats.org/drawingml/2006/main" noGrp="1"/>
          </p:cNvSpPr>
          <p:nvPr/>
        </p:nvSpPr>
        <p:spPr>
          <a:xfrm xmlns:a="http://schemas.openxmlformats.org/drawingml/2006/main">
            <a:off x="1743075" y="3400425"/>
            <a:ext cx="419100" cy="419100"/>
          </a:xfrm>
          <a:custGeom xmlns:a="http://schemas.openxmlformats.org/drawingml/2006/main">
            <a:pathLst>
              <a:path w="419100" h="419100">
                <a:moveTo>
                  <a:pt x="0" y="0"/>
                </a:moveTo>
                <a:lnTo>
                  <a:pt x="419100" y="104775"/>
                </a:lnTo>
                <a:lnTo>
                  <a:pt x="419100" y="314325"/>
                </a:lnTo>
                <a:lnTo>
                  <a:pt x="0" y="419100"/>
                </a:lnTo>
                <a:lnTo>
                  <a:pt x="0" y="295275"/>
                </a:lnTo>
                <a:lnTo>
                  <a:pt x="95250" y="209550"/>
                </a:lnTo>
                <a:lnTo>
                  <a:pt x="0" y="95250"/>
                </a:lnTo>
                <a:close/>
              </a:path>
            </a:pathLst>
          </a:custGeom>
          <a:solidFill xmlns:a="http://schemas.openxmlformats.org/drawingml/2006/main">
            <a:srgbClr val="FFFFFF"/>
          </a:solidFill>
          <a:ln xmlns:a="http://schemas.openxmlformats.org/drawingml/2006/main" w="20955">
            <a:solidFill>
              <a:srgbClr val="231F20"/>
            </a:solidFill>
          </a:ln>
        </p:spPr>
      </p:sp>
      <p:sp>
        <p:nvSpPr>
          <p:cNvPr id="85" name="text-838">
            <a:extLst xmlns:a="http://schemas.openxmlformats.org/drawingml/2006/main">
              <a:ext uri="{FF2B5EF4-FFF2-40B4-BE49-F238E27FC236}">
                <a16:creationId xmlns:a16="http://schemas.microsoft.com/office/drawing/2014/main" id="{4C5F6C61-442E-49EE-B316-1DDEDBD96E98}"/>
              </a:ext>
            </a:extLst>
          </p:cNvPr>
          <p:cNvSpPr>
            <a:spLocks xmlns:a="http://schemas.openxmlformats.org/drawingml/2006/main" noGrp="1"/>
          </p:cNvSpPr>
          <p:nvPr/>
        </p:nvSpPr>
        <p:spPr>
          <a:xfrm xmlns:a="http://schemas.openxmlformats.org/drawingml/2006/main">
            <a:off x="1895475" y="3467100"/>
            <a:ext cx="238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a:t>
            </a:r>
          </a:p>
        </p:txBody>
      </p:sp>
      <p:sp>
        <p:nvSpPr>
          <p:cNvPr id="86" name="wire-839">
            <a:extLst xmlns:a="http://schemas.openxmlformats.org/drawingml/2006/main">
              <a:ext uri="{FF2B5EF4-FFF2-40B4-BE49-F238E27FC236}">
                <a16:creationId xmlns:a16="http://schemas.microsoft.com/office/drawing/2014/main" id="{4C4AB294-78D9-44E0-838C-957D5597E607}"/>
              </a:ext>
            </a:extLst>
          </p:cNvPr>
          <p:cNvSpPr>
            <a:spLocks xmlns:a="http://schemas.openxmlformats.org/drawingml/2006/main" noGrp="1"/>
          </p:cNvSpPr>
          <p:nvPr/>
        </p:nvSpPr>
        <p:spPr>
          <a:xfrm xmlns:a="http://schemas.openxmlformats.org/drawingml/2006/main">
            <a:off x="1419225" y="3505200"/>
            <a:ext cx="9525" cy="952500"/>
          </a:xfrm>
          <a:custGeom xmlns:a="http://schemas.openxmlformats.org/drawingml/2006/main">
            <a:pathLst>
              <a:path w="9525" h="952500">
                <a:moveTo>
                  <a:pt x="0" y="952500"/>
                </a:moveTo>
                <a:lnTo>
                  <a:pt x="0" y="0"/>
                </a:lnTo>
              </a:path>
            </a:pathLst>
          </a:custGeom>
          <a:noFill xmlns:a="http://schemas.openxmlformats.org/drawingml/2006/main"/>
          <a:ln xmlns:a="http://schemas.openxmlformats.org/drawingml/2006/main" w="23813">
            <a:solidFill>
              <a:srgbClr val="231F20"/>
            </a:solidFill>
          </a:ln>
        </p:spPr>
      </p:sp>
      <p:sp>
        <p:nvSpPr>
          <p:cNvPr id="87" name="wire-840">
            <a:extLst xmlns:a="http://schemas.openxmlformats.org/drawingml/2006/main">
              <a:ext uri="{FF2B5EF4-FFF2-40B4-BE49-F238E27FC236}">
                <a16:creationId xmlns:a16="http://schemas.microsoft.com/office/drawing/2014/main" id="{3676F5EF-9706-40E5-9C54-93F1EC8C6AEC}"/>
              </a:ext>
            </a:extLst>
          </p:cNvPr>
          <p:cNvSpPr>
            <a:spLocks xmlns:a="http://schemas.openxmlformats.org/drawingml/2006/main" noGrp="1"/>
          </p:cNvSpPr>
          <p:nvPr/>
        </p:nvSpPr>
        <p:spPr>
          <a:xfrm xmlns:a="http://schemas.openxmlformats.org/drawingml/2006/main">
            <a:off x="1419225" y="3505200"/>
            <a:ext cx="323850" cy="9525"/>
          </a:xfrm>
          <a:custGeom xmlns:a="http://schemas.openxmlformats.org/drawingml/2006/main">
            <a:pathLst>
              <a:path w="323850" h="9525">
                <a:moveTo>
                  <a:pt x="0" y="0"/>
                </a:moveTo>
                <a:lnTo>
                  <a:pt x="323850" y="0"/>
                </a:lnTo>
              </a:path>
            </a:pathLst>
          </a:custGeom>
          <a:noFill xmlns:a="http://schemas.openxmlformats.org/drawingml/2006/main"/>
          <a:ln xmlns:a="http://schemas.openxmlformats.org/drawingml/2006/main" w="23813">
            <a:solidFill>
              <a:srgbClr val="231F20"/>
            </a:solidFill>
          </a:ln>
        </p:spPr>
      </p:sp>
      <p:sp>
        <p:nvSpPr>
          <p:cNvPr id="88" name="circuit-841">
            <a:extLst xmlns:a="http://schemas.openxmlformats.org/drawingml/2006/main">
              <a:ext uri="{FF2B5EF4-FFF2-40B4-BE49-F238E27FC236}">
                <a16:creationId xmlns:a16="http://schemas.microsoft.com/office/drawing/2014/main" id="{41AA7733-A302-46B0-98EC-2339818018F1}"/>
              </a:ext>
            </a:extLst>
          </p:cNvPr>
          <p:cNvSpPr>
            <a:spLocks xmlns:a="http://schemas.openxmlformats.org/drawingml/2006/main" noGrp="1"/>
          </p:cNvSpPr>
          <p:nvPr/>
        </p:nvSpPr>
        <p:spPr>
          <a:xfrm xmlns:a="http://schemas.openxmlformats.org/drawingml/2006/main">
            <a:off x="1666875" y="3473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89" name="text-842">
            <a:extLst xmlns:a="http://schemas.openxmlformats.org/drawingml/2006/main">
              <a:ext uri="{FF2B5EF4-FFF2-40B4-BE49-F238E27FC236}">
                <a16:creationId xmlns:a16="http://schemas.microsoft.com/office/drawing/2014/main" id="{9C467BF2-881E-49D4-AE2A-E2F91B44D087}"/>
              </a:ext>
            </a:extLst>
          </p:cNvPr>
          <p:cNvSpPr>
            <a:spLocks xmlns:a="http://schemas.openxmlformats.org/drawingml/2006/main" noGrp="1"/>
          </p:cNvSpPr>
          <p:nvPr/>
        </p:nvSpPr>
        <p:spPr>
          <a:xfrm xmlns:a="http://schemas.openxmlformats.org/drawingml/2006/main">
            <a:off x="1504950" y="3638550"/>
            <a:ext cx="190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231F20"/>
                </a:solidFill>
                <a:latin typeface="Arial"/>
                <a:ea typeface="Arial"/>
                <a:cs typeface="Arial"/>
              </a:defRPr>
            </a:defPPr>
            <a:lvl1pPr algn="l">
              <a:defRPr sz="1425" b="0">
                <a:solidFill>
                  <a:srgbClr val="231F20"/>
                </a:solidFill>
                <a:latin typeface="Arial"/>
                <a:ea typeface="Arial"/>
                <a:cs typeface="Arial"/>
              </a:defRPr>
            </a:lvl1pPr>
            <a:lvl2pPr algn="l">
              <a:defRPr sz="1425" b="0">
                <a:solidFill>
                  <a:srgbClr val="231F20"/>
                </a:solidFill>
                <a:latin typeface="Arial"/>
                <a:ea typeface="Arial"/>
                <a:cs typeface="Arial"/>
              </a:defRPr>
            </a:lvl2pPr>
            <a:lvl3pPr algn="l">
              <a:defRPr sz="1425" b="0">
                <a:solidFill>
                  <a:srgbClr val="231F20"/>
                </a:solidFill>
                <a:latin typeface="Arial"/>
                <a:ea typeface="Arial"/>
                <a:cs typeface="Arial"/>
              </a:defRPr>
            </a:lvl3pPr>
            <a:lvl4pPr algn="l">
              <a:defRPr sz="1425" b="0">
                <a:solidFill>
                  <a:srgbClr val="231F20"/>
                </a:solidFill>
                <a:latin typeface="Arial"/>
                <a:ea typeface="Arial"/>
                <a:cs typeface="Arial"/>
              </a:defRPr>
            </a:lvl4pPr>
            <a:lvl5pPr algn="l">
              <a:defRPr sz="1425" b="0">
                <a:solidFill>
                  <a:srgbClr val="231F20"/>
                </a:solidFill>
                <a:latin typeface="Arial"/>
                <a:ea typeface="Arial"/>
                <a:cs typeface="Arial"/>
              </a:defRPr>
            </a:lvl5pPr>
            <a:lvl6pPr algn="l">
              <a:defRPr sz="1425" b="0">
                <a:solidFill>
                  <a:srgbClr val="231F20"/>
                </a:solidFill>
                <a:latin typeface="Arial"/>
                <a:ea typeface="Arial"/>
                <a:cs typeface="Arial"/>
              </a:defRPr>
            </a:lvl6pPr>
            <a:lvl7pPr algn="l">
              <a:defRPr sz="1425" b="0">
                <a:solidFill>
                  <a:srgbClr val="231F20"/>
                </a:solidFill>
                <a:latin typeface="Arial"/>
                <a:ea typeface="Arial"/>
                <a:cs typeface="Arial"/>
              </a:defRPr>
            </a:lvl7pPr>
            <a:lvl8pPr algn="l">
              <a:defRPr sz="1425" b="0">
                <a:solidFill>
                  <a:srgbClr val="231F20"/>
                </a:solidFill>
                <a:latin typeface="Arial"/>
                <a:ea typeface="Arial"/>
                <a:cs typeface="Arial"/>
              </a:defRPr>
            </a:lvl8pPr>
            <a:lvl9pPr algn="l">
              <a:defRPr sz="1425" b="0">
                <a:solidFill>
                  <a:srgbClr val="231F20"/>
                </a:solidFill>
                <a:latin typeface="Arial"/>
                <a:ea typeface="Arial"/>
                <a:cs typeface="Arial"/>
              </a:defRPr>
            </a:lvl9pPr>
          </a:lstStyle>
          <a:p xmlns:a="http://schemas.openxmlformats.org/drawingml/2006/main">
            <a:pPr algn="l">
              <a:defRPr sz="1425" b="0">
                <a:solidFill>
                  <a:srgbClr val="231F20"/>
                </a:solidFill>
                <a:latin typeface="Arial"/>
                <a:ea typeface="Arial"/>
                <a:cs typeface="Arial"/>
              </a:defRPr>
            </a:pPr>
            <a:r>
              <a:rPr sz="1425" b="0">
                <a:solidFill>
                  <a:srgbClr val="231F20"/>
                </a:solidFill>
                <a:latin typeface="Arial"/>
                <a:ea typeface="Arial"/>
                <a:cs typeface="Arial"/>
              </a:rPr>
              <a:t>4</a:t>
            </a:r>
          </a:p>
        </p:txBody>
      </p:sp>
      <p:sp>
        <p:nvSpPr>
          <p:cNvPr id="90" name="wire-843">
            <a:extLst xmlns:a="http://schemas.openxmlformats.org/drawingml/2006/main">
              <a:ext uri="{FF2B5EF4-FFF2-40B4-BE49-F238E27FC236}">
                <a16:creationId xmlns:a16="http://schemas.microsoft.com/office/drawing/2014/main" id="{07F45CCC-D674-4A08-84AA-57FED9A640B4}"/>
              </a:ext>
            </a:extLst>
          </p:cNvPr>
          <p:cNvSpPr>
            <a:spLocks xmlns:a="http://schemas.openxmlformats.org/drawingml/2006/main" noGrp="1"/>
          </p:cNvSpPr>
          <p:nvPr/>
        </p:nvSpPr>
        <p:spPr>
          <a:xfrm xmlns:a="http://schemas.openxmlformats.org/drawingml/2006/main">
            <a:off x="1695450" y="3705225"/>
            <a:ext cx="47625" cy="9525"/>
          </a:xfrm>
          <a:custGeom xmlns:a="http://schemas.openxmlformats.org/drawingml/2006/main">
            <a:pathLst>
              <a:path w="47625" h="9525">
                <a:moveTo>
                  <a:pt x="0" y="0"/>
                </a:moveTo>
                <a:lnTo>
                  <a:pt x="47625" y="0"/>
                </a:lnTo>
              </a:path>
            </a:pathLst>
          </a:custGeom>
          <a:noFill xmlns:a="http://schemas.openxmlformats.org/drawingml/2006/main"/>
          <a:ln xmlns:a="http://schemas.openxmlformats.org/drawingml/2006/main" w="23813">
            <a:solidFill>
              <a:srgbClr val="231F20"/>
            </a:solidFill>
          </a:ln>
        </p:spPr>
      </p:sp>
      <p:sp>
        <p:nvSpPr>
          <p:cNvPr id="91" name="circuit-844">
            <a:extLst xmlns:a="http://schemas.openxmlformats.org/drawingml/2006/main">
              <a:ext uri="{FF2B5EF4-FFF2-40B4-BE49-F238E27FC236}">
                <a16:creationId xmlns:a16="http://schemas.microsoft.com/office/drawing/2014/main" id="{52C0BF26-997B-47E3-BA4E-4AF3EFC869D0}"/>
              </a:ext>
            </a:extLst>
          </p:cNvPr>
          <p:cNvSpPr>
            <a:spLocks xmlns:a="http://schemas.openxmlformats.org/drawingml/2006/main" noGrp="1"/>
          </p:cNvSpPr>
          <p:nvPr/>
        </p:nvSpPr>
        <p:spPr>
          <a:xfrm xmlns:a="http://schemas.openxmlformats.org/drawingml/2006/main">
            <a:off x="1666875" y="367379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2" name="wire-845">
            <a:extLst xmlns:a="http://schemas.openxmlformats.org/drawingml/2006/main">
              <a:ext uri="{FF2B5EF4-FFF2-40B4-BE49-F238E27FC236}">
                <a16:creationId xmlns:a16="http://schemas.microsoft.com/office/drawing/2014/main" id="{5138A42E-7159-47A7-BB49-FEBB4EC02E2D}"/>
              </a:ext>
            </a:extLst>
          </p:cNvPr>
          <p:cNvSpPr>
            <a:spLocks xmlns:a="http://schemas.openxmlformats.org/drawingml/2006/main" noGrp="1"/>
          </p:cNvSpPr>
          <p:nvPr/>
        </p:nvSpPr>
        <p:spPr>
          <a:xfrm xmlns:a="http://schemas.openxmlformats.org/drawingml/2006/main">
            <a:off x="2162175" y="3609975"/>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23813">
            <a:solidFill>
              <a:srgbClr val="231F20"/>
            </a:solidFill>
          </a:ln>
        </p:spPr>
      </p:sp>
      <p:sp>
        <p:nvSpPr>
          <p:cNvPr id="93" name="wire-846">
            <a:extLst xmlns:a="http://schemas.openxmlformats.org/drawingml/2006/main">
              <a:ext uri="{FF2B5EF4-FFF2-40B4-BE49-F238E27FC236}">
                <a16:creationId xmlns:a16="http://schemas.microsoft.com/office/drawing/2014/main" id="{438839BF-521E-4F29-879F-852248D0EDB7}"/>
              </a:ext>
            </a:extLst>
          </p:cNvPr>
          <p:cNvSpPr>
            <a:spLocks xmlns:a="http://schemas.openxmlformats.org/drawingml/2006/main" noGrp="1"/>
          </p:cNvSpPr>
          <p:nvPr/>
        </p:nvSpPr>
        <p:spPr>
          <a:xfrm xmlns:a="http://schemas.openxmlformats.org/drawingml/2006/main">
            <a:off x="2352675" y="3295650"/>
            <a:ext cx="9525" cy="314325"/>
          </a:xfrm>
          <a:custGeom xmlns:a="http://schemas.openxmlformats.org/drawingml/2006/main">
            <a:pathLst>
              <a:path w="9525" h="314325">
                <a:moveTo>
                  <a:pt x="0" y="314325"/>
                </a:moveTo>
                <a:lnTo>
                  <a:pt x="0" y="0"/>
                </a:lnTo>
              </a:path>
            </a:pathLst>
          </a:custGeom>
          <a:noFill xmlns:a="http://schemas.openxmlformats.org/drawingml/2006/main"/>
          <a:ln xmlns:a="http://schemas.openxmlformats.org/drawingml/2006/main" w="23813">
            <a:solidFill>
              <a:srgbClr val="231F20"/>
            </a:solidFill>
          </a:ln>
        </p:spPr>
      </p:sp>
      <p:sp>
        <p:nvSpPr>
          <p:cNvPr id="94" name="wire-847">
            <a:extLst xmlns:a="http://schemas.openxmlformats.org/drawingml/2006/main">
              <a:ext uri="{FF2B5EF4-FFF2-40B4-BE49-F238E27FC236}">
                <a16:creationId xmlns:a16="http://schemas.microsoft.com/office/drawing/2014/main" id="{9C9EC8F6-8A2A-438F-9E81-13ACC2D2F709}"/>
              </a:ext>
            </a:extLst>
          </p:cNvPr>
          <p:cNvSpPr>
            <a:spLocks xmlns:a="http://schemas.openxmlformats.org/drawingml/2006/main" noGrp="1"/>
          </p:cNvSpPr>
          <p:nvPr/>
        </p:nvSpPr>
        <p:spPr>
          <a:xfrm xmlns:a="http://schemas.openxmlformats.org/drawingml/2006/main">
            <a:off x="914400" y="3295650"/>
            <a:ext cx="1438275" cy="9525"/>
          </a:xfrm>
          <a:custGeom xmlns:a="http://schemas.openxmlformats.org/drawingml/2006/main">
            <a:pathLst>
              <a:path w="1438275" h="9525">
                <a:moveTo>
                  <a:pt x="1438275" y="0"/>
                </a:moveTo>
                <a:lnTo>
                  <a:pt x="0" y="0"/>
                </a:lnTo>
              </a:path>
            </a:pathLst>
          </a:custGeom>
          <a:noFill xmlns:a="http://schemas.openxmlformats.org/drawingml/2006/main"/>
          <a:ln xmlns:a="http://schemas.openxmlformats.org/drawingml/2006/main" w="23813">
            <a:solidFill>
              <a:srgbClr val="231F20"/>
            </a:solidFill>
          </a:ln>
        </p:spPr>
      </p:sp>
      <p:sp>
        <p:nvSpPr>
          <p:cNvPr id="95" name="wire-848">
            <a:extLst xmlns:a="http://schemas.openxmlformats.org/drawingml/2006/main">
              <a:ext uri="{FF2B5EF4-FFF2-40B4-BE49-F238E27FC236}">
                <a16:creationId xmlns:a16="http://schemas.microsoft.com/office/drawing/2014/main" id="{8261ABC2-07CB-418D-8E98-4F5652F1E3F3}"/>
              </a:ext>
            </a:extLst>
          </p:cNvPr>
          <p:cNvSpPr>
            <a:spLocks xmlns:a="http://schemas.openxmlformats.org/drawingml/2006/main" noGrp="1"/>
          </p:cNvSpPr>
          <p:nvPr/>
        </p:nvSpPr>
        <p:spPr>
          <a:xfrm xmlns:a="http://schemas.openxmlformats.org/drawingml/2006/main">
            <a:off x="914400" y="3295650"/>
            <a:ext cx="9525" cy="1162050"/>
          </a:xfrm>
          <a:custGeom xmlns:a="http://schemas.openxmlformats.org/drawingml/2006/main">
            <a:pathLst>
              <a:path w="9525" h="1162050">
                <a:moveTo>
                  <a:pt x="0" y="0"/>
                </a:moveTo>
                <a:lnTo>
                  <a:pt x="0" y="1162050"/>
                </a:lnTo>
              </a:path>
            </a:pathLst>
          </a:custGeom>
          <a:noFill xmlns:a="http://schemas.openxmlformats.org/drawingml/2006/main"/>
          <a:ln xmlns:a="http://schemas.openxmlformats.org/drawingml/2006/main" w="23813">
            <a:solidFill>
              <a:srgbClr val="231F20"/>
            </a:solidFill>
          </a:ln>
        </p:spPr>
      </p:sp>
      <p:sp>
        <p:nvSpPr>
          <p:cNvPr id="96" name="wire-849">
            <a:extLst xmlns:a="http://schemas.openxmlformats.org/drawingml/2006/main">
              <a:ext uri="{FF2B5EF4-FFF2-40B4-BE49-F238E27FC236}">
                <a16:creationId xmlns:a16="http://schemas.microsoft.com/office/drawing/2014/main" id="{0B8E8CC2-D645-4B10-9244-FED82F54841F}"/>
              </a:ext>
            </a:extLst>
          </p:cNvPr>
          <p:cNvSpPr>
            <a:spLocks xmlns:a="http://schemas.openxmlformats.org/drawingml/2006/main" noGrp="1"/>
          </p:cNvSpPr>
          <p:nvPr/>
        </p:nvSpPr>
        <p:spPr>
          <a:xfrm xmlns:a="http://schemas.openxmlformats.org/drawingml/2006/main">
            <a:off x="914400" y="4457700"/>
            <a:ext cx="95250" cy="9525"/>
          </a:xfrm>
          <a:custGeom xmlns:a="http://schemas.openxmlformats.org/drawingml/2006/main">
            <a:pathLst>
              <a:path w="95250" h="9525">
                <a:moveTo>
                  <a:pt x="0" y="0"/>
                </a:moveTo>
                <a:lnTo>
                  <a:pt x="95250" y="0"/>
                </a:lnTo>
              </a:path>
            </a:pathLst>
          </a:custGeom>
          <a:noFill xmlns:a="http://schemas.openxmlformats.org/drawingml/2006/main"/>
          <a:ln xmlns:a="http://schemas.openxmlformats.org/drawingml/2006/main" w="23813">
            <a:solidFill>
              <a:srgbClr val="231F20"/>
            </a:solidFill>
          </a:ln>
        </p:spPr>
      </p:sp>
      <p:sp>
        <p:nvSpPr>
          <p:cNvPr id="97" name="circuit-850">
            <a:extLst xmlns:a="http://schemas.openxmlformats.org/drawingml/2006/main">
              <a:ext uri="{FF2B5EF4-FFF2-40B4-BE49-F238E27FC236}">
                <a16:creationId xmlns:a16="http://schemas.microsoft.com/office/drawing/2014/main" id="{48226093-1C47-4935-A742-BA86414DA3BD}"/>
              </a:ext>
            </a:extLst>
          </p:cNvPr>
          <p:cNvSpPr>
            <a:spLocks xmlns:a="http://schemas.openxmlformats.org/drawingml/2006/main" noGrp="1"/>
          </p:cNvSpPr>
          <p:nvPr/>
        </p:nvSpPr>
        <p:spPr>
          <a:xfrm xmlns:a="http://schemas.openxmlformats.org/drawingml/2006/main">
            <a:off x="933450" y="4426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98" name="text-851">
            <a:extLst xmlns:a="http://schemas.openxmlformats.org/drawingml/2006/main">
              <a:ext uri="{FF2B5EF4-FFF2-40B4-BE49-F238E27FC236}">
                <a16:creationId xmlns:a16="http://schemas.microsoft.com/office/drawing/2014/main" id="{4B49BD94-BCEE-464E-9FC4-B8CA1B81C41B}"/>
              </a:ext>
            </a:extLst>
          </p:cNvPr>
          <p:cNvSpPr>
            <a:spLocks xmlns:a="http://schemas.openxmlformats.org/drawingml/2006/main" noGrp="1"/>
          </p:cNvSpPr>
          <p:nvPr/>
        </p:nvSpPr>
        <p:spPr>
          <a:xfrm xmlns:a="http://schemas.openxmlformats.org/drawingml/2006/main">
            <a:off x="933450" y="3314700"/>
            <a:ext cx="762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PC + 4</a:t>
            </a:r>
          </a:p>
        </p:txBody>
      </p:sp>
      <p:sp>
        <p:nvSpPr>
          <p:cNvPr id="99" name="wire-852">
            <a:extLst xmlns:a="http://schemas.openxmlformats.org/drawingml/2006/main">
              <a:ext uri="{FF2B5EF4-FFF2-40B4-BE49-F238E27FC236}">
                <a16:creationId xmlns:a16="http://schemas.microsoft.com/office/drawing/2014/main" id="{40B8FD0B-34B7-46B1-9EF2-5D1C8575F8C5}"/>
              </a:ext>
            </a:extLst>
          </p:cNvPr>
          <p:cNvSpPr>
            <a:spLocks xmlns:a="http://schemas.openxmlformats.org/drawingml/2006/main" noGrp="1"/>
          </p:cNvSpPr>
          <p:nvPr/>
        </p:nvSpPr>
        <p:spPr>
          <a:xfrm xmlns:a="http://schemas.openxmlformats.org/drawingml/2006/main">
            <a:off x="4972050" y="3514725"/>
            <a:ext cx="9525" cy="133350"/>
          </a:xfrm>
          <a:custGeom xmlns:a="http://schemas.openxmlformats.org/drawingml/2006/main">
            <a:pathLst>
              <a:path w="9525" h="133350">
                <a:moveTo>
                  <a:pt x="0" y="0"/>
                </a:moveTo>
                <a:lnTo>
                  <a:pt x="0" y="133350"/>
                </a:lnTo>
              </a:path>
            </a:pathLst>
          </a:custGeom>
          <a:noFill xmlns:a="http://schemas.openxmlformats.org/drawingml/2006/main"/>
          <a:ln xmlns:a="http://schemas.openxmlformats.org/drawingml/2006/main" w="20003">
            <a:solidFill>
              <a:srgbClr val="1572C3"/>
            </a:solidFill>
          </a:ln>
        </p:spPr>
      </p:sp>
      <p:sp>
        <p:nvSpPr>
          <p:cNvPr id="100" name="wire-853">
            <a:extLst xmlns:a="http://schemas.openxmlformats.org/drawingml/2006/main">
              <a:ext uri="{FF2B5EF4-FFF2-40B4-BE49-F238E27FC236}">
                <a16:creationId xmlns:a16="http://schemas.microsoft.com/office/drawing/2014/main" id="{967FD8E6-DCF0-414A-B04C-84D188A0639B}"/>
              </a:ext>
            </a:extLst>
          </p:cNvPr>
          <p:cNvSpPr>
            <a:spLocks xmlns:a="http://schemas.openxmlformats.org/drawingml/2006/main" noGrp="1"/>
          </p:cNvSpPr>
          <p:nvPr/>
        </p:nvSpPr>
        <p:spPr>
          <a:xfrm xmlns:a="http://schemas.openxmlformats.org/drawingml/2006/main">
            <a:off x="3619500" y="3648075"/>
            <a:ext cx="1352550" cy="9525"/>
          </a:xfrm>
          <a:custGeom xmlns:a="http://schemas.openxmlformats.org/drawingml/2006/main">
            <a:pathLst>
              <a:path w="1352550" h="9525">
                <a:moveTo>
                  <a:pt x="1352550" y="0"/>
                </a:moveTo>
                <a:lnTo>
                  <a:pt x="0" y="0"/>
                </a:lnTo>
              </a:path>
            </a:pathLst>
          </a:custGeom>
          <a:noFill xmlns:a="http://schemas.openxmlformats.org/drawingml/2006/main"/>
          <a:ln xmlns:a="http://schemas.openxmlformats.org/drawingml/2006/main" w="20003">
            <a:solidFill>
              <a:srgbClr val="1572C3"/>
            </a:solidFill>
          </a:ln>
        </p:spPr>
      </p:sp>
      <p:sp>
        <p:nvSpPr>
          <p:cNvPr id="101" name="wire-854">
            <a:extLst xmlns:a="http://schemas.openxmlformats.org/drawingml/2006/main">
              <a:ext uri="{FF2B5EF4-FFF2-40B4-BE49-F238E27FC236}">
                <a16:creationId xmlns:a16="http://schemas.microsoft.com/office/drawing/2014/main" id="{C7128A5E-74F7-4E70-99A3-5189AD2A251C}"/>
              </a:ext>
            </a:extLst>
          </p:cNvPr>
          <p:cNvSpPr>
            <a:spLocks xmlns:a="http://schemas.openxmlformats.org/drawingml/2006/main" noGrp="1"/>
          </p:cNvSpPr>
          <p:nvPr/>
        </p:nvSpPr>
        <p:spPr>
          <a:xfrm xmlns:a="http://schemas.openxmlformats.org/drawingml/2006/main">
            <a:off x="3619500" y="3648075"/>
            <a:ext cx="9525" cy="561975"/>
          </a:xfrm>
          <a:custGeom xmlns:a="http://schemas.openxmlformats.org/drawingml/2006/main">
            <a:pathLst>
              <a:path w="9525" h="561975">
                <a:moveTo>
                  <a:pt x="0" y="0"/>
                </a:moveTo>
                <a:lnTo>
                  <a:pt x="0" y="561975"/>
                </a:lnTo>
              </a:path>
            </a:pathLst>
          </a:custGeom>
          <a:noFill xmlns:a="http://schemas.openxmlformats.org/drawingml/2006/main"/>
          <a:ln xmlns:a="http://schemas.openxmlformats.org/drawingml/2006/main" w="20003">
            <a:solidFill>
              <a:srgbClr val="1572C3"/>
            </a:solidFill>
          </a:ln>
        </p:spPr>
      </p:sp>
      <p:sp>
        <p:nvSpPr>
          <p:cNvPr id="102" name="wire-855">
            <a:extLst xmlns:a="http://schemas.openxmlformats.org/drawingml/2006/main">
              <a:ext uri="{FF2B5EF4-FFF2-40B4-BE49-F238E27FC236}">
                <a16:creationId xmlns:a16="http://schemas.microsoft.com/office/drawing/2014/main" id="{86A70892-DD72-47BC-9591-43BB8476DC03}"/>
              </a:ext>
            </a:extLst>
          </p:cNvPr>
          <p:cNvSpPr>
            <a:spLocks xmlns:a="http://schemas.openxmlformats.org/drawingml/2006/main" noGrp="1"/>
          </p:cNvSpPr>
          <p:nvPr/>
        </p:nvSpPr>
        <p:spPr>
          <a:xfrm xmlns:a="http://schemas.openxmlformats.org/drawingml/2006/main">
            <a:off x="3619500" y="4210050"/>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0003">
            <a:solidFill>
              <a:srgbClr val="1572C3"/>
            </a:solidFill>
          </a:ln>
        </p:spPr>
      </p:sp>
      <p:sp>
        <p:nvSpPr>
          <p:cNvPr id="103" name="circuit-856">
            <a:extLst xmlns:a="http://schemas.openxmlformats.org/drawingml/2006/main">
              <a:ext uri="{FF2B5EF4-FFF2-40B4-BE49-F238E27FC236}">
                <a16:creationId xmlns:a16="http://schemas.microsoft.com/office/drawing/2014/main" id="{29CE5B60-5DCD-4001-B5F6-96B5F6C396A2}"/>
              </a:ext>
            </a:extLst>
          </p:cNvPr>
          <p:cNvSpPr>
            <a:spLocks xmlns:a="http://schemas.openxmlformats.org/drawingml/2006/main" noGrp="1"/>
          </p:cNvSpPr>
          <p:nvPr/>
        </p:nvSpPr>
        <p:spPr>
          <a:xfrm xmlns:a="http://schemas.openxmlformats.org/drawingml/2006/main">
            <a:off x="3714750"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4" name="wire-857">
            <a:extLst xmlns:a="http://schemas.openxmlformats.org/drawingml/2006/main">
              <a:ext uri="{FF2B5EF4-FFF2-40B4-BE49-F238E27FC236}">
                <a16:creationId xmlns:a16="http://schemas.microsoft.com/office/drawing/2014/main" id="{AAC0EF6C-B14F-4437-860A-66655A4E82E6}"/>
              </a:ext>
            </a:extLst>
          </p:cNvPr>
          <p:cNvSpPr>
            <a:spLocks xmlns:a="http://schemas.openxmlformats.org/drawingml/2006/main" noGrp="1"/>
          </p:cNvSpPr>
          <p:nvPr/>
        </p:nvSpPr>
        <p:spPr>
          <a:xfrm xmlns:a="http://schemas.openxmlformats.org/drawingml/2006/main">
            <a:off x="4048125" y="3514725"/>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21908">
            <a:solidFill>
              <a:srgbClr val="1572C3"/>
            </a:solidFill>
          </a:ln>
        </p:spPr>
      </p:sp>
      <p:sp>
        <p:nvSpPr>
          <p:cNvPr id="105" name="wire-858">
            <a:extLst xmlns:a="http://schemas.openxmlformats.org/drawingml/2006/main">
              <a:ext uri="{FF2B5EF4-FFF2-40B4-BE49-F238E27FC236}">
                <a16:creationId xmlns:a16="http://schemas.microsoft.com/office/drawing/2014/main" id="{FFD6079F-8886-45FD-B8D4-39F0CB079435}"/>
              </a:ext>
            </a:extLst>
          </p:cNvPr>
          <p:cNvSpPr>
            <a:spLocks xmlns:a="http://schemas.openxmlformats.org/drawingml/2006/main" noGrp="1"/>
          </p:cNvSpPr>
          <p:nvPr/>
        </p:nvSpPr>
        <p:spPr>
          <a:xfrm xmlns:a="http://schemas.openxmlformats.org/drawingml/2006/main">
            <a:off x="4048125" y="3581400"/>
            <a:ext cx="1724025" cy="9525"/>
          </a:xfrm>
          <a:custGeom xmlns:a="http://schemas.openxmlformats.org/drawingml/2006/main">
            <a:pathLst>
              <a:path w="1724025" h="9525">
                <a:moveTo>
                  <a:pt x="0" y="0"/>
                </a:moveTo>
                <a:lnTo>
                  <a:pt x="1724025" y="0"/>
                </a:lnTo>
              </a:path>
            </a:pathLst>
          </a:custGeom>
          <a:noFill xmlns:a="http://schemas.openxmlformats.org/drawingml/2006/main"/>
          <a:ln xmlns:a="http://schemas.openxmlformats.org/drawingml/2006/main" w="21908">
            <a:solidFill>
              <a:srgbClr val="1572C3"/>
            </a:solidFill>
          </a:ln>
        </p:spPr>
      </p:sp>
      <p:sp>
        <p:nvSpPr>
          <p:cNvPr id="106" name="wire-859">
            <a:extLst xmlns:a="http://schemas.openxmlformats.org/drawingml/2006/main">
              <a:ext uri="{FF2B5EF4-FFF2-40B4-BE49-F238E27FC236}">
                <a16:creationId xmlns:a16="http://schemas.microsoft.com/office/drawing/2014/main" id="{94F4E0A9-D312-4040-A4B7-C3450EC448EB}"/>
              </a:ext>
            </a:extLst>
          </p:cNvPr>
          <p:cNvSpPr>
            <a:spLocks xmlns:a="http://schemas.openxmlformats.org/drawingml/2006/main" noGrp="1"/>
          </p:cNvSpPr>
          <p:nvPr/>
        </p:nvSpPr>
        <p:spPr>
          <a:xfrm xmlns:a="http://schemas.openxmlformats.org/drawingml/2006/main">
            <a:off x="5772150" y="3581400"/>
            <a:ext cx="9525" cy="1257300"/>
          </a:xfrm>
          <a:custGeom xmlns:a="http://schemas.openxmlformats.org/drawingml/2006/main">
            <a:pathLst>
              <a:path w="9525" h="1257300">
                <a:moveTo>
                  <a:pt x="0" y="0"/>
                </a:moveTo>
                <a:lnTo>
                  <a:pt x="0" y="1257300"/>
                </a:lnTo>
              </a:path>
            </a:pathLst>
          </a:custGeom>
          <a:noFill xmlns:a="http://schemas.openxmlformats.org/drawingml/2006/main"/>
          <a:ln xmlns:a="http://schemas.openxmlformats.org/drawingml/2006/main" w="21908">
            <a:solidFill>
              <a:srgbClr val="1572C3"/>
            </a:solidFill>
          </a:ln>
        </p:spPr>
      </p:sp>
      <p:sp>
        <p:nvSpPr>
          <p:cNvPr id="107" name="wire-860">
            <a:extLst xmlns:a="http://schemas.openxmlformats.org/drawingml/2006/main">
              <a:ext uri="{FF2B5EF4-FFF2-40B4-BE49-F238E27FC236}">
                <a16:creationId xmlns:a16="http://schemas.microsoft.com/office/drawing/2014/main" id="{8C2C57A4-E309-457A-8991-5FF9DEB33239}"/>
              </a:ext>
            </a:extLst>
          </p:cNvPr>
          <p:cNvSpPr>
            <a:spLocks xmlns:a="http://schemas.openxmlformats.org/drawingml/2006/main" noGrp="1"/>
          </p:cNvSpPr>
          <p:nvPr/>
        </p:nvSpPr>
        <p:spPr>
          <a:xfrm xmlns:a="http://schemas.openxmlformats.org/drawingml/2006/main">
            <a:off x="5772150" y="4838700"/>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1908">
            <a:solidFill>
              <a:srgbClr val="1572C3"/>
            </a:solidFill>
          </a:ln>
        </p:spPr>
      </p:sp>
      <p:sp>
        <p:nvSpPr>
          <p:cNvPr id="108" name="circuit-861">
            <a:extLst xmlns:a="http://schemas.openxmlformats.org/drawingml/2006/main">
              <a:ext uri="{FF2B5EF4-FFF2-40B4-BE49-F238E27FC236}">
                <a16:creationId xmlns:a16="http://schemas.microsoft.com/office/drawing/2014/main" id="{C01113B8-0F0C-4AE4-A6E4-9A5916164962}"/>
              </a:ext>
            </a:extLst>
          </p:cNvPr>
          <p:cNvSpPr>
            <a:spLocks xmlns:a="http://schemas.openxmlformats.org/drawingml/2006/main" noGrp="1"/>
          </p:cNvSpPr>
          <p:nvPr/>
        </p:nvSpPr>
        <p:spPr>
          <a:xfrm xmlns:a="http://schemas.openxmlformats.org/drawingml/2006/main">
            <a:off x="5915025" y="48072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09" name="wire-862">
            <a:extLst xmlns:a="http://schemas.openxmlformats.org/drawingml/2006/main">
              <a:ext uri="{FF2B5EF4-FFF2-40B4-BE49-F238E27FC236}">
                <a16:creationId xmlns:a16="http://schemas.microsoft.com/office/drawing/2014/main" id="{2D26A007-35D2-437D-A5F4-26F341F03FE4}"/>
              </a:ext>
            </a:extLst>
          </p:cNvPr>
          <p:cNvSpPr>
            <a:spLocks xmlns:a="http://schemas.openxmlformats.org/drawingml/2006/main" noGrp="1"/>
          </p:cNvSpPr>
          <p:nvPr/>
        </p:nvSpPr>
        <p:spPr>
          <a:xfrm xmlns:a="http://schemas.openxmlformats.org/drawingml/2006/main">
            <a:off x="5791200" y="3514725"/>
            <a:ext cx="9525" cy="180975"/>
          </a:xfrm>
          <a:custGeom xmlns:a="http://schemas.openxmlformats.org/drawingml/2006/main">
            <a:pathLst>
              <a:path w="9525" h="180975">
                <a:moveTo>
                  <a:pt x="0" y="0"/>
                </a:moveTo>
                <a:lnTo>
                  <a:pt x="0" y="180975"/>
                </a:lnTo>
              </a:path>
            </a:pathLst>
          </a:custGeom>
          <a:noFill xmlns:a="http://schemas.openxmlformats.org/drawingml/2006/main"/>
          <a:ln xmlns:a="http://schemas.openxmlformats.org/drawingml/2006/main" w="20003">
            <a:solidFill>
              <a:srgbClr val="9FA9B9"/>
            </a:solidFill>
          </a:ln>
        </p:spPr>
      </p:sp>
      <p:sp>
        <p:nvSpPr>
          <p:cNvPr id="110" name="wire-863">
            <a:extLst xmlns:a="http://schemas.openxmlformats.org/drawingml/2006/main">
              <a:ext uri="{FF2B5EF4-FFF2-40B4-BE49-F238E27FC236}">
                <a16:creationId xmlns:a16="http://schemas.microsoft.com/office/drawing/2014/main" id="{B70231A6-8F99-4293-BE47-E04A6AFCC222}"/>
              </a:ext>
            </a:extLst>
          </p:cNvPr>
          <p:cNvSpPr>
            <a:spLocks xmlns:a="http://schemas.openxmlformats.org/drawingml/2006/main" noGrp="1"/>
          </p:cNvSpPr>
          <p:nvPr/>
        </p:nvSpPr>
        <p:spPr>
          <a:xfrm xmlns:a="http://schemas.openxmlformats.org/drawingml/2006/main">
            <a:off x="3543300" y="3695700"/>
            <a:ext cx="2247900" cy="9525"/>
          </a:xfrm>
          <a:custGeom xmlns:a="http://schemas.openxmlformats.org/drawingml/2006/main">
            <a:pathLst>
              <a:path w="2247900" h="9525">
                <a:moveTo>
                  <a:pt x="2247900" y="0"/>
                </a:moveTo>
                <a:lnTo>
                  <a:pt x="0" y="0"/>
                </a:lnTo>
              </a:path>
            </a:pathLst>
          </a:custGeom>
          <a:noFill xmlns:a="http://schemas.openxmlformats.org/drawingml/2006/main"/>
          <a:ln xmlns:a="http://schemas.openxmlformats.org/drawingml/2006/main" w="20003">
            <a:solidFill>
              <a:srgbClr val="9FA9B9"/>
            </a:solidFill>
          </a:ln>
        </p:spPr>
      </p:sp>
      <p:sp>
        <p:nvSpPr>
          <p:cNvPr id="111" name="wire-864">
            <a:extLst xmlns:a="http://schemas.openxmlformats.org/drawingml/2006/main">
              <a:ext uri="{FF2B5EF4-FFF2-40B4-BE49-F238E27FC236}">
                <a16:creationId xmlns:a16="http://schemas.microsoft.com/office/drawing/2014/main" id="{FA4731BA-C368-4868-9103-CE9E5BBC5D4A}"/>
              </a:ext>
            </a:extLst>
          </p:cNvPr>
          <p:cNvSpPr>
            <a:spLocks xmlns:a="http://schemas.openxmlformats.org/drawingml/2006/main" noGrp="1"/>
          </p:cNvSpPr>
          <p:nvPr/>
        </p:nvSpPr>
        <p:spPr>
          <a:xfrm xmlns:a="http://schemas.openxmlformats.org/drawingml/2006/main">
            <a:off x="3543300" y="3695700"/>
            <a:ext cx="9525" cy="914400"/>
          </a:xfrm>
          <a:custGeom xmlns:a="http://schemas.openxmlformats.org/drawingml/2006/main">
            <a:pathLst>
              <a:path w="9525" h="914400">
                <a:moveTo>
                  <a:pt x="0" y="0"/>
                </a:moveTo>
                <a:lnTo>
                  <a:pt x="0" y="914400"/>
                </a:lnTo>
              </a:path>
            </a:pathLst>
          </a:custGeom>
          <a:noFill xmlns:a="http://schemas.openxmlformats.org/drawingml/2006/main"/>
          <a:ln xmlns:a="http://schemas.openxmlformats.org/drawingml/2006/main" w="20003">
            <a:solidFill>
              <a:srgbClr val="9FA9B9"/>
            </a:solidFill>
          </a:ln>
        </p:spPr>
      </p:sp>
      <p:sp>
        <p:nvSpPr>
          <p:cNvPr id="112" name="wire-865">
            <a:extLst xmlns:a="http://schemas.openxmlformats.org/drawingml/2006/main">
              <a:ext uri="{FF2B5EF4-FFF2-40B4-BE49-F238E27FC236}">
                <a16:creationId xmlns:a16="http://schemas.microsoft.com/office/drawing/2014/main" id="{BB88F332-C43F-4B3E-B068-AA4852A3228E}"/>
              </a:ext>
            </a:extLst>
          </p:cNvPr>
          <p:cNvSpPr>
            <a:spLocks xmlns:a="http://schemas.openxmlformats.org/drawingml/2006/main" noGrp="1"/>
          </p:cNvSpPr>
          <p:nvPr/>
        </p:nvSpPr>
        <p:spPr>
          <a:xfrm xmlns:a="http://schemas.openxmlformats.org/drawingml/2006/main">
            <a:off x="3543300" y="4610100"/>
            <a:ext cx="247650" cy="9525"/>
          </a:xfrm>
          <a:custGeom xmlns:a="http://schemas.openxmlformats.org/drawingml/2006/main">
            <a:pathLst>
              <a:path w="247650" h="9525">
                <a:moveTo>
                  <a:pt x="0" y="0"/>
                </a:moveTo>
                <a:lnTo>
                  <a:pt x="247650" y="0"/>
                </a:lnTo>
              </a:path>
            </a:pathLst>
          </a:custGeom>
          <a:noFill xmlns:a="http://schemas.openxmlformats.org/drawingml/2006/main"/>
          <a:ln xmlns:a="http://schemas.openxmlformats.org/drawingml/2006/main" w="20003">
            <a:solidFill>
              <a:srgbClr val="9FA9B9"/>
            </a:solidFill>
          </a:ln>
        </p:spPr>
      </p:sp>
      <p:sp>
        <p:nvSpPr>
          <p:cNvPr id="113" name="circuit-866">
            <a:extLst xmlns:a="http://schemas.openxmlformats.org/drawingml/2006/main">
              <a:ext uri="{FF2B5EF4-FFF2-40B4-BE49-F238E27FC236}">
                <a16:creationId xmlns:a16="http://schemas.microsoft.com/office/drawing/2014/main" id="{0321FF49-BB65-41E8-A81F-8A72CDF987E7}"/>
              </a:ext>
            </a:extLst>
          </p:cNvPr>
          <p:cNvSpPr>
            <a:spLocks xmlns:a="http://schemas.openxmlformats.org/drawingml/2006/main" noGrp="1"/>
          </p:cNvSpPr>
          <p:nvPr/>
        </p:nvSpPr>
        <p:spPr>
          <a:xfrm xmlns:a="http://schemas.openxmlformats.org/drawingml/2006/main">
            <a:off x="3714750" y="45786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14" name="wire-867">
            <a:extLst xmlns:a="http://schemas.openxmlformats.org/drawingml/2006/main">
              <a:ext uri="{FF2B5EF4-FFF2-40B4-BE49-F238E27FC236}">
                <a16:creationId xmlns:a16="http://schemas.microsoft.com/office/drawing/2014/main" id="{92478C85-FBE2-444E-8127-8CCD8C57A7B1}"/>
              </a:ext>
            </a:extLst>
          </p:cNvPr>
          <p:cNvSpPr>
            <a:spLocks xmlns:a="http://schemas.openxmlformats.org/drawingml/2006/main" noGrp="1"/>
          </p:cNvSpPr>
          <p:nvPr/>
        </p:nvSpPr>
        <p:spPr>
          <a:xfrm xmlns:a="http://schemas.openxmlformats.org/drawingml/2006/main">
            <a:off x="3629025" y="4905375"/>
            <a:ext cx="161925" cy="9525"/>
          </a:xfrm>
          <a:custGeom xmlns:a="http://schemas.openxmlformats.org/drawingml/2006/main">
            <a:pathLst>
              <a:path w="161925" h="9525">
                <a:moveTo>
                  <a:pt x="0" y="0"/>
                </a:moveTo>
                <a:lnTo>
                  <a:pt x="161925" y="0"/>
                </a:lnTo>
              </a:path>
            </a:pathLst>
          </a:custGeom>
          <a:noFill xmlns:a="http://schemas.openxmlformats.org/drawingml/2006/main"/>
          <a:ln xmlns:a="http://schemas.openxmlformats.org/drawingml/2006/main" w="14288">
            <a:solidFill>
              <a:srgbClr val="231F20"/>
            </a:solidFill>
          </a:ln>
        </p:spPr>
      </p:sp>
      <p:sp>
        <p:nvSpPr>
          <p:cNvPr id="115" name="circuit-868">
            <a:extLst xmlns:a="http://schemas.openxmlformats.org/drawingml/2006/main">
              <a:ext uri="{FF2B5EF4-FFF2-40B4-BE49-F238E27FC236}">
                <a16:creationId xmlns:a16="http://schemas.microsoft.com/office/drawing/2014/main" id="{F44C164B-C358-44F1-A973-2E156A7C0A0A}"/>
              </a:ext>
            </a:extLst>
          </p:cNvPr>
          <p:cNvSpPr>
            <a:spLocks xmlns:a="http://schemas.openxmlformats.org/drawingml/2006/main" noGrp="1"/>
          </p:cNvSpPr>
          <p:nvPr/>
        </p:nvSpPr>
        <p:spPr>
          <a:xfrm xmlns:a="http://schemas.openxmlformats.org/drawingml/2006/main">
            <a:off x="3714750" y="4873943"/>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16" name="board-stable-rf">
            <a:extLst xmlns:a="http://schemas.openxmlformats.org/drawingml/2006/main">
              <a:ext uri="{FF2B5EF4-FFF2-40B4-BE49-F238E27FC236}">
                <a16:creationId xmlns:a16="http://schemas.microsoft.com/office/drawing/2014/main" id="{F71F6869-4D7F-4098-BC5F-A598137BA217}"/>
              </a:ext>
            </a:extLst>
          </p:cNvPr>
          <p:cNvSpPr>
            <a:spLocks xmlns:a="http://schemas.openxmlformats.org/drawingml/2006/main" noGrp="1"/>
          </p:cNvSpPr>
          <p:nvPr/>
        </p:nvSpPr>
        <p:spPr>
          <a:xfrm xmlns:a="http://schemas.openxmlformats.org/drawingml/2006/main">
            <a:off x="3790950" y="3800475"/>
            <a:ext cx="1571625" cy="1485900"/>
          </a:xfrm>
          <a:prstGeom xmlns:a="http://schemas.openxmlformats.org/drawingml/2006/main" prst="rect">
            <a:avLst/>
          </a:prstGeom>
          <a:solidFill xmlns:a="http://schemas.openxmlformats.org/drawingml/2006/main">
            <a:srgbClr val="FFFFFF"/>
          </a:solidFill>
          <a:ln xmlns:a="http://schemas.openxmlformats.org/drawingml/2006/main" w="20955">
            <a:solidFill>
              <a:srgbClr val="231F20"/>
            </a:solidFill>
          </a:ln>
        </p:spPr>
      </p:sp>
      <p:sp>
        <p:nvSpPr>
          <p:cNvPr id="117" name="circuit-870">
            <a:extLst xmlns:a="http://schemas.openxmlformats.org/drawingml/2006/main">
              <a:ext uri="{FF2B5EF4-FFF2-40B4-BE49-F238E27FC236}">
                <a16:creationId xmlns:a16="http://schemas.microsoft.com/office/drawing/2014/main" id="{6D7FAAF5-E081-4B72-BD9F-ACF13031F068}"/>
              </a:ext>
            </a:extLst>
          </p:cNvPr>
          <p:cNvSpPr>
            <a:spLocks xmlns:a="http://schemas.openxmlformats.org/drawingml/2006/main" noGrp="1"/>
          </p:cNvSpPr>
          <p:nvPr/>
        </p:nvSpPr>
        <p:spPr>
          <a:xfrm xmlns:a="http://schemas.openxmlformats.org/drawingml/2006/main">
            <a:off x="4181475" y="3800475"/>
            <a:ext cx="152400" cy="85725"/>
          </a:xfrm>
          <a:custGeom xmlns:a="http://schemas.openxmlformats.org/drawingml/2006/main">
            <a:pathLst>
              <a:path w="152400" h="85725">
                <a:moveTo>
                  <a:pt x="0" y="0"/>
                </a:moveTo>
                <a:lnTo>
                  <a:pt x="76200" y="85725"/>
                </a:lnTo>
                <a:lnTo>
                  <a:pt x="152400" y="0"/>
                </a:lnTo>
                <a:close/>
              </a:path>
            </a:pathLst>
          </a:custGeom>
          <a:noFill xmlns:a="http://schemas.openxmlformats.org/drawingml/2006/main"/>
          <a:ln xmlns:a="http://schemas.openxmlformats.org/drawingml/2006/main" w="20955">
            <a:solidFill>
              <a:srgbClr val="231F20"/>
            </a:solidFill>
          </a:ln>
        </p:spPr>
      </p:sp>
      <p:sp>
        <p:nvSpPr>
          <p:cNvPr id="118" name="wire-871">
            <a:extLst xmlns:a="http://schemas.openxmlformats.org/drawingml/2006/main">
              <a:ext uri="{FF2B5EF4-FFF2-40B4-BE49-F238E27FC236}">
                <a16:creationId xmlns:a16="http://schemas.microsoft.com/office/drawing/2014/main" id="{7C4F25F0-B085-4C45-9EC3-C7BA44169548}"/>
              </a:ext>
            </a:extLst>
          </p:cNvPr>
          <p:cNvSpPr>
            <a:spLocks xmlns:a="http://schemas.openxmlformats.org/drawingml/2006/main" noGrp="1"/>
          </p:cNvSpPr>
          <p:nvPr/>
        </p:nvSpPr>
        <p:spPr>
          <a:xfrm xmlns:a="http://schemas.openxmlformats.org/drawingml/2006/main">
            <a:off x="4257675" y="3733800"/>
            <a:ext cx="9525" cy="66675"/>
          </a:xfrm>
          <a:custGeom xmlns:a="http://schemas.openxmlformats.org/drawingml/2006/main">
            <a:pathLst>
              <a:path w="9525" h="66675">
                <a:moveTo>
                  <a:pt x="0" y="0"/>
                </a:moveTo>
                <a:lnTo>
                  <a:pt x="0" y="66675"/>
                </a:lnTo>
              </a:path>
            </a:pathLst>
          </a:custGeom>
          <a:noFill xmlns:a="http://schemas.openxmlformats.org/drawingml/2006/main"/>
          <a:ln xmlns:a="http://schemas.openxmlformats.org/drawingml/2006/main" w="11430">
            <a:solidFill>
              <a:srgbClr val="231F20"/>
            </a:solidFill>
          </a:ln>
        </p:spPr>
      </p:sp>
      <p:sp>
        <p:nvSpPr>
          <p:cNvPr id="119" name="text-872">
            <a:extLst xmlns:a="http://schemas.openxmlformats.org/drawingml/2006/main">
              <a:ext uri="{FF2B5EF4-FFF2-40B4-BE49-F238E27FC236}">
                <a16:creationId xmlns:a16="http://schemas.microsoft.com/office/drawing/2014/main" id="{54ACA1C0-A442-454F-AD2C-2D041D4FF570}"/>
              </a:ext>
            </a:extLst>
          </p:cNvPr>
          <p:cNvSpPr>
            <a:spLocks xmlns:a="http://schemas.openxmlformats.org/drawingml/2006/main" noGrp="1"/>
          </p:cNvSpPr>
          <p:nvPr/>
        </p:nvSpPr>
        <p:spPr>
          <a:xfrm xmlns:a="http://schemas.openxmlformats.org/drawingml/2006/main">
            <a:off x="3914775" y="4267200"/>
            <a:ext cx="13239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Yu Gothic"/>
                <a:ea typeface="Yu Gothic"/>
                <a:cs typeface="Yu Gothic"/>
              </a:defRPr>
            </a:defPPr>
            <a:lvl1pPr algn="ctr">
              <a:defRPr sz="1275" b="1">
                <a:solidFill>
                  <a:srgbClr val="231F20"/>
                </a:solidFill>
                <a:latin typeface="Yu Gothic"/>
                <a:ea typeface="Yu Gothic"/>
                <a:cs typeface="Yu Gothic"/>
              </a:defRPr>
            </a:lvl1pPr>
            <a:lvl2pPr algn="ctr">
              <a:defRPr sz="1275" b="1">
                <a:solidFill>
                  <a:srgbClr val="231F20"/>
                </a:solidFill>
                <a:latin typeface="Yu Gothic"/>
                <a:ea typeface="Yu Gothic"/>
                <a:cs typeface="Yu Gothic"/>
              </a:defRPr>
            </a:lvl2pPr>
            <a:lvl3pPr algn="ctr">
              <a:defRPr sz="1275" b="1">
                <a:solidFill>
                  <a:srgbClr val="231F20"/>
                </a:solidFill>
                <a:latin typeface="Yu Gothic"/>
                <a:ea typeface="Yu Gothic"/>
                <a:cs typeface="Yu Gothic"/>
              </a:defRPr>
            </a:lvl3pPr>
            <a:lvl4pPr algn="ctr">
              <a:defRPr sz="1275" b="1">
                <a:solidFill>
                  <a:srgbClr val="231F20"/>
                </a:solidFill>
                <a:latin typeface="Yu Gothic"/>
                <a:ea typeface="Yu Gothic"/>
                <a:cs typeface="Yu Gothic"/>
              </a:defRPr>
            </a:lvl4pPr>
            <a:lvl5pPr algn="ctr">
              <a:defRPr sz="1275" b="1">
                <a:solidFill>
                  <a:srgbClr val="231F20"/>
                </a:solidFill>
                <a:latin typeface="Yu Gothic"/>
                <a:ea typeface="Yu Gothic"/>
                <a:cs typeface="Yu Gothic"/>
              </a:defRPr>
            </a:lvl5pPr>
            <a:lvl6pPr algn="ctr">
              <a:defRPr sz="1275" b="1">
                <a:solidFill>
                  <a:srgbClr val="231F20"/>
                </a:solidFill>
                <a:latin typeface="Yu Gothic"/>
                <a:ea typeface="Yu Gothic"/>
                <a:cs typeface="Yu Gothic"/>
              </a:defRPr>
            </a:lvl6pPr>
            <a:lvl7pPr algn="ctr">
              <a:defRPr sz="1275" b="1">
                <a:solidFill>
                  <a:srgbClr val="231F20"/>
                </a:solidFill>
                <a:latin typeface="Yu Gothic"/>
                <a:ea typeface="Yu Gothic"/>
                <a:cs typeface="Yu Gothic"/>
              </a:defRPr>
            </a:lvl7pPr>
            <a:lvl8pPr algn="ctr">
              <a:defRPr sz="1275" b="1">
                <a:solidFill>
                  <a:srgbClr val="231F20"/>
                </a:solidFill>
                <a:latin typeface="Yu Gothic"/>
                <a:ea typeface="Yu Gothic"/>
                <a:cs typeface="Yu Gothic"/>
              </a:defRPr>
            </a:lvl8pPr>
            <a:lvl9pPr algn="ctr">
              <a:defRPr sz="1275" b="1">
                <a:solidFill>
                  <a:srgbClr val="231F20"/>
                </a:solidFill>
                <a:latin typeface="Yu Gothic"/>
                <a:ea typeface="Yu Gothic"/>
                <a:cs typeface="Yu Gothic"/>
              </a:defRPr>
            </a:lvl9pPr>
          </a:lstStyle>
          <a:p xmlns:a="http://schemas.openxmlformats.org/drawingml/2006/main">
            <a:pPr algn="ctr">
              <a:defRPr sz="1275" b="1">
                <a:solidFill>
                  <a:srgbClr val="231F20"/>
                </a:solidFill>
                <a:latin typeface="Yu Gothic"/>
                <a:ea typeface="Yu Gothic"/>
                <a:cs typeface="Yu Gothic"/>
              </a:defRPr>
            </a:pPr>
            <a:r>
              <a:rPr sz="1275" b="1">
                <a:solidFill>
                  <a:srgbClr val="231F20"/>
                </a:solidFill>
                <a:latin typeface="Yu Gothic"/>
                <a:ea typeface="Yu Gothic"/>
                <a:cs typeface="Yu Gothic"/>
              </a:rPr>
              <a:t>レジスタ群</a:t>
            </a:r>
          </a:p>
        </p:txBody>
      </p:sp>
      <p:sp>
        <p:nvSpPr>
          <p:cNvPr id="120" name="text-873">
            <a:extLst xmlns:a="http://schemas.openxmlformats.org/drawingml/2006/main">
              <a:ext uri="{FF2B5EF4-FFF2-40B4-BE49-F238E27FC236}">
                <a16:creationId xmlns:a16="http://schemas.microsoft.com/office/drawing/2014/main" id="{02AEB392-171A-4866-8B8D-BA7D163FA932}"/>
              </a:ext>
            </a:extLst>
          </p:cNvPr>
          <p:cNvSpPr>
            <a:spLocks xmlns:a="http://schemas.openxmlformats.org/drawingml/2006/main" noGrp="1"/>
          </p:cNvSpPr>
          <p:nvPr/>
        </p:nvSpPr>
        <p:spPr>
          <a:xfrm xmlns:a="http://schemas.openxmlformats.org/drawingml/2006/main">
            <a:off x="3848100"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A1</a:t>
            </a:r>
          </a:p>
        </p:txBody>
      </p:sp>
      <p:sp>
        <p:nvSpPr>
          <p:cNvPr id="121" name="text-874">
            <a:extLst xmlns:a="http://schemas.openxmlformats.org/drawingml/2006/main">
              <a:ext uri="{FF2B5EF4-FFF2-40B4-BE49-F238E27FC236}">
                <a16:creationId xmlns:a16="http://schemas.microsoft.com/office/drawing/2014/main" id="{08DB861A-1B46-43DA-99F5-AA8BA4965DFD}"/>
              </a:ext>
            </a:extLst>
          </p:cNvPr>
          <p:cNvSpPr>
            <a:spLocks xmlns:a="http://schemas.openxmlformats.org/drawingml/2006/main" noGrp="1"/>
          </p:cNvSpPr>
          <p:nvPr/>
        </p:nvSpPr>
        <p:spPr>
          <a:xfrm xmlns:a="http://schemas.openxmlformats.org/drawingml/2006/main">
            <a:off x="3848100"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A2</a:t>
            </a:r>
          </a:p>
        </p:txBody>
      </p:sp>
      <p:sp>
        <p:nvSpPr>
          <p:cNvPr id="122" name="text-875">
            <a:extLst xmlns:a="http://schemas.openxmlformats.org/drawingml/2006/main">
              <a:ext uri="{FF2B5EF4-FFF2-40B4-BE49-F238E27FC236}">
                <a16:creationId xmlns:a16="http://schemas.microsoft.com/office/drawing/2014/main" id="{0FD570D4-1827-44BC-B222-71FD26C33B2B}"/>
              </a:ext>
            </a:extLst>
          </p:cNvPr>
          <p:cNvSpPr>
            <a:spLocks xmlns:a="http://schemas.openxmlformats.org/drawingml/2006/main" noGrp="1"/>
          </p:cNvSpPr>
          <p:nvPr/>
        </p:nvSpPr>
        <p:spPr>
          <a:xfrm xmlns:a="http://schemas.openxmlformats.org/drawingml/2006/main">
            <a:off x="3848100" y="477202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A3</a:t>
            </a:r>
          </a:p>
        </p:txBody>
      </p:sp>
      <p:sp>
        <p:nvSpPr>
          <p:cNvPr id="123" name="text-876">
            <a:extLst xmlns:a="http://schemas.openxmlformats.org/drawingml/2006/main">
              <a:ext uri="{FF2B5EF4-FFF2-40B4-BE49-F238E27FC236}">
                <a16:creationId xmlns:a16="http://schemas.microsoft.com/office/drawing/2014/main" id="{5FD43AD0-4DF4-4C4F-B496-57B70EEB1369}"/>
              </a:ext>
            </a:extLst>
          </p:cNvPr>
          <p:cNvSpPr>
            <a:spLocks xmlns:a="http://schemas.openxmlformats.org/drawingml/2006/main" noGrp="1"/>
          </p:cNvSpPr>
          <p:nvPr/>
        </p:nvSpPr>
        <p:spPr>
          <a:xfrm xmlns:a="http://schemas.openxmlformats.org/drawingml/2006/main">
            <a:off x="3848100" y="50577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WD3</a:t>
            </a:r>
          </a:p>
        </p:txBody>
      </p:sp>
      <p:sp>
        <p:nvSpPr>
          <p:cNvPr id="124" name="text-877">
            <a:extLst xmlns:a="http://schemas.openxmlformats.org/drawingml/2006/main">
              <a:ext uri="{FF2B5EF4-FFF2-40B4-BE49-F238E27FC236}">
                <a16:creationId xmlns:a16="http://schemas.microsoft.com/office/drawing/2014/main" id="{C9D61F1E-09DF-4E9C-BB06-3717ACC848AF}"/>
              </a:ext>
            </a:extLst>
          </p:cNvPr>
          <p:cNvSpPr>
            <a:spLocks xmlns:a="http://schemas.openxmlformats.org/drawingml/2006/main" noGrp="1"/>
          </p:cNvSpPr>
          <p:nvPr/>
        </p:nvSpPr>
        <p:spPr>
          <a:xfrm xmlns:a="http://schemas.openxmlformats.org/drawingml/2006/main">
            <a:off x="4981575" y="40671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RD1</a:t>
            </a:r>
          </a:p>
        </p:txBody>
      </p:sp>
      <p:sp>
        <p:nvSpPr>
          <p:cNvPr id="125" name="text-878">
            <a:extLst xmlns:a="http://schemas.openxmlformats.org/drawingml/2006/main">
              <a:ext uri="{FF2B5EF4-FFF2-40B4-BE49-F238E27FC236}">
                <a16:creationId xmlns:a16="http://schemas.microsoft.com/office/drawing/2014/main" id="{0D5A6CFF-85D0-4104-9E9B-375A4510BAE0}"/>
              </a:ext>
            </a:extLst>
          </p:cNvPr>
          <p:cNvSpPr>
            <a:spLocks xmlns:a="http://schemas.openxmlformats.org/drawingml/2006/main" noGrp="1"/>
          </p:cNvSpPr>
          <p:nvPr/>
        </p:nvSpPr>
        <p:spPr>
          <a:xfrm xmlns:a="http://schemas.openxmlformats.org/drawingml/2006/main">
            <a:off x="4981575" y="4486275"/>
            <a:ext cx="333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231F20"/>
                </a:solidFill>
                <a:latin typeface="Arial"/>
                <a:ea typeface="Arial"/>
                <a:cs typeface="Arial"/>
              </a:defRPr>
            </a:defPPr>
            <a:lvl1pPr algn="l">
              <a:defRPr sz="1050" b="0">
                <a:solidFill>
                  <a:srgbClr val="231F20"/>
                </a:solidFill>
                <a:latin typeface="Arial"/>
                <a:ea typeface="Arial"/>
                <a:cs typeface="Arial"/>
              </a:defRPr>
            </a:lvl1pPr>
            <a:lvl2pPr algn="l">
              <a:defRPr sz="1050" b="0">
                <a:solidFill>
                  <a:srgbClr val="231F20"/>
                </a:solidFill>
                <a:latin typeface="Arial"/>
                <a:ea typeface="Arial"/>
                <a:cs typeface="Arial"/>
              </a:defRPr>
            </a:lvl2pPr>
            <a:lvl3pPr algn="l">
              <a:defRPr sz="1050" b="0">
                <a:solidFill>
                  <a:srgbClr val="231F20"/>
                </a:solidFill>
                <a:latin typeface="Arial"/>
                <a:ea typeface="Arial"/>
                <a:cs typeface="Arial"/>
              </a:defRPr>
            </a:lvl3pPr>
            <a:lvl4pPr algn="l">
              <a:defRPr sz="1050" b="0">
                <a:solidFill>
                  <a:srgbClr val="231F20"/>
                </a:solidFill>
                <a:latin typeface="Arial"/>
                <a:ea typeface="Arial"/>
                <a:cs typeface="Arial"/>
              </a:defRPr>
            </a:lvl4pPr>
            <a:lvl5pPr algn="l">
              <a:defRPr sz="1050" b="0">
                <a:solidFill>
                  <a:srgbClr val="231F20"/>
                </a:solidFill>
                <a:latin typeface="Arial"/>
                <a:ea typeface="Arial"/>
                <a:cs typeface="Arial"/>
              </a:defRPr>
            </a:lvl5pPr>
            <a:lvl6pPr algn="l">
              <a:defRPr sz="1050" b="0">
                <a:solidFill>
                  <a:srgbClr val="231F20"/>
                </a:solidFill>
                <a:latin typeface="Arial"/>
                <a:ea typeface="Arial"/>
                <a:cs typeface="Arial"/>
              </a:defRPr>
            </a:lvl6pPr>
            <a:lvl7pPr algn="l">
              <a:defRPr sz="1050" b="0">
                <a:solidFill>
                  <a:srgbClr val="231F20"/>
                </a:solidFill>
                <a:latin typeface="Arial"/>
                <a:ea typeface="Arial"/>
                <a:cs typeface="Arial"/>
              </a:defRPr>
            </a:lvl7pPr>
            <a:lvl8pPr algn="l">
              <a:defRPr sz="1050" b="0">
                <a:solidFill>
                  <a:srgbClr val="231F20"/>
                </a:solidFill>
                <a:latin typeface="Arial"/>
                <a:ea typeface="Arial"/>
                <a:cs typeface="Arial"/>
              </a:defRPr>
            </a:lvl8pPr>
            <a:lvl9pPr algn="l">
              <a:defRPr sz="1050" b="0">
                <a:solidFill>
                  <a:srgbClr val="231F20"/>
                </a:solidFill>
                <a:latin typeface="Arial"/>
                <a:ea typeface="Arial"/>
                <a:cs typeface="Arial"/>
              </a:defRPr>
            </a:lvl9pPr>
          </a:lstStyle>
          <a:p xmlns:a="http://schemas.openxmlformats.org/drawingml/2006/main">
            <a:pPr algn="l">
              <a:defRPr sz="1050" b="0">
                <a:solidFill>
                  <a:srgbClr val="231F20"/>
                </a:solidFill>
                <a:latin typeface="Arial"/>
                <a:ea typeface="Arial"/>
                <a:cs typeface="Arial"/>
              </a:defRPr>
            </a:pPr>
            <a:r>
              <a:rPr sz="1050" b="0">
                <a:solidFill>
                  <a:srgbClr val="231F20"/>
                </a:solidFill>
                <a:latin typeface="Arial"/>
                <a:ea typeface="Arial"/>
                <a:cs typeface="Arial"/>
              </a:rPr>
              <a:t>RD2</a:t>
            </a:r>
          </a:p>
        </p:txBody>
      </p:sp>
      <p:sp>
        <p:nvSpPr>
          <p:cNvPr id="126" name="text-879">
            <a:extLst xmlns:a="http://schemas.openxmlformats.org/drawingml/2006/main">
              <a:ext uri="{FF2B5EF4-FFF2-40B4-BE49-F238E27FC236}">
                <a16:creationId xmlns:a16="http://schemas.microsoft.com/office/drawing/2014/main" id="{33707D0A-D245-434B-A343-E9C2E8276C7A}"/>
              </a:ext>
            </a:extLst>
          </p:cNvPr>
          <p:cNvSpPr>
            <a:spLocks xmlns:a="http://schemas.openxmlformats.org/drawingml/2006/main" noGrp="1"/>
          </p:cNvSpPr>
          <p:nvPr/>
        </p:nvSpPr>
        <p:spPr>
          <a:xfrm xmlns:a="http://schemas.openxmlformats.org/drawingml/2006/main">
            <a:off x="4962525" y="3819525"/>
            <a:ext cx="3524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1572C3"/>
                </a:solidFill>
                <a:latin typeface="Arial"/>
                <a:ea typeface="Arial"/>
                <a:cs typeface="Arial"/>
              </a:defRPr>
            </a:defPPr>
            <a:lvl1pPr algn="l">
              <a:defRPr sz="1050" b="0">
                <a:solidFill>
                  <a:srgbClr val="1572C3"/>
                </a:solidFill>
                <a:latin typeface="Arial"/>
                <a:ea typeface="Arial"/>
                <a:cs typeface="Arial"/>
              </a:defRPr>
            </a:lvl1pPr>
            <a:lvl2pPr algn="l">
              <a:defRPr sz="1050" b="0">
                <a:solidFill>
                  <a:srgbClr val="1572C3"/>
                </a:solidFill>
                <a:latin typeface="Arial"/>
                <a:ea typeface="Arial"/>
                <a:cs typeface="Arial"/>
              </a:defRPr>
            </a:lvl2pPr>
            <a:lvl3pPr algn="l">
              <a:defRPr sz="1050" b="0">
                <a:solidFill>
                  <a:srgbClr val="1572C3"/>
                </a:solidFill>
                <a:latin typeface="Arial"/>
                <a:ea typeface="Arial"/>
                <a:cs typeface="Arial"/>
              </a:defRPr>
            </a:lvl3pPr>
            <a:lvl4pPr algn="l">
              <a:defRPr sz="1050" b="0">
                <a:solidFill>
                  <a:srgbClr val="1572C3"/>
                </a:solidFill>
                <a:latin typeface="Arial"/>
                <a:ea typeface="Arial"/>
                <a:cs typeface="Arial"/>
              </a:defRPr>
            </a:lvl4pPr>
            <a:lvl5pPr algn="l">
              <a:defRPr sz="1050" b="0">
                <a:solidFill>
                  <a:srgbClr val="1572C3"/>
                </a:solidFill>
                <a:latin typeface="Arial"/>
                <a:ea typeface="Arial"/>
                <a:cs typeface="Arial"/>
              </a:defRPr>
            </a:lvl5pPr>
            <a:lvl6pPr algn="l">
              <a:defRPr sz="1050" b="0">
                <a:solidFill>
                  <a:srgbClr val="1572C3"/>
                </a:solidFill>
                <a:latin typeface="Arial"/>
                <a:ea typeface="Arial"/>
                <a:cs typeface="Arial"/>
              </a:defRPr>
            </a:lvl6pPr>
            <a:lvl7pPr algn="l">
              <a:defRPr sz="1050" b="0">
                <a:solidFill>
                  <a:srgbClr val="1572C3"/>
                </a:solidFill>
                <a:latin typeface="Arial"/>
                <a:ea typeface="Arial"/>
                <a:cs typeface="Arial"/>
              </a:defRPr>
            </a:lvl7pPr>
            <a:lvl8pPr algn="l">
              <a:defRPr sz="1050" b="0">
                <a:solidFill>
                  <a:srgbClr val="1572C3"/>
                </a:solidFill>
                <a:latin typeface="Arial"/>
                <a:ea typeface="Arial"/>
                <a:cs typeface="Arial"/>
              </a:defRPr>
            </a:lvl8pPr>
            <a:lvl9pPr algn="l">
              <a:defRPr sz="1050" b="0">
                <a:solidFill>
                  <a:srgbClr val="1572C3"/>
                </a:solidFill>
                <a:latin typeface="Arial"/>
                <a:ea typeface="Arial"/>
                <a:cs typeface="Arial"/>
              </a:defRPr>
            </a:lvl9pPr>
          </a:lstStyle>
          <a:p xmlns:a="http://schemas.openxmlformats.org/drawingml/2006/main">
            <a:pPr algn="l">
              <a:defRPr sz="1050" b="0">
                <a:solidFill>
                  <a:srgbClr val="1572C3"/>
                </a:solidFill>
                <a:latin typeface="Arial"/>
                <a:ea typeface="Arial"/>
                <a:cs typeface="Arial"/>
              </a:defRPr>
            </a:pPr>
            <a:r>
              <a:rPr sz="1050" b="0">
                <a:solidFill>
                  <a:srgbClr val="1572C3"/>
                </a:solidFill>
                <a:latin typeface="Arial"/>
                <a:ea typeface="Arial"/>
                <a:cs typeface="Arial"/>
              </a:rPr>
              <a:t>WE3</a:t>
            </a:r>
          </a:p>
        </p:txBody>
      </p:sp>
      <p:sp>
        <p:nvSpPr>
          <p:cNvPr id="127" name="wire-880">
            <a:extLst xmlns:a="http://schemas.openxmlformats.org/drawingml/2006/main">
              <a:ext uri="{FF2B5EF4-FFF2-40B4-BE49-F238E27FC236}">
                <a16:creationId xmlns:a16="http://schemas.microsoft.com/office/drawing/2014/main" id="{13B546DA-C430-498C-817C-988B90D22C48}"/>
              </a:ext>
            </a:extLst>
          </p:cNvPr>
          <p:cNvSpPr>
            <a:spLocks xmlns:a="http://schemas.openxmlformats.org/drawingml/2006/main" noGrp="1"/>
          </p:cNvSpPr>
          <p:nvPr/>
        </p:nvSpPr>
        <p:spPr>
          <a:xfrm xmlns:a="http://schemas.openxmlformats.org/drawingml/2006/main">
            <a:off x="5362575" y="4210050"/>
            <a:ext cx="628650" cy="9525"/>
          </a:xfrm>
          <a:custGeom xmlns:a="http://schemas.openxmlformats.org/drawingml/2006/main">
            <a:pathLst>
              <a:path w="628650" h="9525">
                <a:moveTo>
                  <a:pt x="0" y="0"/>
                </a:moveTo>
                <a:lnTo>
                  <a:pt x="628650" y="0"/>
                </a:lnTo>
              </a:path>
            </a:pathLst>
          </a:custGeom>
          <a:noFill xmlns:a="http://schemas.openxmlformats.org/drawingml/2006/main"/>
          <a:ln xmlns:a="http://schemas.openxmlformats.org/drawingml/2006/main" w="25718">
            <a:solidFill>
              <a:srgbClr val="231F20"/>
            </a:solidFill>
          </a:ln>
        </p:spPr>
      </p:sp>
      <p:sp>
        <p:nvSpPr>
          <p:cNvPr id="128" name="circuit-881">
            <a:extLst xmlns:a="http://schemas.openxmlformats.org/drawingml/2006/main">
              <a:ext uri="{FF2B5EF4-FFF2-40B4-BE49-F238E27FC236}">
                <a16:creationId xmlns:a16="http://schemas.microsoft.com/office/drawing/2014/main" id="{51B0FABF-48FB-4890-ACC2-5214144BAA15}"/>
              </a:ext>
            </a:extLst>
          </p:cNvPr>
          <p:cNvSpPr>
            <a:spLocks xmlns:a="http://schemas.openxmlformats.org/drawingml/2006/main" noGrp="1"/>
          </p:cNvSpPr>
          <p:nvPr/>
        </p:nvSpPr>
        <p:spPr>
          <a:xfrm xmlns:a="http://schemas.openxmlformats.org/drawingml/2006/main">
            <a:off x="5915025" y="417861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29" name="text-882">
            <a:extLst xmlns:a="http://schemas.openxmlformats.org/drawingml/2006/main">
              <a:ext uri="{FF2B5EF4-FFF2-40B4-BE49-F238E27FC236}">
                <a16:creationId xmlns:a16="http://schemas.microsoft.com/office/drawing/2014/main" id="{A125753B-E6F4-4FD4-B533-ED81172D4E63}"/>
              </a:ext>
            </a:extLst>
          </p:cNvPr>
          <p:cNvSpPr>
            <a:spLocks xmlns:a="http://schemas.openxmlformats.org/drawingml/2006/main" noGrp="1"/>
          </p:cNvSpPr>
          <p:nvPr/>
        </p:nvSpPr>
        <p:spPr>
          <a:xfrm xmlns:a="http://schemas.openxmlformats.org/drawingml/2006/main">
            <a:off x="5448300" y="3895725"/>
            <a:ext cx="266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30" name="board-stable-alu">
            <a:extLst xmlns:a="http://schemas.openxmlformats.org/drawingml/2006/main">
              <a:ext uri="{FF2B5EF4-FFF2-40B4-BE49-F238E27FC236}">
                <a16:creationId xmlns:a16="http://schemas.microsoft.com/office/drawing/2014/main" id="{B4AA9B63-FE74-460A-8555-895AFC9BAE42}"/>
              </a:ext>
            </a:extLst>
          </p:cNvPr>
          <p:cNvSpPr>
            <a:spLocks xmlns:a="http://schemas.openxmlformats.org/drawingml/2006/main" noGrp="1"/>
          </p:cNvSpPr>
          <p:nvPr/>
        </p:nvSpPr>
        <p:spPr>
          <a:xfrm xmlns:a="http://schemas.openxmlformats.org/drawingml/2006/main">
            <a:off x="5991225" y="4067175"/>
            <a:ext cx="647700" cy="933450"/>
          </a:xfrm>
          <a:custGeom xmlns:a="http://schemas.openxmlformats.org/drawingml/2006/main">
            <a:pathLst>
              <a:path w="647700" h="933450">
                <a:moveTo>
                  <a:pt x="0" y="0"/>
                </a:moveTo>
                <a:lnTo>
                  <a:pt x="647700" y="171450"/>
                </a:lnTo>
                <a:lnTo>
                  <a:pt x="647700" y="742950"/>
                </a:lnTo>
                <a:lnTo>
                  <a:pt x="0" y="933450"/>
                </a:lnTo>
                <a:lnTo>
                  <a:pt x="0" y="571500"/>
                </a:lnTo>
                <a:lnTo>
                  <a:pt x="171450" y="457200"/>
                </a:lnTo>
                <a:lnTo>
                  <a:pt x="0" y="257175"/>
                </a:lnTo>
                <a:close/>
              </a:path>
            </a:pathLst>
          </a:custGeom>
          <a:solidFill xmlns:a="http://schemas.openxmlformats.org/drawingml/2006/main">
            <a:srgbClr val="FFFFFF"/>
          </a:solidFill>
          <a:ln xmlns:a="http://schemas.openxmlformats.org/drawingml/2006/main" w="21908">
            <a:solidFill>
              <a:srgbClr val="231F20"/>
            </a:solidFill>
          </a:ln>
        </p:spPr>
      </p:sp>
      <p:sp>
        <p:nvSpPr>
          <p:cNvPr id="131" name="text-884">
            <a:extLst xmlns:a="http://schemas.openxmlformats.org/drawingml/2006/main">
              <a:ext uri="{FF2B5EF4-FFF2-40B4-BE49-F238E27FC236}">
                <a16:creationId xmlns:a16="http://schemas.microsoft.com/office/drawing/2014/main" id="{CAEA3ACB-6058-47A1-B1BD-8029880ADB33}"/>
              </a:ext>
            </a:extLst>
          </p:cNvPr>
          <p:cNvSpPr>
            <a:spLocks xmlns:a="http://schemas.openxmlformats.org/drawingml/2006/main" noGrp="1"/>
          </p:cNvSpPr>
          <p:nvPr/>
        </p:nvSpPr>
        <p:spPr>
          <a:xfrm xmlns:a="http://schemas.openxmlformats.org/drawingml/2006/main">
            <a:off x="6076950" y="3762375"/>
            <a:ext cx="571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Arial"/>
                <a:ea typeface="Arial"/>
                <a:cs typeface="Arial"/>
              </a:defRPr>
            </a:defPPr>
            <a:lvl1pPr algn="ctr">
              <a:defRPr sz="1800" b="1">
                <a:solidFill>
                  <a:srgbClr val="231F20"/>
                </a:solidFill>
                <a:latin typeface="Arial"/>
                <a:ea typeface="Arial"/>
                <a:cs typeface="Arial"/>
              </a:defRPr>
            </a:lvl1pPr>
            <a:lvl2pPr algn="ctr">
              <a:defRPr sz="1800" b="1">
                <a:solidFill>
                  <a:srgbClr val="231F20"/>
                </a:solidFill>
                <a:latin typeface="Arial"/>
                <a:ea typeface="Arial"/>
                <a:cs typeface="Arial"/>
              </a:defRPr>
            </a:lvl2pPr>
            <a:lvl3pPr algn="ctr">
              <a:defRPr sz="1800" b="1">
                <a:solidFill>
                  <a:srgbClr val="231F20"/>
                </a:solidFill>
                <a:latin typeface="Arial"/>
                <a:ea typeface="Arial"/>
                <a:cs typeface="Arial"/>
              </a:defRPr>
            </a:lvl3pPr>
            <a:lvl4pPr algn="ctr">
              <a:defRPr sz="1800" b="1">
                <a:solidFill>
                  <a:srgbClr val="231F20"/>
                </a:solidFill>
                <a:latin typeface="Arial"/>
                <a:ea typeface="Arial"/>
                <a:cs typeface="Arial"/>
              </a:defRPr>
            </a:lvl4pPr>
            <a:lvl5pPr algn="ctr">
              <a:defRPr sz="1800" b="1">
                <a:solidFill>
                  <a:srgbClr val="231F20"/>
                </a:solidFill>
                <a:latin typeface="Arial"/>
                <a:ea typeface="Arial"/>
                <a:cs typeface="Arial"/>
              </a:defRPr>
            </a:lvl5pPr>
            <a:lvl6pPr algn="ctr">
              <a:defRPr sz="1800" b="1">
                <a:solidFill>
                  <a:srgbClr val="231F20"/>
                </a:solidFill>
                <a:latin typeface="Arial"/>
                <a:ea typeface="Arial"/>
                <a:cs typeface="Arial"/>
              </a:defRPr>
            </a:lvl6pPr>
            <a:lvl7pPr algn="ctr">
              <a:defRPr sz="1800" b="1">
                <a:solidFill>
                  <a:srgbClr val="231F20"/>
                </a:solidFill>
                <a:latin typeface="Arial"/>
                <a:ea typeface="Arial"/>
                <a:cs typeface="Arial"/>
              </a:defRPr>
            </a:lvl7pPr>
            <a:lvl8pPr algn="ctr">
              <a:defRPr sz="1800" b="1">
                <a:solidFill>
                  <a:srgbClr val="231F20"/>
                </a:solidFill>
                <a:latin typeface="Arial"/>
                <a:ea typeface="Arial"/>
                <a:cs typeface="Arial"/>
              </a:defRPr>
            </a:lvl8pPr>
            <a:lvl9pPr algn="ctr">
              <a:defRPr sz="1800" b="1">
                <a:solidFill>
                  <a:srgbClr val="231F20"/>
                </a:solidFill>
                <a:latin typeface="Arial"/>
                <a:ea typeface="Arial"/>
                <a:cs typeface="Arial"/>
              </a:defRPr>
            </a:lvl9pPr>
          </a:lstStyle>
          <a:p xmlns:a="http://schemas.openxmlformats.org/drawingml/2006/main">
            <a:pPr algn="ctr">
              <a:defRPr sz="1800" b="1">
                <a:solidFill>
                  <a:srgbClr val="231F20"/>
                </a:solidFill>
                <a:latin typeface="Arial"/>
                <a:ea typeface="Arial"/>
                <a:cs typeface="Arial"/>
              </a:defRPr>
            </a:pPr>
            <a:r>
              <a:rPr sz="1800" b="1">
                <a:solidFill>
                  <a:srgbClr val="231F20"/>
                </a:solidFill>
                <a:latin typeface="Arial"/>
                <a:ea typeface="Arial"/>
                <a:cs typeface="Arial"/>
              </a:rPr>
              <a:t>ALU</a:t>
            </a:r>
          </a:p>
        </p:txBody>
      </p:sp>
      <p:sp>
        <p:nvSpPr>
          <p:cNvPr id="132" name="text-885">
            <a:extLst xmlns:a="http://schemas.openxmlformats.org/drawingml/2006/main">
              <a:ext uri="{FF2B5EF4-FFF2-40B4-BE49-F238E27FC236}">
                <a16:creationId xmlns:a16="http://schemas.microsoft.com/office/drawing/2014/main" id="{22F996A1-A60A-4CE4-B49E-F6A4C1E86BEA}"/>
              </a:ext>
            </a:extLst>
          </p:cNvPr>
          <p:cNvSpPr>
            <a:spLocks xmlns:a="http://schemas.openxmlformats.org/drawingml/2006/main" noGrp="1"/>
          </p:cNvSpPr>
          <p:nvPr/>
        </p:nvSpPr>
        <p:spPr>
          <a:xfrm xmlns:a="http://schemas.openxmlformats.org/drawingml/2006/main">
            <a:off x="6257925" y="4343400"/>
            <a:ext cx="314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250" b="0">
                <a:solidFill>
                  <a:srgbClr val="231F20"/>
                </a:solidFill>
                <a:latin typeface="Arial"/>
                <a:ea typeface="Arial"/>
                <a:cs typeface="Arial"/>
              </a:defRPr>
            </a:defPPr>
            <a:lvl1pPr algn="ctr">
              <a:defRPr sz="2250" b="0">
                <a:solidFill>
                  <a:srgbClr val="231F20"/>
                </a:solidFill>
                <a:latin typeface="Arial"/>
                <a:ea typeface="Arial"/>
                <a:cs typeface="Arial"/>
              </a:defRPr>
            </a:lvl1pPr>
            <a:lvl2pPr algn="ctr">
              <a:defRPr sz="2250" b="0">
                <a:solidFill>
                  <a:srgbClr val="231F20"/>
                </a:solidFill>
                <a:latin typeface="Arial"/>
                <a:ea typeface="Arial"/>
                <a:cs typeface="Arial"/>
              </a:defRPr>
            </a:lvl2pPr>
            <a:lvl3pPr algn="ctr">
              <a:defRPr sz="2250" b="0">
                <a:solidFill>
                  <a:srgbClr val="231F20"/>
                </a:solidFill>
                <a:latin typeface="Arial"/>
                <a:ea typeface="Arial"/>
                <a:cs typeface="Arial"/>
              </a:defRPr>
            </a:lvl3pPr>
            <a:lvl4pPr algn="ctr">
              <a:defRPr sz="2250" b="0">
                <a:solidFill>
                  <a:srgbClr val="231F20"/>
                </a:solidFill>
                <a:latin typeface="Arial"/>
                <a:ea typeface="Arial"/>
                <a:cs typeface="Arial"/>
              </a:defRPr>
            </a:lvl4pPr>
            <a:lvl5pPr algn="ctr">
              <a:defRPr sz="2250" b="0">
                <a:solidFill>
                  <a:srgbClr val="231F20"/>
                </a:solidFill>
                <a:latin typeface="Arial"/>
                <a:ea typeface="Arial"/>
                <a:cs typeface="Arial"/>
              </a:defRPr>
            </a:lvl5pPr>
            <a:lvl6pPr algn="ctr">
              <a:defRPr sz="2250" b="0">
                <a:solidFill>
                  <a:srgbClr val="231F20"/>
                </a:solidFill>
                <a:latin typeface="Arial"/>
                <a:ea typeface="Arial"/>
                <a:cs typeface="Arial"/>
              </a:defRPr>
            </a:lvl6pPr>
            <a:lvl7pPr algn="ctr">
              <a:defRPr sz="2250" b="0">
                <a:solidFill>
                  <a:srgbClr val="231F20"/>
                </a:solidFill>
                <a:latin typeface="Arial"/>
                <a:ea typeface="Arial"/>
                <a:cs typeface="Arial"/>
              </a:defRPr>
            </a:lvl7pPr>
            <a:lvl8pPr algn="ctr">
              <a:defRPr sz="2250" b="0">
                <a:solidFill>
                  <a:srgbClr val="231F20"/>
                </a:solidFill>
                <a:latin typeface="Arial"/>
                <a:ea typeface="Arial"/>
                <a:cs typeface="Arial"/>
              </a:defRPr>
            </a:lvl8pPr>
            <a:lvl9pPr algn="ctr">
              <a:defRPr sz="2250" b="0">
                <a:solidFill>
                  <a:srgbClr val="231F20"/>
                </a:solidFill>
                <a:latin typeface="Arial"/>
                <a:ea typeface="Arial"/>
                <a:cs typeface="Arial"/>
              </a:defRPr>
            </a:lvl9pPr>
          </a:lstStyle>
          <a:p xmlns:a="http://schemas.openxmlformats.org/drawingml/2006/main">
            <a:pPr algn="ctr">
              <a:defRPr sz="2250" b="0">
                <a:solidFill>
                  <a:srgbClr val="231F20"/>
                </a:solidFill>
                <a:latin typeface="Arial"/>
                <a:ea typeface="Arial"/>
                <a:cs typeface="Arial"/>
              </a:defRPr>
            </a:pPr>
            <a:r>
              <a:rPr sz="2250" b="0">
                <a:solidFill>
                  <a:srgbClr val="231F20"/>
                </a:solidFill>
                <a:latin typeface="Arial"/>
                <a:ea typeface="Arial"/>
                <a:cs typeface="Arial"/>
              </a:rPr>
              <a:t>+</a:t>
            </a:r>
          </a:p>
        </p:txBody>
      </p:sp>
      <p:sp>
        <p:nvSpPr>
          <p:cNvPr id="133" name="text-886">
            <a:extLst xmlns:a="http://schemas.openxmlformats.org/drawingml/2006/main">
              <a:ext uri="{FF2B5EF4-FFF2-40B4-BE49-F238E27FC236}">
                <a16:creationId xmlns:a16="http://schemas.microsoft.com/office/drawing/2014/main" id="{FB1076A2-D71D-444A-9477-F48619D8200D}"/>
              </a:ext>
            </a:extLst>
          </p:cNvPr>
          <p:cNvSpPr>
            <a:spLocks xmlns:a="http://schemas.openxmlformats.org/drawingml/2006/main" noGrp="1"/>
          </p:cNvSpPr>
          <p:nvPr/>
        </p:nvSpPr>
        <p:spPr>
          <a:xfrm xmlns:a="http://schemas.openxmlformats.org/drawingml/2006/main">
            <a:off x="5638800" y="5019675"/>
            <a:ext cx="1095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即値</a:t>
            </a:r>
          </a:p>
        </p:txBody>
      </p:sp>
      <p:sp>
        <p:nvSpPr>
          <p:cNvPr id="134" name="wire-887">
            <a:extLst xmlns:a="http://schemas.openxmlformats.org/drawingml/2006/main">
              <a:ext uri="{FF2B5EF4-FFF2-40B4-BE49-F238E27FC236}">
                <a16:creationId xmlns:a16="http://schemas.microsoft.com/office/drawing/2014/main" id="{1E5B65BB-6227-4BAE-9492-DE0408C1DCBF}"/>
              </a:ext>
            </a:extLst>
          </p:cNvPr>
          <p:cNvSpPr>
            <a:spLocks xmlns:a="http://schemas.openxmlformats.org/drawingml/2006/main" noGrp="1"/>
          </p:cNvSpPr>
          <p:nvPr/>
        </p:nvSpPr>
        <p:spPr>
          <a:xfrm xmlns:a="http://schemas.openxmlformats.org/drawingml/2006/main">
            <a:off x="6638925" y="4419600"/>
            <a:ext cx="600075" cy="9525"/>
          </a:xfrm>
          <a:custGeom xmlns:a="http://schemas.openxmlformats.org/drawingml/2006/main">
            <a:pathLst>
              <a:path w="600075" h="9525">
                <a:moveTo>
                  <a:pt x="0" y="0"/>
                </a:moveTo>
                <a:lnTo>
                  <a:pt x="600075" y="0"/>
                </a:lnTo>
              </a:path>
            </a:pathLst>
          </a:custGeom>
          <a:noFill xmlns:a="http://schemas.openxmlformats.org/drawingml/2006/main"/>
          <a:ln xmlns:a="http://schemas.openxmlformats.org/drawingml/2006/main" w="26670">
            <a:solidFill>
              <a:srgbClr val="231F20"/>
            </a:solidFill>
          </a:ln>
        </p:spPr>
      </p:sp>
      <p:sp>
        <p:nvSpPr>
          <p:cNvPr id="135" name="circuit-888">
            <a:extLst xmlns:a="http://schemas.openxmlformats.org/drawingml/2006/main">
              <a:ext uri="{FF2B5EF4-FFF2-40B4-BE49-F238E27FC236}">
                <a16:creationId xmlns:a16="http://schemas.microsoft.com/office/drawing/2014/main" id="{34ADA96F-2740-4A51-815B-EABEB4E1A587}"/>
              </a:ext>
            </a:extLst>
          </p:cNvPr>
          <p:cNvSpPr>
            <a:spLocks xmlns:a="http://schemas.openxmlformats.org/drawingml/2006/main" noGrp="1"/>
          </p:cNvSpPr>
          <p:nvPr/>
        </p:nvSpPr>
        <p:spPr>
          <a:xfrm xmlns:a="http://schemas.openxmlformats.org/drawingml/2006/main">
            <a:off x="7162800" y="43881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231F20"/>
          </a:solidFill>
          <a:ln xmlns:a="http://schemas.openxmlformats.org/drawingml/2006/main" w="9525">
            <a:solidFill>
              <a:srgbClr val="231F20"/>
            </a:solidFill>
          </a:ln>
        </p:spPr>
      </p:sp>
      <p:sp>
        <p:nvSpPr>
          <p:cNvPr id="136" name="text-889">
            <a:extLst xmlns:a="http://schemas.openxmlformats.org/drawingml/2006/main">
              <a:ext uri="{FF2B5EF4-FFF2-40B4-BE49-F238E27FC236}">
                <a16:creationId xmlns:a16="http://schemas.microsoft.com/office/drawing/2014/main" id="{DAC420E1-1D1B-4612-9ACA-4ABF2BB0AE85}"/>
              </a:ext>
            </a:extLst>
          </p:cNvPr>
          <p:cNvSpPr>
            <a:spLocks xmlns:a="http://schemas.openxmlformats.org/drawingml/2006/main" noGrp="1"/>
          </p:cNvSpPr>
          <p:nvPr/>
        </p:nvSpPr>
        <p:spPr>
          <a:xfrm xmlns:a="http://schemas.openxmlformats.org/drawingml/2006/main">
            <a:off x="6686550" y="4105275"/>
            <a:ext cx="485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番地</a:t>
            </a:r>
          </a:p>
        </p:txBody>
      </p:sp>
      <p:sp>
        <p:nvSpPr>
          <p:cNvPr id="137" name="wire-890">
            <a:extLst xmlns:a="http://schemas.openxmlformats.org/drawingml/2006/main">
              <a:ext uri="{FF2B5EF4-FFF2-40B4-BE49-F238E27FC236}">
                <a16:creationId xmlns:a16="http://schemas.microsoft.com/office/drawing/2014/main" id="{CC402D3C-F760-486C-BA4E-81E6628B61D1}"/>
              </a:ext>
            </a:extLst>
          </p:cNvPr>
          <p:cNvSpPr>
            <a:spLocks xmlns:a="http://schemas.openxmlformats.org/drawingml/2006/main" noGrp="1"/>
          </p:cNvSpPr>
          <p:nvPr/>
        </p:nvSpPr>
        <p:spPr>
          <a:xfrm xmlns:a="http://schemas.openxmlformats.org/drawingml/2006/main">
            <a:off x="5362575" y="461010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25718">
            <a:solidFill>
              <a:srgbClr val="1572C3"/>
            </a:solidFill>
          </a:ln>
        </p:spPr>
      </p:sp>
      <p:sp>
        <p:nvSpPr>
          <p:cNvPr id="138" name="wire-891">
            <a:extLst xmlns:a="http://schemas.openxmlformats.org/drawingml/2006/main">
              <a:ext uri="{FF2B5EF4-FFF2-40B4-BE49-F238E27FC236}">
                <a16:creationId xmlns:a16="http://schemas.microsoft.com/office/drawing/2014/main" id="{2AFE744D-54EA-48BF-80EB-8D911548E7F2}"/>
              </a:ext>
            </a:extLst>
          </p:cNvPr>
          <p:cNvSpPr>
            <a:spLocks xmlns:a="http://schemas.openxmlformats.org/drawingml/2006/main" noGrp="1"/>
          </p:cNvSpPr>
          <p:nvPr/>
        </p:nvSpPr>
        <p:spPr>
          <a:xfrm xmlns:a="http://schemas.openxmlformats.org/drawingml/2006/main">
            <a:off x="5476875" y="4610100"/>
            <a:ext cx="9525" cy="771525"/>
          </a:xfrm>
          <a:custGeom xmlns:a="http://schemas.openxmlformats.org/drawingml/2006/main">
            <a:pathLst>
              <a:path w="9525" h="771525">
                <a:moveTo>
                  <a:pt x="0" y="0"/>
                </a:moveTo>
                <a:lnTo>
                  <a:pt x="0" y="771525"/>
                </a:lnTo>
              </a:path>
            </a:pathLst>
          </a:custGeom>
          <a:noFill xmlns:a="http://schemas.openxmlformats.org/drawingml/2006/main"/>
          <a:ln xmlns:a="http://schemas.openxmlformats.org/drawingml/2006/main" w="25718">
            <a:solidFill>
              <a:srgbClr val="1572C3"/>
            </a:solidFill>
          </a:ln>
        </p:spPr>
      </p:sp>
      <p:sp>
        <p:nvSpPr>
          <p:cNvPr id="139" name="wire-892">
            <a:extLst xmlns:a="http://schemas.openxmlformats.org/drawingml/2006/main">
              <a:ext uri="{FF2B5EF4-FFF2-40B4-BE49-F238E27FC236}">
                <a16:creationId xmlns:a16="http://schemas.microsoft.com/office/drawing/2014/main" id="{C75D8279-FF35-488B-A48F-088E607FA04D}"/>
              </a:ext>
            </a:extLst>
          </p:cNvPr>
          <p:cNvSpPr>
            <a:spLocks xmlns:a="http://schemas.openxmlformats.org/drawingml/2006/main" noGrp="1"/>
          </p:cNvSpPr>
          <p:nvPr/>
        </p:nvSpPr>
        <p:spPr>
          <a:xfrm xmlns:a="http://schemas.openxmlformats.org/drawingml/2006/main">
            <a:off x="5476875" y="5381625"/>
            <a:ext cx="1628775" cy="9525"/>
          </a:xfrm>
          <a:custGeom xmlns:a="http://schemas.openxmlformats.org/drawingml/2006/main">
            <a:pathLst>
              <a:path w="1628775" h="9525">
                <a:moveTo>
                  <a:pt x="0" y="0"/>
                </a:moveTo>
                <a:lnTo>
                  <a:pt x="1628775" y="0"/>
                </a:lnTo>
              </a:path>
            </a:pathLst>
          </a:custGeom>
          <a:noFill xmlns:a="http://schemas.openxmlformats.org/drawingml/2006/main"/>
          <a:ln xmlns:a="http://schemas.openxmlformats.org/drawingml/2006/main" w="25718">
            <a:solidFill>
              <a:srgbClr val="1572C3"/>
            </a:solidFill>
          </a:ln>
        </p:spPr>
      </p:sp>
      <p:sp>
        <p:nvSpPr>
          <p:cNvPr id="140" name="wire-893">
            <a:extLst xmlns:a="http://schemas.openxmlformats.org/drawingml/2006/main">
              <a:ext uri="{FF2B5EF4-FFF2-40B4-BE49-F238E27FC236}">
                <a16:creationId xmlns:a16="http://schemas.microsoft.com/office/drawing/2014/main" id="{DD375396-476E-4E88-84A3-FE8FC131D3C6}"/>
              </a:ext>
            </a:extLst>
          </p:cNvPr>
          <p:cNvSpPr>
            <a:spLocks xmlns:a="http://schemas.openxmlformats.org/drawingml/2006/main" noGrp="1"/>
          </p:cNvSpPr>
          <p:nvPr/>
        </p:nvSpPr>
        <p:spPr>
          <a:xfrm xmlns:a="http://schemas.openxmlformats.org/drawingml/2006/main">
            <a:off x="7105650" y="5019675"/>
            <a:ext cx="9525" cy="361950"/>
          </a:xfrm>
          <a:custGeom xmlns:a="http://schemas.openxmlformats.org/drawingml/2006/main">
            <a:pathLst>
              <a:path w="9525" h="361950">
                <a:moveTo>
                  <a:pt x="0" y="361950"/>
                </a:moveTo>
                <a:lnTo>
                  <a:pt x="0" y="0"/>
                </a:lnTo>
              </a:path>
            </a:pathLst>
          </a:custGeom>
          <a:noFill xmlns:a="http://schemas.openxmlformats.org/drawingml/2006/main"/>
          <a:ln xmlns:a="http://schemas.openxmlformats.org/drawingml/2006/main" w="25718">
            <a:solidFill>
              <a:srgbClr val="1572C3"/>
            </a:solidFill>
          </a:ln>
        </p:spPr>
      </p:sp>
      <p:sp>
        <p:nvSpPr>
          <p:cNvPr id="141" name="wire-894">
            <a:extLst xmlns:a="http://schemas.openxmlformats.org/drawingml/2006/main">
              <a:ext uri="{FF2B5EF4-FFF2-40B4-BE49-F238E27FC236}">
                <a16:creationId xmlns:a16="http://schemas.microsoft.com/office/drawing/2014/main" id="{B2A488C7-B834-4B4D-9C97-8F7A20803FD2}"/>
              </a:ext>
            </a:extLst>
          </p:cNvPr>
          <p:cNvSpPr>
            <a:spLocks xmlns:a="http://schemas.openxmlformats.org/drawingml/2006/main" noGrp="1"/>
          </p:cNvSpPr>
          <p:nvPr/>
        </p:nvSpPr>
        <p:spPr>
          <a:xfrm xmlns:a="http://schemas.openxmlformats.org/drawingml/2006/main">
            <a:off x="7105650" y="5019675"/>
            <a:ext cx="133350" cy="9525"/>
          </a:xfrm>
          <a:custGeom xmlns:a="http://schemas.openxmlformats.org/drawingml/2006/main">
            <a:pathLst>
              <a:path w="133350" h="9525">
                <a:moveTo>
                  <a:pt x="0" y="0"/>
                </a:moveTo>
                <a:lnTo>
                  <a:pt x="133350" y="0"/>
                </a:lnTo>
              </a:path>
            </a:pathLst>
          </a:custGeom>
          <a:noFill xmlns:a="http://schemas.openxmlformats.org/drawingml/2006/main"/>
          <a:ln xmlns:a="http://schemas.openxmlformats.org/drawingml/2006/main" w="25718">
            <a:solidFill>
              <a:srgbClr val="1572C3"/>
            </a:solidFill>
          </a:ln>
        </p:spPr>
      </p:sp>
      <p:sp>
        <p:nvSpPr>
          <p:cNvPr id="142" name="circuit-895">
            <a:extLst xmlns:a="http://schemas.openxmlformats.org/drawingml/2006/main">
              <a:ext uri="{FF2B5EF4-FFF2-40B4-BE49-F238E27FC236}">
                <a16:creationId xmlns:a16="http://schemas.microsoft.com/office/drawing/2014/main" id="{9AC0E29D-5B4D-4F84-9D7C-206F75EEDEC1}"/>
              </a:ext>
            </a:extLst>
          </p:cNvPr>
          <p:cNvSpPr>
            <a:spLocks xmlns:a="http://schemas.openxmlformats.org/drawingml/2006/main" noGrp="1"/>
          </p:cNvSpPr>
          <p:nvPr/>
        </p:nvSpPr>
        <p:spPr>
          <a:xfrm xmlns:a="http://schemas.openxmlformats.org/drawingml/2006/main">
            <a:off x="7162800" y="498824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43" name="text-896">
            <a:extLst xmlns:a="http://schemas.openxmlformats.org/drawingml/2006/main">
              <a:ext uri="{FF2B5EF4-FFF2-40B4-BE49-F238E27FC236}">
                <a16:creationId xmlns:a16="http://schemas.microsoft.com/office/drawing/2014/main" id="{0899BEB9-D5F5-470F-858C-59557910E540}"/>
              </a:ext>
            </a:extLst>
          </p:cNvPr>
          <p:cNvSpPr>
            <a:spLocks xmlns:a="http://schemas.openxmlformats.org/drawingml/2006/main" noGrp="1"/>
          </p:cNvSpPr>
          <p:nvPr/>
        </p:nvSpPr>
        <p:spPr>
          <a:xfrm xmlns:a="http://schemas.openxmlformats.org/drawingml/2006/main">
            <a:off x="5486400" y="4762500"/>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1572C3"/>
                </a:solidFill>
                <a:latin typeface="Yu Gothic"/>
                <a:ea typeface="Yu Gothic"/>
                <a:cs typeface="Yu Gothic"/>
              </a:defRPr>
            </a:defPPr>
            <a:lvl1pPr algn="ctr">
              <a:defRPr sz="1500" b="1">
                <a:solidFill>
                  <a:srgbClr val="1572C3"/>
                </a:solidFill>
                <a:latin typeface="Yu Gothic"/>
                <a:ea typeface="Yu Gothic"/>
                <a:cs typeface="Yu Gothic"/>
              </a:defRPr>
            </a:lvl1pPr>
            <a:lvl2pPr algn="ctr">
              <a:defRPr sz="1500" b="1">
                <a:solidFill>
                  <a:srgbClr val="1572C3"/>
                </a:solidFill>
                <a:latin typeface="Yu Gothic"/>
                <a:ea typeface="Yu Gothic"/>
                <a:cs typeface="Yu Gothic"/>
              </a:defRPr>
            </a:lvl2pPr>
            <a:lvl3pPr algn="ctr">
              <a:defRPr sz="1500" b="1">
                <a:solidFill>
                  <a:srgbClr val="1572C3"/>
                </a:solidFill>
                <a:latin typeface="Yu Gothic"/>
                <a:ea typeface="Yu Gothic"/>
                <a:cs typeface="Yu Gothic"/>
              </a:defRPr>
            </a:lvl3pPr>
            <a:lvl4pPr algn="ctr">
              <a:defRPr sz="1500" b="1">
                <a:solidFill>
                  <a:srgbClr val="1572C3"/>
                </a:solidFill>
                <a:latin typeface="Yu Gothic"/>
                <a:ea typeface="Yu Gothic"/>
                <a:cs typeface="Yu Gothic"/>
              </a:defRPr>
            </a:lvl4pPr>
            <a:lvl5pPr algn="ctr">
              <a:defRPr sz="1500" b="1">
                <a:solidFill>
                  <a:srgbClr val="1572C3"/>
                </a:solidFill>
                <a:latin typeface="Yu Gothic"/>
                <a:ea typeface="Yu Gothic"/>
                <a:cs typeface="Yu Gothic"/>
              </a:defRPr>
            </a:lvl5pPr>
            <a:lvl6pPr algn="ctr">
              <a:defRPr sz="1500" b="1">
                <a:solidFill>
                  <a:srgbClr val="1572C3"/>
                </a:solidFill>
                <a:latin typeface="Yu Gothic"/>
                <a:ea typeface="Yu Gothic"/>
                <a:cs typeface="Yu Gothic"/>
              </a:defRPr>
            </a:lvl6pPr>
            <a:lvl7pPr algn="ctr">
              <a:defRPr sz="1500" b="1">
                <a:solidFill>
                  <a:srgbClr val="1572C3"/>
                </a:solidFill>
                <a:latin typeface="Yu Gothic"/>
                <a:ea typeface="Yu Gothic"/>
                <a:cs typeface="Yu Gothic"/>
              </a:defRPr>
            </a:lvl7pPr>
            <a:lvl8pPr algn="ctr">
              <a:defRPr sz="1500" b="1">
                <a:solidFill>
                  <a:srgbClr val="1572C3"/>
                </a:solidFill>
                <a:latin typeface="Yu Gothic"/>
                <a:ea typeface="Yu Gothic"/>
                <a:cs typeface="Yu Gothic"/>
              </a:defRPr>
            </a:lvl8pPr>
            <a:lvl9pPr algn="ctr">
              <a:defRPr sz="1500" b="1">
                <a:solidFill>
                  <a:srgbClr val="1572C3"/>
                </a:solidFill>
                <a:latin typeface="Yu Gothic"/>
                <a:ea typeface="Yu Gothic"/>
                <a:cs typeface="Yu Gothic"/>
              </a:defRPr>
            </a:lvl9pPr>
          </a:lstStyle>
          <a:p xmlns:a="http://schemas.openxmlformats.org/drawingml/2006/main">
            <a:pPr algn="ctr">
              <a:defRPr sz="1500" b="1">
                <a:solidFill>
                  <a:srgbClr val="1572C3"/>
                </a:solidFill>
                <a:latin typeface="Yu Gothic"/>
                <a:ea typeface="Yu Gothic"/>
                <a:cs typeface="Yu Gothic"/>
              </a:defRPr>
            </a:pPr>
            <a:r>
              <a:rPr sz="1500" b="1">
                <a:solidFill>
                  <a:srgbClr val="1572C3"/>
                </a:solidFill>
                <a:latin typeface="Yu Gothic"/>
                <a:ea typeface="Yu Gothic"/>
                <a:cs typeface="Yu Gothic"/>
              </a:rPr>
              <a:t>値</a:t>
            </a:r>
          </a:p>
        </p:txBody>
      </p:sp>
      <p:sp>
        <p:nvSpPr>
          <p:cNvPr id="144" name="wire-897">
            <a:extLst xmlns:a="http://schemas.openxmlformats.org/drawingml/2006/main">
              <a:ext uri="{FF2B5EF4-FFF2-40B4-BE49-F238E27FC236}">
                <a16:creationId xmlns:a16="http://schemas.microsoft.com/office/drawing/2014/main" id="{228E03AB-2539-484D-A35E-78F301037F9A}"/>
              </a:ext>
            </a:extLst>
          </p:cNvPr>
          <p:cNvSpPr>
            <a:spLocks xmlns:a="http://schemas.openxmlformats.org/drawingml/2006/main" noGrp="1"/>
          </p:cNvSpPr>
          <p:nvPr/>
        </p:nvSpPr>
        <p:spPr>
          <a:xfrm xmlns:a="http://schemas.openxmlformats.org/drawingml/2006/main">
            <a:off x="7134225" y="5314950"/>
            <a:ext cx="104775" cy="9525"/>
          </a:xfrm>
          <a:custGeom xmlns:a="http://schemas.openxmlformats.org/drawingml/2006/main">
            <a:pathLst>
              <a:path w="104775" h="9525">
                <a:moveTo>
                  <a:pt x="104775" y="0"/>
                </a:moveTo>
                <a:lnTo>
                  <a:pt x="0" y="0"/>
                </a:lnTo>
              </a:path>
            </a:pathLst>
          </a:custGeom>
          <a:noFill xmlns:a="http://schemas.openxmlformats.org/drawingml/2006/main"/>
          <a:ln xmlns:a="http://schemas.openxmlformats.org/drawingml/2006/main" w="25718">
            <a:solidFill>
              <a:srgbClr val="1572C3"/>
            </a:solidFill>
          </a:ln>
        </p:spPr>
      </p:sp>
      <p:sp>
        <p:nvSpPr>
          <p:cNvPr id="145" name="wire-898">
            <a:extLst xmlns:a="http://schemas.openxmlformats.org/drawingml/2006/main">
              <a:ext uri="{FF2B5EF4-FFF2-40B4-BE49-F238E27FC236}">
                <a16:creationId xmlns:a16="http://schemas.microsoft.com/office/drawing/2014/main" id="{8969FA5B-291A-4705-A132-EBEAD7BF4CCD}"/>
              </a:ext>
            </a:extLst>
          </p:cNvPr>
          <p:cNvSpPr>
            <a:spLocks xmlns:a="http://schemas.openxmlformats.org/drawingml/2006/main" noGrp="1"/>
          </p:cNvSpPr>
          <p:nvPr/>
        </p:nvSpPr>
        <p:spPr>
          <a:xfrm xmlns:a="http://schemas.openxmlformats.org/drawingml/2006/main">
            <a:off x="7134225" y="5314950"/>
            <a:ext cx="9525" cy="495300"/>
          </a:xfrm>
          <a:custGeom xmlns:a="http://schemas.openxmlformats.org/drawingml/2006/main">
            <a:pathLst>
              <a:path w="9525" h="495300">
                <a:moveTo>
                  <a:pt x="0" y="0"/>
                </a:moveTo>
                <a:lnTo>
                  <a:pt x="0" y="495300"/>
                </a:lnTo>
              </a:path>
            </a:pathLst>
          </a:custGeom>
          <a:noFill xmlns:a="http://schemas.openxmlformats.org/drawingml/2006/main"/>
          <a:ln xmlns:a="http://schemas.openxmlformats.org/drawingml/2006/main" w="25718">
            <a:solidFill>
              <a:srgbClr val="1572C3"/>
            </a:solidFill>
          </a:ln>
        </p:spPr>
      </p:sp>
      <p:sp>
        <p:nvSpPr>
          <p:cNvPr id="146" name="wire-899">
            <a:extLst xmlns:a="http://schemas.openxmlformats.org/drawingml/2006/main">
              <a:ext uri="{FF2B5EF4-FFF2-40B4-BE49-F238E27FC236}">
                <a16:creationId xmlns:a16="http://schemas.microsoft.com/office/drawing/2014/main" id="{43E2C443-6A40-45E4-AA25-6C227960FBC4}"/>
              </a:ext>
            </a:extLst>
          </p:cNvPr>
          <p:cNvSpPr>
            <a:spLocks xmlns:a="http://schemas.openxmlformats.org/drawingml/2006/main" noGrp="1"/>
          </p:cNvSpPr>
          <p:nvPr/>
        </p:nvSpPr>
        <p:spPr>
          <a:xfrm xmlns:a="http://schemas.openxmlformats.org/drawingml/2006/main">
            <a:off x="3619500" y="5810250"/>
            <a:ext cx="3514725" cy="9525"/>
          </a:xfrm>
          <a:custGeom xmlns:a="http://schemas.openxmlformats.org/drawingml/2006/main">
            <a:pathLst>
              <a:path w="3514725" h="9525">
                <a:moveTo>
                  <a:pt x="3514725" y="0"/>
                </a:moveTo>
                <a:lnTo>
                  <a:pt x="0" y="0"/>
                </a:lnTo>
              </a:path>
            </a:pathLst>
          </a:custGeom>
          <a:noFill xmlns:a="http://schemas.openxmlformats.org/drawingml/2006/main"/>
          <a:ln xmlns:a="http://schemas.openxmlformats.org/drawingml/2006/main" w="25718">
            <a:solidFill>
              <a:srgbClr val="1572C3"/>
            </a:solidFill>
          </a:ln>
        </p:spPr>
      </p:sp>
      <p:sp>
        <p:nvSpPr>
          <p:cNvPr id="147" name="wire-900">
            <a:extLst xmlns:a="http://schemas.openxmlformats.org/drawingml/2006/main">
              <a:ext uri="{FF2B5EF4-FFF2-40B4-BE49-F238E27FC236}">
                <a16:creationId xmlns:a16="http://schemas.microsoft.com/office/drawing/2014/main" id="{DFBA78AC-5296-4B45-920F-6CEFB627E0C5}"/>
              </a:ext>
            </a:extLst>
          </p:cNvPr>
          <p:cNvSpPr>
            <a:spLocks xmlns:a="http://schemas.openxmlformats.org/drawingml/2006/main" noGrp="1"/>
          </p:cNvSpPr>
          <p:nvPr/>
        </p:nvSpPr>
        <p:spPr>
          <a:xfrm xmlns:a="http://schemas.openxmlformats.org/drawingml/2006/main">
            <a:off x="3619500" y="5153025"/>
            <a:ext cx="9525" cy="657225"/>
          </a:xfrm>
          <a:custGeom xmlns:a="http://schemas.openxmlformats.org/drawingml/2006/main">
            <a:pathLst>
              <a:path w="9525" h="657225">
                <a:moveTo>
                  <a:pt x="0" y="657225"/>
                </a:moveTo>
                <a:lnTo>
                  <a:pt x="0" y="0"/>
                </a:lnTo>
              </a:path>
            </a:pathLst>
          </a:custGeom>
          <a:noFill xmlns:a="http://schemas.openxmlformats.org/drawingml/2006/main"/>
          <a:ln xmlns:a="http://schemas.openxmlformats.org/drawingml/2006/main" w="25718">
            <a:solidFill>
              <a:srgbClr val="1572C3"/>
            </a:solidFill>
          </a:ln>
        </p:spPr>
      </p:sp>
      <p:sp>
        <p:nvSpPr>
          <p:cNvPr id="148" name="wire-901">
            <a:extLst xmlns:a="http://schemas.openxmlformats.org/drawingml/2006/main">
              <a:ext uri="{FF2B5EF4-FFF2-40B4-BE49-F238E27FC236}">
                <a16:creationId xmlns:a16="http://schemas.microsoft.com/office/drawing/2014/main" id="{E475159B-E6AD-4836-B5F1-41C477B74D5D}"/>
              </a:ext>
            </a:extLst>
          </p:cNvPr>
          <p:cNvSpPr>
            <a:spLocks xmlns:a="http://schemas.openxmlformats.org/drawingml/2006/main" noGrp="1"/>
          </p:cNvSpPr>
          <p:nvPr/>
        </p:nvSpPr>
        <p:spPr>
          <a:xfrm xmlns:a="http://schemas.openxmlformats.org/drawingml/2006/main">
            <a:off x="3619500" y="5153025"/>
            <a:ext cx="171450" cy="9525"/>
          </a:xfrm>
          <a:custGeom xmlns:a="http://schemas.openxmlformats.org/drawingml/2006/main">
            <a:pathLst>
              <a:path w="171450" h="9525">
                <a:moveTo>
                  <a:pt x="0" y="0"/>
                </a:moveTo>
                <a:lnTo>
                  <a:pt x="171450" y="0"/>
                </a:lnTo>
              </a:path>
            </a:pathLst>
          </a:custGeom>
          <a:noFill xmlns:a="http://schemas.openxmlformats.org/drawingml/2006/main"/>
          <a:ln xmlns:a="http://schemas.openxmlformats.org/drawingml/2006/main" w="25718">
            <a:solidFill>
              <a:srgbClr val="1572C3"/>
            </a:solidFill>
          </a:ln>
        </p:spPr>
      </p:sp>
      <p:sp>
        <p:nvSpPr>
          <p:cNvPr id="149" name="circuit-902">
            <a:extLst xmlns:a="http://schemas.openxmlformats.org/drawingml/2006/main">
              <a:ext uri="{FF2B5EF4-FFF2-40B4-BE49-F238E27FC236}">
                <a16:creationId xmlns:a16="http://schemas.microsoft.com/office/drawing/2014/main" id="{6006FBA6-03EF-4444-847A-1DE925A58261}"/>
              </a:ext>
            </a:extLst>
          </p:cNvPr>
          <p:cNvSpPr>
            <a:spLocks xmlns:a="http://schemas.openxmlformats.org/drawingml/2006/main" noGrp="1"/>
          </p:cNvSpPr>
          <p:nvPr/>
        </p:nvSpPr>
        <p:spPr>
          <a:xfrm xmlns:a="http://schemas.openxmlformats.org/drawingml/2006/main">
            <a:off x="3714750" y="5121593"/>
            <a:ext cx="76200" cy="62865"/>
          </a:xfrm>
          <a:custGeom xmlns:a="http://schemas.openxmlformats.org/drawingml/2006/main">
            <a:pathLst>
              <a:path w="76200" h="62865">
                <a:moveTo>
                  <a:pt x="76200" y="31432"/>
                </a:moveTo>
                <a:lnTo>
                  <a:pt x="0" y="0"/>
                </a:lnTo>
                <a:lnTo>
                  <a:pt x="0" y="62865"/>
                </a:lnTo>
                <a:close/>
              </a:path>
            </a:pathLst>
          </a:custGeom>
          <a:solidFill xmlns:a="http://schemas.openxmlformats.org/drawingml/2006/main">
            <a:srgbClr val="1572C3"/>
          </a:solidFill>
          <a:ln xmlns:a="http://schemas.openxmlformats.org/drawingml/2006/main" w="9525">
            <a:solidFill>
              <a:srgbClr val="1572C3"/>
            </a:solidFill>
          </a:ln>
        </p:spPr>
      </p:sp>
      <p:sp>
        <p:nvSpPr>
          <p:cNvPr id="150" name="wire-903">
            <a:extLst xmlns:a="http://schemas.openxmlformats.org/drawingml/2006/main">
              <a:ext uri="{FF2B5EF4-FFF2-40B4-BE49-F238E27FC236}">
                <a16:creationId xmlns:a16="http://schemas.microsoft.com/office/drawing/2014/main" id="{435BC2B3-F124-420D-82A0-745A85FD30E7}"/>
              </a:ext>
            </a:extLst>
          </p:cNvPr>
          <p:cNvSpPr>
            <a:spLocks xmlns:a="http://schemas.openxmlformats.org/drawingml/2006/main" noGrp="1"/>
          </p:cNvSpPr>
          <p:nvPr/>
        </p:nvSpPr>
        <p:spPr>
          <a:xfrm xmlns:a="http://schemas.openxmlformats.org/drawingml/2006/main">
            <a:off x="2028825" y="5105400"/>
            <a:ext cx="9525" cy="419100"/>
          </a:xfrm>
          <a:custGeom xmlns:a="http://schemas.openxmlformats.org/drawingml/2006/main">
            <a:pathLst>
              <a:path w="9525" h="419100">
                <a:moveTo>
                  <a:pt x="0" y="0"/>
                </a:moveTo>
                <a:lnTo>
                  <a:pt x="0" y="419100"/>
                </a:lnTo>
              </a:path>
            </a:pathLst>
          </a:custGeom>
          <a:noFill xmlns:a="http://schemas.openxmlformats.org/drawingml/2006/main"/>
          <a:ln xmlns:a="http://schemas.openxmlformats.org/drawingml/2006/main" w="20003">
            <a:solidFill>
              <a:srgbClr val="9FA9B9"/>
            </a:solidFill>
          </a:ln>
        </p:spPr>
      </p:sp>
      <p:sp>
        <p:nvSpPr>
          <p:cNvPr id="151" name="wire-904">
            <a:extLst xmlns:a="http://schemas.openxmlformats.org/drawingml/2006/main">
              <a:ext uri="{FF2B5EF4-FFF2-40B4-BE49-F238E27FC236}">
                <a16:creationId xmlns:a16="http://schemas.microsoft.com/office/drawing/2014/main" id="{FE420BF6-D65E-46B0-B460-7C16D4F04568}"/>
              </a:ext>
            </a:extLst>
          </p:cNvPr>
          <p:cNvSpPr>
            <a:spLocks xmlns:a="http://schemas.openxmlformats.org/drawingml/2006/main" noGrp="1"/>
          </p:cNvSpPr>
          <p:nvPr/>
        </p:nvSpPr>
        <p:spPr>
          <a:xfrm xmlns:a="http://schemas.openxmlformats.org/drawingml/2006/main">
            <a:off x="2028825" y="5524500"/>
            <a:ext cx="5133975" cy="9525"/>
          </a:xfrm>
          <a:custGeom xmlns:a="http://schemas.openxmlformats.org/drawingml/2006/main">
            <a:pathLst>
              <a:path w="5133975" h="9525">
                <a:moveTo>
                  <a:pt x="0" y="0"/>
                </a:moveTo>
                <a:lnTo>
                  <a:pt x="5133975" y="0"/>
                </a:lnTo>
              </a:path>
            </a:pathLst>
          </a:custGeom>
          <a:noFill xmlns:a="http://schemas.openxmlformats.org/drawingml/2006/main"/>
          <a:ln xmlns:a="http://schemas.openxmlformats.org/drawingml/2006/main" w="20003">
            <a:solidFill>
              <a:srgbClr val="9FA9B9"/>
            </a:solidFill>
          </a:ln>
        </p:spPr>
      </p:sp>
      <p:sp>
        <p:nvSpPr>
          <p:cNvPr id="152" name="wire-905">
            <a:extLst xmlns:a="http://schemas.openxmlformats.org/drawingml/2006/main">
              <a:ext uri="{FF2B5EF4-FFF2-40B4-BE49-F238E27FC236}">
                <a16:creationId xmlns:a16="http://schemas.microsoft.com/office/drawing/2014/main" id="{E4562F0F-6538-4F33-BF74-22FC303B77F5}"/>
              </a:ext>
            </a:extLst>
          </p:cNvPr>
          <p:cNvSpPr>
            <a:spLocks xmlns:a="http://schemas.openxmlformats.org/drawingml/2006/main" noGrp="1"/>
          </p:cNvSpPr>
          <p:nvPr/>
        </p:nvSpPr>
        <p:spPr>
          <a:xfrm xmlns:a="http://schemas.openxmlformats.org/drawingml/2006/main">
            <a:off x="7162800" y="3886200"/>
            <a:ext cx="9525" cy="1638300"/>
          </a:xfrm>
          <a:custGeom xmlns:a="http://schemas.openxmlformats.org/drawingml/2006/main">
            <a:pathLst>
              <a:path w="9525" h="1638300">
                <a:moveTo>
                  <a:pt x="0" y="1638300"/>
                </a:moveTo>
                <a:lnTo>
                  <a:pt x="0" y="0"/>
                </a:lnTo>
              </a:path>
            </a:pathLst>
          </a:custGeom>
          <a:noFill xmlns:a="http://schemas.openxmlformats.org/drawingml/2006/main"/>
          <a:ln xmlns:a="http://schemas.openxmlformats.org/drawingml/2006/main" w="20003">
            <a:solidFill>
              <a:srgbClr val="9FA9B9"/>
            </a:solidFill>
          </a:ln>
        </p:spPr>
      </p:sp>
      <p:sp>
        <p:nvSpPr>
          <p:cNvPr id="153" name="wire-906">
            <a:extLst xmlns:a="http://schemas.openxmlformats.org/drawingml/2006/main">
              <a:ext uri="{FF2B5EF4-FFF2-40B4-BE49-F238E27FC236}">
                <a16:creationId xmlns:a16="http://schemas.microsoft.com/office/drawing/2014/main" id="{7C8F3D22-FF75-4E3A-BBFC-8DF540D2781D}"/>
              </a:ext>
            </a:extLst>
          </p:cNvPr>
          <p:cNvSpPr>
            <a:spLocks xmlns:a="http://schemas.openxmlformats.org/drawingml/2006/main" noGrp="1"/>
          </p:cNvSpPr>
          <p:nvPr/>
        </p:nvSpPr>
        <p:spPr>
          <a:xfrm xmlns:a="http://schemas.openxmlformats.org/drawingml/2006/main">
            <a:off x="7162800" y="38862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20003">
            <a:solidFill>
              <a:srgbClr val="9FA9B9"/>
            </a:solidFill>
          </a:ln>
        </p:spPr>
      </p:sp>
      <p:sp>
        <p:nvSpPr>
          <p:cNvPr id="154" name="circuit-907">
            <a:extLst xmlns:a="http://schemas.openxmlformats.org/drawingml/2006/main">
              <a:ext uri="{FF2B5EF4-FFF2-40B4-BE49-F238E27FC236}">
                <a16:creationId xmlns:a16="http://schemas.microsoft.com/office/drawing/2014/main" id="{CE023571-B4E8-4484-9DE6-6EAD536B7C9B}"/>
              </a:ext>
            </a:extLst>
          </p:cNvPr>
          <p:cNvSpPr>
            <a:spLocks xmlns:a="http://schemas.openxmlformats.org/drawingml/2006/main" noGrp="1"/>
          </p:cNvSpPr>
          <p:nvPr/>
        </p:nvSpPr>
        <p:spPr>
          <a:xfrm xmlns:a="http://schemas.openxmlformats.org/drawingml/2006/main">
            <a:off x="7162800" y="3854768"/>
            <a:ext cx="76200" cy="62865"/>
          </a:xfrm>
          <a:custGeom xmlns:a="http://schemas.openxmlformats.org/drawingml/2006/main">
            <a:pathLst>
              <a:path w="76200" h="62865">
                <a:moveTo>
                  <a:pt x="76200" y="31433"/>
                </a:moveTo>
                <a:lnTo>
                  <a:pt x="0" y="0"/>
                </a:lnTo>
                <a:lnTo>
                  <a:pt x="0" y="62865"/>
                </a:lnTo>
                <a:close/>
              </a:path>
            </a:pathLst>
          </a:custGeom>
          <a:solidFill xmlns:a="http://schemas.openxmlformats.org/drawingml/2006/main">
            <a:srgbClr val="9FA9B9"/>
          </a:solidFill>
          <a:ln xmlns:a="http://schemas.openxmlformats.org/drawingml/2006/main" w="9525">
            <a:solidFill>
              <a:srgbClr val="9FA9B9"/>
            </a:solidFill>
          </a:ln>
        </p:spPr>
      </p:sp>
      <p:sp>
        <p:nvSpPr>
          <p:cNvPr id="155" name="wire-908">
            <a:extLst xmlns:a="http://schemas.openxmlformats.org/drawingml/2006/main">
              <a:ext uri="{FF2B5EF4-FFF2-40B4-BE49-F238E27FC236}">
                <a16:creationId xmlns:a16="http://schemas.microsoft.com/office/drawing/2014/main" id="{71EE00FD-E4B3-417B-AFE6-123B0EC8AA3C}"/>
              </a:ext>
            </a:extLst>
          </p:cNvPr>
          <p:cNvSpPr>
            <a:spLocks xmlns:a="http://schemas.openxmlformats.org/drawingml/2006/main" noGrp="1"/>
          </p:cNvSpPr>
          <p:nvPr/>
        </p:nvSpPr>
        <p:spPr>
          <a:xfrm xmlns:a="http://schemas.openxmlformats.org/drawingml/2006/main">
            <a:off x="7048500" y="4076700"/>
            <a:ext cx="190500" cy="9525"/>
          </a:xfrm>
          <a:custGeom xmlns:a="http://schemas.openxmlformats.org/drawingml/2006/main">
            <a:pathLst>
              <a:path w="190500" h="9525">
                <a:moveTo>
                  <a:pt x="190500" y="0"/>
                </a:moveTo>
                <a:lnTo>
                  <a:pt x="0" y="0"/>
                </a:lnTo>
              </a:path>
            </a:pathLst>
          </a:custGeom>
          <a:noFill xmlns:a="http://schemas.openxmlformats.org/drawingml/2006/main"/>
          <a:ln xmlns:a="http://schemas.openxmlformats.org/drawingml/2006/main" w="20003">
            <a:solidFill>
              <a:srgbClr val="9FA9B9"/>
            </a:solidFill>
          </a:ln>
        </p:spPr>
      </p:sp>
      <p:sp>
        <p:nvSpPr>
          <p:cNvPr id="156" name="wire-909">
            <a:extLst xmlns:a="http://schemas.openxmlformats.org/drawingml/2006/main">
              <a:ext uri="{FF2B5EF4-FFF2-40B4-BE49-F238E27FC236}">
                <a16:creationId xmlns:a16="http://schemas.microsoft.com/office/drawing/2014/main" id="{3E7636BE-222A-4462-B830-FFAD7B19F23B}"/>
              </a:ext>
            </a:extLst>
          </p:cNvPr>
          <p:cNvSpPr>
            <a:spLocks xmlns:a="http://schemas.openxmlformats.org/drawingml/2006/main" noGrp="1"/>
          </p:cNvSpPr>
          <p:nvPr/>
        </p:nvSpPr>
        <p:spPr>
          <a:xfrm xmlns:a="http://schemas.openxmlformats.org/drawingml/2006/main">
            <a:off x="7048500" y="4076700"/>
            <a:ext cx="9525" cy="1581150"/>
          </a:xfrm>
          <a:custGeom xmlns:a="http://schemas.openxmlformats.org/drawingml/2006/main">
            <a:pathLst>
              <a:path w="9525" h="1581150">
                <a:moveTo>
                  <a:pt x="0" y="0"/>
                </a:moveTo>
                <a:lnTo>
                  <a:pt x="0" y="1581150"/>
                </a:lnTo>
              </a:path>
            </a:pathLst>
          </a:custGeom>
          <a:noFill xmlns:a="http://schemas.openxmlformats.org/drawingml/2006/main"/>
          <a:ln xmlns:a="http://schemas.openxmlformats.org/drawingml/2006/main" w="20003">
            <a:solidFill>
              <a:srgbClr val="9FA9B9"/>
            </a:solidFill>
          </a:ln>
        </p:spPr>
      </p:sp>
      <p:sp>
        <p:nvSpPr>
          <p:cNvPr id="157" name="wire-910">
            <a:extLst xmlns:a="http://schemas.openxmlformats.org/drawingml/2006/main">
              <a:ext uri="{FF2B5EF4-FFF2-40B4-BE49-F238E27FC236}">
                <a16:creationId xmlns:a16="http://schemas.microsoft.com/office/drawing/2014/main" id="{1E53FDE9-0E02-4837-9B5C-DA99E845527F}"/>
              </a:ext>
            </a:extLst>
          </p:cNvPr>
          <p:cNvSpPr>
            <a:spLocks xmlns:a="http://schemas.openxmlformats.org/drawingml/2006/main" noGrp="1"/>
          </p:cNvSpPr>
          <p:nvPr/>
        </p:nvSpPr>
        <p:spPr>
          <a:xfrm xmlns:a="http://schemas.openxmlformats.org/drawingml/2006/main">
            <a:off x="2857500" y="5657850"/>
            <a:ext cx="4191000" cy="9525"/>
          </a:xfrm>
          <a:custGeom xmlns:a="http://schemas.openxmlformats.org/drawingml/2006/main">
            <a:pathLst>
              <a:path w="4191000" h="9525">
                <a:moveTo>
                  <a:pt x="4191000" y="0"/>
                </a:moveTo>
                <a:lnTo>
                  <a:pt x="0" y="0"/>
                </a:lnTo>
              </a:path>
            </a:pathLst>
          </a:custGeom>
          <a:noFill xmlns:a="http://schemas.openxmlformats.org/drawingml/2006/main"/>
          <a:ln xmlns:a="http://schemas.openxmlformats.org/drawingml/2006/main" w="20003">
            <a:solidFill>
              <a:srgbClr val="9FA9B9"/>
            </a:solidFill>
          </a:ln>
        </p:spPr>
      </p:sp>
      <p:sp>
        <p:nvSpPr>
          <p:cNvPr id="158" name="wire-911">
            <a:extLst xmlns:a="http://schemas.openxmlformats.org/drawingml/2006/main">
              <a:ext uri="{FF2B5EF4-FFF2-40B4-BE49-F238E27FC236}">
                <a16:creationId xmlns:a16="http://schemas.microsoft.com/office/drawing/2014/main" id="{23F0DD9D-03F7-4DE1-9A0B-FF0D81293758}"/>
              </a:ext>
            </a:extLst>
          </p:cNvPr>
          <p:cNvSpPr>
            <a:spLocks xmlns:a="http://schemas.openxmlformats.org/drawingml/2006/main" noGrp="1"/>
          </p:cNvSpPr>
          <p:nvPr/>
        </p:nvSpPr>
        <p:spPr>
          <a:xfrm xmlns:a="http://schemas.openxmlformats.org/drawingml/2006/main">
            <a:off x="2857500" y="5105400"/>
            <a:ext cx="9525" cy="552450"/>
          </a:xfrm>
          <a:custGeom xmlns:a="http://schemas.openxmlformats.org/drawingml/2006/main">
            <a:pathLst>
              <a:path w="9525" h="552450">
                <a:moveTo>
                  <a:pt x="0" y="552450"/>
                </a:moveTo>
                <a:lnTo>
                  <a:pt x="0" y="0"/>
                </a:lnTo>
              </a:path>
            </a:pathLst>
          </a:custGeom>
          <a:noFill xmlns:a="http://schemas.openxmlformats.org/drawingml/2006/main"/>
          <a:ln xmlns:a="http://schemas.openxmlformats.org/drawingml/2006/main" w="20003">
            <a:solidFill>
              <a:srgbClr val="9FA9B9"/>
            </a:solidFill>
          </a:ln>
        </p:spPr>
      </p:sp>
      <p:sp>
        <p:nvSpPr>
          <p:cNvPr id="159" name="circuit-912">
            <a:extLst xmlns:a="http://schemas.openxmlformats.org/drawingml/2006/main">
              <a:ext uri="{FF2B5EF4-FFF2-40B4-BE49-F238E27FC236}">
                <a16:creationId xmlns:a16="http://schemas.microsoft.com/office/drawing/2014/main" id="{755FFF2E-0633-4C50-BBDA-E6724B26017E}"/>
              </a:ext>
            </a:extLst>
          </p:cNvPr>
          <p:cNvSpPr>
            <a:spLocks xmlns:a="http://schemas.openxmlformats.org/drawingml/2006/main" noGrp="1"/>
          </p:cNvSpPr>
          <p:nvPr/>
        </p:nvSpPr>
        <p:spPr>
          <a:xfrm xmlns:a="http://schemas.openxmlformats.org/drawingml/2006/main">
            <a:off x="2826068" y="5105400"/>
            <a:ext cx="62865" cy="76200"/>
          </a:xfrm>
          <a:custGeom xmlns:a="http://schemas.openxmlformats.org/drawingml/2006/main">
            <a:pathLst>
              <a:path w="62865" h="76200">
                <a:moveTo>
                  <a:pt x="31433" y="0"/>
                </a:moveTo>
                <a:lnTo>
                  <a:pt x="0" y="76200"/>
                </a:lnTo>
                <a:lnTo>
                  <a:pt x="62865" y="76200"/>
                </a:lnTo>
                <a:close/>
              </a:path>
            </a:pathLst>
          </a:custGeom>
          <a:solidFill xmlns:a="http://schemas.openxmlformats.org/drawingml/2006/main">
            <a:srgbClr val="9FA9B9"/>
          </a:solidFill>
          <a:ln xmlns:a="http://schemas.openxmlformats.org/drawingml/2006/main" w="9525">
            <a:solidFill>
              <a:srgbClr val="9FA9B9"/>
            </a:solidFill>
          </a:ln>
        </p:spPr>
      </p:sp>
      <p:sp>
        <p:nvSpPr>
          <p:cNvPr id="160" name="wire-913">
            <a:extLst xmlns:a="http://schemas.openxmlformats.org/drawingml/2006/main">
              <a:ext uri="{FF2B5EF4-FFF2-40B4-BE49-F238E27FC236}">
                <a16:creationId xmlns:a16="http://schemas.microsoft.com/office/drawing/2014/main" id="{ABE489A8-E611-4E09-8862-FE7FA5244B54}"/>
              </a:ext>
            </a:extLst>
          </p:cNvPr>
          <p:cNvSpPr>
            <a:spLocks xmlns:a="http://schemas.openxmlformats.org/drawingml/2006/main" noGrp="1"/>
          </p:cNvSpPr>
          <p:nvPr/>
        </p:nvSpPr>
        <p:spPr>
          <a:xfrm xmlns:a="http://schemas.openxmlformats.org/drawingml/2006/main">
            <a:off x="9563100" y="4962525"/>
            <a:ext cx="66675" cy="9525"/>
          </a:xfrm>
          <a:custGeom xmlns:a="http://schemas.openxmlformats.org/drawingml/2006/main">
            <a:pathLst>
              <a:path w="66675" h="9525">
                <a:moveTo>
                  <a:pt x="0" y="0"/>
                </a:moveTo>
                <a:lnTo>
                  <a:pt x="66675" y="0"/>
                </a:lnTo>
              </a:path>
            </a:pathLst>
          </a:custGeom>
          <a:noFill xmlns:a="http://schemas.openxmlformats.org/drawingml/2006/main"/>
          <a:ln xmlns:a="http://schemas.openxmlformats.org/drawingml/2006/main" w="26670">
            <a:solidFill>
              <a:srgbClr val="1572C3"/>
            </a:solidFill>
          </a:ln>
        </p:spPr>
      </p:sp>
      <p:sp>
        <p:nvSpPr>
          <p:cNvPr id="161" name="wire-914">
            <a:extLst xmlns:a="http://schemas.openxmlformats.org/drawingml/2006/main">
              <a:ext uri="{FF2B5EF4-FFF2-40B4-BE49-F238E27FC236}">
                <a16:creationId xmlns:a16="http://schemas.microsoft.com/office/drawing/2014/main" id="{A064A2B7-F7E1-4A0A-BB1C-00DC8EDB0009}"/>
              </a:ext>
            </a:extLst>
          </p:cNvPr>
          <p:cNvSpPr>
            <a:spLocks xmlns:a="http://schemas.openxmlformats.org/drawingml/2006/main" noGrp="1"/>
          </p:cNvSpPr>
          <p:nvPr/>
        </p:nvSpPr>
        <p:spPr>
          <a:xfrm xmlns:a="http://schemas.openxmlformats.org/drawingml/2006/main">
            <a:off x="9629775" y="4552950"/>
            <a:ext cx="9525" cy="409575"/>
          </a:xfrm>
          <a:custGeom xmlns:a="http://schemas.openxmlformats.org/drawingml/2006/main">
            <a:pathLst>
              <a:path w="9525" h="409575">
                <a:moveTo>
                  <a:pt x="0" y="409575"/>
                </a:moveTo>
                <a:lnTo>
                  <a:pt x="0" y="0"/>
                </a:lnTo>
              </a:path>
            </a:pathLst>
          </a:custGeom>
          <a:noFill xmlns:a="http://schemas.openxmlformats.org/drawingml/2006/main"/>
          <a:ln xmlns:a="http://schemas.openxmlformats.org/drawingml/2006/main" w="26670">
            <a:solidFill>
              <a:srgbClr val="1572C3"/>
            </a:solidFill>
          </a:ln>
        </p:spPr>
      </p:sp>
      <p:sp>
        <p:nvSpPr>
          <p:cNvPr id="162" name="wire-915">
            <a:extLst xmlns:a="http://schemas.openxmlformats.org/drawingml/2006/main">
              <a:ext uri="{FF2B5EF4-FFF2-40B4-BE49-F238E27FC236}">
                <a16:creationId xmlns:a16="http://schemas.microsoft.com/office/drawing/2014/main" id="{A6547058-1FCC-48F2-9190-E503D8DC25CD}"/>
              </a:ext>
            </a:extLst>
          </p:cNvPr>
          <p:cNvSpPr>
            <a:spLocks xmlns:a="http://schemas.openxmlformats.org/drawingml/2006/main" noGrp="1"/>
          </p:cNvSpPr>
          <p:nvPr/>
        </p:nvSpPr>
        <p:spPr>
          <a:xfrm xmlns:a="http://schemas.openxmlformats.org/drawingml/2006/main">
            <a:off x="9563100" y="4552950"/>
            <a:ext cx="66675" cy="9525"/>
          </a:xfrm>
          <a:custGeom xmlns:a="http://schemas.openxmlformats.org/drawingml/2006/main">
            <a:pathLst>
              <a:path w="66675" h="9525">
                <a:moveTo>
                  <a:pt x="66675" y="0"/>
                </a:moveTo>
                <a:lnTo>
                  <a:pt x="0" y="0"/>
                </a:lnTo>
              </a:path>
            </a:pathLst>
          </a:custGeom>
          <a:noFill xmlns:a="http://schemas.openxmlformats.org/drawingml/2006/main"/>
          <a:ln xmlns:a="http://schemas.openxmlformats.org/drawingml/2006/main" w="26670">
            <a:solidFill>
              <a:srgbClr val="1572C3"/>
            </a:solidFill>
          </a:ln>
        </p:spPr>
      </p:sp>
      <p:sp>
        <p:nvSpPr>
          <p:cNvPr id="163" name="circuit-916">
            <a:extLst xmlns:a="http://schemas.openxmlformats.org/drawingml/2006/main">
              <a:ext uri="{FF2B5EF4-FFF2-40B4-BE49-F238E27FC236}">
                <a16:creationId xmlns:a16="http://schemas.microsoft.com/office/drawing/2014/main" id="{7A759004-EB76-4CC7-B2A9-5A3E9B33E34E}"/>
              </a:ext>
            </a:extLst>
          </p:cNvPr>
          <p:cNvSpPr>
            <a:spLocks xmlns:a="http://schemas.openxmlformats.org/drawingml/2006/main" noGrp="1"/>
          </p:cNvSpPr>
          <p:nvPr/>
        </p:nvSpPr>
        <p:spPr>
          <a:xfrm xmlns:a="http://schemas.openxmlformats.org/drawingml/2006/main">
            <a:off x="9563100" y="4521518"/>
            <a:ext cx="76200" cy="62865"/>
          </a:xfrm>
          <a:custGeom xmlns:a="http://schemas.openxmlformats.org/drawingml/2006/main">
            <a:pathLst>
              <a:path w="76200" h="62865">
                <a:moveTo>
                  <a:pt x="0" y="31433"/>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64" name="wire-917">
            <a:extLst xmlns:a="http://schemas.openxmlformats.org/drawingml/2006/main">
              <a:ext uri="{FF2B5EF4-FFF2-40B4-BE49-F238E27FC236}">
                <a16:creationId xmlns:a16="http://schemas.microsoft.com/office/drawing/2014/main" id="{AB397B82-7926-444B-879A-5216A30171D9}"/>
              </a:ext>
            </a:extLst>
          </p:cNvPr>
          <p:cNvSpPr>
            <a:spLocks xmlns:a="http://schemas.openxmlformats.org/drawingml/2006/main" noGrp="1"/>
          </p:cNvSpPr>
          <p:nvPr/>
        </p:nvSpPr>
        <p:spPr>
          <a:xfrm xmlns:a="http://schemas.openxmlformats.org/drawingml/2006/main">
            <a:off x="9563100" y="4619625"/>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26670">
            <a:solidFill>
              <a:srgbClr val="1572C3"/>
            </a:solidFill>
          </a:ln>
        </p:spPr>
      </p:sp>
      <p:sp>
        <p:nvSpPr>
          <p:cNvPr id="165" name="wire-918">
            <a:extLst xmlns:a="http://schemas.openxmlformats.org/drawingml/2006/main">
              <a:ext uri="{FF2B5EF4-FFF2-40B4-BE49-F238E27FC236}">
                <a16:creationId xmlns:a16="http://schemas.microsoft.com/office/drawing/2014/main" id="{D6F12F25-5187-4049-BB47-D6BA232BED34}"/>
              </a:ext>
            </a:extLst>
          </p:cNvPr>
          <p:cNvSpPr>
            <a:spLocks xmlns:a="http://schemas.openxmlformats.org/drawingml/2006/main" noGrp="1"/>
          </p:cNvSpPr>
          <p:nvPr/>
        </p:nvSpPr>
        <p:spPr>
          <a:xfrm xmlns:a="http://schemas.openxmlformats.org/drawingml/2006/main">
            <a:off x="9715500" y="4619625"/>
            <a:ext cx="9525" cy="942975"/>
          </a:xfrm>
          <a:custGeom xmlns:a="http://schemas.openxmlformats.org/drawingml/2006/main">
            <a:pathLst>
              <a:path w="9525" h="942975">
                <a:moveTo>
                  <a:pt x="0" y="0"/>
                </a:moveTo>
                <a:lnTo>
                  <a:pt x="0" y="942975"/>
                </a:lnTo>
              </a:path>
            </a:pathLst>
          </a:custGeom>
          <a:noFill xmlns:a="http://schemas.openxmlformats.org/drawingml/2006/main"/>
          <a:ln xmlns:a="http://schemas.openxmlformats.org/drawingml/2006/main" w="26670">
            <a:solidFill>
              <a:srgbClr val="1572C3"/>
            </a:solidFill>
          </a:ln>
        </p:spPr>
      </p:sp>
      <p:sp>
        <p:nvSpPr>
          <p:cNvPr id="166" name="wire-919">
            <a:extLst xmlns:a="http://schemas.openxmlformats.org/drawingml/2006/main">
              <a:ext uri="{FF2B5EF4-FFF2-40B4-BE49-F238E27FC236}">
                <a16:creationId xmlns:a16="http://schemas.microsoft.com/office/drawing/2014/main" id="{754D7E1B-E01E-497B-903F-659F7580407B}"/>
              </a:ext>
            </a:extLst>
          </p:cNvPr>
          <p:cNvSpPr>
            <a:spLocks xmlns:a="http://schemas.openxmlformats.org/drawingml/2006/main" noGrp="1"/>
          </p:cNvSpPr>
          <p:nvPr/>
        </p:nvSpPr>
        <p:spPr>
          <a:xfrm xmlns:a="http://schemas.openxmlformats.org/drawingml/2006/main">
            <a:off x="9563100" y="5562600"/>
            <a:ext cx="152400" cy="9525"/>
          </a:xfrm>
          <a:custGeom xmlns:a="http://schemas.openxmlformats.org/drawingml/2006/main">
            <a:pathLst>
              <a:path w="152400" h="9525">
                <a:moveTo>
                  <a:pt x="152400" y="0"/>
                </a:moveTo>
                <a:lnTo>
                  <a:pt x="0" y="0"/>
                </a:lnTo>
              </a:path>
            </a:pathLst>
          </a:custGeom>
          <a:noFill xmlns:a="http://schemas.openxmlformats.org/drawingml/2006/main"/>
          <a:ln xmlns:a="http://schemas.openxmlformats.org/drawingml/2006/main" w="26670">
            <a:solidFill>
              <a:srgbClr val="1572C3"/>
            </a:solidFill>
          </a:ln>
        </p:spPr>
      </p:sp>
      <p:sp>
        <p:nvSpPr>
          <p:cNvPr id="167" name="circuit-920">
            <a:extLst xmlns:a="http://schemas.openxmlformats.org/drawingml/2006/main">
              <a:ext uri="{FF2B5EF4-FFF2-40B4-BE49-F238E27FC236}">
                <a16:creationId xmlns:a16="http://schemas.microsoft.com/office/drawing/2014/main" id="{9B6955A1-5ADF-4C2E-B634-5C3C00170AAE}"/>
              </a:ext>
            </a:extLst>
          </p:cNvPr>
          <p:cNvSpPr>
            <a:spLocks xmlns:a="http://schemas.openxmlformats.org/drawingml/2006/main" noGrp="1"/>
          </p:cNvSpPr>
          <p:nvPr/>
        </p:nvSpPr>
        <p:spPr>
          <a:xfrm xmlns:a="http://schemas.openxmlformats.org/drawingml/2006/main">
            <a:off x="9563100" y="5531168"/>
            <a:ext cx="76200" cy="62865"/>
          </a:xfrm>
          <a:custGeom xmlns:a="http://schemas.openxmlformats.org/drawingml/2006/main">
            <a:pathLst>
              <a:path w="76200" h="62865">
                <a:moveTo>
                  <a:pt x="0" y="31432"/>
                </a:moveTo>
                <a:lnTo>
                  <a:pt x="76200" y="62865"/>
                </a:lnTo>
                <a:lnTo>
                  <a:pt x="76200" y="0"/>
                </a:lnTo>
                <a:close/>
              </a:path>
            </a:pathLst>
          </a:custGeom>
          <a:solidFill xmlns:a="http://schemas.openxmlformats.org/drawingml/2006/main">
            <a:srgbClr val="1572C3"/>
          </a:solidFill>
          <a:ln xmlns:a="http://schemas.openxmlformats.org/drawingml/2006/main" w="9525">
            <a:solidFill>
              <a:srgbClr val="1572C3"/>
            </a:solidFill>
          </a:ln>
        </p:spPr>
      </p:sp>
      <p:sp>
        <p:nvSpPr>
          <p:cNvPr id="168" name="text-921">
            <a:extLst xmlns:a="http://schemas.openxmlformats.org/drawingml/2006/main">
              <a:ext uri="{FF2B5EF4-FFF2-40B4-BE49-F238E27FC236}">
                <a16:creationId xmlns:a16="http://schemas.microsoft.com/office/drawing/2014/main" id="{EA0DFD9B-8F20-4FAD-9E3B-A38177A500A8}"/>
              </a:ext>
            </a:extLst>
          </p:cNvPr>
          <p:cNvSpPr>
            <a:spLocks xmlns:a="http://schemas.openxmlformats.org/drawingml/2006/main" noGrp="1"/>
          </p:cNvSpPr>
          <p:nvPr/>
        </p:nvSpPr>
        <p:spPr>
          <a:xfrm xmlns:a="http://schemas.openxmlformats.org/drawingml/2006/main">
            <a:off x="8220075" y="4638675"/>
            <a:ext cx="1238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画素を保存</a:t>
            </a:r>
          </a:p>
        </p:txBody>
      </p:sp>
      <p:sp>
        <p:nvSpPr>
          <p:cNvPr id="169" name="text-922">
            <a:extLst xmlns:a="http://schemas.openxmlformats.org/drawingml/2006/main">
              <a:ext uri="{FF2B5EF4-FFF2-40B4-BE49-F238E27FC236}">
                <a16:creationId xmlns:a16="http://schemas.microsoft.com/office/drawing/2014/main" id="{25B99B8E-C41B-4137-A1B5-CF9985456A56}"/>
              </a:ext>
            </a:extLst>
          </p:cNvPr>
          <p:cNvSpPr>
            <a:spLocks xmlns:a="http://schemas.openxmlformats.org/drawingml/2006/main" noGrp="1"/>
          </p:cNvSpPr>
          <p:nvPr/>
        </p:nvSpPr>
        <p:spPr>
          <a:xfrm xmlns:a="http://schemas.openxmlformats.org/drawingml/2006/main">
            <a:off x="8220075" y="5219700"/>
            <a:ext cx="1238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Yu Gothic"/>
                <a:ea typeface="Yu Gothic"/>
                <a:cs typeface="Yu Gothic"/>
              </a:defRPr>
            </a:defPPr>
            <a:lvl1pPr algn="ctr">
              <a:defRPr sz="1050" b="1">
                <a:solidFill>
                  <a:srgbClr val="1572C3"/>
                </a:solidFill>
                <a:latin typeface="Yu Gothic"/>
                <a:ea typeface="Yu Gothic"/>
                <a:cs typeface="Yu Gothic"/>
              </a:defRPr>
            </a:lvl1pPr>
            <a:lvl2pPr algn="ctr">
              <a:defRPr sz="1050" b="1">
                <a:solidFill>
                  <a:srgbClr val="1572C3"/>
                </a:solidFill>
                <a:latin typeface="Yu Gothic"/>
                <a:ea typeface="Yu Gothic"/>
                <a:cs typeface="Yu Gothic"/>
              </a:defRPr>
            </a:lvl2pPr>
            <a:lvl3pPr algn="ctr">
              <a:defRPr sz="1050" b="1">
                <a:solidFill>
                  <a:srgbClr val="1572C3"/>
                </a:solidFill>
                <a:latin typeface="Yu Gothic"/>
                <a:ea typeface="Yu Gothic"/>
                <a:cs typeface="Yu Gothic"/>
              </a:defRPr>
            </a:lvl3pPr>
            <a:lvl4pPr algn="ctr">
              <a:defRPr sz="1050" b="1">
                <a:solidFill>
                  <a:srgbClr val="1572C3"/>
                </a:solidFill>
                <a:latin typeface="Yu Gothic"/>
                <a:ea typeface="Yu Gothic"/>
                <a:cs typeface="Yu Gothic"/>
              </a:defRPr>
            </a:lvl4pPr>
            <a:lvl5pPr algn="ctr">
              <a:defRPr sz="1050" b="1">
                <a:solidFill>
                  <a:srgbClr val="1572C3"/>
                </a:solidFill>
                <a:latin typeface="Yu Gothic"/>
                <a:ea typeface="Yu Gothic"/>
                <a:cs typeface="Yu Gothic"/>
              </a:defRPr>
            </a:lvl5pPr>
            <a:lvl6pPr algn="ctr">
              <a:defRPr sz="1050" b="1">
                <a:solidFill>
                  <a:srgbClr val="1572C3"/>
                </a:solidFill>
                <a:latin typeface="Yu Gothic"/>
                <a:ea typeface="Yu Gothic"/>
                <a:cs typeface="Yu Gothic"/>
              </a:defRPr>
            </a:lvl6pPr>
            <a:lvl7pPr algn="ctr">
              <a:defRPr sz="1050" b="1">
                <a:solidFill>
                  <a:srgbClr val="1572C3"/>
                </a:solidFill>
                <a:latin typeface="Yu Gothic"/>
                <a:ea typeface="Yu Gothic"/>
                <a:cs typeface="Yu Gothic"/>
              </a:defRPr>
            </a:lvl7pPr>
            <a:lvl8pPr algn="ctr">
              <a:defRPr sz="1050" b="1">
                <a:solidFill>
                  <a:srgbClr val="1572C3"/>
                </a:solidFill>
                <a:latin typeface="Yu Gothic"/>
                <a:ea typeface="Yu Gothic"/>
                <a:cs typeface="Yu Gothic"/>
              </a:defRPr>
            </a:lvl8pPr>
            <a:lvl9pPr algn="ctr">
              <a:defRPr sz="1050" b="1">
                <a:solidFill>
                  <a:srgbClr val="1572C3"/>
                </a:solidFill>
                <a:latin typeface="Yu Gothic"/>
                <a:ea typeface="Yu Gothic"/>
                <a:cs typeface="Yu Gothic"/>
              </a:defRPr>
            </a:lvl9pPr>
          </a:lstStyle>
          <a:p xmlns:a="http://schemas.openxmlformats.org/drawingml/2006/main">
            <a:pPr algn="ctr">
              <a:defRPr sz="1050" b="1">
                <a:solidFill>
                  <a:srgbClr val="1572C3"/>
                </a:solidFill>
                <a:latin typeface="Yu Gothic"/>
                <a:ea typeface="Yu Gothic"/>
                <a:cs typeface="Yu Gothic"/>
              </a:defRPr>
            </a:pPr>
            <a:r>
              <a:rPr sz="1050" b="1">
                <a:solidFill>
                  <a:srgbClr val="1572C3"/>
                </a:solidFill>
                <a:latin typeface="Yu Gothic"/>
                <a:ea typeface="Yu Gothic"/>
                <a:cs typeface="Yu Gothic"/>
              </a:rPr>
              <a:t>画素を読む</a:t>
            </a:r>
          </a:p>
        </p:txBody>
      </p:sp>
      <p:sp>
        <p:nvSpPr>
          <p:cNvPr id="170" name="text-923">
            <a:extLst xmlns:a="http://schemas.openxmlformats.org/drawingml/2006/main">
              <a:ext uri="{FF2B5EF4-FFF2-40B4-BE49-F238E27FC236}">
                <a16:creationId xmlns:a16="http://schemas.microsoft.com/office/drawing/2014/main" id="{01E2D7B6-154E-4A47-BD89-8D49FB2A218D}"/>
              </a:ext>
            </a:extLst>
          </p:cNvPr>
          <p:cNvSpPr>
            <a:spLocks xmlns:a="http://schemas.openxmlformats.org/drawingml/2006/main" noGrp="1"/>
          </p:cNvSpPr>
          <p:nvPr/>
        </p:nvSpPr>
        <p:spPr>
          <a:xfrm xmlns:a="http://schemas.openxmlformats.org/drawingml/2006/main">
            <a:off x="609600" y="61436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Yu Gothic"/>
                <a:ea typeface="Yu Gothic"/>
                <a:cs typeface="Yu Gothic"/>
              </a:defRPr>
            </a:defPPr>
            <a:lvl1pPr algn="l">
              <a:defRPr sz="1800" b="1">
                <a:solidFill>
                  <a:srgbClr val="231F20"/>
                </a:solidFill>
                <a:latin typeface="Yu Gothic"/>
                <a:ea typeface="Yu Gothic"/>
                <a:cs typeface="Yu Gothic"/>
              </a:defRPr>
            </a:lvl1pPr>
            <a:lvl2pPr algn="l">
              <a:defRPr sz="1800" b="1">
                <a:solidFill>
                  <a:srgbClr val="231F20"/>
                </a:solidFill>
                <a:latin typeface="Yu Gothic"/>
                <a:ea typeface="Yu Gothic"/>
                <a:cs typeface="Yu Gothic"/>
              </a:defRPr>
            </a:lvl2pPr>
            <a:lvl3pPr algn="l">
              <a:defRPr sz="1800" b="1">
                <a:solidFill>
                  <a:srgbClr val="231F20"/>
                </a:solidFill>
                <a:latin typeface="Yu Gothic"/>
                <a:ea typeface="Yu Gothic"/>
                <a:cs typeface="Yu Gothic"/>
              </a:defRPr>
            </a:lvl3pPr>
            <a:lvl4pPr algn="l">
              <a:defRPr sz="1800" b="1">
                <a:solidFill>
                  <a:srgbClr val="231F20"/>
                </a:solidFill>
                <a:latin typeface="Yu Gothic"/>
                <a:ea typeface="Yu Gothic"/>
                <a:cs typeface="Yu Gothic"/>
              </a:defRPr>
            </a:lvl4pPr>
            <a:lvl5pPr algn="l">
              <a:defRPr sz="1800" b="1">
                <a:solidFill>
                  <a:srgbClr val="231F20"/>
                </a:solidFill>
                <a:latin typeface="Yu Gothic"/>
                <a:ea typeface="Yu Gothic"/>
                <a:cs typeface="Yu Gothic"/>
              </a:defRPr>
            </a:lvl5pPr>
            <a:lvl6pPr algn="l">
              <a:defRPr sz="1800" b="1">
                <a:solidFill>
                  <a:srgbClr val="231F20"/>
                </a:solidFill>
                <a:latin typeface="Yu Gothic"/>
                <a:ea typeface="Yu Gothic"/>
                <a:cs typeface="Yu Gothic"/>
              </a:defRPr>
            </a:lvl6pPr>
            <a:lvl7pPr algn="l">
              <a:defRPr sz="1800" b="1">
                <a:solidFill>
                  <a:srgbClr val="231F20"/>
                </a:solidFill>
                <a:latin typeface="Yu Gothic"/>
                <a:ea typeface="Yu Gothic"/>
                <a:cs typeface="Yu Gothic"/>
              </a:defRPr>
            </a:lvl7pPr>
            <a:lvl8pPr algn="l">
              <a:defRPr sz="1800" b="1">
                <a:solidFill>
                  <a:srgbClr val="231F20"/>
                </a:solidFill>
                <a:latin typeface="Yu Gothic"/>
                <a:ea typeface="Yu Gothic"/>
                <a:cs typeface="Yu Gothic"/>
              </a:defRPr>
            </a:lvl8pPr>
            <a:lvl9pPr algn="l">
              <a:defRPr sz="1800" b="1">
                <a:solidFill>
                  <a:srgbClr val="231F20"/>
                </a:solidFill>
                <a:latin typeface="Yu Gothic"/>
                <a:ea typeface="Yu Gothic"/>
                <a:cs typeface="Yu Gothic"/>
              </a:defRPr>
            </a:lvl9pPr>
          </a:lstStyle>
          <a:p xmlns:a="http://schemas.openxmlformats.org/drawingml/2006/main">
            <a:pPr algn="l">
              <a:defRPr sz="1800" b="1">
                <a:solidFill>
                  <a:srgbClr val="231F20"/>
                </a:solidFill>
                <a:latin typeface="Yu Gothic"/>
                <a:ea typeface="Yu Gothic"/>
                <a:cs typeface="Yu Gothic"/>
              </a:defRPr>
            </a:pPr>
            <a:r>
              <a:rPr sz="1800" b="1">
                <a:solidFill>
                  <a:srgbClr val="231F20"/>
                </a:solidFill>
                <a:latin typeface="Yu Gothic"/>
                <a:ea typeface="Yu Gothic"/>
                <a:cs typeface="Yu Gothic"/>
              </a:rPr>
              <a:t>CPU：ゲームの処理　描画回路：描画　表示回路：映像出力</a:t>
            </a:r>
          </a:p>
        </p:txBody>
      </p:sp>
      <p:sp>
        <p:nvSpPr>
          <p:cNvPr id="171" name="text-924">
            <a:extLst xmlns:a="http://schemas.openxmlformats.org/drawingml/2006/main">
              <a:ext uri="{FF2B5EF4-FFF2-40B4-BE49-F238E27FC236}">
                <a16:creationId xmlns:a16="http://schemas.microsoft.com/office/drawing/2014/main" id="{9B1389F8-0B4C-4F14-8788-702FAA21A85B}"/>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9</a:t>
            </a:r>
          </a:p>
        </p:txBody>
      </p:sp>
      <p:sp>
        <p:nvSpPr>
          <p:cNvPr id="172" name="text-925">
            <a:extLst xmlns:a="http://schemas.openxmlformats.org/drawingml/2006/main">
              <a:ext uri="{FF2B5EF4-FFF2-40B4-BE49-F238E27FC236}">
                <a16:creationId xmlns:a16="http://schemas.microsoft.com/office/drawing/2014/main" id="{962A11EB-8AF6-4037-A38F-55E586D35B1F}"/>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描画と表示のメモリアクセスもDDRコントローラーを通る。画素は画面を作る点</a:t>
            </a:r>
          </a:p>
        </p:txBody>
      </p:sp>
    </p:spTree>
    <p:extLst>
      <p:ext uri="{BB962C8B-B14F-4D97-AF65-F5344CB8AC3E}">
        <p14:creationId xmlns:p14="http://schemas.microsoft.com/office/powerpoint/2010/main" val="19307186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926">
            <a:extLst xmlns:a="http://schemas.openxmlformats.org/drawingml/2006/main">
              <a:ext uri="{FF2B5EF4-FFF2-40B4-BE49-F238E27FC236}">
                <a16:creationId xmlns:a16="http://schemas.microsoft.com/office/drawing/2014/main" id="{49D66631-621D-4AD7-84E4-8647FFE2348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10</a:t>
            </a:r>
          </a:p>
        </p:txBody>
      </p:sp>
      <p:sp>
        <p:nvSpPr>
          <p:cNvPr id="2" name="text-927">
            <a:extLst xmlns:a="http://schemas.openxmlformats.org/drawingml/2006/main">
              <a:ext uri="{FF2B5EF4-FFF2-40B4-BE49-F238E27FC236}">
                <a16:creationId xmlns:a16="http://schemas.microsoft.com/office/drawing/2014/main" id="{E286BB26-C980-4FE2-A0FC-E87D0684A709}"/>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接続した構成で、ブロック崩しを動かした</a:t>
            </a:r>
          </a:p>
        </p:txBody>
      </p:sp>
      <p:sp>
        <p:nvSpPr>
          <p:cNvPr id="3" name="text-928">
            <a:extLst xmlns:a="http://schemas.openxmlformats.org/drawingml/2006/main">
              <a:ext uri="{FF2B5EF4-FFF2-40B4-BE49-F238E27FC236}">
                <a16:creationId xmlns:a16="http://schemas.microsoft.com/office/drawing/2014/main" id="{BEBC0A39-6600-4BDC-886B-35361F35E246}"/>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10</a:t>
            </a:r>
          </a:p>
        </p:txBody>
      </p:sp>
      <p:pic>
        <p:nvPicPr>
          <p:cNvPr id="4" name="Breakout demonstration video">
            <ns0:hlinkClick xmlns:ns0="http://schemas.openxmlformats.org/drawingml/2006/main" action="ppaction://media"/>
            <a:extLst xmlns:a="http://schemas.openxmlformats.org/drawingml/2006/main">
              <a:ext uri="{FF2B5EF4-FFF2-40B4-BE49-F238E27FC236}">
                <a16:creationId xmlns:a16="http://schemas.microsoft.com/office/drawing/2014/main" id="{4709224C-B13F-4408-9D03-99B3268F0BB5}"/>
              </a:ext>
            </a:extLst>
          </p:cNvPr>
          <p:cNvPicPr>
            <a:picLocks xmlns:a="http://schemas.openxmlformats.org/drawingml/2006/main" noChangeAspect="1"/>
          </p:cNvPicPr>
          <p:nvPr>
            <ns0:videoFile xmlns:ns0="http://schemas.openxmlformats.org/drawingml/2006/main" xmlns:ns1="http://schemas.openxmlformats.org/officeDocument/2006/relationships" ns1:link="rIdBreakoutVideo"/>
            <p:extLst>
              <p:ext uri="{DAA4B4D4-6D71-4841-9C94-3DE7FCFB9230}">
                <ns2:media xmlns:ns2="http://schemas.microsoft.com/office/powerpoint/2010/main" xmlns:ns3="http://schemas.openxmlformats.org/officeDocument/2006/relationships" ns3:embed="rIdBreakoutMedia"/>
              </p:ext>
            </p:extLst>
          </p:nvPr>
        </p:nvPicPr>
        <p:blipFill>
          <a:blip xmlns:r="http://schemas.openxmlformats.org/officeDocument/2006/relationships" xmlns:a="http://schemas.openxmlformats.org/drawingml/2006/main" r:embed="R3bd1435061994f7a"/>
          <a:stretch xmlns:a="http://schemas.openxmlformats.org/drawingml/2006/main"/>
        </p:blipFill>
        <p:spPr>
          <a:xfrm xmlns:a="http://schemas.openxmlformats.org/drawingml/2006/main">
            <a:off x="609600" y="1438275"/>
            <a:ext cx="6438900" cy="3621881"/>
          </a:xfrm>
          <a:prstGeom xmlns:a="http://schemas.openxmlformats.org/drawingml/2006/main" prst="rect">
            <a:avLst/>
          </a:prstGeom>
        </p:spPr>
      </p:pic>
      <p:sp>
        <p:nvSpPr>
          <p:cNvPr id="5" name="text-929">
            <a:extLst xmlns:a="http://schemas.openxmlformats.org/drawingml/2006/main">
              <a:ext uri="{FF2B5EF4-FFF2-40B4-BE49-F238E27FC236}">
                <a16:creationId xmlns:a16="http://schemas.microsoft.com/office/drawing/2014/main" id="{54D3A30B-820F-4770-9C20-695B681F8A9C}"/>
              </a:ext>
            </a:extLst>
          </p:cNvPr>
          <p:cNvSpPr>
            <a:spLocks xmlns:a="http://schemas.openxmlformats.org/drawingml/2006/main" noGrp="1"/>
          </p:cNvSpPr>
          <p:nvPr/>
        </p:nvSpPr>
        <p:spPr>
          <a:xfrm xmlns:a="http://schemas.openxmlformats.org/drawingml/2006/main">
            <a:off x="609600" y="5133975"/>
            <a:ext cx="6438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Yu Gothic"/>
                <a:ea typeface="Yu Gothic"/>
                <a:cs typeface="Yu Gothic"/>
              </a:defRPr>
            </a:defPPr>
            <a:lvl1pPr algn="ctr">
              <a:defRPr sz="1725" b="1">
                <a:solidFill>
                  <a:srgbClr val="1572C3"/>
                </a:solidFill>
                <a:latin typeface="Yu Gothic"/>
                <a:ea typeface="Yu Gothic"/>
                <a:cs typeface="Yu Gothic"/>
              </a:defRPr>
            </a:lvl1pPr>
            <a:lvl2pPr algn="ctr">
              <a:defRPr sz="1725" b="1">
                <a:solidFill>
                  <a:srgbClr val="1572C3"/>
                </a:solidFill>
                <a:latin typeface="Yu Gothic"/>
                <a:ea typeface="Yu Gothic"/>
                <a:cs typeface="Yu Gothic"/>
              </a:defRPr>
            </a:lvl2pPr>
            <a:lvl3pPr algn="ctr">
              <a:defRPr sz="1725" b="1">
                <a:solidFill>
                  <a:srgbClr val="1572C3"/>
                </a:solidFill>
                <a:latin typeface="Yu Gothic"/>
                <a:ea typeface="Yu Gothic"/>
                <a:cs typeface="Yu Gothic"/>
              </a:defRPr>
            </a:lvl3pPr>
            <a:lvl4pPr algn="ctr">
              <a:defRPr sz="1725" b="1">
                <a:solidFill>
                  <a:srgbClr val="1572C3"/>
                </a:solidFill>
                <a:latin typeface="Yu Gothic"/>
                <a:ea typeface="Yu Gothic"/>
                <a:cs typeface="Yu Gothic"/>
              </a:defRPr>
            </a:lvl4pPr>
            <a:lvl5pPr algn="ctr">
              <a:defRPr sz="1725" b="1">
                <a:solidFill>
                  <a:srgbClr val="1572C3"/>
                </a:solidFill>
                <a:latin typeface="Yu Gothic"/>
                <a:ea typeface="Yu Gothic"/>
                <a:cs typeface="Yu Gothic"/>
              </a:defRPr>
            </a:lvl5pPr>
            <a:lvl6pPr algn="ctr">
              <a:defRPr sz="1725" b="1">
                <a:solidFill>
                  <a:srgbClr val="1572C3"/>
                </a:solidFill>
                <a:latin typeface="Yu Gothic"/>
                <a:ea typeface="Yu Gothic"/>
                <a:cs typeface="Yu Gothic"/>
              </a:defRPr>
            </a:lvl6pPr>
            <a:lvl7pPr algn="ctr">
              <a:defRPr sz="1725" b="1">
                <a:solidFill>
                  <a:srgbClr val="1572C3"/>
                </a:solidFill>
                <a:latin typeface="Yu Gothic"/>
                <a:ea typeface="Yu Gothic"/>
                <a:cs typeface="Yu Gothic"/>
              </a:defRPr>
            </a:lvl7pPr>
            <a:lvl8pPr algn="ctr">
              <a:defRPr sz="1725" b="1">
                <a:solidFill>
                  <a:srgbClr val="1572C3"/>
                </a:solidFill>
                <a:latin typeface="Yu Gothic"/>
                <a:ea typeface="Yu Gothic"/>
                <a:cs typeface="Yu Gothic"/>
              </a:defRPr>
            </a:lvl8pPr>
            <a:lvl9pPr algn="ctr">
              <a:defRPr sz="1725" b="1">
                <a:solidFill>
                  <a:srgbClr val="1572C3"/>
                </a:solidFill>
                <a:latin typeface="Yu Gothic"/>
                <a:ea typeface="Yu Gothic"/>
                <a:cs typeface="Yu Gothic"/>
              </a:defRPr>
            </a:lvl9pPr>
          </a:lstStyle>
          <a:p xmlns:a="http://schemas.openxmlformats.org/drawingml/2006/main">
            <a:pPr algn="ctr">
              <a:defRPr sz="1725" b="1">
                <a:solidFill>
                  <a:srgbClr val="1572C3"/>
                </a:solidFill>
                <a:latin typeface="Yu Gothic"/>
                <a:ea typeface="Yu Gothic"/>
                <a:cs typeface="Yu Gothic"/>
              </a:defRPr>
            </a:pPr>
            <a:r>
              <a:rPr sz="1725" b="1">
                <a:solidFill>
                  <a:srgbClr val="1572C3"/>
                </a:solidFill>
                <a:latin typeface="Yu Gothic"/>
                <a:ea typeface="Yu Gothic"/>
                <a:cs typeface="Yu Gothic"/>
              </a:rPr>
              <a:t>30秒の実機動画（クリックで再生）</a:t>
            </a:r>
          </a:p>
        </p:txBody>
      </p:sp>
      <p:sp>
        <p:nvSpPr>
          <p:cNvPr id="6" name="text-930">
            <a:extLst xmlns:a="http://schemas.openxmlformats.org/drawingml/2006/main">
              <a:ext uri="{FF2B5EF4-FFF2-40B4-BE49-F238E27FC236}">
                <a16:creationId xmlns:a16="http://schemas.microsoft.com/office/drawing/2014/main" id="{513F3F1E-54FC-4FB1-A637-1FD288B35900}"/>
              </a:ext>
            </a:extLst>
          </p:cNvPr>
          <p:cNvSpPr>
            <a:spLocks xmlns:a="http://schemas.openxmlformats.org/drawingml/2006/main" noGrp="1"/>
          </p:cNvSpPr>
          <p:nvPr/>
        </p:nvSpPr>
        <p:spPr>
          <a:xfrm xmlns:a="http://schemas.openxmlformats.org/drawingml/2006/main">
            <a:off x="7534275" y="1533525"/>
            <a:ext cx="4048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640 × 480 画素</a:t>
            </a:r>
          </a:p>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4条件で期待画像と一致</a:t>
            </a:r>
          </a:p>
        </p:txBody>
      </p:sp>
      <p:sp>
        <p:nvSpPr>
          <p:cNvPr id="7" name="text-931">
            <a:extLst xmlns:a="http://schemas.openxmlformats.org/drawingml/2006/main">
              <a:ext uri="{FF2B5EF4-FFF2-40B4-BE49-F238E27FC236}">
                <a16:creationId xmlns:a16="http://schemas.microsoft.com/office/drawing/2014/main" id="{648A00A3-3543-4E7C-A87A-25329FAD0A7B}"/>
              </a:ext>
            </a:extLst>
          </p:cNvPr>
          <p:cNvSpPr>
            <a:spLocks xmlns:a="http://schemas.openxmlformats.org/drawingml/2006/main" noGrp="1"/>
          </p:cNvSpPr>
          <p:nvPr/>
        </p:nvSpPr>
        <p:spPr>
          <a:xfrm xmlns:a="http://schemas.openxmlformats.org/drawingml/2006/main">
            <a:off x="7534275" y="2914650"/>
            <a:ext cx="404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5分間の自動プレイ</a:t>
            </a:r>
          </a:p>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別に30秒の映像を確認</a:t>
            </a:r>
          </a:p>
        </p:txBody>
      </p:sp>
      <p:sp>
        <p:nvSpPr>
          <p:cNvPr id="8" name="text-932">
            <a:extLst xmlns:a="http://schemas.openxmlformats.org/drawingml/2006/main">
              <a:ext uri="{FF2B5EF4-FFF2-40B4-BE49-F238E27FC236}">
                <a16:creationId xmlns:a16="http://schemas.microsoft.com/office/drawing/2014/main" id="{1F35B5CD-4660-4DA9-83A9-B0D2BF9F7833}"/>
              </a:ext>
            </a:extLst>
          </p:cNvPr>
          <p:cNvSpPr>
            <a:spLocks xmlns:a="http://schemas.openxmlformats.org/drawingml/2006/main" noGrp="1"/>
          </p:cNvSpPr>
          <p:nvPr/>
        </p:nvSpPr>
        <p:spPr>
          <a:xfrm xmlns:a="http://schemas.openxmlformats.org/drawingml/2006/main">
            <a:off x="7534275" y="43053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現在は自動操作</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画像・継続実行・映像を確認</a:t>
            </a:r>
          </a:p>
        </p:txBody>
      </p:sp>
      <p:sp>
        <p:nvSpPr>
          <p:cNvPr id="9" name="text-933">
            <a:extLst xmlns:a="http://schemas.openxmlformats.org/drawingml/2006/main">
              <a:ext uri="{FF2B5EF4-FFF2-40B4-BE49-F238E27FC236}">
                <a16:creationId xmlns:a16="http://schemas.microsoft.com/office/drawing/2014/main" id="{FA104C7E-D384-4101-92B3-E212EF43AE88}"/>
              </a:ext>
            </a:extLst>
          </p:cNvPr>
          <p:cNvSpPr>
            <a:spLocks xmlns:a="http://schemas.openxmlformats.org/drawingml/2006/main" noGrp="1"/>
          </p:cNvSpPr>
          <p:nvPr/>
        </p:nvSpPr>
        <p:spPr>
          <a:xfrm xmlns:a="http://schemas.openxmlformats.org/drawingml/2006/main">
            <a:off x="609600" y="54102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Yu Gothic"/>
                <a:ea typeface="Yu Gothic"/>
                <a:cs typeface="Yu Gothic"/>
              </a:defRPr>
            </a:defPPr>
            <a:lvl1pPr algn="l">
              <a:defRPr sz="2250" b="1">
                <a:solidFill>
                  <a:srgbClr val="231F20"/>
                </a:solidFill>
                <a:latin typeface="Yu Gothic"/>
                <a:ea typeface="Yu Gothic"/>
                <a:cs typeface="Yu Gothic"/>
              </a:defRPr>
            </a:lvl1pPr>
            <a:lvl2pPr algn="l">
              <a:defRPr sz="2250" b="1">
                <a:solidFill>
                  <a:srgbClr val="231F20"/>
                </a:solidFill>
                <a:latin typeface="Yu Gothic"/>
                <a:ea typeface="Yu Gothic"/>
                <a:cs typeface="Yu Gothic"/>
              </a:defRPr>
            </a:lvl2pPr>
            <a:lvl3pPr algn="l">
              <a:defRPr sz="2250" b="1">
                <a:solidFill>
                  <a:srgbClr val="231F20"/>
                </a:solidFill>
                <a:latin typeface="Yu Gothic"/>
                <a:ea typeface="Yu Gothic"/>
                <a:cs typeface="Yu Gothic"/>
              </a:defRPr>
            </a:lvl3pPr>
            <a:lvl4pPr algn="l">
              <a:defRPr sz="2250" b="1">
                <a:solidFill>
                  <a:srgbClr val="231F20"/>
                </a:solidFill>
                <a:latin typeface="Yu Gothic"/>
                <a:ea typeface="Yu Gothic"/>
                <a:cs typeface="Yu Gothic"/>
              </a:defRPr>
            </a:lvl4pPr>
            <a:lvl5pPr algn="l">
              <a:defRPr sz="2250" b="1">
                <a:solidFill>
                  <a:srgbClr val="231F20"/>
                </a:solidFill>
                <a:latin typeface="Yu Gothic"/>
                <a:ea typeface="Yu Gothic"/>
                <a:cs typeface="Yu Gothic"/>
              </a:defRPr>
            </a:lvl5pPr>
            <a:lvl6pPr algn="l">
              <a:defRPr sz="2250" b="1">
                <a:solidFill>
                  <a:srgbClr val="231F20"/>
                </a:solidFill>
                <a:latin typeface="Yu Gothic"/>
                <a:ea typeface="Yu Gothic"/>
                <a:cs typeface="Yu Gothic"/>
              </a:defRPr>
            </a:lvl6pPr>
            <a:lvl7pPr algn="l">
              <a:defRPr sz="2250" b="1">
                <a:solidFill>
                  <a:srgbClr val="231F20"/>
                </a:solidFill>
                <a:latin typeface="Yu Gothic"/>
                <a:ea typeface="Yu Gothic"/>
                <a:cs typeface="Yu Gothic"/>
              </a:defRPr>
            </a:lvl7pPr>
            <a:lvl8pPr algn="l">
              <a:defRPr sz="2250" b="1">
                <a:solidFill>
                  <a:srgbClr val="231F20"/>
                </a:solidFill>
                <a:latin typeface="Yu Gothic"/>
                <a:ea typeface="Yu Gothic"/>
                <a:cs typeface="Yu Gothic"/>
              </a:defRPr>
            </a:lvl8pPr>
            <a:lvl9pPr algn="l">
              <a:defRPr sz="2250" b="1">
                <a:solidFill>
                  <a:srgbClr val="231F20"/>
                </a:solidFill>
                <a:latin typeface="Yu Gothic"/>
                <a:ea typeface="Yu Gothic"/>
                <a:cs typeface="Yu Gothic"/>
              </a:defRPr>
            </a:lvl9pPr>
          </a:lstStyle>
          <a:p xmlns:a="http://schemas.openxmlformats.org/drawingml/2006/main">
            <a:pPr algn="l">
              <a:defRPr sz="2250" b="1">
                <a:solidFill>
                  <a:srgbClr val="231F20"/>
                </a:solidFill>
                <a:latin typeface="Yu Gothic"/>
                <a:ea typeface="Yu Gothic"/>
                <a:cs typeface="Yu Gothic"/>
              </a:defRPr>
            </a:pPr>
            <a:r>
              <a:rPr sz="2250" b="1">
                <a:solidFill>
                  <a:srgbClr val="231F20"/>
                </a:solidFill>
                <a:latin typeface="Yu Gothic"/>
                <a:ea typeface="Yu Gothic"/>
                <a:cs typeface="Yu Gothic"/>
              </a:rPr>
              <a:t>CPU・描画・メモリ・表示をつなぎ、ゲーム画面を生成</a:t>
            </a:r>
          </a:p>
        </p:txBody>
      </p:sp>
      <p:sp>
        <p:nvSpPr>
          <p:cNvPr id="10" name="text-934">
            <a:extLst xmlns:a="http://schemas.openxmlformats.org/drawingml/2006/main">
              <a:ext uri="{FF2B5EF4-FFF2-40B4-BE49-F238E27FC236}">
                <a16:creationId xmlns:a16="http://schemas.microsoft.com/office/drawing/2014/main" id="{BD86E897-BBB4-4755-9292-146179385C9F}"/>
              </a:ext>
            </a:extLst>
          </p:cNvPr>
          <p:cNvSpPr>
            <a:spLocks xmlns:a="http://schemas.openxmlformats.org/drawingml/2006/main" noGrp="1"/>
          </p:cNvSpPr>
          <p:nvPr/>
        </p:nvSpPr>
        <p:spPr>
          <a:xfrm xmlns:a="http://schemas.openxmlformats.org/drawingml/2006/main">
            <a:off x="609600" y="59626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残る課題：映像を受信できない場合の条件の特定</a:t>
            </a:r>
          </a:p>
        </p:txBody>
      </p:sp>
      <p:sp>
        <p:nvSpPr>
          <p:cNvPr id="11" name="text-935">
            <a:extLst xmlns:a="http://schemas.openxmlformats.org/drawingml/2006/main">
              <a:ext uri="{FF2B5EF4-FFF2-40B4-BE49-F238E27FC236}">
                <a16:creationId xmlns:a16="http://schemas.microsoft.com/office/drawing/2014/main" id="{D007D8A9-2E22-4D59-91A7-2669786E2693}"/>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10</a:t>
            </a:r>
          </a:p>
        </p:txBody>
      </p:sp>
      <p:sp>
        <p:nvSpPr>
          <p:cNvPr id="12" name="text-936">
            <a:extLst xmlns:a="http://schemas.openxmlformats.org/drawingml/2006/main">
              <a:ext uri="{FF2B5EF4-FFF2-40B4-BE49-F238E27FC236}">
                <a16:creationId xmlns:a16="http://schemas.microsoft.com/office/drawing/2014/main" id="{269FFE63-7A0F-402F-9676-EAE9B8BE1640}"/>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実験記録 E6。継続実行・画像比較・映像取得は別々の記録。現在は自動操作</a:t>
            </a:r>
          </a:p>
        </p:txBody>
      </p:sp>
    </p:spTree>
    <p:extLst>
      <p:ext uri="{BB962C8B-B14F-4D97-AF65-F5344CB8AC3E}">
        <p14:creationId xmlns:p14="http://schemas.microsoft.com/office/powerpoint/2010/main" val="1143043636"/>
      </p:ext>
    </p:extLst>
  </p:cSld>
  <p:timing>
    <p:tnLst>
      <p:par>
        <p:cTn id="1" dur="indefinite" restart="never" nodeType="tmRoot">
          <p:childTnLst>
            <p:video>
              <p:cMediaNode vol="0">
                <p:cTn id="2" fill="hold" display="0">
                  <p:stCondLst>
                    <p:cond delay="indefinite"/>
                  </p:stCondLst>
                </p:cTn>
                <p:tgtEl>
                  <p:spTgt spid="4"/>
                </p:tgtEl>
              </p:cMediaNode>
            </p:video>
          </p:childTnLst>
        </p:cTn>
      </p:par>
    </p:tnLst>
  </p:timing>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937">
            <a:extLst xmlns:a="http://schemas.openxmlformats.org/drawingml/2006/main">
              <a:ext uri="{FF2B5EF4-FFF2-40B4-BE49-F238E27FC236}">
                <a16:creationId xmlns:a16="http://schemas.microsoft.com/office/drawing/2014/main" id="{C280C0BF-D2E4-4C79-9365-451935424E85}"/>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11</a:t>
            </a:r>
          </a:p>
        </p:txBody>
      </p:sp>
      <p:sp>
        <p:nvSpPr>
          <p:cNvPr id="2" name="text-938">
            <a:extLst xmlns:a="http://schemas.openxmlformats.org/drawingml/2006/main">
              <a:ext uri="{FF2B5EF4-FFF2-40B4-BE49-F238E27FC236}">
                <a16:creationId xmlns:a16="http://schemas.microsoft.com/office/drawing/2014/main" id="{4FC543C0-12DD-429F-988E-6D85FD7A370B}"/>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教育用CPUを拡張し、ブロック崩しを動かした</a:t>
            </a:r>
          </a:p>
        </p:txBody>
      </p:sp>
      <p:sp>
        <p:nvSpPr>
          <p:cNvPr id="3" name="text-939">
            <a:extLst xmlns:a="http://schemas.openxmlformats.org/drawingml/2006/main">
              <a:ext uri="{FF2B5EF4-FFF2-40B4-BE49-F238E27FC236}">
                <a16:creationId xmlns:a16="http://schemas.microsoft.com/office/drawing/2014/main" id="{224486A2-B8B4-4EE0-BE3E-B6E3E92EE487}"/>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11</a:t>
            </a:r>
          </a:p>
        </p:txBody>
      </p:sp>
      <p:sp>
        <p:nvSpPr>
          <p:cNvPr id="4" name="text-940">
            <a:extLst xmlns:a="http://schemas.openxmlformats.org/drawingml/2006/main">
              <a:ext uri="{FF2B5EF4-FFF2-40B4-BE49-F238E27FC236}">
                <a16:creationId xmlns:a16="http://schemas.microsoft.com/office/drawing/2014/main" id="{4429EC50-502F-4937-B460-48095467AE69}"/>
              </a:ext>
            </a:extLst>
          </p:cNvPr>
          <p:cNvSpPr>
            <a:spLocks xmlns:a="http://schemas.openxmlformats.org/drawingml/2006/main" noGrp="1"/>
          </p:cNvSpPr>
          <p:nvPr/>
        </p:nvSpPr>
        <p:spPr>
          <a:xfrm xmlns:a="http://schemas.openxmlformats.org/drawingml/2006/main">
            <a:off x="609600" y="143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0078BA"/>
                </a:solidFill>
                <a:latin typeface="Yu Gothic"/>
                <a:ea typeface="Yu Gothic"/>
                <a:cs typeface="Yu Gothic"/>
              </a:defRPr>
            </a:defPPr>
            <a:lvl1pPr algn="l">
              <a:defRPr sz="2325" b="1">
                <a:solidFill>
                  <a:srgbClr val="0078BA"/>
                </a:solidFill>
                <a:latin typeface="Yu Gothic"/>
                <a:ea typeface="Yu Gothic"/>
                <a:cs typeface="Yu Gothic"/>
              </a:defRPr>
            </a:lvl1pPr>
            <a:lvl2pPr algn="l">
              <a:defRPr sz="2325" b="1">
                <a:solidFill>
                  <a:srgbClr val="0078BA"/>
                </a:solidFill>
                <a:latin typeface="Yu Gothic"/>
                <a:ea typeface="Yu Gothic"/>
                <a:cs typeface="Yu Gothic"/>
              </a:defRPr>
            </a:lvl2pPr>
            <a:lvl3pPr algn="l">
              <a:defRPr sz="2325" b="1">
                <a:solidFill>
                  <a:srgbClr val="0078BA"/>
                </a:solidFill>
                <a:latin typeface="Yu Gothic"/>
                <a:ea typeface="Yu Gothic"/>
                <a:cs typeface="Yu Gothic"/>
              </a:defRPr>
            </a:lvl3pPr>
            <a:lvl4pPr algn="l">
              <a:defRPr sz="2325" b="1">
                <a:solidFill>
                  <a:srgbClr val="0078BA"/>
                </a:solidFill>
                <a:latin typeface="Yu Gothic"/>
                <a:ea typeface="Yu Gothic"/>
                <a:cs typeface="Yu Gothic"/>
              </a:defRPr>
            </a:lvl4pPr>
            <a:lvl5pPr algn="l">
              <a:defRPr sz="2325" b="1">
                <a:solidFill>
                  <a:srgbClr val="0078BA"/>
                </a:solidFill>
                <a:latin typeface="Yu Gothic"/>
                <a:ea typeface="Yu Gothic"/>
                <a:cs typeface="Yu Gothic"/>
              </a:defRPr>
            </a:lvl5pPr>
            <a:lvl6pPr algn="l">
              <a:defRPr sz="2325" b="1">
                <a:solidFill>
                  <a:srgbClr val="0078BA"/>
                </a:solidFill>
                <a:latin typeface="Yu Gothic"/>
                <a:ea typeface="Yu Gothic"/>
                <a:cs typeface="Yu Gothic"/>
              </a:defRPr>
            </a:lvl6pPr>
            <a:lvl7pPr algn="l">
              <a:defRPr sz="2325" b="1">
                <a:solidFill>
                  <a:srgbClr val="0078BA"/>
                </a:solidFill>
                <a:latin typeface="Yu Gothic"/>
                <a:ea typeface="Yu Gothic"/>
                <a:cs typeface="Yu Gothic"/>
              </a:defRPr>
            </a:lvl7pPr>
            <a:lvl8pPr algn="l">
              <a:defRPr sz="2325" b="1">
                <a:solidFill>
                  <a:srgbClr val="0078BA"/>
                </a:solidFill>
                <a:latin typeface="Yu Gothic"/>
                <a:ea typeface="Yu Gothic"/>
                <a:cs typeface="Yu Gothic"/>
              </a:defRPr>
            </a:lvl8pPr>
            <a:lvl9pPr algn="l">
              <a:defRPr sz="2325" b="1">
                <a:solidFill>
                  <a:srgbClr val="0078BA"/>
                </a:solidFill>
                <a:latin typeface="Yu Gothic"/>
                <a:ea typeface="Yu Gothic"/>
                <a:cs typeface="Yu Gothic"/>
              </a:defRPr>
            </a:lvl9pPr>
          </a:lstStyle>
          <a:p xmlns:a="http://schemas.openxmlformats.org/drawingml/2006/main">
            <a:pPr algn="l">
              <a:defRPr sz="2325" b="1">
                <a:solidFill>
                  <a:srgbClr val="0078BA"/>
                </a:solidFill>
                <a:latin typeface="Yu Gothic"/>
                <a:ea typeface="Yu Gothic"/>
                <a:cs typeface="Yu Gothic"/>
              </a:defRPr>
            </a:pPr>
            <a:r>
              <a:rPr sz="2325" b="1">
                <a:solidFill>
                  <a:srgbClr val="0078BA"/>
                </a:solidFill>
                <a:latin typeface="Yu Gothic"/>
                <a:ea typeface="Yu Gothic"/>
                <a:cs typeface="Yu Gothic"/>
              </a:rPr>
              <a:t>今回できたこと</a:t>
            </a:r>
          </a:p>
        </p:txBody>
      </p:sp>
      <p:sp>
        <p:nvSpPr>
          <p:cNvPr id="5" name="text-941">
            <a:extLst xmlns:a="http://schemas.openxmlformats.org/drawingml/2006/main">
              <a:ext uri="{FF2B5EF4-FFF2-40B4-BE49-F238E27FC236}">
                <a16:creationId xmlns:a16="http://schemas.microsoft.com/office/drawing/2014/main" id="{AE8A4A3E-5591-4D34-BB4E-C0069FAA11CE}"/>
              </a:ext>
            </a:extLst>
          </p:cNvPr>
          <p:cNvSpPr>
            <a:spLocks xmlns:a="http://schemas.openxmlformats.org/drawingml/2006/main" noGrp="1"/>
          </p:cNvSpPr>
          <p:nvPr/>
        </p:nvSpPr>
        <p:spPr>
          <a:xfrm xmlns:a="http://schemas.openxmlformats.org/drawingml/2006/main">
            <a:off x="609600" y="203835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① 教育用CPUに描画回路をつなぎ、FPGAボードに実装した</a:t>
            </a:r>
          </a:p>
        </p:txBody>
      </p:sp>
      <p:sp>
        <p:nvSpPr>
          <p:cNvPr id="6" name="text-942">
            <a:extLst xmlns:a="http://schemas.openxmlformats.org/drawingml/2006/main">
              <a:ext uri="{FF2B5EF4-FFF2-40B4-BE49-F238E27FC236}">
                <a16:creationId xmlns:a16="http://schemas.microsoft.com/office/drawing/2014/main" id="{CD042DA9-295B-4643-97BB-D84235282992}"/>
              </a:ext>
            </a:extLst>
          </p:cNvPr>
          <p:cNvSpPr>
            <a:spLocks xmlns:a="http://schemas.openxmlformats.org/drawingml/2006/main" noGrp="1"/>
          </p:cNvSpPr>
          <p:nvPr/>
        </p:nvSpPr>
        <p:spPr>
          <a:xfrm xmlns:a="http://schemas.openxmlformats.org/drawingml/2006/main">
            <a:off x="609600" y="27051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② ブロック崩しが動き、ゲーム画面を出力できた</a:t>
            </a:r>
          </a:p>
        </p:txBody>
      </p:sp>
      <p:sp>
        <p:nvSpPr>
          <p:cNvPr id="7" name="text-943">
            <a:extLst xmlns:a="http://schemas.openxmlformats.org/drawingml/2006/main">
              <a:ext uri="{FF2B5EF4-FFF2-40B4-BE49-F238E27FC236}">
                <a16:creationId xmlns:a16="http://schemas.microsoft.com/office/drawing/2014/main" id="{23B0CEA5-6A77-492B-87C2-A9C3BB53AD98}"/>
              </a:ext>
            </a:extLst>
          </p:cNvPr>
          <p:cNvSpPr>
            <a:spLocks xmlns:a="http://schemas.openxmlformats.org/drawingml/2006/main" noGrp="1"/>
          </p:cNvSpPr>
          <p:nvPr/>
        </p:nvSpPr>
        <p:spPr>
          <a:xfrm xmlns:a="http://schemas.openxmlformats.org/drawingml/2006/main">
            <a:off x="1047750" y="3248025"/>
            <a:ext cx="1009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Yu Gothic"/>
                <a:ea typeface="Yu Gothic"/>
                <a:cs typeface="Yu Gothic"/>
              </a:defRPr>
            </a:defPPr>
            <a:lvl1pPr algn="l">
              <a:defRPr sz="1875" b="0">
                <a:solidFill>
                  <a:srgbClr val="231F20"/>
                </a:solidFill>
                <a:latin typeface="Yu Gothic"/>
                <a:ea typeface="Yu Gothic"/>
                <a:cs typeface="Yu Gothic"/>
              </a:defRPr>
            </a:lvl1pPr>
            <a:lvl2pPr algn="l">
              <a:defRPr sz="1875" b="0">
                <a:solidFill>
                  <a:srgbClr val="231F20"/>
                </a:solidFill>
                <a:latin typeface="Yu Gothic"/>
                <a:ea typeface="Yu Gothic"/>
                <a:cs typeface="Yu Gothic"/>
              </a:defRPr>
            </a:lvl2pPr>
            <a:lvl3pPr algn="l">
              <a:defRPr sz="1875" b="0">
                <a:solidFill>
                  <a:srgbClr val="231F20"/>
                </a:solidFill>
                <a:latin typeface="Yu Gothic"/>
                <a:ea typeface="Yu Gothic"/>
                <a:cs typeface="Yu Gothic"/>
              </a:defRPr>
            </a:lvl3pPr>
            <a:lvl4pPr algn="l">
              <a:defRPr sz="1875" b="0">
                <a:solidFill>
                  <a:srgbClr val="231F20"/>
                </a:solidFill>
                <a:latin typeface="Yu Gothic"/>
                <a:ea typeface="Yu Gothic"/>
                <a:cs typeface="Yu Gothic"/>
              </a:defRPr>
            </a:lvl4pPr>
            <a:lvl5pPr algn="l">
              <a:defRPr sz="1875" b="0">
                <a:solidFill>
                  <a:srgbClr val="231F20"/>
                </a:solidFill>
                <a:latin typeface="Yu Gothic"/>
                <a:ea typeface="Yu Gothic"/>
                <a:cs typeface="Yu Gothic"/>
              </a:defRPr>
            </a:lvl5pPr>
            <a:lvl6pPr algn="l">
              <a:defRPr sz="1875" b="0">
                <a:solidFill>
                  <a:srgbClr val="231F20"/>
                </a:solidFill>
                <a:latin typeface="Yu Gothic"/>
                <a:ea typeface="Yu Gothic"/>
                <a:cs typeface="Yu Gothic"/>
              </a:defRPr>
            </a:lvl6pPr>
            <a:lvl7pPr algn="l">
              <a:defRPr sz="1875" b="0">
                <a:solidFill>
                  <a:srgbClr val="231F20"/>
                </a:solidFill>
                <a:latin typeface="Yu Gothic"/>
                <a:ea typeface="Yu Gothic"/>
                <a:cs typeface="Yu Gothic"/>
              </a:defRPr>
            </a:lvl7pPr>
            <a:lvl8pPr algn="l">
              <a:defRPr sz="1875" b="0">
                <a:solidFill>
                  <a:srgbClr val="231F20"/>
                </a:solidFill>
                <a:latin typeface="Yu Gothic"/>
                <a:ea typeface="Yu Gothic"/>
                <a:cs typeface="Yu Gothic"/>
              </a:defRPr>
            </a:lvl8pPr>
            <a:lvl9pPr algn="l">
              <a:defRPr sz="1875" b="0">
                <a:solidFill>
                  <a:srgbClr val="231F20"/>
                </a:solidFill>
                <a:latin typeface="Yu Gothic"/>
                <a:ea typeface="Yu Gothic"/>
                <a:cs typeface="Yu Gothic"/>
              </a:defRPr>
            </a:lvl9pPr>
          </a:lstStyle>
          <a:p xmlns:a="http://schemas.openxmlformats.org/drawingml/2006/main">
            <a:pPr algn="l">
              <a:defRPr sz="1875" b="0">
                <a:solidFill>
                  <a:srgbClr val="231F20"/>
                </a:solidFill>
                <a:latin typeface="Yu Gothic"/>
                <a:ea typeface="Yu Gothic"/>
                <a:cs typeface="Yu Gothic"/>
              </a:defRPr>
            </a:pPr>
            <a:r>
              <a:rPr sz="1875" b="0">
                <a:solidFill>
                  <a:srgbClr val="231F20"/>
                </a:solidFill>
                <a:latin typeface="Yu Gothic"/>
                <a:ea typeface="Yu Gothic"/>
                <a:cs typeface="Yu Gothic"/>
              </a:rPr>
              <a:t>現在は自動プレイ</a:t>
            </a:r>
          </a:p>
        </p:txBody>
      </p:sp>
      <p:sp>
        <p:nvSpPr>
          <p:cNvPr id="8" name="text-944">
            <a:extLst xmlns:a="http://schemas.openxmlformats.org/drawingml/2006/main">
              <a:ext uri="{FF2B5EF4-FFF2-40B4-BE49-F238E27FC236}">
                <a16:creationId xmlns:a16="http://schemas.microsoft.com/office/drawing/2014/main" id="{03555A38-91C0-4B9A-A996-480EB74BE05B}"/>
              </a:ext>
            </a:extLst>
          </p:cNvPr>
          <p:cNvSpPr>
            <a:spLocks xmlns:a="http://schemas.openxmlformats.org/drawingml/2006/main" noGrp="1"/>
          </p:cNvSpPr>
          <p:nvPr/>
        </p:nvSpPr>
        <p:spPr>
          <a:xfrm xmlns:a="http://schemas.openxmlformats.org/drawingml/2006/main">
            <a:off x="609600" y="3943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0078BA"/>
                </a:solidFill>
                <a:latin typeface="Yu Gothic"/>
                <a:ea typeface="Yu Gothic"/>
                <a:cs typeface="Yu Gothic"/>
              </a:defRPr>
            </a:defPPr>
            <a:lvl1pPr algn="l">
              <a:defRPr sz="2250" b="1">
                <a:solidFill>
                  <a:srgbClr val="0078BA"/>
                </a:solidFill>
                <a:latin typeface="Yu Gothic"/>
                <a:ea typeface="Yu Gothic"/>
                <a:cs typeface="Yu Gothic"/>
              </a:defRPr>
            </a:lvl1pPr>
            <a:lvl2pPr algn="l">
              <a:defRPr sz="2250" b="1">
                <a:solidFill>
                  <a:srgbClr val="0078BA"/>
                </a:solidFill>
                <a:latin typeface="Yu Gothic"/>
                <a:ea typeface="Yu Gothic"/>
                <a:cs typeface="Yu Gothic"/>
              </a:defRPr>
            </a:lvl2pPr>
            <a:lvl3pPr algn="l">
              <a:defRPr sz="2250" b="1">
                <a:solidFill>
                  <a:srgbClr val="0078BA"/>
                </a:solidFill>
                <a:latin typeface="Yu Gothic"/>
                <a:ea typeface="Yu Gothic"/>
                <a:cs typeface="Yu Gothic"/>
              </a:defRPr>
            </a:lvl3pPr>
            <a:lvl4pPr algn="l">
              <a:defRPr sz="2250" b="1">
                <a:solidFill>
                  <a:srgbClr val="0078BA"/>
                </a:solidFill>
                <a:latin typeface="Yu Gothic"/>
                <a:ea typeface="Yu Gothic"/>
                <a:cs typeface="Yu Gothic"/>
              </a:defRPr>
            </a:lvl4pPr>
            <a:lvl5pPr algn="l">
              <a:defRPr sz="2250" b="1">
                <a:solidFill>
                  <a:srgbClr val="0078BA"/>
                </a:solidFill>
                <a:latin typeface="Yu Gothic"/>
                <a:ea typeface="Yu Gothic"/>
                <a:cs typeface="Yu Gothic"/>
              </a:defRPr>
            </a:lvl5pPr>
            <a:lvl6pPr algn="l">
              <a:defRPr sz="2250" b="1">
                <a:solidFill>
                  <a:srgbClr val="0078BA"/>
                </a:solidFill>
                <a:latin typeface="Yu Gothic"/>
                <a:ea typeface="Yu Gothic"/>
                <a:cs typeface="Yu Gothic"/>
              </a:defRPr>
            </a:lvl6pPr>
            <a:lvl7pPr algn="l">
              <a:defRPr sz="2250" b="1">
                <a:solidFill>
                  <a:srgbClr val="0078BA"/>
                </a:solidFill>
                <a:latin typeface="Yu Gothic"/>
                <a:ea typeface="Yu Gothic"/>
                <a:cs typeface="Yu Gothic"/>
              </a:defRPr>
            </a:lvl7pPr>
            <a:lvl8pPr algn="l">
              <a:defRPr sz="2250" b="1">
                <a:solidFill>
                  <a:srgbClr val="0078BA"/>
                </a:solidFill>
                <a:latin typeface="Yu Gothic"/>
                <a:ea typeface="Yu Gothic"/>
                <a:cs typeface="Yu Gothic"/>
              </a:defRPr>
            </a:lvl8pPr>
            <a:lvl9pPr algn="l">
              <a:defRPr sz="2250" b="1">
                <a:solidFill>
                  <a:srgbClr val="0078BA"/>
                </a:solidFill>
                <a:latin typeface="Yu Gothic"/>
                <a:ea typeface="Yu Gothic"/>
                <a:cs typeface="Yu Gothic"/>
              </a:defRPr>
            </a:lvl9pPr>
          </a:lstStyle>
          <a:p xmlns:a="http://schemas.openxmlformats.org/drawingml/2006/main">
            <a:pPr algn="l">
              <a:defRPr sz="2250" b="1">
                <a:solidFill>
                  <a:srgbClr val="0078BA"/>
                </a:solidFill>
                <a:latin typeface="Yu Gothic"/>
                <a:ea typeface="Yu Gothic"/>
                <a:cs typeface="Yu Gothic"/>
              </a:defRPr>
            </a:pPr>
            <a:r>
              <a:rPr sz="2250" b="1">
                <a:solidFill>
                  <a:srgbClr val="0078BA"/>
                </a:solidFill>
                <a:latin typeface="Yu Gothic"/>
                <a:ea typeface="Yu Gothic"/>
                <a:cs typeface="Yu Gothic"/>
              </a:rPr>
              <a:t>CPUを拡張したい人が参考にできる</a:t>
            </a:r>
          </a:p>
        </p:txBody>
      </p:sp>
      <p:sp>
        <p:nvSpPr>
          <p:cNvPr id="9" name="text-945">
            <a:extLst xmlns:a="http://schemas.openxmlformats.org/drawingml/2006/main">
              <a:ext uri="{FF2B5EF4-FFF2-40B4-BE49-F238E27FC236}">
                <a16:creationId xmlns:a16="http://schemas.microsoft.com/office/drawing/2014/main" id="{27845FBE-9EA8-4392-ABE6-CB148D51A9A8}"/>
              </a:ext>
            </a:extLst>
          </p:cNvPr>
          <p:cNvSpPr>
            <a:spLocks xmlns:a="http://schemas.openxmlformats.org/drawingml/2006/main" noGrp="1"/>
          </p:cNvSpPr>
          <p:nvPr/>
        </p:nvSpPr>
        <p:spPr>
          <a:xfrm xmlns:a="http://schemas.openxmlformats.org/drawingml/2006/main">
            <a:off x="609600" y="4448175"/>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回路のつなぎ方と、ゲームを動かす方法を</a:t>
            </a:r>
          </a:p>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ソースコードと資料で示した</a:t>
            </a:r>
          </a:p>
        </p:txBody>
      </p:sp>
      <p:sp>
        <p:nvSpPr>
          <p:cNvPr id="10" name="text-946">
            <a:extLst xmlns:a="http://schemas.openxmlformats.org/drawingml/2006/main">
              <a:ext uri="{FF2B5EF4-FFF2-40B4-BE49-F238E27FC236}">
                <a16:creationId xmlns:a16="http://schemas.microsoft.com/office/drawing/2014/main" id="{B39201E3-4851-4F19-A808-06313DD9458D}"/>
              </a:ext>
            </a:extLst>
          </p:cNvPr>
          <p:cNvSpPr>
            <a:spLocks xmlns:a="http://schemas.openxmlformats.org/drawingml/2006/main" noGrp="1"/>
          </p:cNvSpPr>
          <p:nvPr/>
        </p:nvSpPr>
        <p:spPr>
          <a:xfrm xmlns:a="http://schemas.openxmlformats.org/drawingml/2006/main">
            <a:off x="609600" y="5686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Yu Gothic"/>
                <a:ea typeface="Yu Gothic"/>
                <a:cs typeface="Yu Gothic"/>
              </a:defRPr>
            </a:defPPr>
            <a:lvl1pPr algn="l">
              <a:defRPr sz="2175" b="0">
                <a:solidFill>
                  <a:srgbClr val="231F20"/>
                </a:solidFill>
                <a:latin typeface="Yu Gothic"/>
                <a:ea typeface="Yu Gothic"/>
                <a:cs typeface="Yu Gothic"/>
              </a:defRPr>
            </a:lvl1pPr>
            <a:lvl2pPr algn="l">
              <a:defRPr sz="2175" b="0">
                <a:solidFill>
                  <a:srgbClr val="231F20"/>
                </a:solidFill>
                <a:latin typeface="Yu Gothic"/>
                <a:ea typeface="Yu Gothic"/>
                <a:cs typeface="Yu Gothic"/>
              </a:defRPr>
            </a:lvl2pPr>
            <a:lvl3pPr algn="l">
              <a:defRPr sz="2175" b="0">
                <a:solidFill>
                  <a:srgbClr val="231F20"/>
                </a:solidFill>
                <a:latin typeface="Yu Gothic"/>
                <a:ea typeface="Yu Gothic"/>
                <a:cs typeface="Yu Gothic"/>
              </a:defRPr>
            </a:lvl3pPr>
            <a:lvl4pPr algn="l">
              <a:defRPr sz="2175" b="0">
                <a:solidFill>
                  <a:srgbClr val="231F20"/>
                </a:solidFill>
                <a:latin typeface="Yu Gothic"/>
                <a:ea typeface="Yu Gothic"/>
                <a:cs typeface="Yu Gothic"/>
              </a:defRPr>
            </a:lvl4pPr>
            <a:lvl5pPr algn="l">
              <a:defRPr sz="2175" b="0">
                <a:solidFill>
                  <a:srgbClr val="231F20"/>
                </a:solidFill>
                <a:latin typeface="Yu Gothic"/>
                <a:ea typeface="Yu Gothic"/>
                <a:cs typeface="Yu Gothic"/>
              </a:defRPr>
            </a:lvl5pPr>
            <a:lvl6pPr algn="l">
              <a:defRPr sz="2175" b="0">
                <a:solidFill>
                  <a:srgbClr val="231F20"/>
                </a:solidFill>
                <a:latin typeface="Yu Gothic"/>
                <a:ea typeface="Yu Gothic"/>
                <a:cs typeface="Yu Gothic"/>
              </a:defRPr>
            </a:lvl6pPr>
            <a:lvl7pPr algn="l">
              <a:defRPr sz="2175" b="0">
                <a:solidFill>
                  <a:srgbClr val="231F20"/>
                </a:solidFill>
                <a:latin typeface="Yu Gothic"/>
                <a:ea typeface="Yu Gothic"/>
                <a:cs typeface="Yu Gothic"/>
              </a:defRPr>
            </a:lvl7pPr>
            <a:lvl8pPr algn="l">
              <a:defRPr sz="2175" b="0">
                <a:solidFill>
                  <a:srgbClr val="231F20"/>
                </a:solidFill>
                <a:latin typeface="Yu Gothic"/>
                <a:ea typeface="Yu Gothic"/>
                <a:cs typeface="Yu Gothic"/>
              </a:defRPr>
            </a:lvl8pPr>
            <a:lvl9pPr algn="l">
              <a:defRPr sz="2175" b="0">
                <a:solidFill>
                  <a:srgbClr val="231F20"/>
                </a:solidFill>
                <a:latin typeface="Yu Gothic"/>
                <a:ea typeface="Yu Gothic"/>
                <a:cs typeface="Yu Gothic"/>
              </a:defRPr>
            </a:lvl9pPr>
          </a:lstStyle>
          <a:p xmlns:a="http://schemas.openxmlformats.org/drawingml/2006/main">
            <a:pPr algn="l">
              <a:defRPr sz="2175" b="0">
                <a:solidFill>
                  <a:srgbClr val="231F20"/>
                </a:solidFill>
                <a:latin typeface="Yu Gothic"/>
                <a:ea typeface="Yu Gothic"/>
                <a:cs typeface="Yu Gothic"/>
              </a:defRPr>
            </a:pPr>
            <a:r>
              <a:rPr sz="2175" b="0">
                <a:solidFill>
                  <a:srgbClr val="231F20"/>
                </a:solidFill>
                <a:latin typeface="Yu Gothic"/>
                <a:ea typeface="Yu Gothic"/>
                <a:cs typeface="Yu Gothic"/>
              </a:rPr>
              <a:t>今後：コントローラーを接続し、手で操作できるようにする</a:t>
            </a:r>
          </a:p>
        </p:txBody>
      </p:sp>
      <p:sp>
        <p:nvSpPr>
          <p:cNvPr id="11" name="text-947">
            <a:extLst xmlns:a="http://schemas.openxmlformats.org/drawingml/2006/main">
              <a:ext uri="{FF2B5EF4-FFF2-40B4-BE49-F238E27FC236}">
                <a16:creationId xmlns:a16="http://schemas.microsoft.com/office/drawing/2014/main" id="{96E50052-4DB5-4F13-BDB3-DB7C4ACA4D6A}"/>
              </a:ext>
            </a:extLst>
          </p:cNvPr>
          <p:cNvSpPr>
            <a:spLocks xmlns:a="http://schemas.openxmlformats.org/drawingml/2006/main" noGrp="1"/>
          </p:cNvSpPr>
          <p:nvPr/>
        </p:nvSpPr>
        <p:spPr>
          <a:xfrm xmlns:a="http://schemas.openxmlformats.org/drawingml/2006/main">
            <a:off x="609600" y="63341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777777"/>
                </a:solidFill>
                <a:latin typeface="Yu Gothic"/>
                <a:ea typeface="Yu Gothic"/>
                <a:cs typeface="Yu Gothic"/>
              </a:defRPr>
            </a:defPPr>
            <a:lvl1pPr algn="l">
              <a:defRPr sz="1200" b="0">
                <a:solidFill>
                  <a:srgbClr val="777777"/>
                </a:solidFill>
                <a:latin typeface="Yu Gothic"/>
                <a:ea typeface="Yu Gothic"/>
                <a:cs typeface="Yu Gothic"/>
              </a:defRPr>
            </a:lvl1pPr>
            <a:lvl2pPr algn="l">
              <a:defRPr sz="1200" b="0">
                <a:solidFill>
                  <a:srgbClr val="777777"/>
                </a:solidFill>
                <a:latin typeface="Yu Gothic"/>
                <a:ea typeface="Yu Gothic"/>
                <a:cs typeface="Yu Gothic"/>
              </a:defRPr>
            </a:lvl2pPr>
            <a:lvl3pPr algn="l">
              <a:defRPr sz="1200" b="0">
                <a:solidFill>
                  <a:srgbClr val="777777"/>
                </a:solidFill>
                <a:latin typeface="Yu Gothic"/>
                <a:ea typeface="Yu Gothic"/>
                <a:cs typeface="Yu Gothic"/>
              </a:defRPr>
            </a:lvl3pPr>
            <a:lvl4pPr algn="l">
              <a:defRPr sz="1200" b="0">
                <a:solidFill>
                  <a:srgbClr val="777777"/>
                </a:solidFill>
                <a:latin typeface="Yu Gothic"/>
                <a:ea typeface="Yu Gothic"/>
                <a:cs typeface="Yu Gothic"/>
              </a:defRPr>
            </a:lvl4pPr>
            <a:lvl5pPr algn="l">
              <a:defRPr sz="1200" b="0">
                <a:solidFill>
                  <a:srgbClr val="777777"/>
                </a:solidFill>
                <a:latin typeface="Yu Gothic"/>
                <a:ea typeface="Yu Gothic"/>
                <a:cs typeface="Yu Gothic"/>
              </a:defRPr>
            </a:lvl5pPr>
            <a:lvl6pPr algn="l">
              <a:defRPr sz="1200" b="0">
                <a:solidFill>
                  <a:srgbClr val="777777"/>
                </a:solidFill>
                <a:latin typeface="Yu Gothic"/>
                <a:ea typeface="Yu Gothic"/>
                <a:cs typeface="Yu Gothic"/>
              </a:defRPr>
            </a:lvl6pPr>
            <a:lvl7pPr algn="l">
              <a:defRPr sz="1200" b="0">
                <a:solidFill>
                  <a:srgbClr val="777777"/>
                </a:solidFill>
                <a:latin typeface="Yu Gothic"/>
                <a:ea typeface="Yu Gothic"/>
                <a:cs typeface="Yu Gothic"/>
              </a:defRPr>
            </a:lvl7pPr>
            <a:lvl8pPr algn="l">
              <a:defRPr sz="1200" b="0">
                <a:solidFill>
                  <a:srgbClr val="777777"/>
                </a:solidFill>
                <a:latin typeface="Yu Gothic"/>
                <a:ea typeface="Yu Gothic"/>
                <a:cs typeface="Yu Gothic"/>
              </a:defRPr>
            </a:lvl8pPr>
            <a:lvl9pPr algn="l">
              <a:defRPr sz="1200" b="0">
                <a:solidFill>
                  <a:srgbClr val="777777"/>
                </a:solidFill>
                <a:latin typeface="Yu Gothic"/>
                <a:ea typeface="Yu Gothic"/>
                <a:cs typeface="Yu Gothic"/>
              </a:defRPr>
            </a:lvl9pPr>
          </a:lstStyle>
          <a:p xmlns:a="http://schemas.openxmlformats.org/drawingml/2006/main">
            <a:pPr algn="l">
              <a:defRPr sz="1200" b="0">
                <a:solidFill>
                  <a:srgbClr val="777777"/>
                </a:solidFill>
                <a:latin typeface="Yu Gothic"/>
                <a:ea typeface="Yu Gothic"/>
                <a:cs typeface="Yu Gothic"/>
              </a:defRPr>
            </a:pPr>
            <a:r>
              <a:rPr sz="1200" b="0">
                <a:solidFill>
                  <a:srgbClr val="777777"/>
                </a:solidFill>
                <a:latin typeface="Yu Gothic"/>
                <a:ea typeface="Yu Gothic"/>
                <a:cs typeface="Yu Gothic"/>
              </a:rPr>
              <a:t>既存のCPU・描画回路を利用。専用コントローラーの接続はこれから</a:t>
            </a:r>
          </a:p>
        </p:txBody>
      </p:sp>
    </p:spTree>
    <p:extLst>
      <p:ext uri="{BB962C8B-B14F-4D97-AF65-F5344CB8AC3E}">
        <p14:creationId xmlns:p14="http://schemas.microsoft.com/office/powerpoint/2010/main" val="1322739187"/>
      </p:ext>
    </p:extLst>
  </p:cSld>
</p:sld>
</file>

<file path=ppt/slides/slide12.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2" name="text-948">
            <a:extLst xmlns:a="http://schemas.openxmlformats.org/drawingml/2006/main">
              <a:ext uri="{FF2B5EF4-FFF2-40B4-BE49-F238E27FC236}">
                <a16:creationId xmlns:a16="http://schemas.microsoft.com/office/drawing/2014/main" id="{AF2ADF38-5CF6-4D76-B3C4-6B20CC5F13FE}"/>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12</a:t>
            </a:r>
          </a:p>
        </p:txBody>
      </p:sp>
      <p:sp>
        <p:nvSpPr>
          <p:cNvPr id="2" name="text-949">
            <a:extLst xmlns:a="http://schemas.openxmlformats.org/drawingml/2006/main">
              <a:ext uri="{FF2B5EF4-FFF2-40B4-BE49-F238E27FC236}">
                <a16:creationId xmlns:a16="http://schemas.microsoft.com/office/drawing/2014/main" id="{1AE89D18-417B-4D2C-A07B-D30F97B46D5B}"/>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質問用：詳細な全体のブロック図</a:t>
            </a:r>
          </a:p>
        </p:txBody>
      </p:sp>
      <p:sp>
        <p:nvSpPr>
          <p:cNvPr id="3" name="text-950">
            <a:extLst xmlns:a="http://schemas.openxmlformats.org/drawingml/2006/main">
              <a:ext uri="{FF2B5EF4-FFF2-40B4-BE49-F238E27FC236}">
                <a16:creationId xmlns:a16="http://schemas.microsoft.com/office/drawing/2014/main" id="{B09FC818-158C-4089-B765-916D24636ED1}"/>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12</a:t>
            </a:r>
          </a:p>
        </p:txBody>
      </p:sp>
      <p:sp>
        <p:nvSpPr>
          <p:cNvPr id="4" name="text-951">
            <a:extLst xmlns:a="http://schemas.openxmlformats.org/drawingml/2006/main">
              <a:ext uri="{FF2B5EF4-FFF2-40B4-BE49-F238E27FC236}">
                <a16:creationId xmlns:a16="http://schemas.microsoft.com/office/drawing/2014/main" id="{C3793A40-6C96-481A-9A26-C4FF8410BE21}"/>
              </a:ext>
            </a:extLst>
          </p:cNvPr>
          <p:cNvSpPr>
            <a:spLocks xmlns:a="http://schemas.openxmlformats.org/drawingml/2006/main" noGrp="1"/>
          </p:cNvSpPr>
          <p:nvPr/>
        </p:nvSpPr>
        <p:spPr>
          <a:xfrm xmlns:a="http://schemas.openxmlformats.org/drawingml/2006/main">
            <a:off x="609600" y="1234250"/>
            <a:ext cx="7652385" cy="2686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青枠：説明済み・追加機能   濃い青：AMD提供IP</a:t>
            </a:r>
          </a:p>
        </p:txBody>
      </p:sp>
      <p:sp>
        <p:nvSpPr>
          <p:cNvPr id="5" name="block-952">
            <a:extLst xmlns:a="http://schemas.openxmlformats.org/drawingml/2006/main">
              <a:ext uri="{FF2B5EF4-FFF2-40B4-BE49-F238E27FC236}">
                <a16:creationId xmlns:a16="http://schemas.microsoft.com/office/drawing/2014/main" id="{594E9F2C-DCA2-4968-892F-C63866C81861}"/>
              </a:ext>
            </a:extLst>
          </p:cNvPr>
          <p:cNvSpPr>
            <a:spLocks xmlns:a="http://schemas.openxmlformats.org/drawingml/2006/main" noGrp="1"/>
          </p:cNvSpPr>
          <p:nvPr/>
        </p:nvSpPr>
        <p:spPr>
          <a:xfrm xmlns:a="http://schemas.openxmlformats.org/drawingml/2006/main">
            <a:off x="8458200" y="1171575"/>
            <a:ext cx="1412748" cy="322326"/>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6" name="text-953">
            <a:extLst xmlns:a="http://schemas.openxmlformats.org/drawingml/2006/main">
              <a:ext uri="{FF2B5EF4-FFF2-40B4-BE49-F238E27FC236}">
                <a16:creationId xmlns:a16="http://schemas.microsoft.com/office/drawing/2014/main" id="{4625E312-B7F6-4B5C-8C21-02EC54911307}"/>
              </a:ext>
            </a:extLst>
          </p:cNvPr>
          <p:cNvSpPr>
            <a:spLocks xmlns:a="http://schemas.openxmlformats.org/drawingml/2006/main" noGrp="1"/>
          </p:cNvSpPr>
          <p:nvPr/>
        </p:nvSpPr>
        <p:spPr>
          <a:xfrm xmlns:a="http://schemas.openxmlformats.org/drawingml/2006/main">
            <a:off x="8487632" y="1180529"/>
            <a:ext cx="1353884" cy="3044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DDR3</a:t>
            </a:r>
          </a:p>
        </p:txBody>
      </p:sp>
      <p:sp>
        <p:nvSpPr>
          <p:cNvPr id="7" name="block-954">
            <a:extLst xmlns:a="http://schemas.openxmlformats.org/drawingml/2006/main">
              <a:ext uri="{FF2B5EF4-FFF2-40B4-BE49-F238E27FC236}">
                <a16:creationId xmlns:a16="http://schemas.microsoft.com/office/drawing/2014/main" id="{EAD762F9-10EB-4CF5-8BAC-A1EEE96F442A}"/>
              </a:ext>
            </a:extLst>
          </p:cNvPr>
          <p:cNvSpPr>
            <a:spLocks xmlns:a="http://schemas.openxmlformats.org/drawingml/2006/main" noGrp="1"/>
          </p:cNvSpPr>
          <p:nvPr/>
        </p:nvSpPr>
        <p:spPr>
          <a:xfrm xmlns:a="http://schemas.openxmlformats.org/drawingml/2006/main">
            <a:off x="10126028" y="1171575"/>
            <a:ext cx="1324451" cy="322326"/>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8" name="text-955">
            <a:extLst xmlns:a="http://schemas.openxmlformats.org/drawingml/2006/main">
              <a:ext uri="{FF2B5EF4-FFF2-40B4-BE49-F238E27FC236}">
                <a16:creationId xmlns:a16="http://schemas.microsoft.com/office/drawing/2014/main" id="{607C3B77-652F-4389-82C7-ED30596DCCA5}"/>
              </a:ext>
            </a:extLst>
          </p:cNvPr>
          <p:cNvSpPr>
            <a:spLocks xmlns:a="http://schemas.openxmlformats.org/drawingml/2006/main" noGrp="1"/>
          </p:cNvSpPr>
          <p:nvPr/>
        </p:nvSpPr>
        <p:spPr>
          <a:xfrm xmlns:a="http://schemas.openxmlformats.org/drawingml/2006/main">
            <a:off x="10155460" y="1180529"/>
            <a:ext cx="1265587" cy="3044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231F20"/>
                </a:solidFill>
                <a:latin typeface="Arial"/>
                <a:ea typeface="Arial"/>
                <a:cs typeface="Arial"/>
              </a:defRPr>
            </a:defPPr>
            <a:lvl1pPr algn="ctr">
              <a:defRPr sz="1425" b="1">
                <a:solidFill>
                  <a:srgbClr val="231F20"/>
                </a:solidFill>
                <a:latin typeface="Arial"/>
                <a:ea typeface="Arial"/>
                <a:cs typeface="Arial"/>
              </a:defRPr>
            </a:lvl1pPr>
            <a:lvl2pPr algn="ctr">
              <a:defRPr sz="1425" b="1">
                <a:solidFill>
                  <a:srgbClr val="231F20"/>
                </a:solidFill>
                <a:latin typeface="Arial"/>
                <a:ea typeface="Arial"/>
                <a:cs typeface="Arial"/>
              </a:defRPr>
            </a:lvl2pPr>
            <a:lvl3pPr algn="ctr">
              <a:defRPr sz="1425" b="1">
                <a:solidFill>
                  <a:srgbClr val="231F20"/>
                </a:solidFill>
                <a:latin typeface="Arial"/>
                <a:ea typeface="Arial"/>
                <a:cs typeface="Arial"/>
              </a:defRPr>
            </a:lvl3pPr>
            <a:lvl4pPr algn="ctr">
              <a:defRPr sz="1425" b="1">
                <a:solidFill>
                  <a:srgbClr val="231F20"/>
                </a:solidFill>
                <a:latin typeface="Arial"/>
                <a:ea typeface="Arial"/>
                <a:cs typeface="Arial"/>
              </a:defRPr>
            </a:lvl4pPr>
            <a:lvl5pPr algn="ctr">
              <a:defRPr sz="1425" b="1">
                <a:solidFill>
                  <a:srgbClr val="231F20"/>
                </a:solidFill>
                <a:latin typeface="Arial"/>
                <a:ea typeface="Arial"/>
                <a:cs typeface="Arial"/>
              </a:defRPr>
            </a:lvl5pPr>
            <a:lvl6pPr algn="ctr">
              <a:defRPr sz="1425" b="1">
                <a:solidFill>
                  <a:srgbClr val="231F20"/>
                </a:solidFill>
                <a:latin typeface="Arial"/>
                <a:ea typeface="Arial"/>
                <a:cs typeface="Arial"/>
              </a:defRPr>
            </a:lvl6pPr>
            <a:lvl7pPr algn="ctr">
              <a:defRPr sz="1425" b="1">
                <a:solidFill>
                  <a:srgbClr val="231F20"/>
                </a:solidFill>
                <a:latin typeface="Arial"/>
                <a:ea typeface="Arial"/>
                <a:cs typeface="Arial"/>
              </a:defRPr>
            </a:lvl7pPr>
            <a:lvl8pPr algn="ctr">
              <a:defRPr sz="1425" b="1">
                <a:solidFill>
                  <a:srgbClr val="231F20"/>
                </a:solidFill>
                <a:latin typeface="Arial"/>
                <a:ea typeface="Arial"/>
                <a:cs typeface="Arial"/>
              </a:defRPr>
            </a:lvl8pPr>
            <a:lvl9pPr algn="ctr">
              <a:defRPr sz="1425" b="1">
                <a:solidFill>
                  <a:srgbClr val="231F20"/>
                </a:solidFill>
                <a:latin typeface="Arial"/>
                <a:ea typeface="Arial"/>
                <a:cs typeface="Arial"/>
              </a:defRPr>
            </a:lvl9pPr>
          </a:lstStyle>
          <a:p xmlns:a="http://schemas.openxmlformats.org/drawingml/2006/main">
            <a:pPr algn="ctr">
              <a:defRPr sz="1425" b="1">
                <a:solidFill>
                  <a:srgbClr val="231F20"/>
                </a:solidFill>
                <a:latin typeface="Arial"/>
                <a:ea typeface="Arial"/>
                <a:cs typeface="Arial"/>
              </a:defRPr>
            </a:pPr>
            <a:r>
              <a:rPr sz="1425" b="1">
                <a:solidFill>
                  <a:srgbClr val="231F20"/>
                </a:solidFill>
                <a:latin typeface="Arial"/>
                <a:ea typeface="Arial"/>
                <a:cs typeface="Arial"/>
              </a:rPr>
              <a:t>SD card</a:t>
            </a:r>
          </a:p>
        </p:txBody>
      </p:sp>
      <p:sp>
        <p:nvSpPr>
          <p:cNvPr id="9" name="block-956">
            <a:extLst xmlns:a="http://schemas.openxmlformats.org/drawingml/2006/main">
              <a:ext uri="{FF2B5EF4-FFF2-40B4-BE49-F238E27FC236}">
                <a16:creationId xmlns:a16="http://schemas.microsoft.com/office/drawing/2014/main" id="{3ADBB85E-5C7F-4081-BA09-91EE2B33DDC6}"/>
              </a:ext>
            </a:extLst>
          </p:cNvPr>
          <p:cNvSpPr>
            <a:spLocks xmlns:a="http://schemas.openxmlformats.org/drawingml/2006/main" noGrp="1"/>
          </p:cNvSpPr>
          <p:nvPr/>
        </p:nvSpPr>
        <p:spPr>
          <a:xfrm xmlns:a="http://schemas.openxmlformats.org/drawingml/2006/main">
            <a:off x="609600" y="1628204"/>
            <a:ext cx="10988040" cy="4825937"/>
          </a:xfrm>
          <a:prstGeom xmlns:a="http://schemas.openxmlformats.org/drawingml/2006/main" prst="rect">
            <a:avLst/>
          </a:prstGeom>
          <a:solidFill xmlns:a="http://schemas.openxmlformats.org/drawingml/2006/main">
            <a:srgbClr val="CCD9F1"/>
          </a:solidFill>
          <a:ln xmlns:a="http://schemas.openxmlformats.org/drawingml/2006/main" w="20955">
            <a:solidFill>
              <a:srgbClr val="231F20"/>
            </a:solidFill>
          </a:ln>
        </p:spPr>
      </p:sp>
      <p:sp>
        <p:nvSpPr>
          <p:cNvPr id="10" name="text-957">
            <a:extLst xmlns:a="http://schemas.openxmlformats.org/drawingml/2006/main">
              <a:ext uri="{FF2B5EF4-FFF2-40B4-BE49-F238E27FC236}">
                <a16:creationId xmlns:a16="http://schemas.microsoft.com/office/drawing/2014/main" id="{3E9B2652-E404-4124-BD3E-7E81F8FBBCE6}"/>
              </a:ext>
            </a:extLst>
          </p:cNvPr>
          <p:cNvSpPr>
            <a:spLocks xmlns:a="http://schemas.openxmlformats.org/drawingml/2006/main" noGrp="1"/>
          </p:cNvSpPr>
          <p:nvPr/>
        </p:nvSpPr>
        <p:spPr>
          <a:xfrm xmlns:a="http://schemas.openxmlformats.org/drawingml/2006/main">
            <a:off x="756761" y="1664018"/>
            <a:ext cx="3482816" cy="2596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1">
                <a:solidFill>
                  <a:srgbClr val="231F20"/>
                </a:solidFill>
                <a:latin typeface="Arial"/>
                <a:ea typeface="Arial"/>
                <a:cs typeface="Arial"/>
              </a:defRPr>
            </a:defPPr>
            <a:lvl1pPr algn="l">
              <a:defRPr sz="1800" b="1">
                <a:solidFill>
                  <a:srgbClr val="231F20"/>
                </a:solidFill>
                <a:latin typeface="Arial"/>
                <a:ea typeface="Arial"/>
                <a:cs typeface="Arial"/>
              </a:defRPr>
            </a:lvl1pPr>
            <a:lvl2pPr algn="l">
              <a:defRPr sz="1800" b="1">
                <a:solidFill>
                  <a:srgbClr val="231F20"/>
                </a:solidFill>
                <a:latin typeface="Arial"/>
                <a:ea typeface="Arial"/>
                <a:cs typeface="Arial"/>
              </a:defRPr>
            </a:lvl2pPr>
            <a:lvl3pPr algn="l">
              <a:defRPr sz="1800" b="1">
                <a:solidFill>
                  <a:srgbClr val="231F20"/>
                </a:solidFill>
                <a:latin typeface="Arial"/>
                <a:ea typeface="Arial"/>
                <a:cs typeface="Arial"/>
              </a:defRPr>
            </a:lvl3pPr>
            <a:lvl4pPr algn="l">
              <a:defRPr sz="1800" b="1">
                <a:solidFill>
                  <a:srgbClr val="231F20"/>
                </a:solidFill>
                <a:latin typeface="Arial"/>
                <a:ea typeface="Arial"/>
                <a:cs typeface="Arial"/>
              </a:defRPr>
            </a:lvl4pPr>
            <a:lvl5pPr algn="l">
              <a:defRPr sz="1800" b="1">
                <a:solidFill>
                  <a:srgbClr val="231F20"/>
                </a:solidFill>
                <a:latin typeface="Arial"/>
                <a:ea typeface="Arial"/>
                <a:cs typeface="Arial"/>
              </a:defRPr>
            </a:lvl5pPr>
            <a:lvl6pPr algn="l">
              <a:defRPr sz="1800" b="1">
                <a:solidFill>
                  <a:srgbClr val="231F20"/>
                </a:solidFill>
                <a:latin typeface="Arial"/>
                <a:ea typeface="Arial"/>
                <a:cs typeface="Arial"/>
              </a:defRPr>
            </a:lvl6pPr>
            <a:lvl7pPr algn="l">
              <a:defRPr sz="1800" b="1">
                <a:solidFill>
                  <a:srgbClr val="231F20"/>
                </a:solidFill>
                <a:latin typeface="Arial"/>
                <a:ea typeface="Arial"/>
                <a:cs typeface="Arial"/>
              </a:defRPr>
            </a:lvl7pPr>
            <a:lvl8pPr algn="l">
              <a:defRPr sz="1800" b="1">
                <a:solidFill>
                  <a:srgbClr val="231F20"/>
                </a:solidFill>
                <a:latin typeface="Arial"/>
                <a:ea typeface="Arial"/>
                <a:cs typeface="Arial"/>
              </a:defRPr>
            </a:lvl8pPr>
            <a:lvl9pPr algn="l">
              <a:defRPr sz="1800" b="1">
                <a:solidFill>
                  <a:srgbClr val="231F20"/>
                </a:solidFill>
                <a:latin typeface="Arial"/>
                <a:ea typeface="Arial"/>
                <a:cs typeface="Arial"/>
              </a:defRPr>
            </a:lvl9pPr>
          </a:lstStyle>
          <a:p xmlns:a="http://schemas.openxmlformats.org/drawingml/2006/main">
            <a:pPr algn="l">
              <a:defRPr sz="1800" b="1">
                <a:solidFill>
                  <a:srgbClr val="231F20"/>
                </a:solidFill>
                <a:latin typeface="Arial"/>
                <a:ea typeface="Arial"/>
                <a:cs typeface="Arial"/>
              </a:defRPr>
            </a:pPr>
            <a:r>
              <a:rPr sz="1800" b="1">
                <a:solidFill>
                  <a:srgbClr val="231F20"/>
                </a:solidFill>
                <a:latin typeface="Arial"/>
                <a:ea typeface="Arial"/>
                <a:cs typeface="Arial"/>
              </a:rPr>
              <a:t>FPGA / fpgaTop</a:t>
            </a:r>
          </a:p>
        </p:txBody>
      </p:sp>
      <p:sp>
        <p:nvSpPr>
          <p:cNvPr id="11" name="text-958">
            <a:extLst xmlns:a="http://schemas.openxmlformats.org/drawingml/2006/main">
              <a:ext uri="{FF2B5EF4-FFF2-40B4-BE49-F238E27FC236}">
                <a16:creationId xmlns:a16="http://schemas.microsoft.com/office/drawing/2014/main" id="{F5351D40-A13B-4CEE-B11E-C16E6028A1E6}"/>
              </a:ext>
            </a:extLst>
          </p:cNvPr>
          <p:cNvSpPr>
            <a:spLocks xmlns:a="http://schemas.openxmlformats.org/drawingml/2006/main" noGrp="1"/>
          </p:cNvSpPr>
          <p:nvPr/>
        </p:nvSpPr>
        <p:spPr>
          <a:xfrm xmlns:a="http://schemas.openxmlformats.org/drawingml/2006/main">
            <a:off x="7859744" y="1664018"/>
            <a:ext cx="1324451"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1">
                <a:solidFill>
                  <a:srgbClr val="231F20"/>
                </a:solidFill>
                <a:latin typeface="Arial"/>
                <a:ea typeface="Arial"/>
                <a:cs typeface="Arial"/>
              </a:defRPr>
            </a:defPPr>
            <a:lvl1pPr algn="l">
              <a:defRPr sz="1500" b="1">
                <a:solidFill>
                  <a:srgbClr val="231F20"/>
                </a:solidFill>
                <a:latin typeface="Arial"/>
                <a:ea typeface="Arial"/>
                <a:cs typeface="Arial"/>
              </a:defRPr>
            </a:lvl1pPr>
            <a:lvl2pPr algn="l">
              <a:defRPr sz="1500" b="1">
                <a:solidFill>
                  <a:srgbClr val="231F20"/>
                </a:solidFill>
                <a:latin typeface="Arial"/>
                <a:ea typeface="Arial"/>
                <a:cs typeface="Arial"/>
              </a:defRPr>
            </a:lvl2pPr>
            <a:lvl3pPr algn="l">
              <a:defRPr sz="1500" b="1">
                <a:solidFill>
                  <a:srgbClr val="231F20"/>
                </a:solidFill>
                <a:latin typeface="Arial"/>
                <a:ea typeface="Arial"/>
                <a:cs typeface="Arial"/>
              </a:defRPr>
            </a:lvl3pPr>
            <a:lvl4pPr algn="l">
              <a:defRPr sz="1500" b="1">
                <a:solidFill>
                  <a:srgbClr val="231F20"/>
                </a:solidFill>
                <a:latin typeface="Arial"/>
                <a:ea typeface="Arial"/>
                <a:cs typeface="Arial"/>
              </a:defRPr>
            </a:lvl4pPr>
            <a:lvl5pPr algn="l">
              <a:defRPr sz="1500" b="1">
                <a:solidFill>
                  <a:srgbClr val="231F20"/>
                </a:solidFill>
                <a:latin typeface="Arial"/>
                <a:ea typeface="Arial"/>
                <a:cs typeface="Arial"/>
              </a:defRPr>
            </a:lvl5pPr>
            <a:lvl6pPr algn="l">
              <a:defRPr sz="1500" b="1">
                <a:solidFill>
                  <a:srgbClr val="231F20"/>
                </a:solidFill>
                <a:latin typeface="Arial"/>
                <a:ea typeface="Arial"/>
                <a:cs typeface="Arial"/>
              </a:defRPr>
            </a:lvl6pPr>
            <a:lvl7pPr algn="l">
              <a:defRPr sz="1500" b="1">
                <a:solidFill>
                  <a:srgbClr val="231F20"/>
                </a:solidFill>
                <a:latin typeface="Arial"/>
                <a:ea typeface="Arial"/>
                <a:cs typeface="Arial"/>
              </a:defRPr>
            </a:lvl7pPr>
            <a:lvl8pPr algn="l">
              <a:defRPr sz="1500" b="1">
                <a:solidFill>
                  <a:srgbClr val="231F20"/>
                </a:solidFill>
                <a:latin typeface="Arial"/>
                <a:ea typeface="Arial"/>
                <a:cs typeface="Arial"/>
              </a:defRPr>
            </a:lvl8pPr>
            <a:lvl9pPr algn="l">
              <a:defRPr sz="1500" b="1">
                <a:solidFill>
                  <a:srgbClr val="231F20"/>
                </a:solidFill>
                <a:latin typeface="Arial"/>
                <a:ea typeface="Arial"/>
                <a:cs typeface="Arial"/>
              </a:defRPr>
            </a:lvl9pPr>
          </a:lstStyle>
          <a:p xmlns:a="http://schemas.openxmlformats.org/drawingml/2006/main">
            <a:pPr algn="l">
              <a:defRPr sz="1500" b="1">
                <a:solidFill>
                  <a:srgbClr val="231F20"/>
                </a:solidFill>
                <a:latin typeface="Arial"/>
                <a:ea typeface="Arial"/>
                <a:cs typeface="Arial"/>
              </a:defRPr>
            </a:pPr>
            <a:r>
              <a:rPr sz="1500" b="1">
                <a:solidFill>
                  <a:srgbClr val="231F20"/>
                </a:solidFill>
                <a:latin typeface="Arial"/>
                <a:ea typeface="Arial"/>
                <a:cs typeface="Arial"/>
              </a:rPr>
              <a:t>Artix-7</a:t>
            </a:r>
          </a:p>
        </p:txBody>
      </p:sp>
      <p:sp>
        <p:nvSpPr>
          <p:cNvPr id="12" name="block-959">
            <a:extLst xmlns:a="http://schemas.openxmlformats.org/drawingml/2006/main">
              <a:ext uri="{FF2B5EF4-FFF2-40B4-BE49-F238E27FC236}">
                <a16:creationId xmlns:a16="http://schemas.microsoft.com/office/drawing/2014/main" id="{62504166-5BF2-47D0-8621-04A362E45FC9}"/>
              </a:ext>
            </a:extLst>
          </p:cNvPr>
          <p:cNvSpPr>
            <a:spLocks xmlns:a="http://schemas.openxmlformats.org/drawingml/2006/main" noGrp="1"/>
          </p:cNvSpPr>
          <p:nvPr/>
        </p:nvSpPr>
        <p:spPr>
          <a:xfrm xmlns:a="http://schemas.openxmlformats.org/drawingml/2006/main">
            <a:off x="756761" y="1986344"/>
            <a:ext cx="8584406" cy="4315587"/>
          </a:xfrm>
          <a:prstGeom xmlns:a="http://schemas.openxmlformats.org/drawingml/2006/main" prst="rect">
            <a:avLst/>
          </a:prstGeom>
          <a:solidFill xmlns:a="http://schemas.openxmlformats.org/drawingml/2006/main">
            <a:srgbClr val="FFFFFF"/>
          </a:solidFill>
          <a:ln xmlns:a="http://schemas.openxmlformats.org/drawingml/2006/main" w="17145">
            <a:solidFill>
              <a:srgbClr val="231F20"/>
            </a:solidFill>
          </a:ln>
        </p:spPr>
      </p:sp>
      <p:sp>
        <p:nvSpPr>
          <p:cNvPr id="13" name="text-960">
            <a:extLst xmlns:a="http://schemas.openxmlformats.org/drawingml/2006/main">
              <a:ext uri="{FF2B5EF4-FFF2-40B4-BE49-F238E27FC236}">
                <a16:creationId xmlns:a16="http://schemas.microsoft.com/office/drawing/2014/main" id="{66311A24-DC55-4A52-8D80-1CEC9D8231AF}"/>
              </a:ext>
            </a:extLst>
          </p:cNvPr>
          <p:cNvSpPr>
            <a:spLocks xmlns:a="http://schemas.openxmlformats.org/drawingml/2006/main" noGrp="1"/>
          </p:cNvSpPr>
          <p:nvPr/>
        </p:nvSpPr>
        <p:spPr>
          <a:xfrm xmlns:a="http://schemas.openxmlformats.org/drawingml/2006/main">
            <a:off x="903923" y="2013204"/>
            <a:ext cx="3237548"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1">
                <a:solidFill>
                  <a:srgbClr val="231F20"/>
                </a:solidFill>
                <a:latin typeface="Arial"/>
                <a:ea typeface="Arial"/>
                <a:cs typeface="Arial"/>
              </a:defRPr>
            </a:defPPr>
            <a:lvl1pPr algn="l">
              <a:defRPr sz="1575" b="1">
                <a:solidFill>
                  <a:srgbClr val="231F20"/>
                </a:solidFill>
                <a:latin typeface="Arial"/>
                <a:ea typeface="Arial"/>
                <a:cs typeface="Arial"/>
              </a:defRPr>
            </a:lvl1pPr>
            <a:lvl2pPr algn="l">
              <a:defRPr sz="1575" b="1">
                <a:solidFill>
                  <a:srgbClr val="231F20"/>
                </a:solidFill>
                <a:latin typeface="Arial"/>
                <a:ea typeface="Arial"/>
                <a:cs typeface="Arial"/>
              </a:defRPr>
            </a:lvl2pPr>
            <a:lvl3pPr algn="l">
              <a:defRPr sz="1575" b="1">
                <a:solidFill>
                  <a:srgbClr val="231F20"/>
                </a:solidFill>
                <a:latin typeface="Arial"/>
                <a:ea typeface="Arial"/>
                <a:cs typeface="Arial"/>
              </a:defRPr>
            </a:lvl3pPr>
            <a:lvl4pPr algn="l">
              <a:defRPr sz="1575" b="1">
                <a:solidFill>
                  <a:srgbClr val="231F20"/>
                </a:solidFill>
                <a:latin typeface="Arial"/>
                <a:ea typeface="Arial"/>
                <a:cs typeface="Arial"/>
              </a:defRPr>
            </a:lvl4pPr>
            <a:lvl5pPr algn="l">
              <a:defRPr sz="1575" b="1">
                <a:solidFill>
                  <a:srgbClr val="231F20"/>
                </a:solidFill>
                <a:latin typeface="Arial"/>
                <a:ea typeface="Arial"/>
                <a:cs typeface="Arial"/>
              </a:defRPr>
            </a:lvl5pPr>
            <a:lvl6pPr algn="l">
              <a:defRPr sz="1575" b="1">
                <a:solidFill>
                  <a:srgbClr val="231F20"/>
                </a:solidFill>
                <a:latin typeface="Arial"/>
                <a:ea typeface="Arial"/>
                <a:cs typeface="Arial"/>
              </a:defRPr>
            </a:lvl6pPr>
            <a:lvl7pPr algn="l">
              <a:defRPr sz="1575" b="1">
                <a:solidFill>
                  <a:srgbClr val="231F20"/>
                </a:solidFill>
                <a:latin typeface="Arial"/>
                <a:ea typeface="Arial"/>
                <a:cs typeface="Arial"/>
              </a:defRPr>
            </a:lvl7pPr>
            <a:lvl8pPr algn="l">
              <a:defRPr sz="1575" b="1">
                <a:solidFill>
                  <a:srgbClr val="231F20"/>
                </a:solidFill>
                <a:latin typeface="Arial"/>
                <a:ea typeface="Arial"/>
                <a:cs typeface="Arial"/>
              </a:defRPr>
            </a:lvl8pPr>
            <a:lvl9pPr algn="l">
              <a:defRPr sz="1575" b="1">
                <a:solidFill>
                  <a:srgbClr val="231F20"/>
                </a:solidFill>
                <a:latin typeface="Arial"/>
                <a:ea typeface="Arial"/>
                <a:cs typeface="Arial"/>
              </a:defRPr>
            </a:lvl9pPr>
          </a:lstStyle>
          <a:p xmlns:a="http://schemas.openxmlformats.org/drawingml/2006/main">
            <a:pPr algn="l">
              <a:defRPr sz="1575" b="1">
                <a:solidFill>
                  <a:srgbClr val="231F20"/>
                </a:solidFill>
                <a:latin typeface="Arial"/>
                <a:ea typeface="Arial"/>
                <a:cs typeface="Arial"/>
              </a:defRPr>
            </a:pPr>
            <a:r>
              <a:rPr sz="1575" b="1">
                <a:solidFill>
                  <a:srgbClr val="231F20"/>
                </a:solidFill>
                <a:latin typeface="Arial"/>
                <a:ea typeface="Arial"/>
                <a:cs typeface="Arial"/>
              </a:rPr>
              <a:t>wallypipelinedsoc</a:t>
            </a:r>
          </a:p>
        </p:txBody>
      </p:sp>
      <p:sp>
        <p:nvSpPr>
          <p:cNvPr id="14" name="block-961">
            <a:extLst xmlns:a="http://schemas.openxmlformats.org/drawingml/2006/main">
              <a:ext uri="{FF2B5EF4-FFF2-40B4-BE49-F238E27FC236}">
                <a16:creationId xmlns:a16="http://schemas.microsoft.com/office/drawing/2014/main" id="{2071F825-9ADA-4C7D-AF61-9CF0033944CE}"/>
              </a:ext>
            </a:extLst>
          </p:cNvPr>
          <p:cNvSpPr>
            <a:spLocks xmlns:a="http://schemas.openxmlformats.org/drawingml/2006/main" noGrp="1"/>
          </p:cNvSpPr>
          <p:nvPr/>
        </p:nvSpPr>
        <p:spPr>
          <a:xfrm xmlns:a="http://schemas.openxmlformats.org/drawingml/2006/main">
            <a:off x="884301" y="2281809"/>
            <a:ext cx="8309705" cy="931164"/>
          </a:xfrm>
          <a:prstGeom xmlns:a="http://schemas.openxmlformats.org/drawingml/2006/main" prst="rect">
            <a:avLst/>
          </a:prstGeom>
          <a:solidFill xmlns:a="http://schemas.openxmlformats.org/drawingml/2006/main">
            <a:srgbClr val="E5EBF8"/>
          </a:solidFill>
          <a:ln xmlns:a="http://schemas.openxmlformats.org/drawingml/2006/main" w="15240">
            <a:solidFill>
              <a:srgbClr val="231F20"/>
            </a:solidFill>
          </a:ln>
        </p:spPr>
      </p:sp>
      <p:sp>
        <p:nvSpPr>
          <p:cNvPr id="15" name="text-962">
            <a:extLst xmlns:a="http://schemas.openxmlformats.org/drawingml/2006/main">
              <a:ext uri="{FF2B5EF4-FFF2-40B4-BE49-F238E27FC236}">
                <a16:creationId xmlns:a16="http://schemas.microsoft.com/office/drawing/2014/main" id="{66FB1ED0-D1A6-4F5B-8258-5D0A1B765342}"/>
              </a:ext>
            </a:extLst>
          </p:cNvPr>
          <p:cNvSpPr>
            <a:spLocks xmlns:a="http://schemas.openxmlformats.org/drawingml/2006/main" noGrp="1"/>
          </p:cNvSpPr>
          <p:nvPr/>
        </p:nvSpPr>
        <p:spPr>
          <a:xfrm xmlns:a="http://schemas.openxmlformats.org/drawingml/2006/main">
            <a:off x="982409" y="2317623"/>
            <a:ext cx="932021" cy="2059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uncore</a:t>
            </a:r>
          </a:p>
        </p:txBody>
      </p:sp>
      <p:sp>
        <p:nvSpPr>
          <p:cNvPr id="16" name="block-963">
            <a:extLst xmlns:a="http://schemas.openxmlformats.org/drawingml/2006/main">
              <a:ext uri="{FF2B5EF4-FFF2-40B4-BE49-F238E27FC236}">
                <a16:creationId xmlns:a16="http://schemas.microsoft.com/office/drawing/2014/main" id="{39A29B15-2A1D-41F2-A9FF-43A3B9D7E800}"/>
              </a:ext>
            </a:extLst>
          </p:cNvPr>
          <p:cNvSpPr>
            <a:spLocks xmlns:a="http://schemas.openxmlformats.org/drawingml/2006/main" noGrp="1"/>
          </p:cNvSpPr>
          <p:nvPr/>
        </p:nvSpPr>
        <p:spPr>
          <a:xfrm xmlns:a="http://schemas.openxmlformats.org/drawingml/2006/main">
            <a:off x="1983105" y="2380298"/>
            <a:ext cx="882968" cy="277559"/>
          </a:xfrm>
          <a:prstGeom xmlns:a="http://schemas.openxmlformats.org/drawingml/2006/main" prst="rect">
            <a:avLst/>
          </a:prstGeom>
          <a:solidFill xmlns:a="http://schemas.openxmlformats.org/drawingml/2006/main">
            <a:srgbClr val="FFFFFF"/>
          </a:solidFill>
          <a:ln xmlns:a="http://schemas.openxmlformats.org/drawingml/2006/main" w="14288">
            <a:solidFill>
              <a:srgbClr val="1572C3"/>
            </a:solidFill>
          </a:ln>
        </p:spPr>
      </p:sp>
      <p:sp>
        <p:nvSpPr>
          <p:cNvPr id="17" name="text-964">
            <a:extLst xmlns:a="http://schemas.openxmlformats.org/drawingml/2006/main">
              <a:ext uri="{FF2B5EF4-FFF2-40B4-BE49-F238E27FC236}">
                <a16:creationId xmlns:a16="http://schemas.microsoft.com/office/drawing/2014/main" id="{43644F68-64D0-4755-89ED-8DD0CC193CEA}"/>
              </a:ext>
            </a:extLst>
          </p:cNvPr>
          <p:cNvSpPr>
            <a:spLocks xmlns:a="http://schemas.openxmlformats.org/drawingml/2006/main" noGrp="1"/>
          </p:cNvSpPr>
          <p:nvPr/>
        </p:nvSpPr>
        <p:spPr>
          <a:xfrm xmlns:a="http://schemas.openxmlformats.org/drawingml/2006/main">
            <a:off x="2012537" y="2389251"/>
            <a:ext cx="824103" cy="2596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adrdecs</a:t>
            </a:r>
          </a:p>
        </p:txBody>
      </p:sp>
      <p:sp>
        <p:nvSpPr>
          <p:cNvPr id="18" name="block-965">
            <a:extLst xmlns:a="http://schemas.openxmlformats.org/drawingml/2006/main">
              <a:ext uri="{FF2B5EF4-FFF2-40B4-BE49-F238E27FC236}">
                <a16:creationId xmlns:a16="http://schemas.microsoft.com/office/drawing/2014/main" id="{03AD1073-1FCC-4A02-8317-857C442931ED}"/>
              </a:ext>
            </a:extLst>
          </p:cNvPr>
          <p:cNvSpPr>
            <a:spLocks xmlns:a="http://schemas.openxmlformats.org/drawingml/2006/main" noGrp="1"/>
          </p:cNvSpPr>
          <p:nvPr/>
        </p:nvSpPr>
        <p:spPr>
          <a:xfrm xmlns:a="http://schemas.openxmlformats.org/drawingml/2006/main">
            <a:off x="3140774" y="2380298"/>
            <a:ext cx="961454" cy="277559"/>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9" name="text-966">
            <a:extLst xmlns:a="http://schemas.openxmlformats.org/drawingml/2006/main">
              <a:ext uri="{FF2B5EF4-FFF2-40B4-BE49-F238E27FC236}">
                <a16:creationId xmlns:a16="http://schemas.microsoft.com/office/drawing/2014/main" id="{3865E321-8304-4C91-AD91-453BB4E2B6D9}"/>
              </a:ext>
            </a:extLst>
          </p:cNvPr>
          <p:cNvSpPr>
            <a:spLocks xmlns:a="http://schemas.openxmlformats.org/drawingml/2006/main" noGrp="1"/>
          </p:cNvSpPr>
          <p:nvPr/>
        </p:nvSpPr>
        <p:spPr>
          <a:xfrm xmlns:a="http://schemas.openxmlformats.org/drawingml/2006/main">
            <a:off x="3170206" y="2389251"/>
            <a:ext cx="902589" cy="2596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Boot ROM</a:t>
            </a:r>
          </a:p>
        </p:txBody>
      </p:sp>
      <p:sp>
        <p:nvSpPr>
          <p:cNvPr id="20" name="block-967">
            <a:extLst xmlns:a="http://schemas.openxmlformats.org/drawingml/2006/main">
              <a:ext uri="{FF2B5EF4-FFF2-40B4-BE49-F238E27FC236}">
                <a16:creationId xmlns:a16="http://schemas.microsoft.com/office/drawing/2014/main" id="{E58035AC-5275-4093-87CF-0861F9EFDC79}"/>
              </a:ext>
            </a:extLst>
          </p:cNvPr>
          <p:cNvSpPr>
            <a:spLocks xmlns:a="http://schemas.openxmlformats.org/drawingml/2006/main" noGrp="1"/>
          </p:cNvSpPr>
          <p:nvPr/>
        </p:nvSpPr>
        <p:spPr>
          <a:xfrm xmlns:a="http://schemas.openxmlformats.org/drawingml/2006/main">
            <a:off x="4788980" y="2523554"/>
            <a:ext cx="1461802" cy="402908"/>
          </a:xfrm>
          <a:prstGeom xmlns:a="http://schemas.openxmlformats.org/drawingml/2006/main" prst="rect">
            <a:avLst/>
          </a:prstGeom>
          <a:solidFill xmlns:a="http://schemas.openxmlformats.org/drawingml/2006/main">
            <a:srgbClr val="FFFFFF"/>
          </a:solidFill>
          <a:ln xmlns:a="http://schemas.openxmlformats.org/drawingml/2006/main" w="14288">
            <a:solidFill>
              <a:srgbClr val="1572C3"/>
            </a:solidFill>
          </a:ln>
        </p:spPr>
      </p:sp>
      <p:sp>
        <p:nvSpPr>
          <p:cNvPr id="21" name="text-968">
            <a:extLst xmlns:a="http://schemas.openxmlformats.org/drawingml/2006/main">
              <a:ext uri="{FF2B5EF4-FFF2-40B4-BE49-F238E27FC236}">
                <a16:creationId xmlns:a16="http://schemas.microsoft.com/office/drawing/2014/main" id="{D656201A-3A6D-49F5-A5DC-4A1F5B6CD1BF}"/>
              </a:ext>
            </a:extLst>
          </p:cNvPr>
          <p:cNvSpPr>
            <a:spLocks xmlns:a="http://schemas.openxmlformats.org/drawingml/2006/main" noGrp="1"/>
          </p:cNvSpPr>
          <p:nvPr/>
        </p:nvSpPr>
        <p:spPr>
          <a:xfrm xmlns:a="http://schemas.openxmlformats.org/drawingml/2006/main">
            <a:off x="4818412" y="2532507"/>
            <a:ext cx="1402937" cy="38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ahbapbbridge</a:t>
            </a:r>
          </a:p>
        </p:txBody>
      </p:sp>
      <p:sp>
        <p:nvSpPr>
          <p:cNvPr id="22" name="text-969">
            <a:extLst xmlns:a="http://schemas.openxmlformats.org/drawingml/2006/main">
              <a:ext uri="{FF2B5EF4-FFF2-40B4-BE49-F238E27FC236}">
                <a16:creationId xmlns:a16="http://schemas.microsoft.com/office/drawing/2014/main" id="{CB1CC250-3F94-439B-909C-CD2CDD69C12D}"/>
              </a:ext>
            </a:extLst>
          </p:cNvPr>
          <p:cNvSpPr>
            <a:spLocks xmlns:a="http://schemas.openxmlformats.org/drawingml/2006/main" noGrp="1"/>
          </p:cNvSpPr>
          <p:nvPr/>
        </p:nvSpPr>
        <p:spPr>
          <a:xfrm xmlns:a="http://schemas.openxmlformats.org/drawingml/2006/main">
            <a:off x="1522000" y="2917507"/>
            <a:ext cx="667131"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1572C3"/>
                </a:solidFill>
                <a:latin typeface="Arial"/>
                <a:ea typeface="Arial"/>
                <a:cs typeface="Arial"/>
              </a:defRPr>
            </a:defPPr>
            <a:lvl1pPr algn="l">
              <a:defRPr sz="1200" b="1">
                <a:solidFill>
                  <a:srgbClr val="1572C3"/>
                </a:solidFill>
                <a:latin typeface="Arial"/>
                <a:ea typeface="Arial"/>
                <a:cs typeface="Arial"/>
              </a:defRPr>
            </a:lvl1pPr>
            <a:lvl2pPr algn="l">
              <a:defRPr sz="1200" b="1">
                <a:solidFill>
                  <a:srgbClr val="1572C3"/>
                </a:solidFill>
                <a:latin typeface="Arial"/>
                <a:ea typeface="Arial"/>
                <a:cs typeface="Arial"/>
              </a:defRPr>
            </a:lvl2pPr>
            <a:lvl3pPr algn="l">
              <a:defRPr sz="1200" b="1">
                <a:solidFill>
                  <a:srgbClr val="1572C3"/>
                </a:solidFill>
                <a:latin typeface="Arial"/>
                <a:ea typeface="Arial"/>
                <a:cs typeface="Arial"/>
              </a:defRPr>
            </a:lvl3pPr>
            <a:lvl4pPr algn="l">
              <a:defRPr sz="1200" b="1">
                <a:solidFill>
                  <a:srgbClr val="1572C3"/>
                </a:solidFill>
                <a:latin typeface="Arial"/>
                <a:ea typeface="Arial"/>
                <a:cs typeface="Arial"/>
              </a:defRPr>
            </a:lvl4pPr>
            <a:lvl5pPr algn="l">
              <a:defRPr sz="1200" b="1">
                <a:solidFill>
                  <a:srgbClr val="1572C3"/>
                </a:solidFill>
                <a:latin typeface="Arial"/>
                <a:ea typeface="Arial"/>
                <a:cs typeface="Arial"/>
              </a:defRPr>
            </a:lvl5pPr>
            <a:lvl6pPr algn="l">
              <a:defRPr sz="1200" b="1">
                <a:solidFill>
                  <a:srgbClr val="1572C3"/>
                </a:solidFill>
                <a:latin typeface="Arial"/>
                <a:ea typeface="Arial"/>
                <a:cs typeface="Arial"/>
              </a:defRPr>
            </a:lvl6pPr>
            <a:lvl7pPr algn="l">
              <a:defRPr sz="1200" b="1">
                <a:solidFill>
                  <a:srgbClr val="1572C3"/>
                </a:solidFill>
                <a:latin typeface="Arial"/>
                <a:ea typeface="Arial"/>
                <a:cs typeface="Arial"/>
              </a:defRPr>
            </a:lvl7pPr>
            <a:lvl8pPr algn="l">
              <a:defRPr sz="1200" b="1">
                <a:solidFill>
                  <a:srgbClr val="1572C3"/>
                </a:solidFill>
                <a:latin typeface="Arial"/>
                <a:ea typeface="Arial"/>
                <a:cs typeface="Arial"/>
              </a:defRPr>
            </a:lvl8pPr>
            <a:lvl9pPr algn="l">
              <a:defRPr sz="1200" b="1">
                <a:solidFill>
                  <a:srgbClr val="1572C3"/>
                </a:solidFill>
                <a:latin typeface="Arial"/>
                <a:ea typeface="Arial"/>
                <a:cs typeface="Arial"/>
              </a:defRPr>
            </a:lvl9pPr>
          </a:lstStyle>
          <a:p xmlns:a="http://schemas.openxmlformats.org/drawingml/2006/main">
            <a:pPr algn="l">
              <a:defRPr sz="1200" b="1">
                <a:solidFill>
                  <a:srgbClr val="1572C3"/>
                </a:solidFill>
                <a:latin typeface="Arial"/>
                <a:ea typeface="Arial"/>
                <a:cs typeface="Arial"/>
              </a:defRPr>
            </a:pPr>
            <a:r>
              <a:rPr sz="1200" b="1">
                <a:solidFill>
                  <a:srgbClr val="1572C3"/>
                </a:solidFill>
                <a:latin typeface="Arial"/>
                <a:ea typeface="Arial"/>
                <a:cs typeface="Arial"/>
              </a:rPr>
              <a:t>AHB</a:t>
            </a:r>
          </a:p>
        </p:txBody>
      </p:sp>
      <p:sp>
        <p:nvSpPr>
          <p:cNvPr id="23" name="text-970">
            <a:extLst xmlns:a="http://schemas.openxmlformats.org/drawingml/2006/main">
              <a:ext uri="{FF2B5EF4-FFF2-40B4-BE49-F238E27FC236}">
                <a16:creationId xmlns:a16="http://schemas.microsoft.com/office/drawing/2014/main" id="{69C7D4B6-1A03-4502-965F-8A05659C6AE2}"/>
              </a:ext>
            </a:extLst>
          </p:cNvPr>
          <p:cNvSpPr>
            <a:spLocks xmlns:a="http://schemas.openxmlformats.org/drawingml/2006/main" noGrp="1"/>
          </p:cNvSpPr>
          <p:nvPr/>
        </p:nvSpPr>
        <p:spPr>
          <a:xfrm xmlns:a="http://schemas.openxmlformats.org/drawingml/2006/main">
            <a:off x="6437186" y="2917507"/>
            <a:ext cx="686753"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1572C3"/>
                </a:solidFill>
                <a:latin typeface="Arial"/>
                <a:ea typeface="Arial"/>
                <a:cs typeface="Arial"/>
              </a:defRPr>
            </a:defPPr>
            <a:lvl1pPr algn="l">
              <a:defRPr sz="1200" b="1">
                <a:solidFill>
                  <a:srgbClr val="1572C3"/>
                </a:solidFill>
                <a:latin typeface="Arial"/>
                <a:ea typeface="Arial"/>
                <a:cs typeface="Arial"/>
              </a:defRPr>
            </a:lvl1pPr>
            <a:lvl2pPr algn="l">
              <a:defRPr sz="1200" b="1">
                <a:solidFill>
                  <a:srgbClr val="1572C3"/>
                </a:solidFill>
                <a:latin typeface="Arial"/>
                <a:ea typeface="Arial"/>
                <a:cs typeface="Arial"/>
              </a:defRPr>
            </a:lvl2pPr>
            <a:lvl3pPr algn="l">
              <a:defRPr sz="1200" b="1">
                <a:solidFill>
                  <a:srgbClr val="1572C3"/>
                </a:solidFill>
                <a:latin typeface="Arial"/>
                <a:ea typeface="Arial"/>
                <a:cs typeface="Arial"/>
              </a:defRPr>
            </a:lvl3pPr>
            <a:lvl4pPr algn="l">
              <a:defRPr sz="1200" b="1">
                <a:solidFill>
                  <a:srgbClr val="1572C3"/>
                </a:solidFill>
                <a:latin typeface="Arial"/>
                <a:ea typeface="Arial"/>
                <a:cs typeface="Arial"/>
              </a:defRPr>
            </a:lvl4pPr>
            <a:lvl5pPr algn="l">
              <a:defRPr sz="1200" b="1">
                <a:solidFill>
                  <a:srgbClr val="1572C3"/>
                </a:solidFill>
                <a:latin typeface="Arial"/>
                <a:ea typeface="Arial"/>
                <a:cs typeface="Arial"/>
              </a:defRPr>
            </a:lvl5pPr>
            <a:lvl6pPr algn="l">
              <a:defRPr sz="1200" b="1">
                <a:solidFill>
                  <a:srgbClr val="1572C3"/>
                </a:solidFill>
                <a:latin typeface="Arial"/>
                <a:ea typeface="Arial"/>
                <a:cs typeface="Arial"/>
              </a:defRPr>
            </a:lvl6pPr>
            <a:lvl7pPr algn="l">
              <a:defRPr sz="1200" b="1">
                <a:solidFill>
                  <a:srgbClr val="1572C3"/>
                </a:solidFill>
                <a:latin typeface="Arial"/>
                <a:ea typeface="Arial"/>
                <a:cs typeface="Arial"/>
              </a:defRPr>
            </a:lvl7pPr>
            <a:lvl8pPr algn="l">
              <a:defRPr sz="1200" b="1">
                <a:solidFill>
                  <a:srgbClr val="1572C3"/>
                </a:solidFill>
                <a:latin typeface="Arial"/>
                <a:ea typeface="Arial"/>
                <a:cs typeface="Arial"/>
              </a:defRPr>
            </a:lvl8pPr>
            <a:lvl9pPr algn="l">
              <a:defRPr sz="1200" b="1">
                <a:solidFill>
                  <a:srgbClr val="1572C3"/>
                </a:solidFill>
                <a:latin typeface="Arial"/>
                <a:ea typeface="Arial"/>
                <a:cs typeface="Arial"/>
              </a:defRPr>
            </a:lvl9pPr>
          </a:lstStyle>
          <a:p xmlns:a="http://schemas.openxmlformats.org/drawingml/2006/main">
            <a:pPr algn="l">
              <a:defRPr sz="1200" b="1">
                <a:solidFill>
                  <a:srgbClr val="1572C3"/>
                </a:solidFill>
                <a:latin typeface="Arial"/>
                <a:ea typeface="Arial"/>
                <a:cs typeface="Arial"/>
              </a:defRPr>
            </a:pPr>
            <a:r>
              <a:rPr sz="1200" b="1">
                <a:solidFill>
                  <a:srgbClr val="1572C3"/>
                </a:solidFill>
                <a:latin typeface="Arial"/>
                <a:ea typeface="Arial"/>
                <a:cs typeface="Arial"/>
              </a:rPr>
              <a:t>APB</a:t>
            </a:r>
          </a:p>
        </p:txBody>
      </p:sp>
      <p:sp>
        <p:nvSpPr>
          <p:cNvPr id="24" name="wire-971">
            <a:extLst xmlns:a="http://schemas.openxmlformats.org/drawingml/2006/main">
              <a:ext uri="{FF2B5EF4-FFF2-40B4-BE49-F238E27FC236}">
                <a16:creationId xmlns:a16="http://schemas.microsoft.com/office/drawing/2014/main" id="{2521F886-DD26-49AA-A24A-5864596093E2}"/>
              </a:ext>
            </a:extLst>
          </p:cNvPr>
          <p:cNvSpPr>
            <a:spLocks xmlns:a="http://schemas.openxmlformats.org/drawingml/2006/main" noGrp="1"/>
          </p:cNvSpPr>
          <p:nvPr/>
        </p:nvSpPr>
        <p:spPr>
          <a:xfrm xmlns:a="http://schemas.openxmlformats.org/drawingml/2006/main">
            <a:off x="1629918" y="2819019"/>
            <a:ext cx="3159062" cy="9525"/>
          </a:xfrm>
          <a:custGeom xmlns:a="http://schemas.openxmlformats.org/drawingml/2006/main">
            <a:pathLst>
              <a:path w="3159062" h="9525">
                <a:moveTo>
                  <a:pt x="0" y="0"/>
                </a:moveTo>
                <a:lnTo>
                  <a:pt x="3159062" y="0"/>
                </a:lnTo>
              </a:path>
            </a:pathLst>
          </a:custGeom>
          <a:noFill xmlns:a="http://schemas.openxmlformats.org/drawingml/2006/main"/>
          <a:ln xmlns:a="http://schemas.openxmlformats.org/drawingml/2006/main" w="22860">
            <a:solidFill>
              <a:srgbClr val="1572C3"/>
            </a:solidFill>
          </a:ln>
        </p:spPr>
      </p:sp>
      <p:sp>
        <p:nvSpPr>
          <p:cNvPr id="25" name="wire-972">
            <a:extLst xmlns:a="http://schemas.openxmlformats.org/drawingml/2006/main">
              <a:ext uri="{FF2B5EF4-FFF2-40B4-BE49-F238E27FC236}">
                <a16:creationId xmlns:a16="http://schemas.microsoft.com/office/drawing/2014/main" id="{95A76F14-F4CB-4054-B00C-D628C69AD4A7}"/>
              </a:ext>
            </a:extLst>
          </p:cNvPr>
          <p:cNvSpPr>
            <a:spLocks xmlns:a="http://schemas.openxmlformats.org/drawingml/2006/main" noGrp="1"/>
          </p:cNvSpPr>
          <p:nvPr/>
        </p:nvSpPr>
        <p:spPr>
          <a:xfrm xmlns:a="http://schemas.openxmlformats.org/drawingml/2006/main">
            <a:off x="2424589" y="2657856"/>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9525">
            <a:solidFill>
              <a:srgbClr val="1572C3"/>
            </a:solidFill>
          </a:ln>
        </p:spPr>
      </p:sp>
      <p:sp>
        <p:nvSpPr>
          <p:cNvPr id="26" name="wire-973">
            <a:extLst xmlns:a="http://schemas.openxmlformats.org/drawingml/2006/main">
              <a:ext uri="{FF2B5EF4-FFF2-40B4-BE49-F238E27FC236}">
                <a16:creationId xmlns:a16="http://schemas.microsoft.com/office/drawing/2014/main" id="{7762F8D2-0C3D-46D7-9A43-A5647F788B15}"/>
              </a:ext>
            </a:extLst>
          </p:cNvPr>
          <p:cNvSpPr>
            <a:spLocks xmlns:a="http://schemas.openxmlformats.org/drawingml/2006/main" noGrp="1"/>
          </p:cNvSpPr>
          <p:nvPr/>
        </p:nvSpPr>
        <p:spPr>
          <a:xfrm xmlns:a="http://schemas.openxmlformats.org/drawingml/2006/main">
            <a:off x="3611690" y="2657856"/>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16193">
            <a:solidFill>
              <a:srgbClr val="231F20"/>
            </a:solidFill>
          </a:ln>
        </p:spPr>
      </p:sp>
      <p:sp>
        <p:nvSpPr>
          <p:cNvPr id="27" name="wire-974">
            <a:extLst xmlns:a="http://schemas.openxmlformats.org/drawingml/2006/main">
              <a:ext uri="{FF2B5EF4-FFF2-40B4-BE49-F238E27FC236}">
                <a16:creationId xmlns:a16="http://schemas.microsoft.com/office/drawing/2014/main" id="{DB1C7195-9DDF-48D5-BFF4-054F00C97556}"/>
              </a:ext>
            </a:extLst>
          </p:cNvPr>
          <p:cNvSpPr>
            <a:spLocks xmlns:a="http://schemas.openxmlformats.org/drawingml/2006/main" noGrp="1"/>
          </p:cNvSpPr>
          <p:nvPr/>
        </p:nvSpPr>
        <p:spPr>
          <a:xfrm xmlns:a="http://schemas.openxmlformats.org/drawingml/2006/main">
            <a:off x="6250781" y="2738438"/>
            <a:ext cx="2903982" cy="9525"/>
          </a:xfrm>
          <a:custGeom xmlns:a="http://schemas.openxmlformats.org/drawingml/2006/main">
            <a:pathLst>
              <a:path w="2903982" h="9525">
                <a:moveTo>
                  <a:pt x="0" y="0"/>
                </a:moveTo>
                <a:lnTo>
                  <a:pt x="2903982" y="0"/>
                </a:lnTo>
              </a:path>
            </a:pathLst>
          </a:custGeom>
          <a:noFill xmlns:a="http://schemas.openxmlformats.org/drawingml/2006/main"/>
          <a:ln xmlns:a="http://schemas.openxmlformats.org/drawingml/2006/main" w="22860">
            <a:solidFill>
              <a:srgbClr val="1572C3"/>
            </a:solidFill>
          </a:ln>
        </p:spPr>
      </p:sp>
      <p:sp>
        <p:nvSpPr>
          <p:cNvPr id="28" name="wire-975">
            <a:extLst xmlns:a="http://schemas.openxmlformats.org/drawingml/2006/main">
              <a:ext uri="{FF2B5EF4-FFF2-40B4-BE49-F238E27FC236}">
                <a16:creationId xmlns:a16="http://schemas.microsoft.com/office/drawing/2014/main" id="{4FE85341-925D-4DBC-9601-D30488D4ADAD}"/>
              </a:ext>
            </a:extLst>
          </p:cNvPr>
          <p:cNvSpPr>
            <a:spLocks xmlns:a="http://schemas.openxmlformats.org/drawingml/2006/main" noGrp="1"/>
          </p:cNvSpPr>
          <p:nvPr/>
        </p:nvSpPr>
        <p:spPr>
          <a:xfrm xmlns:a="http://schemas.openxmlformats.org/drawingml/2006/main">
            <a:off x="9154763" y="2738438"/>
            <a:ext cx="402241" cy="9525"/>
          </a:xfrm>
          <a:custGeom xmlns:a="http://schemas.openxmlformats.org/drawingml/2006/main">
            <a:pathLst>
              <a:path w="402241" h="9525">
                <a:moveTo>
                  <a:pt x="0" y="0"/>
                </a:moveTo>
                <a:lnTo>
                  <a:pt x="402241" y="0"/>
                </a:lnTo>
              </a:path>
            </a:pathLst>
          </a:custGeom>
          <a:noFill xmlns:a="http://schemas.openxmlformats.org/drawingml/2006/main"/>
          <a:ln xmlns:a="http://schemas.openxmlformats.org/drawingml/2006/main" w="22860">
            <a:solidFill>
              <a:srgbClr val="1572C3"/>
            </a:solidFill>
          </a:ln>
        </p:spPr>
      </p:sp>
      <p:sp>
        <p:nvSpPr>
          <p:cNvPr id="29" name="wire-976">
            <a:extLst xmlns:a="http://schemas.openxmlformats.org/drawingml/2006/main">
              <a:ext uri="{FF2B5EF4-FFF2-40B4-BE49-F238E27FC236}">
                <a16:creationId xmlns:a16="http://schemas.microsoft.com/office/drawing/2014/main" id="{536B2BE0-C3D6-46BF-BE69-07E84EB1DB69}"/>
              </a:ext>
            </a:extLst>
          </p:cNvPr>
          <p:cNvSpPr>
            <a:spLocks xmlns:a="http://schemas.openxmlformats.org/drawingml/2006/main" noGrp="1"/>
          </p:cNvSpPr>
          <p:nvPr/>
        </p:nvSpPr>
        <p:spPr>
          <a:xfrm xmlns:a="http://schemas.openxmlformats.org/drawingml/2006/main">
            <a:off x="9557004" y="2738438"/>
            <a:ext cx="9525" cy="1253490"/>
          </a:xfrm>
          <a:custGeom xmlns:a="http://schemas.openxmlformats.org/drawingml/2006/main">
            <a:pathLst>
              <a:path w="9525" h="1253490">
                <a:moveTo>
                  <a:pt x="0" y="0"/>
                </a:moveTo>
                <a:lnTo>
                  <a:pt x="0" y="1253490"/>
                </a:lnTo>
              </a:path>
            </a:pathLst>
          </a:custGeom>
          <a:noFill xmlns:a="http://schemas.openxmlformats.org/drawingml/2006/main"/>
          <a:ln xmlns:a="http://schemas.openxmlformats.org/drawingml/2006/main" w="22860">
            <a:solidFill>
              <a:srgbClr val="1572C3"/>
            </a:solidFill>
          </a:ln>
        </p:spPr>
      </p:sp>
      <p:sp>
        <p:nvSpPr>
          <p:cNvPr id="30" name="wire-977">
            <a:extLst xmlns:a="http://schemas.openxmlformats.org/drawingml/2006/main">
              <a:ext uri="{FF2B5EF4-FFF2-40B4-BE49-F238E27FC236}">
                <a16:creationId xmlns:a16="http://schemas.microsoft.com/office/drawing/2014/main" id="{AD1D5F18-34BD-4D10-89C2-539C97422F7F}"/>
              </a:ext>
            </a:extLst>
          </p:cNvPr>
          <p:cNvSpPr>
            <a:spLocks xmlns:a="http://schemas.openxmlformats.org/drawingml/2006/main" noGrp="1"/>
          </p:cNvSpPr>
          <p:nvPr/>
        </p:nvSpPr>
        <p:spPr>
          <a:xfrm xmlns:a="http://schemas.openxmlformats.org/drawingml/2006/main">
            <a:off x="9557004" y="3991927"/>
            <a:ext cx="382619" cy="9525"/>
          </a:xfrm>
          <a:custGeom xmlns:a="http://schemas.openxmlformats.org/drawingml/2006/main">
            <a:pathLst>
              <a:path w="382619" h="9525">
                <a:moveTo>
                  <a:pt x="0" y="0"/>
                </a:moveTo>
                <a:lnTo>
                  <a:pt x="382619" y="0"/>
                </a:lnTo>
              </a:path>
            </a:pathLst>
          </a:custGeom>
          <a:noFill xmlns:a="http://schemas.openxmlformats.org/drawingml/2006/main"/>
          <a:ln xmlns:a="http://schemas.openxmlformats.org/drawingml/2006/main" w="22860">
            <a:solidFill>
              <a:srgbClr val="1572C3"/>
            </a:solidFill>
          </a:ln>
        </p:spPr>
      </p:sp>
      <p:sp>
        <p:nvSpPr>
          <p:cNvPr id="31" name="circuit-978">
            <a:extLst xmlns:a="http://schemas.openxmlformats.org/drawingml/2006/main">
              <a:ext uri="{FF2B5EF4-FFF2-40B4-BE49-F238E27FC236}">
                <a16:creationId xmlns:a16="http://schemas.microsoft.com/office/drawing/2014/main" id="{3B4F6517-5F03-4AB5-8B62-22EE04E70DA3}"/>
              </a:ext>
            </a:extLst>
          </p:cNvPr>
          <p:cNvSpPr>
            <a:spLocks xmlns:a="http://schemas.openxmlformats.org/drawingml/2006/main" noGrp="1"/>
          </p:cNvSpPr>
          <p:nvPr/>
        </p:nvSpPr>
        <p:spPr>
          <a:xfrm xmlns:a="http://schemas.openxmlformats.org/drawingml/2006/main">
            <a:off x="9890570" y="3973125"/>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2" name="block-979">
            <a:extLst xmlns:a="http://schemas.openxmlformats.org/drawingml/2006/main">
              <a:ext uri="{FF2B5EF4-FFF2-40B4-BE49-F238E27FC236}">
                <a16:creationId xmlns:a16="http://schemas.microsoft.com/office/drawing/2014/main" id="{E6ED02A7-E072-439E-9F01-0682E403AB4D}"/>
              </a:ext>
            </a:extLst>
          </p:cNvPr>
          <p:cNvSpPr>
            <a:spLocks xmlns:a="http://schemas.openxmlformats.org/drawingml/2006/main" noGrp="1"/>
          </p:cNvSpPr>
          <p:nvPr/>
        </p:nvSpPr>
        <p:spPr>
          <a:xfrm xmlns:a="http://schemas.openxmlformats.org/drawingml/2006/main">
            <a:off x="6427375" y="2389251"/>
            <a:ext cx="912400"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3" name="text-980">
            <a:extLst xmlns:a="http://schemas.openxmlformats.org/drawingml/2006/main">
              <a:ext uri="{FF2B5EF4-FFF2-40B4-BE49-F238E27FC236}">
                <a16:creationId xmlns:a16="http://schemas.microsoft.com/office/drawing/2014/main" id="{4644C615-123C-4CC5-8929-585A35A6AEF2}"/>
              </a:ext>
            </a:extLst>
          </p:cNvPr>
          <p:cNvSpPr>
            <a:spLocks xmlns:a="http://schemas.openxmlformats.org/drawingml/2006/main" noGrp="1"/>
          </p:cNvSpPr>
          <p:nvPr/>
        </p:nvSpPr>
        <p:spPr>
          <a:xfrm xmlns:a="http://schemas.openxmlformats.org/drawingml/2006/main">
            <a:off x="6456807" y="2398205"/>
            <a:ext cx="853535"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uart_apb</a:t>
            </a:r>
          </a:p>
        </p:txBody>
      </p:sp>
      <p:sp>
        <p:nvSpPr>
          <p:cNvPr id="34" name="block-981">
            <a:extLst xmlns:a="http://schemas.openxmlformats.org/drawingml/2006/main">
              <a:ext uri="{FF2B5EF4-FFF2-40B4-BE49-F238E27FC236}">
                <a16:creationId xmlns:a16="http://schemas.microsoft.com/office/drawing/2014/main" id="{F199E787-649C-44DD-8D94-156E3EB6BF07}"/>
              </a:ext>
            </a:extLst>
          </p:cNvPr>
          <p:cNvSpPr>
            <a:spLocks xmlns:a="http://schemas.openxmlformats.org/drawingml/2006/main" noGrp="1"/>
          </p:cNvSpPr>
          <p:nvPr/>
        </p:nvSpPr>
        <p:spPr>
          <a:xfrm xmlns:a="http://schemas.openxmlformats.org/drawingml/2006/main">
            <a:off x="7457504" y="2389251"/>
            <a:ext cx="863346"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5" name="text-982">
            <a:extLst xmlns:a="http://schemas.openxmlformats.org/drawingml/2006/main">
              <a:ext uri="{FF2B5EF4-FFF2-40B4-BE49-F238E27FC236}">
                <a16:creationId xmlns:a16="http://schemas.microsoft.com/office/drawing/2014/main" id="{C33747A9-047C-4481-AEA9-C971F7CE6BE7}"/>
              </a:ext>
            </a:extLst>
          </p:cNvPr>
          <p:cNvSpPr>
            <a:spLocks xmlns:a="http://schemas.openxmlformats.org/drawingml/2006/main" noGrp="1"/>
          </p:cNvSpPr>
          <p:nvPr/>
        </p:nvSpPr>
        <p:spPr>
          <a:xfrm xmlns:a="http://schemas.openxmlformats.org/drawingml/2006/main">
            <a:off x="7486936" y="2398205"/>
            <a:ext cx="804482"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gpio_apb</a:t>
            </a:r>
          </a:p>
        </p:txBody>
      </p:sp>
      <p:sp>
        <p:nvSpPr>
          <p:cNvPr id="36" name="block-983">
            <a:extLst xmlns:a="http://schemas.openxmlformats.org/drawingml/2006/main">
              <a:ext uri="{FF2B5EF4-FFF2-40B4-BE49-F238E27FC236}">
                <a16:creationId xmlns:a16="http://schemas.microsoft.com/office/drawing/2014/main" id="{4C05ED38-2594-480D-9F20-B854DC099DC7}"/>
              </a:ext>
            </a:extLst>
          </p:cNvPr>
          <p:cNvSpPr>
            <a:spLocks xmlns:a="http://schemas.openxmlformats.org/drawingml/2006/main" noGrp="1"/>
          </p:cNvSpPr>
          <p:nvPr/>
        </p:nvSpPr>
        <p:spPr>
          <a:xfrm xmlns:a="http://schemas.openxmlformats.org/drawingml/2006/main">
            <a:off x="8418957" y="2389251"/>
            <a:ext cx="676942"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1572C3"/>
            </a:solidFill>
          </a:ln>
        </p:spPr>
      </p:sp>
      <p:sp>
        <p:nvSpPr>
          <p:cNvPr id="37" name="text-984">
            <a:extLst xmlns:a="http://schemas.openxmlformats.org/drawingml/2006/main">
              <a:ext uri="{FF2B5EF4-FFF2-40B4-BE49-F238E27FC236}">
                <a16:creationId xmlns:a16="http://schemas.microsoft.com/office/drawing/2014/main" id="{EC9C10DC-1BED-4B87-B55F-14FDFEBEBFE2}"/>
              </a:ext>
            </a:extLst>
          </p:cNvPr>
          <p:cNvSpPr>
            <a:spLocks xmlns:a="http://schemas.openxmlformats.org/drawingml/2006/main" noGrp="1"/>
          </p:cNvSpPr>
          <p:nvPr/>
        </p:nvSpPr>
        <p:spPr>
          <a:xfrm xmlns:a="http://schemas.openxmlformats.org/drawingml/2006/main">
            <a:off x="8448389" y="2398205"/>
            <a:ext cx="618077"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Arial"/>
                <a:ea typeface="Arial"/>
                <a:cs typeface="Arial"/>
              </a:defRPr>
            </a:defPPr>
            <a:lvl1pPr algn="ctr">
              <a:defRPr sz="1050" b="1">
                <a:solidFill>
                  <a:srgbClr val="1572C3"/>
                </a:solidFill>
                <a:latin typeface="Arial"/>
                <a:ea typeface="Arial"/>
                <a:cs typeface="Arial"/>
              </a:defRPr>
            </a:lvl1pPr>
            <a:lvl2pPr algn="ctr">
              <a:defRPr sz="1050" b="1">
                <a:solidFill>
                  <a:srgbClr val="1572C3"/>
                </a:solidFill>
                <a:latin typeface="Arial"/>
                <a:ea typeface="Arial"/>
                <a:cs typeface="Arial"/>
              </a:defRPr>
            </a:lvl2pPr>
            <a:lvl3pPr algn="ctr">
              <a:defRPr sz="1050" b="1">
                <a:solidFill>
                  <a:srgbClr val="1572C3"/>
                </a:solidFill>
                <a:latin typeface="Arial"/>
                <a:ea typeface="Arial"/>
                <a:cs typeface="Arial"/>
              </a:defRPr>
            </a:lvl3pPr>
            <a:lvl4pPr algn="ctr">
              <a:defRPr sz="1050" b="1">
                <a:solidFill>
                  <a:srgbClr val="1572C3"/>
                </a:solidFill>
                <a:latin typeface="Arial"/>
                <a:ea typeface="Arial"/>
                <a:cs typeface="Arial"/>
              </a:defRPr>
            </a:lvl4pPr>
            <a:lvl5pPr algn="ctr">
              <a:defRPr sz="1050" b="1">
                <a:solidFill>
                  <a:srgbClr val="1572C3"/>
                </a:solidFill>
                <a:latin typeface="Arial"/>
                <a:ea typeface="Arial"/>
                <a:cs typeface="Arial"/>
              </a:defRPr>
            </a:lvl5pPr>
            <a:lvl6pPr algn="ctr">
              <a:defRPr sz="1050" b="1">
                <a:solidFill>
                  <a:srgbClr val="1572C3"/>
                </a:solidFill>
                <a:latin typeface="Arial"/>
                <a:ea typeface="Arial"/>
                <a:cs typeface="Arial"/>
              </a:defRPr>
            </a:lvl6pPr>
            <a:lvl7pPr algn="ctr">
              <a:defRPr sz="1050" b="1">
                <a:solidFill>
                  <a:srgbClr val="1572C3"/>
                </a:solidFill>
                <a:latin typeface="Arial"/>
                <a:ea typeface="Arial"/>
                <a:cs typeface="Arial"/>
              </a:defRPr>
            </a:lvl7pPr>
            <a:lvl8pPr algn="ctr">
              <a:defRPr sz="1050" b="1">
                <a:solidFill>
                  <a:srgbClr val="1572C3"/>
                </a:solidFill>
                <a:latin typeface="Arial"/>
                <a:ea typeface="Arial"/>
                <a:cs typeface="Arial"/>
              </a:defRPr>
            </a:lvl8pPr>
            <a:lvl9pPr algn="ctr">
              <a:defRPr sz="1050" b="1">
                <a:solidFill>
                  <a:srgbClr val="1572C3"/>
                </a:solidFill>
                <a:latin typeface="Arial"/>
                <a:ea typeface="Arial"/>
                <a:cs typeface="Arial"/>
              </a:defRPr>
            </a:lvl9pPr>
          </a:lstStyle>
          <a:p xmlns:a="http://schemas.openxmlformats.org/drawingml/2006/main">
            <a:pPr algn="ctr">
              <a:defRPr sz="1050" b="1">
                <a:solidFill>
                  <a:srgbClr val="1572C3"/>
                </a:solidFill>
                <a:latin typeface="Arial"/>
                <a:ea typeface="Arial"/>
                <a:cs typeface="Arial"/>
              </a:defRPr>
            </a:pPr>
            <a:r>
              <a:rPr sz="1050" b="1">
                <a:solidFill>
                  <a:srgbClr val="1572C3"/>
                </a:solidFill>
                <a:latin typeface="Arial"/>
                <a:ea typeface="Arial"/>
                <a:cs typeface="Arial"/>
              </a:rPr>
              <a:t>spi_apb</a:t>
            </a:r>
          </a:p>
        </p:txBody>
      </p:sp>
      <p:sp>
        <p:nvSpPr>
          <p:cNvPr id="38" name="wire-985">
            <a:extLst xmlns:a="http://schemas.openxmlformats.org/drawingml/2006/main">
              <a:ext uri="{FF2B5EF4-FFF2-40B4-BE49-F238E27FC236}">
                <a16:creationId xmlns:a16="http://schemas.microsoft.com/office/drawing/2014/main" id="{6A8758E1-E3FA-456E-AB51-CD75688FF7AE}"/>
              </a:ext>
            </a:extLst>
          </p:cNvPr>
          <p:cNvSpPr>
            <a:spLocks xmlns:a="http://schemas.openxmlformats.org/drawingml/2006/main" noGrp="1"/>
          </p:cNvSpPr>
          <p:nvPr/>
        </p:nvSpPr>
        <p:spPr>
          <a:xfrm xmlns:a="http://schemas.openxmlformats.org/drawingml/2006/main">
            <a:off x="6868859" y="2648903"/>
            <a:ext cx="9525" cy="89535"/>
          </a:xfrm>
          <a:custGeom xmlns:a="http://schemas.openxmlformats.org/drawingml/2006/main">
            <a:pathLst>
              <a:path w="9525" h="89535">
                <a:moveTo>
                  <a:pt x="0" y="0"/>
                </a:moveTo>
                <a:lnTo>
                  <a:pt x="0" y="89535"/>
                </a:lnTo>
              </a:path>
            </a:pathLst>
          </a:custGeom>
          <a:noFill xmlns:a="http://schemas.openxmlformats.org/drawingml/2006/main"/>
          <a:ln xmlns:a="http://schemas.openxmlformats.org/drawingml/2006/main" w="13335">
            <a:solidFill>
              <a:srgbClr val="231F20"/>
            </a:solidFill>
          </a:ln>
        </p:spPr>
      </p:sp>
      <p:sp>
        <p:nvSpPr>
          <p:cNvPr id="39" name="wire-986">
            <a:extLst xmlns:a="http://schemas.openxmlformats.org/drawingml/2006/main">
              <a:ext uri="{FF2B5EF4-FFF2-40B4-BE49-F238E27FC236}">
                <a16:creationId xmlns:a16="http://schemas.microsoft.com/office/drawing/2014/main" id="{95D65A58-79D3-4E80-A11B-3031FB9FBF04}"/>
              </a:ext>
            </a:extLst>
          </p:cNvPr>
          <p:cNvSpPr>
            <a:spLocks xmlns:a="http://schemas.openxmlformats.org/drawingml/2006/main" noGrp="1"/>
          </p:cNvSpPr>
          <p:nvPr/>
        </p:nvSpPr>
        <p:spPr>
          <a:xfrm xmlns:a="http://schemas.openxmlformats.org/drawingml/2006/main">
            <a:off x="7879366" y="2648903"/>
            <a:ext cx="9525" cy="89535"/>
          </a:xfrm>
          <a:custGeom xmlns:a="http://schemas.openxmlformats.org/drawingml/2006/main">
            <a:pathLst>
              <a:path w="9525" h="89535">
                <a:moveTo>
                  <a:pt x="0" y="0"/>
                </a:moveTo>
                <a:lnTo>
                  <a:pt x="0" y="89535"/>
                </a:lnTo>
              </a:path>
            </a:pathLst>
          </a:custGeom>
          <a:noFill xmlns:a="http://schemas.openxmlformats.org/drawingml/2006/main"/>
          <a:ln xmlns:a="http://schemas.openxmlformats.org/drawingml/2006/main" w="13335">
            <a:solidFill>
              <a:srgbClr val="231F20"/>
            </a:solidFill>
          </a:ln>
        </p:spPr>
      </p:sp>
      <p:sp>
        <p:nvSpPr>
          <p:cNvPr id="40" name="wire-987">
            <a:extLst xmlns:a="http://schemas.openxmlformats.org/drawingml/2006/main">
              <a:ext uri="{FF2B5EF4-FFF2-40B4-BE49-F238E27FC236}">
                <a16:creationId xmlns:a16="http://schemas.microsoft.com/office/drawing/2014/main" id="{39137C9A-F919-469D-9431-06282791F901}"/>
              </a:ext>
            </a:extLst>
          </p:cNvPr>
          <p:cNvSpPr>
            <a:spLocks xmlns:a="http://schemas.openxmlformats.org/drawingml/2006/main" noGrp="1"/>
          </p:cNvSpPr>
          <p:nvPr/>
        </p:nvSpPr>
        <p:spPr>
          <a:xfrm xmlns:a="http://schemas.openxmlformats.org/drawingml/2006/main">
            <a:off x="8752523" y="2648903"/>
            <a:ext cx="9525" cy="89535"/>
          </a:xfrm>
          <a:custGeom xmlns:a="http://schemas.openxmlformats.org/drawingml/2006/main">
            <a:pathLst>
              <a:path w="9525" h="89535">
                <a:moveTo>
                  <a:pt x="0" y="0"/>
                </a:moveTo>
                <a:lnTo>
                  <a:pt x="0" y="89535"/>
                </a:lnTo>
              </a:path>
            </a:pathLst>
          </a:custGeom>
          <a:noFill xmlns:a="http://schemas.openxmlformats.org/drawingml/2006/main"/>
          <a:ln xmlns:a="http://schemas.openxmlformats.org/drawingml/2006/main" w="13335">
            <a:solidFill>
              <a:srgbClr val="231F20"/>
            </a:solidFill>
          </a:ln>
        </p:spPr>
      </p:sp>
      <p:sp>
        <p:nvSpPr>
          <p:cNvPr id="41" name="wire-988">
            <a:extLst xmlns:a="http://schemas.openxmlformats.org/drawingml/2006/main">
              <a:ext uri="{FF2B5EF4-FFF2-40B4-BE49-F238E27FC236}">
                <a16:creationId xmlns:a16="http://schemas.microsoft.com/office/drawing/2014/main" id="{27D47DE3-9DFE-4483-89AC-E28BE37AC163}"/>
              </a:ext>
            </a:extLst>
          </p:cNvPr>
          <p:cNvSpPr>
            <a:spLocks xmlns:a="http://schemas.openxmlformats.org/drawingml/2006/main" noGrp="1"/>
          </p:cNvSpPr>
          <p:nvPr/>
        </p:nvSpPr>
        <p:spPr>
          <a:xfrm xmlns:a="http://schemas.openxmlformats.org/drawingml/2006/main">
            <a:off x="8899684" y="2237042"/>
            <a:ext cx="9525" cy="152209"/>
          </a:xfrm>
          <a:custGeom xmlns:a="http://schemas.openxmlformats.org/drawingml/2006/main">
            <a:pathLst>
              <a:path w="9525" h="152209">
                <a:moveTo>
                  <a:pt x="0" y="152209"/>
                </a:moveTo>
                <a:lnTo>
                  <a:pt x="0" y="0"/>
                </a:lnTo>
              </a:path>
            </a:pathLst>
          </a:custGeom>
          <a:noFill xmlns:a="http://schemas.openxmlformats.org/drawingml/2006/main"/>
          <a:ln xmlns:a="http://schemas.openxmlformats.org/drawingml/2006/main" w="16193">
            <a:solidFill>
              <a:srgbClr val="1572C3"/>
            </a:solidFill>
          </a:ln>
        </p:spPr>
      </p:sp>
      <p:sp>
        <p:nvSpPr>
          <p:cNvPr id="42" name="wire-989">
            <a:extLst xmlns:a="http://schemas.openxmlformats.org/drawingml/2006/main">
              <a:ext uri="{FF2B5EF4-FFF2-40B4-BE49-F238E27FC236}">
                <a16:creationId xmlns:a16="http://schemas.microsoft.com/office/drawing/2014/main" id="{3F2E2E88-91BB-461B-8F44-A8FBAC7BA215}"/>
              </a:ext>
            </a:extLst>
          </p:cNvPr>
          <p:cNvSpPr>
            <a:spLocks xmlns:a="http://schemas.openxmlformats.org/drawingml/2006/main" noGrp="1"/>
          </p:cNvSpPr>
          <p:nvPr/>
        </p:nvSpPr>
        <p:spPr>
          <a:xfrm xmlns:a="http://schemas.openxmlformats.org/drawingml/2006/main">
            <a:off x="8899684" y="2237042"/>
            <a:ext cx="569024" cy="9525"/>
          </a:xfrm>
          <a:custGeom xmlns:a="http://schemas.openxmlformats.org/drawingml/2006/main">
            <a:pathLst>
              <a:path w="569024" h="9525">
                <a:moveTo>
                  <a:pt x="0" y="0"/>
                </a:moveTo>
                <a:lnTo>
                  <a:pt x="569024" y="0"/>
                </a:lnTo>
              </a:path>
            </a:pathLst>
          </a:custGeom>
          <a:noFill xmlns:a="http://schemas.openxmlformats.org/drawingml/2006/main"/>
          <a:ln xmlns:a="http://schemas.openxmlformats.org/drawingml/2006/main" w="16193">
            <a:solidFill>
              <a:srgbClr val="1572C3"/>
            </a:solidFill>
          </a:ln>
        </p:spPr>
      </p:sp>
      <p:sp>
        <p:nvSpPr>
          <p:cNvPr id="43" name="wire-990">
            <a:extLst xmlns:a="http://schemas.openxmlformats.org/drawingml/2006/main">
              <a:ext uri="{FF2B5EF4-FFF2-40B4-BE49-F238E27FC236}">
                <a16:creationId xmlns:a16="http://schemas.microsoft.com/office/drawing/2014/main" id="{26F05B79-4414-4EB9-9A09-6895EB7F21E3}"/>
              </a:ext>
            </a:extLst>
          </p:cNvPr>
          <p:cNvSpPr>
            <a:spLocks xmlns:a="http://schemas.openxmlformats.org/drawingml/2006/main" noGrp="1"/>
          </p:cNvSpPr>
          <p:nvPr/>
        </p:nvSpPr>
        <p:spPr>
          <a:xfrm xmlns:a="http://schemas.openxmlformats.org/drawingml/2006/main">
            <a:off x="9468707" y="1887855"/>
            <a:ext cx="9525" cy="349187"/>
          </a:xfrm>
          <a:custGeom xmlns:a="http://schemas.openxmlformats.org/drawingml/2006/main">
            <a:pathLst>
              <a:path w="9525" h="349187">
                <a:moveTo>
                  <a:pt x="0" y="349187"/>
                </a:moveTo>
                <a:lnTo>
                  <a:pt x="0" y="0"/>
                </a:lnTo>
              </a:path>
            </a:pathLst>
          </a:custGeom>
          <a:noFill xmlns:a="http://schemas.openxmlformats.org/drawingml/2006/main"/>
          <a:ln xmlns:a="http://schemas.openxmlformats.org/drawingml/2006/main" w="16193">
            <a:solidFill>
              <a:srgbClr val="1572C3"/>
            </a:solidFill>
          </a:ln>
        </p:spPr>
      </p:sp>
      <p:sp>
        <p:nvSpPr>
          <p:cNvPr id="44" name="wire-991">
            <a:extLst xmlns:a="http://schemas.openxmlformats.org/drawingml/2006/main">
              <a:ext uri="{FF2B5EF4-FFF2-40B4-BE49-F238E27FC236}">
                <a16:creationId xmlns:a16="http://schemas.microsoft.com/office/drawing/2014/main" id="{EBE1BC9C-0700-4034-BDB0-17732BFB6894}"/>
              </a:ext>
            </a:extLst>
          </p:cNvPr>
          <p:cNvSpPr>
            <a:spLocks xmlns:a="http://schemas.openxmlformats.org/drawingml/2006/main" noGrp="1"/>
          </p:cNvSpPr>
          <p:nvPr/>
        </p:nvSpPr>
        <p:spPr>
          <a:xfrm xmlns:a="http://schemas.openxmlformats.org/drawingml/2006/main">
            <a:off x="9468707" y="1887855"/>
            <a:ext cx="1324451" cy="9525"/>
          </a:xfrm>
          <a:custGeom xmlns:a="http://schemas.openxmlformats.org/drawingml/2006/main">
            <a:pathLst>
              <a:path w="1324451" h="9525">
                <a:moveTo>
                  <a:pt x="0" y="0"/>
                </a:moveTo>
                <a:lnTo>
                  <a:pt x="1324451" y="0"/>
                </a:lnTo>
              </a:path>
            </a:pathLst>
          </a:custGeom>
          <a:noFill xmlns:a="http://schemas.openxmlformats.org/drawingml/2006/main"/>
          <a:ln xmlns:a="http://schemas.openxmlformats.org/drawingml/2006/main" w="16193">
            <a:solidFill>
              <a:srgbClr val="1572C3"/>
            </a:solidFill>
          </a:ln>
        </p:spPr>
      </p:sp>
      <p:sp>
        <p:nvSpPr>
          <p:cNvPr id="45" name="wire-992">
            <a:extLst xmlns:a="http://schemas.openxmlformats.org/drawingml/2006/main">
              <a:ext uri="{FF2B5EF4-FFF2-40B4-BE49-F238E27FC236}">
                <a16:creationId xmlns:a16="http://schemas.microsoft.com/office/drawing/2014/main" id="{52761905-6B9D-405D-A440-DCBFB610E4CC}"/>
              </a:ext>
            </a:extLst>
          </p:cNvPr>
          <p:cNvSpPr>
            <a:spLocks xmlns:a="http://schemas.openxmlformats.org/drawingml/2006/main" noGrp="1"/>
          </p:cNvSpPr>
          <p:nvPr/>
        </p:nvSpPr>
        <p:spPr>
          <a:xfrm xmlns:a="http://schemas.openxmlformats.org/drawingml/2006/main">
            <a:off x="10793159" y="1493901"/>
            <a:ext cx="9525" cy="393954"/>
          </a:xfrm>
          <a:custGeom xmlns:a="http://schemas.openxmlformats.org/drawingml/2006/main">
            <a:pathLst>
              <a:path w="9525" h="393954">
                <a:moveTo>
                  <a:pt x="0" y="393954"/>
                </a:moveTo>
                <a:lnTo>
                  <a:pt x="0" y="0"/>
                </a:lnTo>
              </a:path>
            </a:pathLst>
          </a:custGeom>
          <a:noFill xmlns:a="http://schemas.openxmlformats.org/drawingml/2006/main"/>
          <a:ln xmlns:a="http://schemas.openxmlformats.org/drawingml/2006/main" w="16193">
            <a:solidFill>
              <a:srgbClr val="1572C3"/>
            </a:solidFill>
          </a:ln>
        </p:spPr>
      </p:sp>
      <p:sp>
        <p:nvSpPr>
          <p:cNvPr id="46" name="circuit-993">
            <a:extLst xmlns:a="http://schemas.openxmlformats.org/drawingml/2006/main">
              <a:ext uri="{FF2B5EF4-FFF2-40B4-BE49-F238E27FC236}">
                <a16:creationId xmlns:a16="http://schemas.microsoft.com/office/drawing/2014/main" id="{AE8255B4-2BCD-4863-8AF8-44F6B9D8CE53}"/>
              </a:ext>
            </a:extLst>
          </p:cNvPr>
          <p:cNvSpPr>
            <a:spLocks xmlns:a="http://schemas.openxmlformats.org/drawingml/2006/main" noGrp="1"/>
          </p:cNvSpPr>
          <p:nvPr/>
        </p:nvSpPr>
        <p:spPr>
          <a:xfrm xmlns:a="http://schemas.openxmlformats.org/drawingml/2006/main">
            <a:off x="10772556" y="1493901"/>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47" name="wire-994">
            <a:extLst xmlns:a="http://schemas.openxmlformats.org/drawingml/2006/main">
              <a:ext uri="{FF2B5EF4-FFF2-40B4-BE49-F238E27FC236}">
                <a16:creationId xmlns:a16="http://schemas.microsoft.com/office/drawing/2014/main" id="{8265C5E2-7664-45A4-A5F8-1676C4B6D9D6}"/>
              </a:ext>
            </a:extLst>
          </p:cNvPr>
          <p:cNvSpPr>
            <a:spLocks xmlns:a="http://schemas.openxmlformats.org/drawingml/2006/main" noGrp="1"/>
          </p:cNvSpPr>
          <p:nvPr/>
        </p:nvSpPr>
        <p:spPr>
          <a:xfrm xmlns:a="http://schemas.openxmlformats.org/drawingml/2006/main">
            <a:off x="8899684" y="2237042"/>
            <a:ext cx="9525" cy="152209"/>
          </a:xfrm>
          <a:custGeom xmlns:a="http://schemas.openxmlformats.org/drawingml/2006/main">
            <a:pathLst>
              <a:path w="9525" h="152209">
                <a:moveTo>
                  <a:pt x="0" y="0"/>
                </a:moveTo>
                <a:lnTo>
                  <a:pt x="0" y="152209"/>
                </a:lnTo>
              </a:path>
            </a:pathLst>
          </a:custGeom>
          <a:noFill xmlns:a="http://schemas.openxmlformats.org/drawingml/2006/main"/>
          <a:ln xmlns:a="http://schemas.openxmlformats.org/drawingml/2006/main" w="16193">
            <a:solidFill>
              <a:srgbClr val="1572C3"/>
            </a:solidFill>
          </a:ln>
        </p:spPr>
      </p:sp>
      <p:sp>
        <p:nvSpPr>
          <p:cNvPr id="48" name="circuit-995">
            <a:extLst xmlns:a="http://schemas.openxmlformats.org/drawingml/2006/main">
              <a:ext uri="{FF2B5EF4-FFF2-40B4-BE49-F238E27FC236}">
                <a16:creationId xmlns:a16="http://schemas.microsoft.com/office/drawing/2014/main" id="{DCC61B53-537E-4BC8-911C-EAD26350813A}"/>
              </a:ext>
            </a:extLst>
          </p:cNvPr>
          <p:cNvSpPr>
            <a:spLocks xmlns:a="http://schemas.openxmlformats.org/drawingml/2006/main" noGrp="1"/>
          </p:cNvSpPr>
          <p:nvPr/>
        </p:nvSpPr>
        <p:spPr>
          <a:xfrm xmlns:a="http://schemas.openxmlformats.org/drawingml/2006/main">
            <a:off x="8879081" y="2344484"/>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49" name="text-996">
            <a:extLst xmlns:a="http://schemas.openxmlformats.org/drawingml/2006/main">
              <a:ext uri="{FF2B5EF4-FFF2-40B4-BE49-F238E27FC236}">
                <a16:creationId xmlns:a16="http://schemas.microsoft.com/office/drawing/2014/main" id="{50F48C1C-5867-4146-AE66-3281F567E0C3}"/>
              </a:ext>
            </a:extLst>
          </p:cNvPr>
          <p:cNvSpPr>
            <a:spLocks xmlns:a="http://schemas.openxmlformats.org/drawingml/2006/main" noGrp="1"/>
          </p:cNvSpPr>
          <p:nvPr/>
        </p:nvSpPr>
        <p:spPr>
          <a:xfrm xmlns:a="http://schemas.openxmlformats.org/drawingml/2006/main">
            <a:off x="9076277" y="1896808"/>
            <a:ext cx="37280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SPI</a:t>
            </a:r>
          </a:p>
        </p:txBody>
      </p:sp>
      <p:sp>
        <p:nvSpPr>
          <p:cNvPr id="50" name="text-997">
            <a:extLst xmlns:a="http://schemas.openxmlformats.org/drawingml/2006/main">
              <a:ext uri="{FF2B5EF4-FFF2-40B4-BE49-F238E27FC236}">
                <a16:creationId xmlns:a16="http://schemas.microsoft.com/office/drawing/2014/main" id="{CA7EA687-27D2-4A15-A39B-72E92B94601F}"/>
              </a:ext>
            </a:extLst>
          </p:cNvPr>
          <p:cNvSpPr>
            <a:spLocks xmlns:a="http://schemas.openxmlformats.org/drawingml/2006/main" noGrp="1"/>
          </p:cNvSpPr>
          <p:nvPr/>
        </p:nvSpPr>
        <p:spPr>
          <a:xfrm xmlns:a="http://schemas.openxmlformats.org/drawingml/2006/main">
            <a:off x="7114127" y="2962275"/>
            <a:ext cx="195233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Yu Gothic"/>
                <a:ea typeface="Yu Gothic"/>
                <a:cs typeface="Yu Gothic"/>
              </a:defRPr>
            </a:defPPr>
            <a:lvl1pPr algn="l">
              <a:defRPr sz="975" b="0">
                <a:solidFill>
                  <a:srgbClr val="231F20"/>
                </a:solidFill>
                <a:latin typeface="Yu Gothic"/>
                <a:ea typeface="Yu Gothic"/>
                <a:cs typeface="Yu Gothic"/>
              </a:defRPr>
            </a:lvl1pPr>
            <a:lvl2pPr algn="l">
              <a:defRPr sz="975" b="0">
                <a:solidFill>
                  <a:srgbClr val="231F20"/>
                </a:solidFill>
                <a:latin typeface="Yu Gothic"/>
                <a:ea typeface="Yu Gothic"/>
                <a:cs typeface="Yu Gothic"/>
              </a:defRPr>
            </a:lvl2pPr>
            <a:lvl3pPr algn="l">
              <a:defRPr sz="975" b="0">
                <a:solidFill>
                  <a:srgbClr val="231F20"/>
                </a:solidFill>
                <a:latin typeface="Yu Gothic"/>
                <a:ea typeface="Yu Gothic"/>
                <a:cs typeface="Yu Gothic"/>
              </a:defRPr>
            </a:lvl3pPr>
            <a:lvl4pPr algn="l">
              <a:defRPr sz="975" b="0">
                <a:solidFill>
                  <a:srgbClr val="231F20"/>
                </a:solidFill>
                <a:latin typeface="Yu Gothic"/>
                <a:ea typeface="Yu Gothic"/>
                <a:cs typeface="Yu Gothic"/>
              </a:defRPr>
            </a:lvl4pPr>
            <a:lvl5pPr algn="l">
              <a:defRPr sz="975" b="0">
                <a:solidFill>
                  <a:srgbClr val="231F20"/>
                </a:solidFill>
                <a:latin typeface="Yu Gothic"/>
                <a:ea typeface="Yu Gothic"/>
                <a:cs typeface="Yu Gothic"/>
              </a:defRPr>
            </a:lvl5pPr>
            <a:lvl6pPr algn="l">
              <a:defRPr sz="975" b="0">
                <a:solidFill>
                  <a:srgbClr val="231F20"/>
                </a:solidFill>
                <a:latin typeface="Yu Gothic"/>
                <a:ea typeface="Yu Gothic"/>
                <a:cs typeface="Yu Gothic"/>
              </a:defRPr>
            </a:lvl6pPr>
            <a:lvl7pPr algn="l">
              <a:defRPr sz="975" b="0">
                <a:solidFill>
                  <a:srgbClr val="231F20"/>
                </a:solidFill>
                <a:latin typeface="Yu Gothic"/>
                <a:ea typeface="Yu Gothic"/>
                <a:cs typeface="Yu Gothic"/>
              </a:defRPr>
            </a:lvl7pPr>
            <a:lvl8pPr algn="l">
              <a:defRPr sz="975" b="0">
                <a:solidFill>
                  <a:srgbClr val="231F20"/>
                </a:solidFill>
                <a:latin typeface="Yu Gothic"/>
                <a:ea typeface="Yu Gothic"/>
                <a:cs typeface="Yu Gothic"/>
              </a:defRPr>
            </a:lvl8pPr>
            <a:lvl9pPr algn="l">
              <a:defRPr sz="975" b="0">
                <a:solidFill>
                  <a:srgbClr val="231F20"/>
                </a:solidFill>
                <a:latin typeface="Yu Gothic"/>
                <a:ea typeface="Yu Gothic"/>
                <a:cs typeface="Yu Gothic"/>
              </a:defRPr>
            </a:lvl9pPr>
          </a:lstStyle>
          <a:p xmlns:a="http://schemas.openxmlformats.org/drawingml/2006/main">
            <a:pPr algn="l">
              <a:defRPr sz="975" b="0">
                <a:solidFill>
                  <a:srgbClr val="231F20"/>
                </a:solidFill>
                <a:latin typeface="Yu Gothic"/>
                <a:ea typeface="Yu Gothic"/>
                <a:cs typeface="Yu Gothic"/>
              </a:defRPr>
            </a:pPr>
            <a:r>
              <a:rPr sz="975" b="0">
                <a:solidFill>
                  <a:srgbClr val="231F20"/>
                </a:solidFill>
                <a:latin typeface="Yu Gothic"/>
                <a:ea typeface="Yu Gothic"/>
                <a:cs typeface="Yu Gothic"/>
              </a:rPr>
              <a:t>CLINT / PLIC 等</a:t>
            </a:r>
          </a:p>
        </p:txBody>
      </p:sp>
      <p:sp>
        <p:nvSpPr>
          <p:cNvPr id="51" name="wire-998">
            <a:extLst xmlns:a="http://schemas.openxmlformats.org/drawingml/2006/main">
              <a:ext uri="{FF2B5EF4-FFF2-40B4-BE49-F238E27FC236}">
                <a16:creationId xmlns:a16="http://schemas.microsoft.com/office/drawing/2014/main" id="{887987AD-773B-49F3-BEB7-BBC17D627328}"/>
              </a:ext>
            </a:extLst>
          </p:cNvPr>
          <p:cNvSpPr>
            <a:spLocks xmlns:a="http://schemas.openxmlformats.org/drawingml/2006/main" noGrp="1"/>
          </p:cNvSpPr>
          <p:nvPr/>
        </p:nvSpPr>
        <p:spPr>
          <a:xfrm xmlns:a="http://schemas.openxmlformats.org/drawingml/2006/main">
            <a:off x="4131659" y="2819019"/>
            <a:ext cx="343376" cy="9525"/>
          </a:xfrm>
          <a:custGeom xmlns:a="http://schemas.openxmlformats.org/drawingml/2006/main">
            <a:pathLst>
              <a:path w="343376" h="9525">
                <a:moveTo>
                  <a:pt x="0" y="0"/>
                </a:moveTo>
                <a:lnTo>
                  <a:pt x="343376" y="0"/>
                </a:lnTo>
              </a:path>
            </a:pathLst>
          </a:custGeom>
          <a:noFill xmlns:a="http://schemas.openxmlformats.org/drawingml/2006/main"/>
          <a:ln xmlns:a="http://schemas.openxmlformats.org/drawingml/2006/main" w="20955">
            <a:solidFill>
              <a:srgbClr val="1572C3"/>
            </a:solidFill>
          </a:ln>
        </p:spPr>
      </p:sp>
      <p:sp>
        <p:nvSpPr>
          <p:cNvPr id="52" name="wire-999">
            <a:extLst xmlns:a="http://schemas.openxmlformats.org/drawingml/2006/main">
              <a:ext uri="{FF2B5EF4-FFF2-40B4-BE49-F238E27FC236}">
                <a16:creationId xmlns:a16="http://schemas.microsoft.com/office/drawing/2014/main" id="{F59E17FB-4C48-4E24-819A-0AB1CB266084}"/>
              </a:ext>
            </a:extLst>
          </p:cNvPr>
          <p:cNvSpPr>
            <a:spLocks xmlns:a="http://schemas.openxmlformats.org/drawingml/2006/main" noGrp="1"/>
          </p:cNvSpPr>
          <p:nvPr/>
        </p:nvSpPr>
        <p:spPr>
          <a:xfrm xmlns:a="http://schemas.openxmlformats.org/drawingml/2006/main">
            <a:off x="4475036" y="2120646"/>
            <a:ext cx="9525" cy="698373"/>
          </a:xfrm>
          <a:custGeom xmlns:a="http://schemas.openxmlformats.org/drawingml/2006/main">
            <a:pathLst>
              <a:path w="9525" h="698373">
                <a:moveTo>
                  <a:pt x="0" y="698373"/>
                </a:moveTo>
                <a:lnTo>
                  <a:pt x="0" y="0"/>
                </a:lnTo>
              </a:path>
            </a:pathLst>
          </a:custGeom>
          <a:noFill xmlns:a="http://schemas.openxmlformats.org/drawingml/2006/main"/>
          <a:ln xmlns:a="http://schemas.openxmlformats.org/drawingml/2006/main" w="20955">
            <a:solidFill>
              <a:srgbClr val="1572C3"/>
            </a:solidFill>
          </a:ln>
        </p:spPr>
      </p:sp>
      <p:sp>
        <p:nvSpPr>
          <p:cNvPr id="53" name="wire-1000">
            <a:extLst xmlns:a="http://schemas.openxmlformats.org/drawingml/2006/main">
              <a:ext uri="{FF2B5EF4-FFF2-40B4-BE49-F238E27FC236}">
                <a16:creationId xmlns:a16="http://schemas.microsoft.com/office/drawing/2014/main" id="{95AA935A-BA88-4C1A-93FA-59452E136A38}"/>
              </a:ext>
            </a:extLst>
          </p:cNvPr>
          <p:cNvSpPr>
            <a:spLocks xmlns:a="http://schemas.openxmlformats.org/drawingml/2006/main" noGrp="1"/>
          </p:cNvSpPr>
          <p:nvPr/>
        </p:nvSpPr>
        <p:spPr>
          <a:xfrm xmlns:a="http://schemas.openxmlformats.org/drawingml/2006/main">
            <a:off x="4475036" y="2120646"/>
            <a:ext cx="5023104" cy="9525"/>
          </a:xfrm>
          <a:custGeom xmlns:a="http://schemas.openxmlformats.org/drawingml/2006/main">
            <a:pathLst>
              <a:path w="5023104" h="9525">
                <a:moveTo>
                  <a:pt x="0" y="0"/>
                </a:moveTo>
                <a:lnTo>
                  <a:pt x="5023104" y="0"/>
                </a:lnTo>
              </a:path>
            </a:pathLst>
          </a:custGeom>
          <a:noFill xmlns:a="http://schemas.openxmlformats.org/drawingml/2006/main"/>
          <a:ln xmlns:a="http://schemas.openxmlformats.org/drawingml/2006/main" w="20955">
            <a:solidFill>
              <a:srgbClr val="1572C3"/>
            </a:solidFill>
          </a:ln>
        </p:spPr>
      </p:sp>
      <p:sp>
        <p:nvSpPr>
          <p:cNvPr id="54" name="wire-1001">
            <a:extLst xmlns:a="http://schemas.openxmlformats.org/drawingml/2006/main">
              <a:ext uri="{FF2B5EF4-FFF2-40B4-BE49-F238E27FC236}">
                <a16:creationId xmlns:a16="http://schemas.microsoft.com/office/drawing/2014/main" id="{DFE6CEDD-E6CE-448E-BB2C-5FC05DEFC8B9}"/>
              </a:ext>
            </a:extLst>
          </p:cNvPr>
          <p:cNvSpPr>
            <a:spLocks xmlns:a="http://schemas.openxmlformats.org/drawingml/2006/main" noGrp="1"/>
          </p:cNvSpPr>
          <p:nvPr/>
        </p:nvSpPr>
        <p:spPr>
          <a:xfrm xmlns:a="http://schemas.openxmlformats.org/drawingml/2006/main">
            <a:off x="9498140" y="2120646"/>
            <a:ext cx="156972" cy="9525"/>
          </a:xfrm>
          <a:custGeom xmlns:a="http://schemas.openxmlformats.org/drawingml/2006/main">
            <a:pathLst>
              <a:path w="156972" h="9525">
                <a:moveTo>
                  <a:pt x="0" y="0"/>
                </a:moveTo>
                <a:lnTo>
                  <a:pt x="156972" y="0"/>
                </a:lnTo>
              </a:path>
            </a:pathLst>
          </a:custGeom>
          <a:noFill xmlns:a="http://schemas.openxmlformats.org/drawingml/2006/main"/>
          <a:ln xmlns:a="http://schemas.openxmlformats.org/drawingml/2006/main" w="20955">
            <a:solidFill>
              <a:srgbClr val="1572C3"/>
            </a:solidFill>
          </a:ln>
        </p:spPr>
      </p:sp>
      <p:sp>
        <p:nvSpPr>
          <p:cNvPr id="55" name="circuit-1002">
            <a:extLst xmlns:a="http://schemas.openxmlformats.org/drawingml/2006/main">
              <a:ext uri="{FF2B5EF4-FFF2-40B4-BE49-F238E27FC236}">
                <a16:creationId xmlns:a16="http://schemas.microsoft.com/office/drawing/2014/main" id="{74F8D8D0-2E80-4C59-B4CD-85542BBF470C}"/>
              </a:ext>
            </a:extLst>
          </p:cNvPr>
          <p:cNvSpPr>
            <a:spLocks xmlns:a="http://schemas.openxmlformats.org/drawingml/2006/main" noGrp="1"/>
          </p:cNvSpPr>
          <p:nvPr/>
        </p:nvSpPr>
        <p:spPr>
          <a:xfrm xmlns:a="http://schemas.openxmlformats.org/drawingml/2006/main">
            <a:off x="9606058" y="210184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56" name="wire-1003">
            <a:extLst xmlns:a="http://schemas.openxmlformats.org/drawingml/2006/main">
              <a:ext uri="{FF2B5EF4-FFF2-40B4-BE49-F238E27FC236}">
                <a16:creationId xmlns:a16="http://schemas.microsoft.com/office/drawing/2014/main" id="{41C6D7B5-CEB4-4FB1-ACC0-3F4E62CBF6E1}"/>
              </a:ext>
            </a:extLst>
          </p:cNvPr>
          <p:cNvSpPr>
            <a:spLocks xmlns:a="http://schemas.openxmlformats.org/drawingml/2006/main" noGrp="1"/>
          </p:cNvSpPr>
          <p:nvPr/>
        </p:nvSpPr>
        <p:spPr>
          <a:xfrm xmlns:a="http://schemas.openxmlformats.org/drawingml/2006/main">
            <a:off x="4131659" y="2819019"/>
            <a:ext cx="343376" cy="9525"/>
          </a:xfrm>
          <a:custGeom xmlns:a="http://schemas.openxmlformats.org/drawingml/2006/main">
            <a:pathLst>
              <a:path w="343376" h="9525">
                <a:moveTo>
                  <a:pt x="343376" y="0"/>
                </a:moveTo>
                <a:lnTo>
                  <a:pt x="0" y="0"/>
                </a:lnTo>
              </a:path>
            </a:pathLst>
          </a:custGeom>
          <a:noFill xmlns:a="http://schemas.openxmlformats.org/drawingml/2006/main"/>
          <a:ln xmlns:a="http://schemas.openxmlformats.org/drawingml/2006/main" w="20955">
            <a:solidFill>
              <a:srgbClr val="1572C3"/>
            </a:solidFill>
          </a:ln>
        </p:spPr>
      </p:sp>
      <p:sp>
        <p:nvSpPr>
          <p:cNvPr id="57" name="circuit-1004">
            <a:extLst xmlns:a="http://schemas.openxmlformats.org/drawingml/2006/main">
              <a:ext uri="{FF2B5EF4-FFF2-40B4-BE49-F238E27FC236}">
                <a16:creationId xmlns:a16="http://schemas.microsoft.com/office/drawing/2014/main" id="{637FD803-71F2-4225-9A3D-893240787859}"/>
              </a:ext>
            </a:extLst>
          </p:cNvPr>
          <p:cNvSpPr>
            <a:spLocks xmlns:a="http://schemas.openxmlformats.org/drawingml/2006/main" noGrp="1"/>
          </p:cNvSpPr>
          <p:nvPr/>
        </p:nvSpPr>
        <p:spPr>
          <a:xfrm xmlns:a="http://schemas.openxmlformats.org/drawingml/2006/main">
            <a:off x="4131659" y="2800217"/>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58" name="block-1005">
            <a:extLst xmlns:a="http://schemas.openxmlformats.org/drawingml/2006/main">
              <a:ext uri="{FF2B5EF4-FFF2-40B4-BE49-F238E27FC236}">
                <a16:creationId xmlns:a16="http://schemas.microsoft.com/office/drawing/2014/main" id="{692BE23A-4DCE-4CA1-840A-87531DE918CC}"/>
              </a:ext>
            </a:extLst>
          </p:cNvPr>
          <p:cNvSpPr>
            <a:spLocks xmlns:a="http://schemas.openxmlformats.org/drawingml/2006/main" noGrp="1"/>
          </p:cNvSpPr>
          <p:nvPr/>
        </p:nvSpPr>
        <p:spPr>
          <a:xfrm xmlns:a="http://schemas.openxmlformats.org/drawingml/2006/main">
            <a:off x="9655112" y="1968437"/>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59" name="text-1006">
            <a:extLst xmlns:a="http://schemas.openxmlformats.org/drawingml/2006/main">
              <a:ext uri="{FF2B5EF4-FFF2-40B4-BE49-F238E27FC236}">
                <a16:creationId xmlns:a16="http://schemas.microsoft.com/office/drawing/2014/main" id="{A66D003D-8801-4BE4-B448-09BC7A9B5541}"/>
              </a:ext>
            </a:extLst>
          </p:cNvPr>
          <p:cNvSpPr>
            <a:spLocks xmlns:a="http://schemas.openxmlformats.org/drawingml/2006/main" noGrp="1"/>
          </p:cNvSpPr>
          <p:nvPr/>
        </p:nvSpPr>
        <p:spPr>
          <a:xfrm xmlns:a="http://schemas.openxmlformats.org/drawingml/2006/main">
            <a:off x="9684544" y="1977390"/>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ahbaxibridge</a:t>
            </a:r>
          </a:p>
        </p:txBody>
      </p:sp>
      <p:sp>
        <p:nvSpPr>
          <p:cNvPr id="60" name="block-1007">
            <a:extLst xmlns:a="http://schemas.openxmlformats.org/drawingml/2006/main">
              <a:ext uri="{FF2B5EF4-FFF2-40B4-BE49-F238E27FC236}">
                <a16:creationId xmlns:a16="http://schemas.microsoft.com/office/drawing/2014/main" id="{5B07A007-8C5A-4A39-8D67-1B7A1B8DBE74}"/>
              </a:ext>
            </a:extLst>
          </p:cNvPr>
          <p:cNvSpPr>
            <a:spLocks xmlns:a="http://schemas.openxmlformats.org/drawingml/2006/main" noGrp="1"/>
          </p:cNvSpPr>
          <p:nvPr/>
        </p:nvSpPr>
        <p:spPr>
          <a:xfrm xmlns:a="http://schemas.openxmlformats.org/drawingml/2006/main">
            <a:off x="9655112" y="2407158"/>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61" name="text-1008">
            <a:extLst xmlns:a="http://schemas.openxmlformats.org/drawingml/2006/main">
              <a:ext uri="{FF2B5EF4-FFF2-40B4-BE49-F238E27FC236}">
                <a16:creationId xmlns:a16="http://schemas.microsoft.com/office/drawing/2014/main" id="{94390911-68A0-48A2-903C-DB40AE583E15}"/>
              </a:ext>
            </a:extLst>
          </p:cNvPr>
          <p:cNvSpPr>
            <a:spLocks xmlns:a="http://schemas.openxmlformats.org/drawingml/2006/main" noGrp="1"/>
          </p:cNvSpPr>
          <p:nvPr/>
        </p:nvSpPr>
        <p:spPr>
          <a:xfrm xmlns:a="http://schemas.openxmlformats.org/drawingml/2006/main">
            <a:off x="9684544" y="2416112"/>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clkconverter</a:t>
            </a:r>
          </a:p>
        </p:txBody>
      </p:sp>
      <p:sp>
        <p:nvSpPr>
          <p:cNvPr id="62" name="block-1009">
            <a:extLst xmlns:a="http://schemas.openxmlformats.org/drawingml/2006/main">
              <a:ext uri="{FF2B5EF4-FFF2-40B4-BE49-F238E27FC236}">
                <a16:creationId xmlns:a16="http://schemas.microsoft.com/office/drawing/2014/main" id="{C24F17FC-904D-4786-9D04-D67358E8D8A0}"/>
              </a:ext>
            </a:extLst>
          </p:cNvPr>
          <p:cNvSpPr>
            <a:spLocks xmlns:a="http://schemas.openxmlformats.org/drawingml/2006/main" noGrp="1"/>
          </p:cNvSpPr>
          <p:nvPr/>
        </p:nvSpPr>
        <p:spPr>
          <a:xfrm xmlns:a="http://schemas.openxmlformats.org/drawingml/2006/main">
            <a:off x="9655112" y="2854833"/>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63" name="text-1010">
            <a:extLst xmlns:a="http://schemas.openxmlformats.org/drawingml/2006/main">
              <a:ext uri="{FF2B5EF4-FFF2-40B4-BE49-F238E27FC236}">
                <a16:creationId xmlns:a16="http://schemas.microsoft.com/office/drawing/2014/main" id="{1A416926-18D4-40CB-99D9-B3ACC6E8F7A6}"/>
              </a:ext>
            </a:extLst>
          </p:cNvPr>
          <p:cNvSpPr>
            <a:spLocks xmlns:a="http://schemas.openxmlformats.org/drawingml/2006/main" noGrp="1"/>
          </p:cNvSpPr>
          <p:nvPr/>
        </p:nvSpPr>
        <p:spPr>
          <a:xfrm xmlns:a="http://schemas.openxmlformats.org/drawingml/2006/main">
            <a:off x="9684544" y="2863786"/>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AXI shared fabric</a:t>
            </a:r>
          </a:p>
        </p:txBody>
      </p:sp>
      <p:sp>
        <p:nvSpPr>
          <p:cNvPr id="64" name="block-1011">
            <a:extLst xmlns:a="http://schemas.openxmlformats.org/drawingml/2006/main">
              <a:ext uri="{FF2B5EF4-FFF2-40B4-BE49-F238E27FC236}">
                <a16:creationId xmlns:a16="http://schemas.microsoft.com/office/drawing/2014/main" id="{2CA0BB42-3333-4476-99DC-FC4CC83CD088}"/>
              </a:ext>
            </a:extLst>
          </p:cNvPr>
          <p:cNvSpPr>
            <a:spLocks xmlns:a="http://schemas.openxmlformats.org/drawingml/2006/main" noGrp="1"/>
          </p:cNvSpPr>
          <p:nvPr/>
        </p:nvSpPr>
        <p:spPr>
          <a:xfrm xmlns:a="http://schemas.openxmlformats.org/drawingml/2006/main">
            <a:off x="9655112" y="3302508"/>
            <a:ext cx="1775746" cy="304419"/>
          </a:xfrm>
          <a:prstGeom xmlns:a="http://schemas.openxmlformats.org/drawingml/2006/main" prst="rect">
            <a:avLst/>
          </a:prstGeom>
          <a:solidFill xmlns:a="http://schemas.openxmlformats.org/drawingml/2006/main">
            <a:srgbClr val="77A3DC"/>
          </a:solidFill>
          <a:ln xmlns:a="http://schemas.openxmlformats.org/drawingml/2006/main" w="14288">
            <a:solidFill>
              <a:srgbClr val="231F20"/>
            </a:solidFill>
          </a:ln>
        </p:spPr>
      </p:sp>
      <p:sp>
        <p:nvSpPr>
          <p:cNvPr id="65" name="text-1012">
            <a:extLst xmlns:a="http://schemas.openxmlformats.org/drawingml/2006/main">
              <a:ext uri="{FF2B5EF4-FFF2-40B4-BE49-F238E27FC236}">
                <a16:creationId xmlns:a16="http://schemas.microsoft.com/office/drawing/2014/main" id="{8C872E91-4AC5-4054-9B98-339799FD32FC}"/>
              </a:ext>
            </a:extLst>
          </p:cNvPr>
          <p:cNvSpPr>
            <a:spLocks xmlns:a="http://schemas.openxmlformats.org/drawingml/2006/main" noGrp="1"/>
          </p:cNvSpPr>
          <p:nvPr/>
        </p:nvSpPr>
        <p:spPr>
          <a:xfrm xmlns:a="http://schemas.openxmlformats.org/drawingml/2006/main">
            <a:off x="9684544" y="3311461"/>
            <a:ext cx="171688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DDR controller / MIG</a:t>
            </a:r>
          </a:p>
        </p:txBody>
      </p:sp>
      <p:sp>
        <p:nvSpPr>
          <p:cNvPr id="66" name="wire-1013">
            <a:extLst xmlns:a="http://schemas.openxmlformats.org/drawingml/2006/main">
              <a:ext uri="{FF2B5EF4-FFF2-40B4-BE49-F238E27FC236}">
                <a16:creationId xmlns:a16="http://schemas.microsoft.com/office/drawing/2014/main" id="{3C7BC351-F840-4EF2-B87C-4070331CE811}"/>
              </a:ext>
            </a:extLst>
          </p:cNvPr>
          <p:cNvSpPr>
            <a:spLocks xmlns:a="http://schemas.openxmlformats.org/drawingml/2006/main" noGrp="1"/>
          </p:cNvSpPr>
          <p:nvPr/>
        </p:nvSpPr>
        <p:spPr>
          <a:xfrm xmlns:a="http://schemas.openxmlformats.org/drawingml/2006/main">
            <a:off x="10538079" y="2272856"/>
            <a:ext cx="9525" cy="134302"/>
          </a:xfrm>
          <a:custGeom xmlns:a="http://schemas.openxmlformats.org/drawingml/2006/main">
            <a:pathLst>
              <a:path w="9525" h="134302">
                <a:moveTo>
                  <a:pt x="0" y="0"/>
                </a:moveTo>
                <a:lnTo>
                  <a:pt x="0" y="134302"/>
                </a:lnTo>
              </a:path>
            </a:pathLst>
          </a:custGeom>
          <a:noFill xmlns:a="http://schemas.openxmlformats.org/drawingml/2006/main"/>
          <a:ln xmlns:a="http://schemas.openxmlformats.org/drawingml/2006/main" w="19050">
            <a:solidFill>
              <a:srgbClr val="1572C3"/>
            </a:solidFill>
          </a:ln>
        </p:spPr>
      </p:sp>
      <p:sp>
        <p:nvSpPr>
          <p:cNvPr id="67" name="circuit-1014">
            <a:extLst xmlns:a="http://schemas.openxmlformats.org/drawingml/2006/main">
              <a:ext uri="{FF2B5EF4-FFF2-40B4-BE49-F238E27FC236}">
                <a16:creationId xmlns:a16="http://schemas.microsoft.com/office/drawing/2014/main" id="{EC09E29D-74D6-4A8E-AAA1-062E2839CE95}"/>
              </a:ext>
            </a:extLst>
          </p:cNvPr>
          <p:cNvSpPr>
            <a:spLocks xmlns:a="http://schemas.openxmlformats.org/drawingml/2006/main" noGrp="1"/>
          </p:cNvSpPr>
          <p:nvPr/>
        </p:nvSpPr>
        <p:spPr>
          <a:xfrm xmlns:a="http://schemas.openxmlformats.org/drawingml/2006/main">
            <a:off x="10517476" y="2362391"/>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68" name="wire-1015">
            <a:extLst xmlns:a="http://schemas.openxmlformats.org/drawingml/2006/main">
              <a:ext uri="{FF2B5EF4-FFF2-40B4-BE49-F238E27FC236}">
                <a16:creationId xmlns:a16="http://schemas.microsoft.com/office/drawing/2014/main" id="{07AB8432-17DA-4D53-8DF2-F7B114735125}"/>
              </a:ext>
            </a:extLst>
          </p:cNvPr>
          <p:cNvSpPr>
            <a:spLocks xmlns:a="http://schemas.openxmlformats.org/drawingml/2006/main" noGrp="1"/>
          </p:cNvSpPr>
          <p:nvPr/>
        </p:nvSpPr>
        <p:spPr>
          <a:xfrm xmlns:a="http://schemas.openxmlformats.org/drawingml/2006/main">
            <a:off x="10538079" y="2272856"/>
            <a:ext cx="9525" cy="134302"/>
          </a:xfrm>
          <a:custGeom xmlns:a="http://schemas.openxmlformats.org/drawingml/2006/main">
            <a:pathLst>
              <a:path w="9525" h="134302">
                <a:moveTo>
                  <a:pt x="0" y="134302"/>
                </a:moveTo>
                <a:lnTo>
                  <a:pt x="0" y="0"/>
                </a:lnTo>
              </a:path>
            </a:pathLst>
          </a:custGeom>
          <a:noFill xmlns:a="http://schemas.openxmlformats.org/drawingml/2006/main"/>
          <a:ln xmlns:a="http://schemas.openxmlformats.org/drawingml/2006/main" w="19050">
            <a:solidFill>
              <a:srgbClr val="1572C3"/>
            </a:solidFill>
          </a:ln>
        </p:spPr>
      </p:sp>
      <p:sp>
        <p:nvSpPr>
          <p:cNvPr id="69" name="circuit-1016">
            <a:extLst xmlns:a="http://schemas.openxmlformats.org/drawingml/2006/main">
              <a:ext uri="{FF2B5EF4-FFF2-40B4-BE49-F238E27FC236}">
                <a16:creationId xmlns:a16="http://schemas.microsoft.com/office/drawing/2014/main" id="{C1A17414-B4E0-466A-9D89-ED7F4A4A7F78}"/>
              </a:ext>
            </a:extLst>
          </p:cNvPr>
          <p:cNvSpPr>
            <a:spLocks xmlns:a="http://schemas.openxmlformats.org/drawingml/2006/main" noGrp="1"/>
          </p:cNvSpPr>
          <p:nvPr/>
        </p:nvSpPr>
        <p:spPr>
          <a:xfrm xmlns:a="http://schemas.openxmlformats.org/drawingml/2006/main">
            <a:off x="10517476" y="2272856"/>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70" name="wire-1017">
            <a:extLst xmlns:a="http://schemas.openxmlformats.org/drawingml/2006/main">
              <a:ext uri="{FF2B5EF4-FFF2-40B4-BE49-F238E27FC236}">
                <a16:creationId xmlns:a16="http://schemas.microsoft.com/office/drawing/2014/main" id="{30630F3F-C606-4F67-A346-1782608766DD}"/>
              </a:ext>
            </a:extLst>
          </p:cNvPr>
          <p:cNvSpPr>
            <a:spLocks xmlns:a="http://schemas.openxmlformats.org/drawingml/2006/main" noGrp="1"/>
          </p:cNvSpPr>
          <p:nvPr/>
        </p:nvSpPr>
        <p:spPr>
          <a:xfrm xmlns:a="http://schemas.openxmlformats.org/drawingml/2006/main">
            <a:off x="10538079" y="2711577"/>
            <a:ext cx="9525" cy="143256"/>
          </a:xfrm>
          <a:custGeom xmlns:a="http://schemas.openxmlformats.org/drawingml/2006/main">
            <a:pathLst>
              <a:path w="9525" h="143256">
                <a:moveTo>
                  <a:pt x="0" y="0"/>
                </a:moveTo>
                <a:lnTo>
                  <a:pt x="0" y="143256"/>
                </a:lnTo>
              </a:path>
            </a:pathLst>
          </a:custGeom>
          <a:noFill xmlns:a="http://schemas.openxmlformats.org/drawingml/2006/main"/>
          <a:ln xmlns:a="http://schemas.openxmlformats.org/drawingml/2006/main" w="19050">
            <a:solidFill>
              <a:srgbClr val="1572C3"/>
            </a:solidFill>
          </a:ln>
        </p:spPr>
      </p:sp>
      <p:sp>
        <p:nvSpPr>
          <p:cNvPr id="71" name="circuit-1018">
            <a:extLst xmlns:a="http://schemas.openxmlformats.org/drawingml/2006/main">
              <a:ext uri="{FF2B5EF4-FFF2-40B4-BE49-F238E27FC236}">
                <a16:creationId xmlns:a16="http://schemas.microsoft.com/office/drawing/2014/main" id="{1634AF3D-152E-4E33-82A2-BF88F82EAABD}"/>
              </a:ext>
            </a:extLst>
          </p:cNvPr>
          <p:cNvSpPr>
            <a:spLocks xmlns:a="http://schemas.openxmlformats.org/drawingml/2006/main" noGrp="1"/>
          </p:cNvSpPr>
          <p:nvPr/>
        </p:nvSpPr>
        <p:spPr>
          <a:xfrm xmlns:a="http://schemas.openxmlformats.org/drawingml/2006/main">
            <a:off x="10517476" y="2810066"/>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72" name="wire-1019">
            <a:extLst xmlns:a="http://schemas.openxmlformats.org/drawingml/2006/main">
              <a:ext uri="{FF2B5EF4-FFF2-40B4-BE49-F238E27FC236}">
                <a16:creationId xmlns:a16="http://schemas.microsoft.com/office/drawing/2014/main" id="{787F2BF9-0A13-4DBC-B1B4-CA7DAA596689}"/>
              </a:ext>
            </a:extLst>
          </p:cNvPr>
          <p:cNvSpPr>
            <a:spLocks xmlns:a="http://schemas.openxmlformats.org/drawingml/2006/main" noGrp="1"/>
          </p:cNvSpPr>
          <p:nvPr/>
        </p:nvSpPr>
        <p:spPr>
          <a:xfrm xmlns:a="http://schemas.openxmlformats.org/drawingml/2006/main">
            <a:off x="10538079" y="2711577"/>
            <a:ext cx="9525" cy="143256"/>
          </a:xfrm>
          <a:custGeom xmlns:a="http://schemas.openxmlformats.org/drawingml/2006/main">
            <a:pathLst>
              <a:path w="9525" h="143256">
                <a:moveTo>
                  <a:pt x="0" y="143256"/>
                </a:moveTo>
                <a:lnTo>
                  <a:pt x="0" y="0"/>
                </a:lnTo>
              </a:path>
            </a:pathLst>
          </a:custGeom>
          <a:noFill xmlns:a="http://schemas.openxmlformats.org/drawingml/2006/main"/>
          <a:ln xmlns:a="http://schemas.openxmlformats.org/drawingml/2006/main" w="19050">
            <a:solidFill>
              <a:srgbClr val="1572C3"/>
            </a:solidFill>
          </a:ln>
        </p:spPr>
      </p:sp>
      <p:sp>
        <p:nvSpPr>
          <p:cNvPr id="73" name="circuit-1020">
            <a:extLst xmlns:a="http://schemas.openxmlformats.org/drawingml/2006/main">
              <a:ext uri="{FF2B5EF4-FFF2-40B4-BE49-F238E27FC236}">
                <a16:creationId xmlns:a16="http://schemas.microsoft.com/office/drawing/2014/main" id="{BBAAB9D7-D55B-4E56-87DC-6312F86A0857}"/>
              </a:ext>
            </a:extLst>
          </p:cNvPr>
          <p:cNvSpPr>
            <a:spLocks xmlns:a="http://schemas.openxmlformats.org/drawingml/2006/main" noGrp="1"/>
          </p:cNvSpPr>
          <p:nvPr/>
        </p:nvSpPr>
        <p:spPr>
          <a:xfrm xmlns:a="http://schemas.openxmlformats.org/drawingml/2006/main">
            <a:off x="10517476" y="2711577"/>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74" name="wire-1021">
            <a:extLst xmlns:a="http://schemas.openxmlformats.org/drawingml/2006/main">
              <a:ext uri="{FF2B5EF4-FFF2-40B4-BE49-F238E27FC236}">
                <a16:creationId xmlns:a16="http://schemas.microsoft.com/office/drawing/2014/main" id="{CDC0FFD5-A93C-4816-8262-3298F977D262}"/>
              </a:ext>
            </a:extLst>
          </p:cNvPr>
          <p:cNvSpPr>
            <a:spLocks xmlns:a="http://schemas.openxmlformats.org/drawingml/2006/main" noGrp="1"/>
          </p:cNvSpPr>
          <p:nvPr/>
        </p:nvSpPr>
        <p:spPr>
          <a:xfrm xmlns:a="http://schemas.openxmlformats.org/drawingml/2006/main">
            <a:off x="10538079" y="3159252"/>
            <a:ext cx="9525" cy="143256"/>
          </a:xfrm>
          <a:custGeom xmlns:a="http://schemas.openxmlformats.org/drawingml/2006/main">
            <a:pathLst>
              <a:path w="9525" h="143256">
                <a:moveTo>
                  <a:pt x="0" y="0"/>
                </a:moveTo>
                <a:lnTo>
                  <a:pt x="0" y="143256"/>
                </a:lnTo>
              </a:path>
            </a:pathLst>
          </a:custGeom>
          <a:noFill xmlns:a="http://schemas.openxmlformats.org/drawingml/2006/main"/>
          <a:ln xmlns:a="http://schemas.openxmlformats.org/drawingml/2006/main" w="19050">
            <a:solidFill>
              <a:srgbClr val="1572C3"/>
            </a:solidFill>
          </a:ln>
        </p:spPr>
      </p:sp>
      <p:sp>
        <p:nvSpPr>
          <p:cNvPr id="75" name="circuit-1022">
            <a:extLst xmlns:a="http://schemas.openxmlformats.org/drawingml/2006/main">
              <a:ext uri="{FF2B5EF4-FFF2-40B4-BE49-F238E27FC236}">
                <a16:creationId xmlns:a16="http://schemas.microsoft.com/office/drawing/2014/main" id="{B4A3BF16-AAC1-4DFB-9763-79886B15ED00}"/>
              </a:ext>
            </a:extLst>
          </p:cNvPr>
          <p:cNvSpPr>
            <a:spLocks xmlns:a="http://schemas.openxmlformats.org/drawingml/2006/main" noGrp="1"/>
          </p:cNvSpPr>
          <p:nvPr/>
        </p:nvSpPr>
        <p:spPr>
          <a:xfrm xmlns:a="http://schemas.openxmlformats.org/drawingml/2006/main">
            <a:off x="10517476" y="3257741"/>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76" name="wire-1023">
            <a:extLst xmlns:a="http://schemas.openxmlformats.org/drawingml/2006/main">
              <a:ext uri="{FF2B5EF4-FFF2-40B4-BE49-F238E27FC236}">
                <a16:creationId xmlns:a16="http://schemas.microsoft.com/office/drawing/2014/main" id="{C67AADDF-618F-4600-84F9-50BEEDB6330F}"/>
              </a:ext>
            </a:extLst>
          </p:cNvPr>
          <p:cNvSpPr>
            <a:spLocks xmlns:a="http://schemas.openxmlformats.org/drawingml/2006/main" noGrp="1"/>
          </p:cNvSpPr>
          <p:nvPr/>
        </p:nvSpPr>
        <p:spPr>
          <a:xfrm xmlns:a="http://schemas.openxmlformats.org/drawingml/2006/main">
            <a:off x="10538079" y="3159252"/>
            <a:ext cx="9525" cy="143256"/>
          </a:xfrm>
          <a:custGeom xmlns:a="http://schemas.openxmlformats.org/drawingml/2006/main">
            <a:pathLst>
              <a:path w="9525" h="143256">
                <a:moveTo>
                  <a:pt x="0" y="143256"/>
                </a:moveTo>
                <a:lnTo>
                  <a:pt x="0" y="0"/>
                </a:lnTo>
              </a:path>
            </a:pathLst>
          </a:custGeom>
          <a:noFill xmlns:a="http://schemas.openxmlformats.org/drawingml/2006/main"/>
          <a:ln xmlns:a="http://schemas.openxmlformats.org/drawingml/2006/main" w="19050">
            <a:solidFill>
              <a:srgbClr val="1572C3"/>
            </a:solidFill>
          </a:ln>
        </p:spPr>
      </p:sp>
      <p:sp>
        <p:nvSpPr>
          <p:cNvPr id="77" name="circuit-1024">
            <a:extLst xmlns:a="http://schemas.openxmlformats.org/drawingml/2006/main">
              <a:ext uri="{FF2B5EF4-FFF2-40B4-BE49-F238E27FC236}">
                <a16:creationId xmlns:a16="http://schemas.microsoft.com/office/drawing/2014/main" id="{9D3E489E-5C33-4880-9ABE-1033C961F96B}"/>
              </a:ext>
            </a:extLst>
          </p:cNvPr>
          <p:cNvSpPr>
            <a:spLocks xmlns:a="http://schemas.openxmlformats.org/drawingml/2006/main" noGrp="1"/>
          </p:cNvSpPr>
          <p:nvPr/>
        </p:nvSpPr>
        <p:spPr>
          <a:xfrm xmlns:a="http://schemas.openxmlformats.org/drawingml/2006/main">
            <a:off x="10517476" y="3159252"/>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78" name="wire-1025">
            <a:extLst xmlns:a="http://schemas.openxmlformats.org/drawingml/2006/main">
              <a:ext uri="{FF2B5EF4-FFF2-40B4-BE49-F238E27FC236}">
                <a16:creationId xmlns:a16="http://schemas.microsoft.com/office/drawing/2014/main" id="{924C9654-4F23-47E5-BD9F-FB0B0AE576E9}"/>
              </a:ext>
            </a:extLst>
          </p:cNvPr>
          <p:cNvSpPr>
            <a:spLocks xmlns:a="http://schemas.openxmlformats.org/drawingml/2006/main" noGrp="1"/>
          </p:cNvSpPr>
          <p:nvPr/>
        </p:nvSpPr>
        <p:spPr>
          <a:xfrm xmlns:a="http://schemas.openxmlformats.org/drawingml/2006/main">
            <a:off x="11430857" y="3454718"/>
            <a:ext cx="78486" cy="9525"/>
          </a:xfrm>
          <a:custGeom xmlns:a="http://schemas.openxmlformats.org/drawingml/2006/main">
            <a:pathLst>
              <a:path w="78486" h="9525">
                <a:moveTo>
                  <a:pt x="0" y="0"/>
                </a:moveTo>
                <a:lnTo>
                  <a:pt x="78486" y="0"/>
                </a:lnTo>
              </a:path>
            </a:pathLst>
          </a:custGeom>
          <a:noFill xmlns:a="http://schemas.openxmlformats.org/drawingml/2006/main"/>
          <a:ln xmlns:a="http://schemas.openxmlformats.org/drawingml/2006/main" w="19050">
            <a:solidFill>
              <a:srgbClr val="1572C3"/>
            </a:solidFill>
          </a:ln>
        </p:spPr>
      </p:sp>
      <p:sp>
        <p:nvSpPr>
          <p:cNvPr id="79" name="wire-1026">
            <a:extLst xmlns:a="http://schemas.openxmlformats.org/drawingml/2006/main">
              <a:ext uri="{FF2B5EF4-FFF2-40B4-BE49-F238E27FC236}">
                <a16:creationId xmlns:a16="http://schemas.microsoft.com/office/drawing/2014/main" id="{1D18F2A0-629F-4EBD-A408-DE1D8D13F880}"/>
              </a:ext>
            </a:extLst>
          </p:cNvPr>
          <p:cNvSpPr>
            <a:spLocks xmlns:a="http://schemas.openxmlformats.org/drawingml/2006/main" noGrp="1"/>
          </p:cNvSpPr>
          <p:nvPr/>
        </p:nvSpPr>
        <p:spPr>
          <a:xfrm xmlns:a="http://schemas.openxmlformats.org/drawingml/2006/main">
            <a:off x="11509343" y="1556575"/>
            <a:ext cx="9525" cy="1898142"/>
          </a:xfrm>
          <a:custGeom xmlns:a="http://schemas.openxmlformats.org/drawingml/2006/main">
            <a:pathLst>
              <a:path w="9525" h="1898142">
                <a:moveTo>
                  <a:pt x="0" y="1898142"/>
                </a:moveTo>
                <a:lnTo>
                  <a:pt x="0" y="0"/>
                </a:lnTo>
              </a:path>
            </a:pathLst>
          </a:custGeom>
          <a:noFill xmlns:a="http://schemas.openxmlformats.org/drawingml/2006/main"/>
          <a:ln xmlns:a="http://schemas.openxmlformats.org/drawingml/2006/main" w="19050">
            <a:solidFill>
              <a:srgbClr val="1572C3"/>
            </a:solidFill>
          </a:ln>
        </p:spPr>
      </p:sp>
      <p:sp>
        <p:nvSpPr>
          <p:cNvPr id="80" name="wire-1027">
            <a:extLst xmlns:a="http://schemas.openxmlformats.org/drawingml/2006/main">
              <a:ext uri="{FF2B5EF4-FFF2-40B4-BE49-F238E27FC236}">
                <a16:creationId xmlns:a16="http://schemas.microsoft.com/office/drawing/2014/main" id="{9D541CD8-D021-47D8-B988-1EA77655557C}"/>
              </a:ext>
            </a:extLst>
          </p:cNvPr>
          <p:cNvSpPr>
            <a:spLocks xmlns:a="http://schemas.openxmlformats.org/drawingml/2006/main" noGrp="1"/>
          </p:cNvSpPr>
          <p:nvPr/>
        </p:nvSpPr>
        <p:spPr>
          <a:xfrm xmlns:a="http://schemas.openxmlformats.org/drawingml/2006/main">
            <a:off x="9164574" y="1556575"/>
            <a:ext cx="2344769" cy="9525"/>
          </a:xfrm>
          <a:custGeom xmlns:a="http://schemas.openxmlformats.org/drawingml/2006/main">
            <a:pathLst>
              <a:path w="2344769" h="9525">
                <a:moveTo>
                  <a:pt x="2344769" y="0"/>
                </a:moveTo>
                <a:lnTo>
                  <a:pt x="0" y="0"/>
                </a:lnTo>
              </a:path>
            </a:pathLst>
          </a:custGeom>
          <a:noFill xmlns:a="http://schemas.openxmlformats.org/drawingml/2006/main"/>
          <a:ln xmlns:a="http://schemas.openxmlformats.org/drawingml/2006/main" w="19050">
            <a:solidFill>
              <a:srgbClr val="1572C3"/>
            </a:solidFill>
          </a:ln>
        </p:spPr>
      </p:sp>
      <p:sp>
        <p:nvSpPr>
          <p:cNvPr id="81" name="wire-1028">
            <a:extLst xmlns:a="http://schemas.openxmlformats.org/drawingml/2006/main">
              <a:ext uri="{FF2B5EF4-FFF2-40B4-BE49-F238E27FC236}">
                <a16:creationId xmlns:a16="http://schemas.microsoft.com/office/drawing/2014/main" id="{6FF724CF-155D-4D1E-AEB3-C8A51F372162}"/>
              </a:ext>
            </a:extLst>
          </p:cNvPr>
          <p:cNvSpPr>
            <a:spLocks xmlns:a="http://schemas.openxmlformats.org/drawingml/2006/main" noGrp="1"/>
          </p:cNvSpPr>
          <p:nvPr/>
        </p:nvSpPr>
        <p:spPr>
          <a:xfrm xmlns:a="http://schemas.openxmlformats.org/drawingml/2006/main">
            <a:off x="9164574" y="1493901"/>
            <a:ext cx="9525" cy="62674"/>
          </a:xfrm>
          <a:custGeom xmlns:a="http://schemas.openxmlformats.org/drawingml/2006/main">
            <a:pathLst>
              <a:path w="9525" h="62674">
                <a:moveTo>
                  <a:pt x="0" y="62674"/>
                </a:moveTo>
                <a:lnTo>
                  <a:pt x="0" y="0"/>
                </a:lnTo>
              </a:path>
            </a:pathLst>
          </a:custGeom>
          <a:noFill xmlns:a="http://schemas.openxmlformats.org/drawingml/2006/main"/>
          <a:ln xmlns:a="http://schemas.openxmlformats.org/drawingml/2006/main" w="19050">
            <a:solidFill>
              <a:srgbClr val="1572C3"/>
            </a:solidFill>
          </a:ln>
        </p:spPr>
      </p:sp>
      <p:sp>
        <p:nvSpPr>
          <p:cNvPr id="82" name="circuit-1029">
            <a:extLst xmlns:a="http://schemas.openxmlformats.org/drawingml/2006/main">
              <a:ext uri="{FF2B5EF4-FFF2-40B4-BE49-F238E27FC236}">
                <a16:creationId xmlns:a16="http://schemas.microsoft.com/office/drawing/2014/main" id="{ADC7606E-F0FE-40B0-BBD4-04472C608EB9}"/>
              </a:ext>
            </a:extLst>
          </p:cNvPr>
          <p:cNvSpPr>
            <a:spLocks xmlns:a="http://schemas.openxmlformats.org/drawingml/2006/main" noGrp="1"/>
          </p:cNvSpPr>
          <p:nvPr/>
        </p:nvSpPr>
        <p:spPr>
          <a:xfrm xmlns:a="http://schemas.openxmlformats.org/drawingml/2006/main">
            <a:off x="9143971" y="1493901"/>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83" name="wire-1030">
            <a:extLst xmlns:a="http://schemas.openxmlformats.org/drawingml/2006/main">
              <a:ext uri="{FF2B5EF4-FFF2-40B4-BE49-F238E27FC236}">
                <a16:creationId xmlns:a16="http://schemas.microsoft.com/office/drawing/2014/main" id="{F8875C63-9FC2-4DF9-997E-A7C7FA31284C}"/>
              </a:ext>
            </a:extLst>
          </p:cNvPr>
          <p:cNvSpPr>
            <a:spLocks xmlns:a="http://schemas.openxmlformats.org/drawingml/2006/main" noGrp="1"/>
          </p:cNvSpPr>
          <p:nvPr/>
        </p:nvSpPr>
        <p:spPr>
          <a:xfrm xmlns:a="http://schemas.openxmlformats.org/drawingml/2006/main">
            <a:off x="11430857" y="3454718"/>
            <a:ext cx="78486" cy="9525"/>
          </a:xfrm>
          <a:custGeom xmlns:a="http://schemas.openxmlformats.org/drawingml/2006/main">
            <a:pathLst>
              <a:path w="78486" h="9525">
                <a:moveTo>
                  <a:pt x="78486" y="0"/>
                </a:moveTo>
                <a:lnTo>
                  <a:pt x="0" y="0"/>
                </a:lnTo>
              </a:path>
            </a:pathLst>
          </a:custGeom>
          <a:noFill xmlns:a="http://schemas.openxmlformats.org/drawingml/2006/main"/>
          <a:ln xmlns:a="http://schemas.openxmlformats.org/drawingml/2006/main" w="19050">
            <a:solidFill>
              <a:srgbClr val="1572C3"/>
            </a:solidFill>
          </a:ln>
        </p:spPr>
      </p:sp>
      <p:sp>
        <p:nvSpPr>
          <p:cNvPr id="84" name="circuit-1031">
            <a:extLst xmlns:a="http://schemas.openxmlformats.org/drawingml/2006/main">
              <a:ext uri="{FF2B5EF4-FFF2-40B4-BE49-F238E27FC236}">
                <a16:creationId xmlns:a16="http://schemas.microsoft.com/office/drawing/2014/main" id="{6349FD3B-6C9B-4119-8C0E-4B4F31E63BC2}"/>
              </a:ext>
            </a:extLst>
          </p:cNvPr>
          <p:cNvSpPr>
            <a:spLocks xmlns:a="http://schemas.openxmlformats.org/drawingml/2006/main" noGrp="1"/>
          </p:cNvSpPr>
          <p:nvPr/>
        </p:nvSpPr>
        <p:spPr>
          <a:xfrm xmlns:a="http://schemas.openxmlformats.org/drawingml/2006/main">
            <a:off x="11430857" y="3435915"/>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85" name="block-1032">
            <a:extLst xmlns:a="http://schemas.openxmlformats.org/drawingml/2006/main">
              <a:ext uri="{FF2B5EF4-FFF2-40B4-BE49-F238E27FC236}">
                <a16:creationId xmlns:a16="http://schemas.microsoft.com/office/drawing/2014/main" id="{A674EAC5-7115-44E7-BABD-9721E96F621D}"/>
              </a:ext>
            </a:extLst>
          </p:cNvPr>
          <p:cNvSpPr>
            <a:spLocks xmlns:a="http://schemas.openxmlformats.org/drawingml/2006/main" noGrp="1"/>
          </p:cNvSpPr>
          <p:nvPr/>
        </p:nvSpPr>
        <p:spPr>
          <a:xfrm xmlns:a="http://schemas.openxmlformats.org/drawingml/2006/main">
            <a:off x="884301" y="3320415"/>
            <a:ext cx="8309705" cy="2874074"/>
          </a:xfrm>
          <a:prstGeom xmlns:a="http://schemas.openxmlformats.org/drawingml/2006/main" prst="rect">
            <a:avLst/>
          </a:prstGeom>
          <a:solidFill xmlns:a="http://schemas.openxmlformats.org/drawingml/2006/main">
            <a:srgbClr val="FFFFFF"/>
          </a:solidFill>
          <a:ln xmlns:a="http://schemas.openxmlformats.org/drawingml/2006/main" w="15240">
            <a:solidFill>
              <a:srgbClr val="231F20"/>
            </a:solidFill>
          </a:ln>
        </p:spPr>
      </p:sp>
      <p:sp>
        <p:nvSpPr>
          <p:cNvPr id="86" name="text-1033">
            <a:extLst xmlns:a="http://schemas.openxmlformats.org/drawingml/2006/main">
              <a:ext uri="{FF2B5EF4-FFF2-40B4-BE49-F238E27FC236}">
                <a16:creationId xmlns:a16="http://schemas.microsoft.com/office/drawing/2014/main" id="{640DFC1C-A5D8-4875-9F49-59DF29D6F941}"/>
              </a:ext>
            </a:extLst>
          </p:cNvPr>
          <p:cNvSpPr>
            <a:spLocks xmlns:a="http://schemas.openxmlformats.org/drawingml/2006/main" noGrp="1"/>
          </p:cNvSpPr>
          <p:nvPr/>
        </p:nvSpPr>
        <p:spPr>
          <a:xfrm xmlns:a="http://schemas.openxmlformats.org/drawingml/2006/main">
            <a:off x="982409" y="3329368"/>
            <a:ext cx="3041333"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1">
                <a:solidFill>
                  <a:srgbClr val="231F20"/>
                </a:solidFill>
                <a:latin typeface="Arial"/>
                <a:ea typeface="Arial"/>
                <a:cs typeface="Arial"/>
              </a:defRPr>
            </a:defPPr>
            <a:lvl1pPr algn="l">
              <a:defRPr sz="1500" b="1">
                <a:solidFill>
                  <a:srgbClr val="231F20"/>
                </a:solidFill>
                <a:latin typeface="Arial"/>
                <a:ea typeface="Arial"/>
                <a:cs typeface="Arial"/>
              </a:defRPr>
            </a:lvl1pPr>
            <a:lvl2pPr algn="l">
              <a:defRPr sz="1500" b="1">
                <a:solidFill>
                  <a:srgbClr val="231F20"/>
                </a:solidFill>
                <a:latin typeface="Arial"/>
                <a:ea typeface="Arial"/>
                <a:cs typeface="Arial"/>
              </a:defRPr>
            </a:lvl2pPr>
            <a:lvl3pPr algn="l">
              <a:defRPr sz="1500" b="1">
                <a:solidFill>
                  <a:srgbClr val="231F20"/>
                </a:solidFill>
                <a:latin typeface="Arial"/>
                <a:ea typeface="Arial"/>
                <a:cs typeface="Arial"/>
              </a:defRPr>
            </a:lvl3pPr>
            <a:lvl4pPr algn="l">
              <a:defRPr sz="1500" b="1">
                <a:solidFill>
                  <a:srgbClr val="231F20"/>
                </a:solidFill>
                <a:latin typeface="Arial"/>
                <a:ea typeface="Arial"/>
                <a:cs typeface="Arial"/>
              </a:defRPr>
            </a:lvl4pPr>
            <a:lvl5pPr algn="l">
              <a:defRPr sz="1500" b="1">
                <a:solidFill>
                  <a:srgbClr val="231F20"/>
                </a:solidFill>
                <a:latin typeface="Arial"/>
                <a:ea typeface="Arial"/>
                <a:cs typeface="Arial"/>
              </a:defRPr>
            </a:lvl5pPr>
            <a:lvl6pPr algn="l">
              <a:defRPr sz="1500" b="1">
                <a:solidFill>
                  <a:srgbClr val="231F20"/>
                </a:solidFill>
                <a:latin typeface="Arial"/>
                <a:ea typeface="Arial"/>
                <a:cs typeface="Arial"/>
              </a:defRPr>
            </a:lvl6pPr>
            <a:lvl7pPr algn="l">
              <a:defRPr sz="1500" b="1">
                <a:solidFill>
                  <a:srgbClr val="231F20"/>
                </a:solidFill>
                <a:latin typeface="Arial"/>
                <a:ea typeface="Arial"/>
                <a:cs typeface="Arial"/>
              </a:defRPr>
            </a:lvl7pPr>
            <a:lvl8pPr algn="l">
              <a:defRPr sz="1500" b="1">
                <a:solidFill>
                  <a:srgbClr val="231F20"/>
                </a:solidFill>
                <a:latin typeface="Arial"/>
                <a:ea typeface="Arial"/>
                <a:cs typeface="Arial"/>
              </a:defRPr>
            </a:lvl8pPr>
            <a:lvl9pPr algn="l">
              <a:defRPr sz="1500" b="1">
                <a:solidFill>
                  <a:srgbClr val="231F20"/>
                </a:solidFill>
                <a:latin typeface="Arial"/>
                <a:ea typeface="Arial"/>
                <a:cs typeface="Arial"/>
              </a:defRPr>
            </a:lvl9pPr>
          </a:lstStyle>
          <a:p xmlns:a="http://schemas.openxmlformats.org/drawingml/2006/main">
            <a:pPr algn="l">
              <a:defRPr sz="1500" b="1">
                <a:solidFill>
                  <a:srgbClr val="231F20"/>
                </a:solidFill>
                <a:latin typeface="Arial"/>
                <a:ea typeface="Arial"/>
                <a:cs typeface="Arial"/>
              </a:defRPr>
            </a:pPr>
            <a:r>
              <a:rPr sz="1500" b="1">
                <a:solidFill>
                  <a:srgbClr val="231F20"/>
                </a:solidFill>
                <a:latin typeface="Arial"/>
                <a:ea typeface="Arial"/>
                <a:cs typeface="Arial"/>
              </a:rPr>
              <a:t>wallypipelinedcore</a:t>
            </a:r>
          </a:p>
        </p:txBody>
      </p:sp>
      <p:sp>
        <p:nvSpPr>
          <p:cNvPr id="87" name="text-1034">
            <a:extLst xmlns:a="http://schemas.openxmlformats.org/drawingml/2006/main">
              <a:ext uri="{FF2B5EF4-FFF2-40B4-BE49-F238E27FC236}">
                <a16:creationId xmlns:a16="http://schemas.microsoft.com/office/drawing/2014/main" id="{6C17E166-F8CD-40FE-956A-449551F0D527}"/>
              </a:ext>
            </a:extLst>
          </p:cNvPr>
          <p:cNvSpPr>
            <a:spLocks xmlns:a="http://schemas.openxmlformats.org/drawingml/2006/main" noGrp="1"/>
          </p:cNvSpPr>
          <p:nvPr/>
        </p:nvSpPr>
        <p:spPr>
          <a:xfrm xmlns:a="http://schemas.openxmlformats.org/drawingml/2006/main">
            <a:off x="4239578" y="3347275"/>
            <a:ext cx="1079183" cy="196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231F20"/>
                </a:solidFill>
                <a:latin typeface="Arial"/>
                <a:ea typeface="Arial"/>
                <a:cs typeface="Arial"/>
              </a:defRPr>
            </a:defPPr>
            <a:lvl1pPr algn="l">
              <a:defRPr sz="1275" b="0">
                <a:solidFill>
                  <a:srgbClr val="231F20"/>
                </a:solidFill>
                <a:latin typeface="Arial"/>
                <a:ea typeface="Arial"/>
                <a:cs typeface="Arial"/>
              </a:defRPr>
            </a:lvl1pPr>
            <a:lvl2pPr algn="l">
              <a:defRPr sz="1275" b="0">
                <a:solidFill>
                  <a:srgbClr val="231F20"/>
                </a:solidFill>
                <a:latin typeface="Arial"/>
                <a:ea typeface="Arial"/>
                <a:cs typeface="Arial"/>
              </a:defRPr>
            </a:lvl2pPr>
            <a:lvl3pPr algn="l">
              <a:defRPr sz="1275" b="0">
                <a:solidFill>
                  <a:srgbClr val="231F20"/>
                </a:solidFill>
                <a:latin typeface="Arial"/>
                <a:ea typeface="Arial"/>
                <a:cs typeface="Arial"/>
              </a:defRPr>
            </a:lvl3pPr>
            <a:lvl4pPr algn="l">
              <a:defRPr sz="1275" b="0">
                <a:solidFill>
                  <a:srgbClr val="231F20"/>
                </a:solidFill>
                <a:latin typeface="Arial"/>
                <a:ea typeface="Arial"/>
                <a:cs typeface="Arial"/>
              </a:defRPr>
            </a:lvl4pPr>
            <a:lvl5pPr algn="l">
              <a:defRPr sz="1275" b="0">
                <a:solidFill>
                  <a:srgbClr val="231F20"/>
                </a:solidFill>
                <a:latin typeface="Arial"/>
                <a:ea typeface="Arial"/>
                <a:cs typeface="Arial"/>
              </a:defRPr>
            </a:lvl5pPr>
            <a:lvl6pPr algn="l">
              <a:defRPr sz="1275" b="0">
                <a:solidFill>
                  <a:srgbClr val="231F20"/>
                </a:solidFill>
                <a:latin typeface="Arial"/>
                <a:ea typeface="Arial"/>
                <a:cs typeface="Arial"/>
              </a:defRPr>
            </a:lvl6pPr>
            <a:lvl7pPr algn="l">
              <a:defRPr sz="1275" b="0">
                <a:solidFill>
                  <a:srgbClr val="231F20"/>
                </a:solidFill>
                <a:latin typeface="Arial"/>
                <a:ea typeface="Arial"/>
                <a:cs typeface="Arial"/>
              </a:defRPr>
            </a:lvl7pPr>
            <a:lvl8pPr algn="l">
              <a:defRPr sz="1275" b="0">
                <a:solidFill>
                  <a:srgbClr val="231F20"/>
                </a:solidFill>
                <a:latin typeface="Arial"/>
                <a:ea typeface="Arial"/>
                <a:cs typeface="Arial"/>
              </a:defRPr>
            </a:lvl8pPr>
            <a:lvl9pPr algn="l">
              <a:defRPr sz="1275" b="0">
                <a:solidFill>
                  <a:srgbClr val="231F20"/>
                </a:solidFill>
                <a:latin typeface="Arial"/>
                <a:ea typeface="Arial"/>
                <a:cs typeface="Arial"/>
              </a:defRPr>
            </a:lvl9pPr>
          </a:lstStyle>
          <a:p xmlns:a="http://schemas.openxmlformats.org/drawingml/2006/main">
            <a:pPr algn="l">
              <a:defRPr sz="1275" b="0">
                <a:solidFill>
                  <a:srgbClr val="231F20"/>
                </a:solidFill>
                <a:latin typeface="Arial"/>
                <a:ea typeface="Arial"/>
                <a:cs typeface="Arial"/>
              </a:defRPr>
            </a:pPr>
            <a:r>
              <a:rPr sz="1275" b="0">
                <a:solidFill>
                  <a:srgbClr val="231F20"/>
                </a:solidFill>
                <a:latin typeface="Arial"/>
                <a:ea typeface="Arial"/>
                <a:cs typeface="Arial"/>
              </a:rPr>
              <a:t>20 MHz</a:t>
            </a:r>
          </a:p>
        </p:txBody>
      </p:sp>
      <p:sp>
        <p:nvSpPr>
          <p:cNvPr id="88" name="block-1035">
            <a:extLst xmlns:a="http://schemas.openxmlformats.org/drawingml/2006/main">
              <a:ext uri="{FF2B5EF4-FFF2-40B4-BE49-F238E27FC236}">
                <a16:creationId xmlns:a16="http://schemas.microsoft.com/office/drawing/2014/main" id="{4C818882-1627-481C-99BC-98F93114458B}"/>
              </a:ext>
            </a:extLst>
          </p:cNvPr>
          <p:cNvSpPr>
            <a:spLocks xmlns:a="http://schemas.openxmlformats.org/drawingml/2006/main" noGrp="1"/>
          </p:cNvSpPr>
          <p:nvPr/>
        </p:nvSpPr>
        <p:spPr>
          <a:xfrm xmlns:a="http://schemas.openxmlformats.org/drawingml/2006/main">
            <a:off x="8016716" y="3392043"/>
            <a:ext cx="1020318"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89" name="text-1036">
            <a:extLst xmlns:a="http://schemas.openxmlformats.org/drawingml/2006/main">
              <a:ext uri="{FF2B5EF4-FFF2-40B4-BE49-F238E27FC236}">
                <a16:creationId xmlns:a16="http://schemas.microsoft.com/office/drawing/2014/main" id="{13762B34-6566-44AD-BEEF-37ACBD266D15}"/>
              </a:ext>
            </a:extLst>
          </p:cNvPr>
          <p:cNvSpPr>
            <a:spLocks xmlns:a="http://schemas.openxmlformats.org/drawingml/2006/main" noGrp="1"/>
          </p:cNvSpPr>
          <p:nvPr/>
        </p:nvSpPr>
        <p:spPr>
          <a:xfrm xmlns:a="http://schemas.openxmlformats.org/drawingml/2006/main">
            <a:off x="8046149" y="3400996"/>
            <a:ext cx="961454"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Arial"/>
                <a:ea typeface="Arial"/>
                <a:cs typeface="Arial"/>
              </a:defRPr>
            </a:defPPr>
            <a:lvl1pPr algn="ctr">
              <a:defRPr sz="1275" b="1">
                <a:solidFill>
                  <a:srgbClr val="231F20"/>
                </a:solidFill>
                <a:latin typeface="Arial"/>
                <a:ea typeface="Arial"/>
                <a:cs typeface="Arial"/>
              </a:defRPr>
            </a:lvl1pPr>
            <a:lvl2pPr algn="ctr">
              <a:defRPr sz="1275" b="1">
                <a:solidFill>
                  <a:srgbClr val="231F20"/>
                </a:solidFill>
                <a:latin typeface="Arial"/>
                <a:ea typeface="Arial"/>
                <a:cs typeface="Arial"/>
              </a:defRPr>
            </a:lvl2pPr>
            <a:lvl3pPr algn="ctr">
              <a:defRPr sz="1275" b="1">
                <a:solidFill>
                  <a:srgbClr val="231F20"/>
                </a:solidFill>
                <a:latin typeface="Arial"/>
                <a:ea typeface="Arial"/>
                <a:cs typeface="Arial"/>
              </a:defRPr>
            </a:lvl3pPr>
            <a:lvl4pPr algn="ctr">
              <a:defRPr sz="1275" b="1">
                <a:solidFill>
                  <a:srgbClr val="231F20"/>
                </a:solidFill>
                <a:latin typeface="Arial"/>
                <a:ea typeface="Arial"/>
                <a:cs typeface="Arial"/>
              </a:defRPr>
            </a:lvl4pPr>
            <a:lvl5pPr algn="ctr">
              <a:defRPr sz="1275" b="1">
                <a:solidFill>
                  <a:srgbClr val="231F20"/>
                </a:solidFill>
                <a:latin typeface="Arial"/>
                <a:ea typeface="Arial"/>
                <a:cs typeface="Arial"/>
              </a:defRPr>
            </a:lvl5pPr>
            <a:lvl6pPr algn="ctr">
              <a:defRPr sz="1275" b="1">
                <a:solidFill>
                  <a:srgbClr val="231F20"/>
                </a:solidFill>
                <a:latin typeface="Arial"/>
                <a:ea typeface="Arial"/>
                <a:cs typeface="Arial"/>
              </a:defRPr>
            </a:lvl6pPr>
            <a:lvl7pPr algn="ctr">
              <a:defRPr sz="1275" b="1">
                <a:solidFill>
                  <a:srgbClr val="231F20"/>
                </a:solidFill>
                <a:latin typeface="Arial"/>
                <a:ea typeface="Arial"/>
                <a:cs typeface="Arial"/>
              </a:defRPr>
            </a:lvl7pPr>
            <a:lvl8pPr algn="ctr">
              <a:defRPr sz="1275" b="1">
                <a:solidFill>
                  <a:srgbClr val="231F20"/>
                </a:solidFill>
                <a:latin typeface="Arial"/>
                <a:ea typeface="Arial"/>
                <a:cs typeface="Arial"/>
              </a:defRPr>
            </a:lvl8pPr>
            <a:lvl9pPr algn="ctr">
              <a:defRPr sz="1275" b="1">
                <a:solidFill>
                  <a:srgbClr val="231F20"/>
                </a:solidFill>
                <a:latin typeface="Arial"/>
                <a:ea typeface="Arial"/>
                <a:cs typeface="Arial"/>
              </a:defRPr>
            </a:lvl9pPr>
          </a:lstStyle>
          <a:p xmlns:a="http://schemas.openxmlformats.org/drawingml/2006/main">
            <a:pPr algn="ctr">
              <a:defRPr sz="1275" b="1">
                <a:solidFill>
                  <a:srgbClr val="231F20"/>
                </a:solidFill>
                <a:latin typeface="Arial"/>
                <a:ea typeface="Arial"/>
                <a:cs typeface="Arial"/>
              </a:defRPr>
            </a:pPr>
            <a:r>
              <a:rPr sz="1275" b="1">
                <a:solidFill>
                  <a:srgbClr val="231F20"/>
                </a:solidFill>
                <a:latin typeface="Arial"/>
                <a:ea typeface="Arial"/>
                <a:cs typeface="Arial"/>
              </a:rPr>
              <a:t>ebu</a:t>
            </a:r>
          </a:p>
        </p:txBody>
      </p:sp>
      <p:sp>
        <p:nvSpPr>
          <p:cNvPr id="90" name="wire-1037">
            <a:extLst xmlns:a="http://schemas.openxmlformats.org/drawingml/2006/main">
              <a:ext uri="{FF2B5EF4-FFF2-40B4-BE49-F238E27FC236}">
                <a16:creationId xmlns:a16="http://schemas.microsoft.com/office/drawing/2014/main" id="{6D2A4089-3A08-4814-A054-CF82EA45CD30}"/>
              </a:ext>
            </a:extLst>
          </p:cNvPr>
          <p:cNvSpPr>
            <a:spLocks xmlns:a="http://schemas.openxmlformats.org/drawingml/2006/main" noGrp="1"/>
          </p:cNvSpPr>
          <p:nvPr/>
        </p:nvSpPr>
        <p:spPr>
          <a:xfrm xmlns:a="http://schemas.openxmlformats.org/drawingml/2006/main">
            <a:off x="8517065" y="3293554"/>
            <a:ext cx="9525" cy="98489"/>
          </a:xfrm>
          <a:custGeom xmlns:a="http://schemas.openxmlformats.org/drawingml/2006/main">
            <a:pathLst>
              <a:path w="9525" h="98489">
                <a:moveTo>
                  <a:pt x="0" y="98489"/>
                </a:moveTo>
                <a:lnTo>
                  <a:pt x="0" y="0"/>
                </a:lnTo>
              </a:path>
            </a:pathLst>
          </a:custGeom>
          <a:noFill xmlns:a="http://schemas.openxmlformats.org/drawingml/2006/main"/>
          <a:ln xmlns:a="http://schemas.openxmlformats.org/drawingml/2006/main" w="20003">
            <a:solidFill>
              <a:srgbClr val="1572C3"/>
            </a:solidFill>
          </a:ln>
        </p:spPr>
      </p:sp>
      <p:sp>
        <p:nvSpPr>
          <p:cNvPr id="91" name="wire-1038">
            <a:extLst xmlns:a="http://schemas.openxmlformats.org/drawingml/2006/main">
              <a:ext uri="{FF2B5EF4-FFF2-40B4-BE49-F238E27FC236}">
                <a16:creationId xmlns:a16="http://schemas.microsoft.com/office/drawing/2014/main" id="{65A0840A-7B10-4559-939F-1A03BAF3E4C9}"/>
              </a:ext>
            </a:extLst>
          </p:cNvPr>
          <p:cNvSpPr>
            <a:spLocks xmlns:a="http://schemas.openxmlformats.org/drawingml/2006/main" noGrp="1"/>
          </p:cNvSpPr>
          <p:nvPr/>
        </p:nvSpPr>
        <p:spPr>
          <a:xfrm xmlns:a="http://schemas.openxmlformats.org/drawingml/2006/main">
            <a:off x="1639729" y="3293554"/>
            <a:ext cx="6877336" cy="9525"/>
          </a:xfrm>
          <a:custGeom xmlns:a="http://schemas.openxmlformats.org/drawingml/2006/main">
            <a:pathLst>
              <a:path w="6877336" h="9525">
                <a:moveTo>
                  <a:pt x="6877336" y="0"/>
                </a:moveTo>
                <a:lnTo>
                  <a:pt x="0" y="0"/>
                </a:lnTo>
              </a:path>
            </a:pathLst>
          </a:custGeom>
          <a:noFill xmlns:a="http://schemas.openxmlformats.org/drawingml/2006/main"/>
          <a:ln xmlns:a="http://schemas.openxmlformats.org/drawingml/2006/main" w="20003">
            <a:solidFill>
              <a:srgbClr val="1572C3"/>
            </a:solidFill>
          </a:ln>
        </p:spPr>
      </p:sp>
      <p:sp>
        <p:nvSpPr>
          <p:cNvPr id="92" name="wire-1039">
            <a:extLst xmlns:a="http://schemas.openxmlformats.org/drawingml/2006/main">
              <a:ext uri="{FF2B5EF4-FFF2-40B4-BE49-F238E27FC236}">
                <a16:creationId xmlns:a16="http://schemas.microsoft.com/office/drawing/2014/main" id="{3415ACE4-FC83-4D3E-A885-6401AA075B3D}"/>
              </a:ext>
            </a:extLst>
          </p:cNvPr>
          <p:cNvSpPr>
            <a:spLocks xmlns:a="http://schemas.openxmlformats.org/drawingml/2006/main" noGrp="1"/>
          </p:cNvSpPr>
          <p:nvPr/>
        </p:nvSpPr>
        <p:spPr>
          <a:xfrm xmlns:a="http://schemas.openxmlformats.org/drawingml/2006/main">
            <a:off x="1639729" y="2819019"/>
            <a:ext cx="9525" cy="474535"/>
          </a:xfrm>
          <a:custGeom xmlns:a="http://schemas.openxmlformats.org/drawingml/2006/main">
            <a:pathLst>
              <a:path w="9525" h="474535">
                <a:moveTo>
                  <a:pt x="0" y="474535"/>
                </a:moveTo>
                <a:lnTo>
                  <a:pt x="0" y="0"/>
                </a:lnTo>
              </a:path>
            </a:pathLst>
          </a:custGeom>
          <a:noFill xmlns:a="http://schemas.openxmlformats.org/drawingml/2006/main"/>
          <a:ln xmlns:a="http://schemas.openxmlformats.org/drawingml/2006/main" w="20003">
            <a:solidFill>
              <a:srgbClr val="1572C3"/>
            </a:solidFill>
          </a:ln>
        </p:spPr>
      </p:sp>
      <p:sp>
        <p:nvSpPr>
          <p:cNvPr id="93" name="circuit-1040">
            <a:extLst xmlns:a="http://schemas.openxmlformats.org/drawingml/2006/main">
              <a:ext uri="{FF2B5EF4-FFF2-40B4-BE49-F238E27FC236}">
                <a16:creationId xmlns:a16="http://schemas.microsoft.com/office/drawing/2014/main" id="{D6B199E4-07E8-4B5E-B503-BE7001A4319A}"/>
              </a:ext>
            </a:extLst>
          </p:cNvPr>
          <p:cNvSpPr>
            <a:spLocks xmlns:a="http://schemas.openxmlformats.org/drawingml/2006/main" noGrp="1"/>
          </p:cNvSpPr>
          <p:nvPr/>
        </p:nvSpPr>
        <p:spPr>
          <a:xfrm xmlns:a="http://schemas.openxmlformats.org/drawingml/2006/main">
            <a:off x="1619126" y="2819019"/>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94" name="wire-1041">
            <a:extLst xmlns:a="http://schemas.openxmlformats.org/drawingml/2006/main">
              <a:ext uri="{FF2B5EF4-FFF2-40B4-BE49-F238E27FC236}">
                <a16:creationId xmlns:a16="http://schemas.microsoft.com/office/drawing/2014/main" id="{34F17D0F-25CC-40CD-9F71-8E3A868CA161}"/>
              </a:ext>
            </a:extLst>
          </p:cNvPr>
          <p:cNvSpPr>
            <a:spLocks xmlns:a="http://schemas.openxmlformats.org/drawingml/2006/main" noGrp="1"/>
          </p:cNvSpPr>
          <p:nvPr/>
        </p:nvSpPr>
        <p:spPr>
          <a:xfrm xmlns:a="http://schemas.openxmlformats.org/drawingml/2006/main">
            <a:off x="8517065" y="3293554"/>
            <a:ext cx="9525" cy="98489"/>
          </a:xfrm>
          <a:custGeom xmlns:a="http://schemas.openxmlformats.org/drawingml/2006/main">
            <a:pathLst>
              <a:path w="9525" h="98489">
                <a:moveTo>
                  <a:pt x="0" y="0"/>
                </a:moveTo>
                <a:lnTo>
                  <a:pt x="0" y="98489"/>
                </a:lnTo>
              </a:path>
            </a:pathLst>
          </a:custGeom>
          <a:noFill xmlns:a="http://schemas.openxmlformats.org/drawingml/2006/main"/>
          <a:ln xmlns:a="http://schemas.openxmlformats.org/drawingml/2006/main" w="20003">
            <a:solidFill>
              <a:srgbClr val="1572C3"/>
            </a:solidFill>
          </a:ln>
        </p:spPr>
      </p:sp>
      <p:sp>
        <p:nvSpPr>
          <p:cNvPr id="95" name="circuit-1042">
            <a:extLst xmlns:a="http://schemas.openxmlformats.org/drawingml/2006/main">
              <a:ext uri="{FF2B5EF4-FFF2-40B4-BE49-F238E27FC236}">
                <a16:creationId xmlns:a16="http://schemas.microsoft.com/office/drawing/2014/main" id="{6FCB9152-80CD-43BB-A149-A17A25D0DAE9}"/>
              </a:ext>
            </a:extLst>
          </p:cNvPr>
          <p:cNvSpPr>
            <a:spLocks xmlns:a="http://schemas.openxmlformats.org/drawingml/2006/main" noGrp="1"/>
          </p:cNvSpPr>
          <p:nvPr/>
        </p:nvSpPr>
        <p:spPr>
          <a:xfrm xmlns:a="http://schemas.openxmlformats.org/drawingml/2006/main">
            <a:off x="8496462" y="3347275"/>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96" name="text-1043">
            <a:extLst xmlns:a="http://schemas.openxmlformats.org/drawingml/2006/main">
              <a:ext uri="{FF2B5EF4-FFF2-40B4-BE49-F238E27FC236}">
                <a16:creationId xmlns:a16="http://schemas.microsoft.com/office/drawing/2014/main" id="{07BDCF89-508B-4356-8703-0CC11C0C97B4}"/>
              </a:ext>
            </a:extLst>
          </p:cNvPr>
          <p:cNvSpPr>
            <a:spLocks xmlns:a="http://schemas.openxmlformats.org/drawingml/2006/main" noGrp="1"/>
          </p:cNvSpPr>
          <p:nvPr/>
        </p:nvSpPr>
        <p:spPr>
          <a:xfrm xmlns:a="http://schemas.openxmlformats.org/drawingml/2006/main">
            <a:off x="7555611" y="3427857"/>
            <a:ext cx="470916"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0">
                <a:solidFill>
                  <a:srgbClr val="1572C3"/>
                </a:solidFill>
                <a:latin typeface="Arial"/>
                <a:ea typeface="Arial"/>
                <a:cs typeface="Arial"/>
              </a:defRPr>
            </a:defPPr>
            <a:lvl1pPr algn="l">
              <a:defRPr sz="1050" b="0">
                <a:solidFill>
                  <a:srgbClr val="1572C3"/>
                </a:solidFill>
                <a:latin typeface="Arial"/>
                <a:ea typeface="Arial"/>
                <a:cs typeface="Arial"/>
              </a:defRPr>
            </a:lvl1pPr>
            <a:lvl2pPr algn="l">
              <a:defRPr sz="1050" b="0">
                <a:solidFill>
                  <a:srgbClr val="1572C3"/>
                </a:solidFill>
                <a:latin typeface="Arial"/>
                <a:ea typeface="Arial"/>
                <a:cs typeface="Arial"/>
              </a:defRPr>
            </a:lvl2pPr>
            <a:lvl3pPr algn="l">
              <a:defRPr sz="1050" b="0">
                <a:solidFill>
                  <a:srgbClr val="1572C3"/>
                </a:solidFill>
                <a:latin typeface="Arial"/>
                <a:ea typeface="Arial"/>
                <a:cs typeface="Arial"/>
              </a:defRPr>
            </a:lvl3pPr>
            <a:lvl4pPr algn="l">
              <a:defRPr sz="1050" b="0">
                <a:solidFill>
                  <a:srgbClr val="1572C3"/>
                </a:solidFill>
                <a:latin typeface="Arial"/>
                <a:ea typeface="Arial"/>
                <a:cs typeface="Arial"/>
              </a:defRPr>
            </a:lvl4pPr>
            <a:lvl5pPr algn="l">
              <a:defRPr sz="1050" b="0">
                <a:solidFill>
                  <a:srgbClr val="1572C3"/>
                </a:solidFill>
                <a:latin typeface="Arial"/>
                <a:ea typeface="Arial"/>
                <a:cs typeface="Arial"/>
              </a:defRPr>
            </a:lvl5pPr>
            <a:lvl6pPr algn="l">
              <a:defRPr sz="1050" b="0">
                <a:solidFill>
                  <a:srgbClr val="1572C3"/>
                </a:solidFill>
                <a:latin typeface="Arial"/>
                <a:ea typeface="Arial"/>
                <a:cs typeface="Arial"/>
              </a:defRPr>
            </a:lvl6pPr>
            <a:lvl7pPr algn="l">
              <a:defRPr sz="1050" b="0">
                <a:solidFill>
                  <a:srgbClr val="1572C3"/>
                </a:solidFill>
                <a:latin typeface="Arial"/>
                <a:ea typeface="Arial"/>
                <a:cs typeface="Arial"/>
              </a:defRPr>
            </a:lvl7pPr>
            <a:lvl8pPr algn="l">
              <a:defRPr sz="1050" b="0">
                <a:solidFill>
                  <a:srgbClr val="1572C3"/>
                </a:solidFill>
                <a:latin typeface="Arial"/>
                <a:ea typeface="Arial"/>
                <a:cs typeface="Arial"/>
              </a:defRPr>
            </a:lvl8pPr>
            <a:lvl9pPr algn="l">
              <a:defRPr sz="1050" b="0">
                <a:solidFill>
                  <a:srgbClr val="1572C3"/>
                </a:solidFill>
                <a:latin typeface="Arial"/>
                <a:ea typeface="Arial"/>
                <a:cs typeface="Arial"/>
              </a:defRPr>
            </a:lvl9pPr>
          </a:lstStyle>
          <a:p xmlns:a="http://schemas.openxmlformats.org/drawingml/2006/main">
            <a:pPr algn="l">
              <a:defRPr sz="1050" b="0">
                <a:solidFill>
                  <a:srgbClr val="1572C3"/>
                </a:solidFill>
                <a:latin typeface="Arial"/>
                <a:ea typeface="Arial"/>
                <a:cs typeface="Arial"/>
              </a:defRPr>
            </a:pPr>
            <a:r>
              <a:rPr sz="1050" b="0">
                <a:solidFill>
                  <a:srgbClr val="1572C3"/>
                </a:solidFill>
                <a:latin typeface="Arial"/>
                <a:ea typeface="Arial"/>
                <a:cs typeface="Arial"/>
              </a:rPr>
              <a:t>AHB</a:t>
            </a:r>
          </a:p>
        </p:txBody>
      </p:sp>
      <p:sp>
        <p:nvSpPr>
          <p:cNvPr id="97" name="block-1044">
            <a:extLst xmlns:a="http://schemas.openxmlformats.org/drawingml/2006/main">
              <a:ext uri="{FF2B5EF4-FFF2-40B4-BE49-F238E27FC236}">
                <a16:creationId xmlns:a16="http://schemas.microsoft.com/office/drawing/2014/main" id="{F6B60598-DADD-4D61-8440-84D2213F789A}"/>
              </a:ext>
            </a:extLst>
          </p:cNvPr>
          <p:cNvSpPr>
            <a:spLocks xmlns:a="http://schemas.openxmlformats.org/drawingml/2006/main" noGrp="1"/>
          </p:cNvSpPr>
          <p:nvPr/>
        </p:nvSpPr>
        <p:spPr>
          <a:xfrm xmlns:a="http://schemas.openxmlformats.org/drawingml/2006/main">
            <a:off x="992219" y="3651695"/>
            <a:ext cx="1334262"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8" name="block-1045">
            <a:extLst xmlns:a="http://schemas.openxmlformats.org/drawingml/2006/main">
              <a:ext uri="{FF2B5EF4-FFF2-40B4-BE49-F238E27FC236}">
                <a16:creationId xmlns:a16="http://schemas.microsoft.com/office/drawing/2014/main" id="{A42DAA38-6286-4C72-B575-02B161B8569B}"/>
              </a:ext>
            </a:extLst>
          </p:cNvPr>
          <p:cNvSpPr>
            <a:spLocks xmlns:a="http://schemas.openxmlformats.org/drawingml/2006/main" noGrp="1"/>
          </p:cNvSpPr>
          <p:nvPr/>
        </p:nvSpPr>
        <p:spPr>
          <a:xfrm xmlns:a="http://schemas.openxmlformats.org/drawingml/2006/main">
            <a:off x="2414778" y="3651695"/>
            <a:ext cx="3433763"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99" name="block-1046">
            <a:extLst xmlns:a="http://schemas.openxmlformats.org/drawingml/2006/main">
              <a:ext uri="{FF2B5EF4-FFF2-40B4-BE49-F238E27FC236}">
                <a16:creationId xmlns:a16="http://schemas.microsoft.com/office/drawing/2014/main" id="{06EE42F3-FBDB-423F-805F-2C6171C83242}"/>
              </a:ext>
            </a:extLst>
          </p:cNvPr>
          <p:cNvSpPr>
            <a:spLocks xmlns:a="http://schemas.openxmlformats.org/drawingml/2006/main" noGrp="1"/>
          </p:cNvSpPr>
          <p:nvPr/>
        </p:nvSpPr>
        <p:spPr>
          <a:xfrm xmlns:a="http://schemas.openxmlformats.org/drawingml/2006/main">
            <a:off x="6015323" y="3651695"/>
            <a:ext cx="2334959"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00" name="block-1047">
            <a:extLst xmlns:a="http://schemas.openxmlformats.org/drawingml/2006/main">
              <a:ext uri="{FF2B5EF4-FFF2-40B4-BE49-F238E27FC236}">
                <a16:creationId xmlns:a16="http://schemas.microsoft.com/office/drawing/2014/main" id="{1DEE0AC1-089A-4A3F-A4E6-3EE5487B50F6}"/>
              </a:ext>
            </a:extLst>
          </p:cNvPr>
          <p:cNvSpPr>
            <a:spLocks xmlns:a="http://schemas.openxmlformats.org/drawingml/2006/main" noGrp="1"/>
          </p:cNvSpPr>
          <p:nvPr/>
        </p:nvSpPr>
        <p:spPr>
          <a:xfrm xmlns:a="http://schemas.openxmlformats.org/drawingml/2006/main">
            <a:off x="8458200" y="3651695"/>
            <a:ext cx="627888" cy="2202561"/>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01" name="text-1048">
            <a:extLst xmlns:a="http://schemas.openxmlformats.org/drawingml/2006/main">
              <a:ext uri="{FF2B5EF4-FFF2-40B4-BE49-F238E27FC236}">
                <a16:creationId xmlns:a16="http://schemas.microsoft.com/office/drawing/2014/main" id="{7C8A12D6-EF4A-4744-8449-167E2E9ADD7F}"/>
              </a:ext>
            </a:extLst>
          </p:cNvPr>
          <p:cNvSpPr>
            <a:spLocks xmlns:a="http://schemas.openxmlformats.org/drawingml/2006/main" noGrp="1"/>
          </p:cNvSpPr>
          <p:nvPr/>
        </p:nvSpPr>
        <p:spPr>
          <a:xfrm xmlns:a="http://schemas.openxmlformats.org/drawingml/2006/main">
            <a:off x="1041273" y="3678555"/>
            <a:ext cx="882968"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ifu</a:t>
            </a:r>
          </a:p>
        </p:txBody>
      </p:sp>
      <p:sp>
        <p:nvSpPr>
          <p:cNvPr id="102" name="text-1049">
            <a:extLst xmlns:a="http://schemas.openxmlformats.org/drawingml/2006/main">
              <a:ext uri="{FF2B5EF4-FFF2-40B4-BE49-F238E27FC236}">
                <a16:creationId xmlns:a16="http://schemas.microsoft.com/office/drawing/2014/main" id="{557F46BB-96A1-4051-A0D3-EF57D9D2C5BD}"/>
              </a:ext>
            </a:extLst>
          </p:cNvPr>
          <p:cNvSpPr>
            <a:spLocks xmlns:a="http://schemas.openxmlformats.org/drawingml/2006/main" noGrp="1"/>
          </p:cNvSpPr>
          <p:nvPr/>
        </p:nvSpPr>
        <p:spPr>
          <a:xfrm xmlns:a="http://schemas.openxmlformats.org/drawingml/2006/main">
            <a:off x="2512886" y="3678555"/>
            <a:ext cx="932021"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ieu</a:t>
            </a:r>
          </a:p>
        </p:txBody>
      </p:sp>
      <p:sp>
        <p:nvSpPr>
          <p:cNvPr id="103" name="text-1050">
            <a:extLst xmlns:a="http://schemas.openxmlformats.org/drawingml/2006/main">
              <a:ext uri="{FF2B5EF4-FFF2-40B4-BE49-F238E27FC236}">
                <a16:creationId xmlns:a16="http://schemas.microsoft.com/office/drawing/2014/main" id="{59843251-3FF1-49E0-8F5F-4E9424949D75}"/>
              </a:ext>
            </a:extLst>
          </p:cNvPr>
          <p:cNvSpPr>
            <a:spLocks xmlns:a="http://schemas.openxmlformats.org/drawingml/2006/main" noGrp="1"/>
          </p:cNvSpPr>
          <p:nvPr/>
        </p:nvSpPr>
        <p:spPr>
          <a:xfrm xmlns:a="http://schemas.openxmlformats.org/drawingml/2006/main">
            <a:off x="6515672" y="3678555"/>
            <a:ext cx="882968"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1">
                <a:solidFill>
                  <a:srgbClr val="231F20"/>
                </a:solidFill>
                <a:latin typeface="Arial"/>
                <a:ea typeface="Arial"/>
                <a:cs typeface="Arial"/>
              </a:defRPr>
            </a:defPPr>
            <a:lvl1pPr algn="l">
              <a:defRPr sz="1350" b="1">
                <a:solidFill>
                  <a:srgbClr val="231F20"/>
                </a:solidFill>
                <a:latin typeface="Arial"/>
                <a:ea typeface="Arial"/>
                <a:cs typeface="Arial"/>
              </a:defRPr>
            </a:lvl1pPr>
            <a:lvl2pPr algn="l">
              <a:defRPr sz="1350" b="1">
                <a:solidFill>
                  <a:srgbClr val="231F20"/>
                </a:solidFill>
                <a:latin typeface="Arial"/>
                <a:ea typeface="Arial"/>
                <a:cs typeface="Arial"/>
              </a:defRPr>
            </a:lvl2pPr>
            <a:lvl3pPr algn="l">
              <a:defRPr sz="1350" b="1">
                <a:solidFill>
                  <a:srgbClr val="231F20"/>
                </a:solidFill>
                <a:latin typeface="Arial"/>
                <a:ea typeface="Arial"/>
                <a:cs typeface="Arial"/>
              </a:defRPr>
            </a:lvl3pPr>
            <a:lvl4pPr algn="l">
              <a:defRPr sz="1350" b="1">
                <a:solidFill>
                  <a:srgbClr val="231F20"/>
                </a:solidFill>
                <a:latin typeface="Arial"/>
                <a:ea typeface="Arial"/>
                <a:cs typeface="Arial"/>
              </a:defRPr>
            </a:lvl4pPr>
            <a:lvl5pPr algn="l">
              <a:defRPr sz="1350" b="1">
                <a:solidFill>
                  <a:srgbClr val="231F20"/>
                </a:solidFill>
                <a:latin typeface="Arial"/>
                <a:ea typeface="Arial"/>
                <a:cs typeface="Arial"/>
              </a:defRPr>
            </a:lvl5pPr>
            <a:lvl6pPr algn="l">
              <a:defRPr sz="1350" b="1">
                <a:solidFill>
                  <a:srgbClr val="231F20"/>
                </a:solidFill>
                <a:latin typeface="Arial"/>
                <a:ea typeface="Arial"/>
                <a:cs typeface="Arial"/>
              </a:defRPr>
            </a:lvl6pPr>
            <a:lvl7pPr algn="l">
              <a:defRPr sz="1350" b="1">
                <a:solidFill>
                  <a:srgbClr val="231F20"/>
                </a:solidFill>
                <a:latin typeface="Arial"/>
                <a:ea typeface="Arial"/>
                <a:cs typeface="Arial"/>
              </a:defRPr>
            </a:lvl7pPr>
            <a:lvl8pPr algn="l">
              <a:defRPr sz="1350" b="1">
                <a:solidFill>
                  <a:srgbClr val="231F20"/>
                </a:solidFill>
                <a:latin typeface="Arial"/>
                <a:ea typeface="Arial"/>
                <a:cs typeface="Arial"/>
              </a:defRPr>
            </a:lvl8pPr>
            <a:lvl9pPr algn="l">
              <a:defRPr sz="1350" b="1">
                <a:solidFill>
                  <a:srgbClr val="231F20"/>
                </a:solidFill>
                <a:latin typeface="Arial"/>
                <a:ea typeface="Arial"/>
                <a:cs typeface="Arial"/>
              </a:defRPr>
            </a:lvl9pPr>
          </a:lstStyle>
          <a:p xmlns:a="http://schemas.openxmlformats.org/drawingml/2006/main">
            <a:pPr algn="l">
              <a:defRPr sz="1350" b="1">
                <a:solidFill>
                  <a:srgbClr val="231F20"/>
                </a:solidFill>
                <a:latin typeface="Arial"/>
                <a:ea typeface="Arial"/>
                <a:cs typeface="Arial"/>
              </a:defRPr>
            </a:pPr>
            <a:r>
              <a:rPr sz="1350" b="1">
                <a:solidFill>
                  <a:srgbClr val="231F20"/>
                </a:solidFill>
                <a:latin typeface="Arial"/>
                <a:ea typeface="Arial"/>
                <a:cs typeface="Arial"/>
              </a:rPr>
              <a:t>lsu</a:t>
            </a:r>
          </a:p>
        </p:txBody>
      </p:sp>
      <p:sp>
        <p:nvSpPr>
          <p:cNvPr id="104" name="block-1051">
            <a:extLst xmlns:a="http://schemas.openxmlformats.org/drawingml/2006/main">
              <a:ext uri="{FF2B5EF4-FFF2-40B4-BE49-F238E27FC236}">
                <a16:creationId xmlns:a16="http://schemas.microsoft.com/office/drawing/2014/main" id="{8BA43621-5502-4480-8815-8CEEB5E97230}"/>
              </a:ext>
            </a:extLst>
          </p:cNvPr>
          <p:cNvSpPr>
            <a:spLocks xmlns:a="http://schemas.openxmlformats.org/drawingml/2006/main" noGrp="1"/>
          </p:cNvSpPr>
          <p:nvPr/>
        </p:nvSpPr>
        <p:spPr>
          <a:xfrm xmlns:a="http://schemas.openxmlformats.org/drawingml/2006/main">
            <a:off x="1365028" y="4439603"/>
            <a:ext cx="117729" cy="385000"/>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05" name="circuit-1052">
            <a:extLst xmlns:a="http://schemas.openxmlformats.org/drawingml/2006/main">
              <a:ext uri="{FF2B5EF4-FFF2-40B4-BE49-F238E27FC236}">
                <a16:creationId xmlns:a16="http://schemas.microsoft.com/office/drawing/2014/main" id="{0F090B3D-F675-427F-86C3-F234E7B49B12}"/>
              </a:ext>
            </a:extLst>
          </p:cNvPr>
          <p:cNvSpPr>
            <a:spLocks xmlns:a="http://schemas.openxmlformats.org/drawingml/2006/main" noGrp="1"/>
          </p:cNvSpPr>
          <p:nvPr/>
        </p:nvSpPr>
        <p:spPr>
          <a:xfrm xmlns:a="http://schemas.openxmlformats.org/drawingml/2006/main">
            <a:off x="1384649" y="4439603"/>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106" name="wire-1053">
            <a:extLst xmlns:a="http://schemas.openxmlformats.org/drawingml/2006/main">
              <a:ext uri="{FF2B5EF4-FFF2-40B4-BE49-F238E27FC236}">
                <a16:creationId xmlns:a16="http://schemas.microsoft.com/office/drawing/2014/main" id="{6D4189E5-2B27-441B-8F2E-E98ED88C5653}"/>
              </a:ext>
            </a:extLst>
          </p:cNvPr>
          <p:cNvSpPr>
            <a:spLocks xmlns:a="http://schemas.openxmlformats.org/drawingml/2006/main" noGrp="1"/>
          </p:cNvSpPr>
          <p:nvPr/>
        </p:nvSpPr>
        <p:spPr>
          <a:xfrm xmlns:a="http://schemas.openxmlformats.org/drawingml/2006/main">
            <a:off x="1423892" y="4385882"/>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107" name="text-1054">
            <a:extLst xmlns:a="http://schemas.openxmlformats.org/drawingml/2006/main">
              <a:ext uri="{FF2B5EF4-FFF2-40B4-BE49-F238E27FC236}">
                <a16:creationId xmlns:a16="http://schemas.microsoft.com/office/drawing/2014/main" id="{95F51A41-19FD-4DF5-A4CB-AEC55FED4177}"/>
              </a:ext>
            </a:extLst>
          </p:cNvPr>
          <p:cNvSpPr>
            <a:spLocks xmlns:a="http://schemas.openxmlformats.org/drawingml/2006/main" noGrp="1"/>
          </p:cNvSpPr>
          <p:nvPr/>
        </p:nvSpPr>
        <p:spPr>
          <a:xfrm xmlns:a="http://schemas.openxmlformats.org/drawingml/2006/main">
            <a:off x="1227677" y="4242626"/>
            <a:ext cx="461105" cy="196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231F20"/>
                </a:solidFill>
                <a:latin typeface="Arial"/>
                <a:ea typeface="Arial"/>
                <a:cs typeface="Arial"/>
              </a:defRPr>
            </a:defPPr>
            <a:lvl1pPr algn="l">
              <a:defRPr sz="1275" b="1">
                <a:solidFill>
                  <a:srgbClr val="231F20"/>
                </a:solidFill>
                <a:latin typeface="Arial"/>
                <a:ea typeface="Arial"/>
                <a:cs typeface="Arial"/>
              </a:defRPr>
            </a:lvl1pPr>
            <a:lvl2pPr algn="l">
              <a:defRPr sz="1275" b="1">
                <a:solidFill>
                  <a:srgbClr val="231F20"/>
                </a:solidFill>
                <a:latin typeface="Arial"/>
                <a:ea typeface="Arial"/>
                <a:cs typeface="Arial"/>
              </a:defRPr>
            </a:lvl2pPr>
            <a:lvl3pPr algn="l">
              <a:defRPr sz="1275" b="1">
                <a:solidFill>
                  <a:srgbClr val="231F20"/>
                </a:solidFill>
                <a:latin typeface="Arial"/>
                <a:ea typeface="Arial"/>
                <a:cs typeface="Arial"/>
              </a:defRPr>
            </a:lvl3pPr>
            <a:lvl4pPr algn="l">
              <a:defRPr sz="1275" b="1">
                <a:solidFill>
                  <a:srgbClr val="231F20"/>
                </a:solidFill>
                <a:latin typeface="Arial"/>
                <a:ea typeface="Arial"/>
                <a:cs typeface="Arial"/>
              </a:defRPr>
            </a:lvl4pPr>
            <a:lvl5pPr algn="l">
              <a:defRPr sz="1275" b="1">
                <a:solidFill>
                  <a:srgbClr val="231F20"/>
                </a:solidFill>
                <a:latin typeface="Arial"/>
                <a:ea typeface="Arial"/>
                <a:cs typeface="Arial"/>
              </a:defRPr>
            </a:lvl5pPr>
            <a:lvl6pPr algn="l">
              <a:defRPr sz="1275" b="1">
                <a:solidFill>
                  <a:srgbClr val="231F20"/>
                </a:solidFill>
                <a:latin typeface="Arial"/>
                <a:ea typeface="Arial"/>
                <a:cs typeface="Arial"/>
              </a:defRPr>
            </a:lvl6pPr>
            <a:lvl7pPr algn="l">
              <a:defRPr sz="1275" b="1">
                <a:solidFill>
                  <a:srgbClr val="231F20"/>
                </a:solidFill>
                <a:latin typeface="Arial"/>
                <a:ea typeface="Arial"/>
                <a:cs typeface="Arial"/>
              </a:defRPr>
            </a:lvl7pPr>
            <a:lvl8pPr algn="l">
              <a:defRPr sz="1275" b="1">
                <a:solidFill>
                  <a:srgbClr val="231F20"/>
                </a:solidFill>
                <a:latin typeface="Arial"/>
                <a:ea typeface="Arial"/>
                <a:cs typeface="Arial"/>
              </a:defRPr>
            </a:lvl8pPr>
            <a:lvl9pPr algn="l">
              <a:defRPr sz="1275" b="1">
                <a:solidFill>
                  <a:srgbClr val="231F20"/>
                </a:solidFill>
                <a:latin typeface="Arial"/>
                <a:ea typeface="Arial"/>
                <a:cs typeface="Arial"/>
              </a:defRPr>
            </a:lvl9pPr>
          </a:lstStyle>
          <a:p xmlns:a="http://schemas.openxmlformats.org/drawingml/2006/main">
            <a:pPr algn="l">
              <a:defRPr sz="1275" b="1">
                <a:solidFill>
                  <a:srgbClr val="231F20"/>
                </a:solidFill>
                <a:latin typeface="Arial"/>
                <a:ea typeface="Arial"/>
                <a:cs typeface="Arial"/>
              </a:defRPr>
            </a:pPr>
            <a:r>
              <a:rPr sz="1275" b="1">
                <a:solidFill>
                  <a:srgbClr val="231F20"/>
                </a:solidFill>
                <a:latin typeface="Arial"/>
                <a:ea typeface="Arial"/>
                <a:cs typeface="Arial"/>
              </a:rPr>
              <a:t>PC</a:t>
            </a:r>
          </a:p>
        </p:txBody>
      </p:sp>
      <p:sp>
        <p:nvSpPr>
          <p:cNvPr id="108" name="block-1055">
            <a:extLst xmlns:a="http://schemas.openxmlformats.org/drawingml/2006/main">
              <a:ext uri="{FF2B5EF4-FFF2-40B4-BE49-F238E27FC236}">
                <a16:creationId xmlns:a16="http://schemas.microsoft.com/office/drawing/2014/main" id="{774BA2B9-AFDC-4F23-8188-B8B03C8B0AE2}"/>
              </a:ext>
            </a:extLst>
          </p:cNvPr>
          <p:cNvSpPr>
            <a:spLocks xmlns:a="http://schemas.openxmlformats.org/drawingml/2006/main" noGrp="1"/>
          </p:cNvSpPr>
          <p:nvPr/>
        </p:nvSpPr>
        <p:spPr>
          <a:xfrm xmlns:a="http://schemas.openxmlformats.org/drawingml/2006/main">
            <a:off x="1708404" y="4108323"/>
            <a:ext cx="539591" cy="259651"/>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09" name="text-1056">
            <a:extLst xmlns:a="http://schemas.openxmlformats.org/drawingml/2006/main">
              <a:ext uri="{FF2B5EF4-FFF2-40B4-BE49-F238E27FC236}">
                <a16:creationId xmlns:a16="http://schemas.microsoft.com/office/drawing/2014/main" id="{ABCB4276-340E-484B-9DAE-E2AD93528B03}"/>
              </a:ext>
            </a:extLst>
          </p:cNvPr>
          <p:cNvSpPr>
            <a:spLocks xmlns:a="http://schemas.openxmlformats.org/drawingml/2006/main" noGrp="1"/>
          </p:cNvSpPr>
          <p:nvPr/>
        </p:nvSpPr>
        <p:spPr>
          <a:xfrm xmlns:a="http://schemas.openxmlformats.org/drawingml/2006/main">
            <a:off x="1737836" y="4117277"/>
            <a:ext cx="480727"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MMU</a:t>
            </a:r>
          </a:p>
        </p:txBody>
      </p:sp>
      <p:sp>
        <p:nvSpPr>
          <p:cNvPr id="110" name="block-1057">
            <a:extLst xmlns:a="http://schemas.openxmlformats.org/drawingml/2006/main">
              <a:ext uri="{FF2B5EF4-FFF2-40B4-BE49-F238E27FC236}">
                <a16:creationId xmlns:a16="http://schemas.microsoft.com/office/drawing/2014/main" id="{14C2B69A-AC8D-45A1-A420-851FD5D8BF5D}"/>
              </a:ext>
            </a:extLst>
          </p:cNvPr>
          <p:cNvSpPr>
            <a:spLocks xmlns:a="http://schemas.openxmlformats.org/drawingml/2006/main" noGrp="1"/>
          </p:cNvSpPr>
          <p:nvPr/>
        </p:nvSpPr>
        <p:spPr>
          <a:xfrm xmlns:a="http://schemas.openxmlformats.org/drawingml/2006/main">
            <a:off x="1698593" y="4529138"/>
            <a:ext cx="559213" cy="358140"/>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11" name="text-1058">
            <a:extLst xmlns:a="http://schemas.openxmlformats.org/drawingml/2006/main">
              <a:ext uri="{FF2B5EF4-FFF2-40B4-BE49-F238E27FC236}">
                <a16:creationId xmlns:a16="http://schemas.microsoft.com/office/drawing/2014/main" id="{2668DDFE-7314-46FD-88FE-B7FBB9B4279C}"/>
              </a:ext>
            </a:extLst>
          </p:cNvPr>
          <p:cNvSpPr>
            <a:spLocks xmlns:a="http://schemas.openxmlformats.org/drawingml/2006/main" noGrp="1"/>
          </p:cNvSpPr>
          <p:nvPr/>
        </p:nvSpPr>
        <p:spPr>
          <a:xfrm xmlns:a="http://schemas.openxmlformats.org/drawingml/2006/main">
            <a:off x="1728026" y="4538091"/>
            <a:ext cx="500348" cy="3402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I-cache</a:t>
            </a:r>
          </a:p>
        </p:txBody>
      </p:sp>
      <p:sp>
        <p:nvSpPr>
          <p:cNvPr id="112" name="block-1059">
            <a:extLst xmlns:a="http://schemas.openxmlformats.org/drawingml/2006/main">
              <a:ext uri="{FF2B5EF4-FFF2-40B4-BE49-F238E27FC236}">
                <a16:creationId xmlns:a16="http://schemas.microsoft.com/office/drawing/2014/main" id="{7EA029FB-2412-4684-98FB-F1994D8185FF}"/>
              </a:ext>
            </a:extLst>
          </p:cNvPr>
          <p:cNvSpPr>
            <a:spLocks xmlns:a="http://schemas.openxmlformats.org/drawingml/2006/main" noGrp="1"/>
          </p:cNvSpPr>
          <p:nvPr/>
        </p:nvSpPr>
        <p:spPr>
          <a:xfrm xmlns:a="http://schemas.openxmlformats.org/drawingml/2006/main">
            <a:off x="1708404" y="5155883"/>
            <a:ext cx="529781" cy="24174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13" name="text-1060">
            <a:extLst xmlns:a="http://schemas.openxmlformats.org/drawingml/2006/main">
              <a:ext uri="{FF2B5EF4-FFF2-40B4-BE49-F238E27FC236}">
                <a16:creationId xmlns:a16="http://schemas.microsoft.com/office/drawing/2014/main" id="{47E26233-3BAC-4A69-9F04-702B0DFB8583}"/>
              </a:ext>
            </a:extLst>
          </p:cNvPr>
          <p:cNvSpPr>
            <a:spLocks xmlns:a="http://schemas.openxmlformats.org/drawingml/2006/main" noGrp="1"/>
          </p:cNvSpPr>
          <p:nvPr/>
        </p:nvSpPr>
        <p:spPr>
          <a:xfrm xmlns:a="http://schemas.openxmlformats.org/drawingml/2006/main">
            <a:off x="1737836" y="5164836"/>
            <a:ext cx="470916"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bus I/F</a:t>
            </a:r>
          </a:p>
        </p:txBody>
      </p:sp>
      <p:sp>
        <p:nvSpPr>
          <p:cNvPr id="114" name="wire-1061">
            <a:extLst xmlns:a="http://schemas.openxmlformats.org/drawingml/2006/main">
              <a:ext uri="{FF2B5EF4-FFF2-40B4-BE49-F238E27FC236}">
                <a16:creationId xmlns:a16="http://schemas.microsoft.com/office/drawing/2014/main" id="{A124354F-A737-4483-8976-5ABFDFABB2A8}"/>
              </a:ext>
            </a:extLst>
          </p:cNvPr>
          <p:cNvSpPr>
            <a:spLocks xmlns:a="http://schemas.openxmlformats.org/drawingml/2006/main" noGrp="1"/>
          </p:cNvSpPr>
          <p:nvPr/>
        </p:nvSpPr>
        <p:spPr>
          <a:xfrm xmlns:a="http://schemas.openxmlformats.org/drawingml/2006/main">
            <a:off x="1482757" y="4627626"/>
            <a:ext cx="107918" cy="9525"/>
          </a:xfrm>
          <a:custGeom xmlns:a="http://schemas.openxmlformats.org/drawingml/2006/main">
            <a:pathLst>
              <a:path w="107918" h="9525">
                <a:moveTo>
                  <a:pt x="0" y="0"/>
                </a:moveTo>
                <a:lnTo>
                  <a:pt x="107918" y="0"/>
                </a:lnTo>
              </a:path>
            </a:pathLst>
          </a:custGeom>
          <a:noFill xmlns:a="http://schemas.openxmlformats.org/drawingml/2006/main"/>
          <a:ln xmlns:a="http://schemas.openxmlformats.org/drawingml/2006/main" w="17145">
            <a:solidFill>
              <a:srgbClr val="231F20"/>
            </a:solidFill>
          </a:ln>
        </p:spPr>
      </p:sp>
      <p:sp>
        <p:nvSpPr>
          <p:cNvPr id="115" name="wire-1062">
            <a:extLst xmlns:a="http://schemas.openxmlformats.org/drawingml/2006/main">
              <a:ext uri="{FF2B5EF4-FFF2-40B4-BE49-F238E27FC236}">
                <a16:creationId xmlns:a16="http://schemas.microsoft.com/office/drawing/2014/main" id="{A21ED464-6A60-4BAE-9F6A-1A5D38EAE819}"/>
              </a:ext>
            </a:extLst>
          </p:cNvPr>
          <p:cNvSpPr>
            <a:spLocks xmlns:a="http://schemas.openxmlformats.org/drawingml/2006/main" noGrp="1"/>
          </p:cNvSpPr>
          <p:nvPr/>
        </p:nvSpPr>
        <p:spPr>
          <a:xfrm xmlns:a="http://schemas.openxmlformats.org/drawingml/2006/main">
            <a:off x="1590675" y="4242626"/>
            <a:ext cx="9525" cy="385001"/>
          </a:xfrm>
          <a:custGeom xmlns:a="http://schemas.openxmlformats.org/drawingml/2006/main">
            <a:pathLst>
              <a:path w="9525" h="385001">
                <a:moveTo>
                  <a:pt x="0" y="385001"/>
                </a:moveTo>
                <a:lnTo>
                  <a:pt x="0" y="0"/>
                </a:lnTo>
              </a:path>
            </a:pathLst>
          </a:custGeom>
          <a:noFill xmlns:a="http://schemas.openxmlformats.org/drawingml/2006/main"/>
          <a:ln xmlns:a="http://schemas.openxmlformats.org/drawingml/2006/main" w="17145">
            <a:solidFill>
              <a:srgbClr val="231F20"/>
            </a:solidFill>
          </a:ln>
        </p:spPr>
      </p:sp>
      <p:sp>
        <p:nvSpPr>
          <p:cNvPr id="116" name="wire-1063">
            <a:extLst xmlns:a="http://schemas.openxmlformats.org/drawingml/2006/main">
              <a:ext uri="{FF2B5EF4-FFF2-40B4-BE49-F238E27FC236}">
                <a16:creationId xmlns:a16="http://schemas.microsoft.com/office/drawing/2014/main" id="{94E7F9A1-6F83-4F26-A6B1-685097C5BD2D}"/>
              </a:ext>
            </a:extLst>
          </p:cNvPr>
          <p:cNvSpPr>
            <a:spLocks xmlns:a="http://schemas.openxmlformats.org/drawingml/2006/main" noGrp="1"/>
          </p:cNvSpPr>
          <p:nvPr/>
        </p:nvSpPr>
        <p:spPr>
          <a:xfrm xmlns:a="http://schemas.openxmlformats.org/drawingml/2006/main">
            <a:off x="1590675" y="4242626"/>
            <a:ext cx="117729" cy="9525"/>
          </a:xfrm>
          <a:custGeom xmlns:a="http://schemas.openxmlformats.org/drawingml/2006/main">
            <a:pathLst>
              <a:path w="117729" h="9525">
                <a:moveTo>
                  <a:pt x="0" y="0"/>
                </a:moveTo>
                <a:lnTo>
                  <a:pt x="117729" y="0"/>
                </a:lnTo>
              </a:path>
            </a:pathLst>
          </a:custGeom>
          <a:noFill xmlns:a="http://schemas.openxmlformats.org/drawingml/2006/main"/>
          <a:ln xmlns:a="http://schemas.openxmlformats.org/drawingml/2006/main" w="17145">
            <a:solidFill>
              <a:srgbClr val="231F20"/>
            </a:solidFill>
          </a:ln>
        </p:spPr>
      </p:sp>
      <p:sp>
        <p:nvSpPr>
          <p:cNvPr id="117" name="circuit-1064">
            <a:extLst xmlns:a="http://schemas.openxmlformats.org/drawingml/2006/main">
              <a:ext uri="{FF2B5EF4-FFF2-40B4-BE49-F238E27FC236}">
                <a16:creationId xmlns:a16="http://schemas.microsoft.com/office/drawing/2014/main" id="{8FCAC887-49FC-4071-B3E2-0D760021E49A}"/>
              </a:ext>
            </a:extLst>
          </p:cNvPr>
          <p:cNvSpPr>
            <a:spLocks xmlns:a="http://schemas.openxmlformats.org/drawingml/2006/main" noGrp="1"/>
          </p:cNvSpPr>
          <p:nvPr/>
        </p:nvSpPr>
        <p:spPr>
          <a:xfrm xmlns:a="http://schemas.openxmlformats.org/drawingml/2006/main">
            <a:off x="1659350" y="4223823"/>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18" name="wire-1065">
            <a:extLst xmlns:a="http://schemas.openxmlformats.org/drawingml/2006/main">
              <a:ext uri="{FF2B5EF4-FFF2-40B4-BE49-F238E27FC236}">
                <a16:creationId xmlns:a16="http://schemas.microsoft.com/office/drawing/2014/main" id="{0D60A48B-112B-48BC-B274-9FA394705116}"/>
              </a:ext>
            </a:extLst>
          </p:cNvPr>
          <p:cNvSpPr>
            <a:spLocks xmlns:a="http://schemas.openxmlformats.org/drawingml/2006/main" noGrp="1"/>
          </p:cNvSpPr>
          <p:nvPr/>
        </p:nvSpPr>
        <p:spPr>
          <a:xfrm xmlns:a="http://schemas.openxmlformats.org/drawingml/2006/main">
            <a:off x="1973294" y="4367975"/>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17145">
            <a:solidFill>
              <a:srgbClr val="231F20"/>
            </a:solidFill>
          </a:ln>
        </p:spPr>
      </p:sp>
      <p:sp>
        <p:nvSpPr>
          <p:cNvPr id="119" name="circuit-1066">
            <a:extLst xmlns:a="http://schemas.openxmlformats.org/drawingml/2006/main">
              <a:ext uri="{FF2B5EF4-FFF2-40B4-BE49-F238E27FC236}">
                <a16:creationId xmlns:a16="http://schemas.microsoft.com/office/drawing/2014/main" id="{F3888605-71C4-4354-A128-A8435729DDE8}"/>
              </a:ext>
            </a:extLst>
          </p:cNvPr>
          <p:cNvSpPr>
            <a:spLocks xmlns:a="http://schemas.openxmlformats.org/drawingml/2006/main" noGrp="1"/>
          </p:cNvSpPr>
          <p:nvPr/>
        </p:nvSpPr>
        <p:spPr>
          <a:xfrm xmlns:a="http://schemas.openxmlformats.org/drawingml/2006/main">
            <a:off x="1952692" y="4484370"/>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20" name="wire-1067">
            <a:extLst xmlns:a="http://schemas.openxmlformats.org/drawingml/2006/main">
              <a:ext uri="{FF2B5EF4-FFF2-40B4-BE49-F238E27FC236}">
                <a16:creationId xmlns:a16="http://schemas.microsoft.com/office/drawing/2014/main" id="{A7375854-7F5F-4B1C-A847-F65208CF0A38}"/>
              </a:ext>
            </a:extLst>
          </p:cNvPr>
          <p:cNvSpPr>
            <a:spLocks xmlns:a="http://schemas.openxmlformats.org/drawingml/2006/main" noGrp="1"/>
          </p:cNvSpPr>
          <p:nvPr/>
        </p:nvSpPr>
        <p:spPr>
          <a:xfrm xmlns:a="http://schemas.openxmlformats.org/drawingml/2006/main">
            <a:off x="1973294" y="4887277"/>
            <a:ext cx="9525" cy="268605"/>
          </a:xfrm>
          <a:custGeom xmlns:a="http://schemas.openxmlformats.org/drawingml/2006/main">
            <a:pathLst>
              <a:path w="9525" h="268605">
                <a:moveTo>
                  <a:pt x="0" y="0"/>
                </a:moveTo>
                <a:lnTo>
                  <a:pt x="0" y="268605"/>
                </a:lnTo>
              </a:path>
            </a:pathLst>
          </a:custGeom>
          <a:noFill xmlns:a="http://schemas.openxmlformats.org/drawingml/2006/main"/>
          <a:ln xmlns:a="http://schemas.openxmlformats.org/drawingml/2006/main" w="15240">
            <a:solidFill>
              <a:srgbClr val="231F20"/>
            </a:solidFill>
          </a:ln>
        </p:spPr>
      </p:sp>
      <p:sp>
        <p:nvSpPr>
          <p:cNvPr id="121" name="circuit-1068">
            <a:extLst xmlns:a="http://schemas.openxmlformats.org/drawingml/2006/main">
              <a:ext uri="{FF2B5EF4-FFF2-40B4-BE49-F238E27FC236}">
                <a16:creationId xmlns:a16="http://schemas.microsoft.com/office/drawing/2014/main" id="{A642D2EB-A0F4-47C9-B6E3-3306D7EA40C1}"/>
              </a:ext>
            </a:extLst>
          </p:cNvPr>
          <p:cNvSpPr>
            <a:spLocks xmlns:a="http://schemas.openxmlformats.org/drawingml/2006/main" noGrp="1"/>
          </p:cNvSpPr>
          <p:nvPr/>
        </p:nvSpPr>
        <p:spPr>
          <a:xfrm xmlns:a="http://schemas.openxmlformats.org/drawingml/2006/main">
            <a:off x="1952692" y="5111115"/>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22" name="wire-1069">
            <a:extLst xmlns:a="http://schemas.openxmlformats.org/drawingml/2006/main">
              <a:ext uri="{FF2B5EF4-FFF2-40B4-BE49-F238E27FC236}">
                <a16:creationId xmlns:a16="http://schemas.microsoft.com/office/drawing/2014/main" id="{4580ED27-4A8F-4FF4-8EBE-617DB43CB566}"/>
              </a:ext>
            </a:extLst>
          </p:cNvPr>
          <p:cNvSpPr>
            <a:spLocks xmlns:a="http://schemas.openxmlformats.org/drawingml/2006/main" noGrp="1"/>
          </p:cNvSpPr>
          <p:nvPr/>
        </p:nvSpPr>
        <p:spPr>
          <a:xfrm xmlns:a="http://schemas.openxmlformats.org/drawingml/2006/main">
            <a:off x="1973294" y="4887277"/>
            <a:ext cx="9525" cy="268605"/>
          </a:xfrm>
          <a:custGeom xmlns:a="http://schemas.openxmlformats.org/drawingml/2006/main">
            <a:pathLst>
              <a:path w="9525" h="268605">
                <a:moveTo>
                  <a:pt x="0" y="268605"/>
                </a:moveTo>
                <a:lnTo>
                  <a:pt x="0" y="0"/>
                </a:lnTo>
              </a:path>
            </a:pathLst>
          </a:custGeom>
          <a:noFill xmlns:a="http://schemas.openxmlformats.org/drawingml/2006/main"/>
          <a:ln xmlns:a="http://schemas.openxmlformats.org/drawingml/2006/main" w="15240">
            <a:solidFill>
              <a:srgbClr val="231F20"/>
            </a:solidFill>
          </a:ln>
        </p:spPr>
      </p:sp>
      <p:sp>
        <p:nvSpPr>
          <p:cNvPr id="123" name="circuit-1070">
            <a:extLst xmlns:a="http://schemas.openxmlformats.org/drawingml/2006/main">
              <a:ext uri="{FF2B5EF4-FFF2-40B4-BE49-F238E27FC236}">
                <a16:creationId xmlns:a16="http://schemas.microsoft.com/office/drawing/2014/main" id="{DCBA21CA-AC2A-4531-8F30-2D1F89837184}"/>
              </a:ext>
            </a:extLst>
          </p:cNvPr>
          <p:cNvSpPr>
            <a:spLocks xmlns:a="http://schemas.openxmlformats.org/drawingml/2006/main" noGrp="1"/>
          </p:cNvSpPr>
          <p:nvPr/>
        </p:nvSpPr>
        <p:spPr>
          <a:xfrm xmlns:a="http://schemas.openxmlformats.org/drawingml/2006/main">
            <a:off x="1952692" y="4887277"/>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231F20"/>
          </a:solidFill>
          <a:ln xmlns:a="http://schemas.openxmlformats.org/drawingml/2006/main" w="4763">
            <a:solidFill>
              <a:srgbClr val="231F20"/>
            </a:solidFill>
          </a:ln>
        </p:spPr>
      </p:sp>
      <p:sp>
        <p:nvSpPr>
          <p:cNvPr id="124" name="wire-1071">
            <a:extLst xmlns:a="http://schemas.openxmlformats.org/drawingml/2006/main">
              <a:ext uri="{FF2B5EF4-FFF2-40B4-BE49-F238E27FC236}">
                <a16:creationId xmlns:a16="http://schemas.microsoft.com/office/drawing/2014/main" id="{47AFA2D7-3C5D-463F-997A-506C91FDE6CB}"/>
              </a:ext>
            </a:extLst>
          </p:cNvPr>
          <p:cNvSpPr>
            <a:spLocks xmlns:a="http://schemas.openxmlformats.org/drawingml/2006/main" noGrp="1"/>
          </p:cNvSpPr>
          <p:nvPr/>
        </p:nvSpPr>
        <p:spPr>
          <a:xfrm xmlns:a="http://schemas.openxmlformats.org/drawingml/2006/main">
            <a:off x="2238185" y="5272278"/>
            <a:ext cx="49054" cy="9525"/>
          </a:xfrm>
          <a:custGeom xmlns:a="http://schemas.openxmlformats.org/drawingml/2006/main">
            <a:pathLst>
              <a:path w="49054" h="9525">
                <a:moveTo>
                  <a:pt x="0" y="0"/>
                </a:moveTo>
                <a:lnTo>
                  <a:pt x="49054" y="0"/>
                </a:lnTo>
              </a:path>
            </a:pathLst>
          </a:custGeom>
          <a:noFill xmlns:a="http://schemas.openxmlformats.org/drawingml/2006/main"/>
          <a:ln xmlns:a="http://schemas.openxmlformats.org/drawingml/2006/main" w="12383">
            <a:solidFill>
              <a:srgbClr val="231F20"/>
            </a:solidFill>
          </a:ln>
        </p:spPr>
      </p:sp>
      <p:sp>
        <p:nvSpPr>
          <p:cNvPr id="125" name="wire-1072">
            <a:extLst xmlns:a="http://schemas.openxmlformats.org/drawingml/2006/main">
              <a:ext uri="{FF2B5EF4-FFF2-40B4-BE49-F238E27FC236}">
                <a16:creationId xmlns:a16="http://schemas.microsoft.com/office/drawing/2014/main" id="{8DD4A768-48C0-42D7-A502-5EABB3157D64}"/>
              </a:ext>
            </a:extLst>
          </p:cNvPr>
          <p:cNvSpPr>
            <a:spLocks xmlns:a="http://schemas.openxmlformats.org/drawingml/2006/main" noGrp="1"/>
          </p:cNvSpPr>
          <p:nvPr/>
        </p:nvSpPr>
        <p:spPr>
          <a:xfrm xmlns:a="http://schemas.openxmlformats.org/drawingml/2006/main">
            <a:off x="2287238" y="3580067"/>
            <a:ext cx="9525" cy="1692211"/>
          </a:xfrm>
          <a:custGeom xmlns:a="http://schemas.openxmlformats.org/drawingml/2006/main">
            <a:pathLst>
              <a:path w="9525" h="1692211">
                <a:moveTo>
                  <a:pt x="0" y="1692211"/>
                </a:moveTo>
                <a:lnTo>
                  <a:pt x="0" y="0"/>
                </a:lnTo>
              </a:path>
            </a:pathLst>
          </a:custGeom>
          <a:noFill xmlns:a="http://schemas.openxmlformats.org/drawingml/2006/main"/>
          <a:ln xmlns:a="http://schemas.openxmlformats.org/drawingml/2006/main" w="12383">
            <a:solidFill>
              <a:srgbClr val="231F20"/>
            </a:solidFill>
          </a:ln>
        </p:spPr>
      </p:sp>
      <p:sp>
        <p:nvSpPr>
          <p:cNvPr id="126" name="wire-1073">
            <a:extLst xmlns:a="http://schemas.openxmlformats.org/drawingml/2006/main">
              <a:ext uri="{FF2B5EF4-FFF2-40B4-BE49-F238E27FC236}">
                <a16:creationId xmlns:a16="http://schemas.microsoft.com/office/drawing/2014/main" id="{4FEC1770-7BBC-4186-95C8-8664DF47491D}"/>
              </a:ext>
            </a:extLst>
          </p:cNvPr>
          <p:cNvSpPr>
            <a:spLocks xmlns:a="http://schemas.openxmlformats.org/drawingml/2006/main" noGrp="1"/>
          </p:cNvSpPr>
          <p:nvPr/>
        </p:nvSpPr>
        <p:spPr>
          <a:xfrm xmlns:a="http://schemas.openxmlformats.org/drawingml/2006/main">
            <a:off x="2287238" y="3580067"/>
            <a:ext cx="5847207" cy="9525"/>
          </a:xfrm>
          <a:custGeom xmlns:a="http://schemas.openxmlformats.org/drawingml/2006/main">
            <a:pathLst>
              <a:path w="5847207" h="9525">
                <a:moveTo>
                  <a:pt x="0" y="0"/>
                </a:moveTo>
                <a:lnTo>
                  <a:pt x="5847207" y="0"/>
                </a:lnTo>
              </a:path>
            </a:pathLst>
          </a:custGeom>
          <a:noFill xmlns:a="http://schemas.openxmlformats.org/drawingml/2006/main"/>
          <a:ln xmlns:a="http://schemas.openxmlformats.org/drawingml/2006/main" w="12383">
            <a:solidFill>
              <a:srgbClr val="231F20"/>
            </a:solidFill>
          </a:ln>
        </p:spPr>
      </p:sp>
      <p:sp>
        <p:nvSpPr>
          <p:cNvPr id="127" name="circuit-1074">
            <a:extLst xmlns:a="http://schemas.openxmlformats.org/drawingml/2006/main">
              <a:ext uri="{FF2B5EF4-FFF2-40B4-BE49-F238E27FC236}">
                <a16:creationId xmlns:a16="http://schemas.microsoft.com/office/drawing/2014/main" id="{ED22EF64-9FD6-4218-9771-7F5C8F7F3290}"/>
              </a:ext>
            </a:extLst>
          </p:cNvPr>
          <p:cNvSpPr>
            <a:spLocks xmlns:a="http://schemas.openxmlformats.org/drawingml/2006/main" noGrp="1"/>
          </p:cNvSpPr>
          <p:nvPr/>
        </p:nvSpPr>
        <p:spPr>
          <a:xfrm xmlns:a="http://schemas.openxmlformats.org/drawingml/2006/main">
            <a:off x="8085392" y="356126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28" name="wire-1075">
            <a:extLst xmlns:a="http://schemas.openxmlformats.org/drawingml/2006/main">
              <a:ext uri="{FF2B5EF4-FFF2-40B4-BE49-F238E27FC236}">
                <a16:creationId xmlns:a16="http://schemas.microsoft.com/office/drawing/2014/main" id="{3994A299-6E0E-4FD6-8B31-C5C810B32032}"/>
              </a:ext>
            </a:extLst>
          </p:cNvPr>
          <p:cNvSpPr>
            <a:spLocks xmlns:a="http://schemas.openxmlformats.org/drawingml/2006/main" noGrp="1"/>
          </p:cNvSpPr>
          <p:nvPr/>
        </p:nvSpPr>
        <p:spPr>
          <a:xfrm xmlns:a="http://schemas.openxmlformats.org/drawingml/2006/main">
            <a:off x="2238185" y="5272278"/>
            <a:ext cx="49054" cy="9525"/>
          </a:xfrm>
          <a:custGeom xmlns:a="http://schemas.openxmlformats.org/drawingml/2006/main">
            <a:pathLst>
              <a:path w="49054" h="9525">
                <a:moveTo>
                  <a:pt x="49054" y="0"/>
                </a:moveTo>
                <a:lnTo>
                  <a:pt x="0" y="0"/>
                </a:lnTo>
              </a:path>
            </a:pathLst>
          </a:custGeom>
          <a:noFill xmlns:a="http://schemas.openxmlformats.org/drawingml/2006/main"/>
          <a:ln xmlns:a="http://schemas.openxmlformats.org/drawingml/2006/main" w="12383">
            <a:solidFill>
              <a:srgbClr val="231F20"/>
            </a:solidFill>
          </a:ln>
        </p:spPr>
      </p:sp>
      <p:sp>
        <p:nvSpPr>
          <p:cNvPr id="129" name="circuit-1076">
            <a:extLst xmlns:a="http://schemas.openxmlformats.org/drawingml/2006/main">
              <a:ext uri="{FF2B5EF4-FFF2-40B4-BE49-F238E27FC236}">
                <a16:creationId xmlns:a16="http://schemas.microsoft.com/office/drawing/2014/main" id="{1A8471B6-C131-4413-B2D1-DC9C5D2F2483}"/>
              </a:ext>
            </a:extLst>
          </p:cNvPr>
          <p:cNvSpPr>
            <a:spLocks xmlns:a="http://schemas.openxmlformats.org/drawingml/2006/main" noGrp="1"/>
          </p:cNvSpPr>
          <p:nvPr/>
        </p:nvSpPr>
        <p:spPr>
          <a:xfrm xmlns:a="http://schemas.openxmlformats.org/drawingml/2006/main">
            <a:off x="2238185" y="5253476"/>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231F20"/>
          </a:solidFill>
          <a:ln xmlns:a="http://schemas.openxmlformats.org/drawingml/2006/main" w="4763">
            <a:solidFill>
              <a:srgbClr val="231F20"/>
            </a:solidFill>
          </a:ln>
        </p:spPr>
      </p:sp>
      <p:sp>
        <p:nvSpPr>
          <p:cNvPr id="130" name="block-1077">
            <a:extLst xmlns:a="http://schemas.openxmlformats.org/drawingml/2006/main">
              <a:ext uri="{FF2B5EF4-FFF2-40B4-BE49-F238E27FC236}">
                <a16:creationId xmlns:a16="http://schemas.microsoft.com/office/drawing/2014/main" id="{EC96BAAE-E92E-42BC-BF8B-3E131BA94DB7}"/>
              </a:ext>
            </a:extLst>
          </p:cNvPr>
          <p:cNvSpPr>
            <a:spLocks xmlns:a="http://schemas.openxmlformats.org/drawingml/2006/main" noGrp="1"/>
          </p:cNvSpPr>
          <p:nvPr/>
        </p:nvSpPr>
        <p:spPr>
          <a:xfrm xmlns:a="http://schemas.openxmlformats.org/drawingml/2006/main">
            <a:off x="1080516" y="3929253"/>
            <a:ext cx="529781" cy="24174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31" name="text-1078">
            <a:extLst xmlns:a="http://schemas.openxmlformats.org/drawingml/2006/main">
              <a:ext uri="{FF2B5EF4-FFF2-40B4-BE49-F238E27FC236}">
                <a16:creationId xmlns:a16="http://schemas.microsoft.com/office/drawing/2014/main" id="{4E7C06BF-A956-4E35-BCC0-1FA970299007}"/>
              </a:ext>
            </a:extLst>
          </p:cNvPr>
          <p:cNvSpPr>
            <a:spLocks xmlns:a="http://schemas.openxmlformats.org/drawingml/2006/main" noGrp="1"/>
          </p:cNvSpPr>
          <p:nvPr/>
        </p:nvSpPr>
        <p:spPr>
          <a:xfrm xmlns:a="http://schemas.openxmlformats.org/drawingml/2006/main">
            <a:off x="1109948" y="3938207"/>
            <a:ext cx="470916"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231F20"/>
                </a:solidFill>
                <a:latin typeface="Arial"/>
                <a:ea typeface="Arial"/>
                <a:cs typeface="Arial"/>
              </a:defRPr>
            </a:defPPr>
            <a:lvl1pPr algn="ctr">
              <a:defRPr sz="1050" b="1">
                <a:solidFill>
                  <a:srgbClr val="231F20"/>
                </a:solidFill>
                <a:latin typeface="Arial"/>
                <a:ea typeface="Arial"/>
                <a:cs typeface="Arial"/>
              </a:defRPr>
            </a:lvl1pPr>
            <a:lvl2pPr algn="ctr">
              <a:defRPr sz="1050" b="1">
                <a:solidFill>
                  <a:srgbClr val="231F20"/>
                </a:solidFill>
                <a:latin typeface="Arial"/>
                <a:ea typeface="Arial"/>
                <a:cs typeface="Arial"/>
              </a:defRPr>
            </a:lvl2pPr>
            <a:lvl3pPr algn="ctr">
              <a:defRPr sz="1050" b="1">
                <a:solidFill>
                  <a:srgbClr val="231F20"/>
                </a:solidFill>
                <a:latin typeface="Arial"/>
                <a:ea typeface="Arial"/>
                <a:cs typeface="Arial"/>
              </a:defRPr>
            </a:lvl3pPr>
            <a:lvl4pPr algn="ctr">
              <a:defRPr sz="1050" b="1">
                <a:solidFill>
                  <a:srgbClr val="231F20"/>
                </a:solidFill>
                <a:latin typeface="Arial"/>
                <a:ea typeface="Arial"/>
                <a:cs typeface="Arial"/>
              </a:defRPr>
            </a:lvl4pPr>
            <a:lvl5pPr algn="ctr">
              <a:defRPr sz="1050" b="1">
                <a:solidFill>
                  <a:srgbClr val="231F20"/>
                </a:solidFill>
                <a:latin typeface="Arial"/>
                <a:ea typeface="Arial"/>
                <a:cs typeface="Arial"/>
              </a:defRPr>
            </a:lvl5pPr>
            <a:lvl6pPr algn="ctr">
              <a:defRPr sz="1050" b="1">
                <a:solidFill>
                  <a:srgbClr val="231F20"/>
                </a:solidFill>
                <a:latin typeface="Arial"/>
                <a:ea typeface="Arial"/>
                <a:cs typeface="Arial"/>
              </a:defRPr>
            </a:lvl6pPr>
            <a:lvl7pPr algn="ctr">
              <a:defRPr sz="1050" b="1">
                <a:solidFill>
                  <a:srgbClr val="231F20"/>
                </a:solidFill>
                <a:latin typeface="Arial"/>
                <a:ea typeface="Arial"/>
                <a:cs typeface="Arial"/>
              </a:defRPr>
            </a:lvl7pPr>
            <a:lvl8pPr algn="ctr">
              <a:defRPr sz="1050" b="1">
                <a:solidFill>
                  <a:srgbClr val="231F20"/>
                </a:solidFill>
                <a:latin typeface="Arial"/>
                <a:ea typeface="Arial"/>
                <a:cs typeface="Arial"/>
              </a:defRPr>
            </a:lvl8pPr>
            <a:lvl9pPr algn="ctr">
              <a:defRPr sz="1050" b="1">
                <a:solidFill>
                  <a:srgbClr val="231F20"/>
                </a:solidFill>
                <a:latin typeface="Arial"/>
                <a:ea typeface="Arial"/>
                <a:cs typeface="Arial"/>
              </a:defRPr>
            </a:lvl9pPr>
          </a:lstStyle>
          <a:p xmlns:a="http://schemas.openxmlformats.org/drawingml/2006/main">
            <a:pPr algn="ctr">
              <a:defRPr sz="1050" b="1">
                <a:solidFill>
                  <a:srgbClr val="231F20"/>
                </a:solidFill>
                <a:latin typeface="Arial"/>
                <a:ea typeface="Arial"/>
                <a:cs typeface="Arial"/>
              </a:defRPr>
            </a:pPr>
            <a:r>
              <a:rPr sz="1050" b="1">
                <a:solidFill>
                  <a:srgbClr val="231F20"/>
                </a:solidFill>
                <a:latin typeface="Arial"/>
                <a:ea typeface="Arial"/>
                <a:cs typeface="Arial"/>
              </a:rPr>
              <a:t>+2 / +4</a:t>
            </a:r>
          </a:p>
        </p:txBody>
      </p:sp>
      <p:sp>
        <p:nvSpPr>
          <p:cNvPr id="132" name="wire-1079">
            <a:extLst xmlns:a="http://schemas.openxmlformats.org/drawingml/2006/main">
              <a:ext uri="{FF2B5EF4-FFF2-40B4-BE49-F238E27FC236}">
                <a16:creationId xmlns:a16="http://schemas.microsoft.com/office/drawing/2014/main" id="{D57A0EE4-FCD6-46E9-B6D8-42838B4AF1C5}"/>
              </a:ext>
            </a:extLst>
          </p:cNvPr>
          <p:cNvSpPr>
            <a:spLocks xmlns:a="http://schemas.openxmlformats.org/drawingml/2006/main" noGrp="1"/>
          </p:cNvSpPr>
          <p:nvPr/>
        </p:nvSpPr>
        <p:spPr>
          <a:xfrm xmlns:a="http://schemas.openxmlformats.org/drawingml/2006/main">
            <a:off x="1482757" y="4627626"/>
            <a:ext cx="68675" cy="9525"/>
          </a:xfrm>
          <a:custGeom xmlns:a="http://schemas.openxmlformats.org/drawingml/2006/main">
            <a:pathLst>
              <a:path w="68675" h="9525">
                <a:moveTo>
                  <a:pt x="0" y="0"/>
                </a:moveTo>
                <a:lnTo>
                  <a:pt x="68675" y="0"/>
                </a:lnTo>
              </a:path>
            </a:pathLst>
          </a:custGeom>
          <a:noFill xmlns:a="http://schemas.openxmlformats.org/drawingml/2006/main"/>
          <a:ln xmlns:a="http://schemas.openxmlformats.org/drawingml/2006/main" w="11430">
            <a:solidFill>
              <a:srgbClr val="231F20"/>
            </a:solidFill>
          </a:ln>
        </p:spPr>
      </p:sp>
      <p:sp>
        <p:nvSpPr>
          <p:cNvPr id="133" name="wire-1080">
            <a:extLst xmlns:a="http://schemas.openxmlformats.org/drawingml/2006/main">
              <a:ext uri="{FF2B5EF4-FFF2-40B4-BE49-F238E27FC236}">
                <a16:creationId xmlns:a16="http://schemas.microsoft.com/office/drawing/2014/main" id="{77951974-2F76-4461-B43C-7DED861B08D4}"/>
              </a:ext>
            </a:extLst>
          </p:cNvPr>
          <p:cNvSpPr>
            <a:spLocks xmlns:a="http://schemas.openxmlformats.org/drawingml/2006/main" noGrp="1"/>
          </p:cNvSpPr>
          <p:nvPr/>
        </p:nvSpPr>
        <p:spPr>
          <a:xfrm xmlns:a="http://schemas.openxmlformats.org/drawingml/2006/main">
            <a:off x="1551432" y="4215765"/>
            <a:ext cx="9525" cy="411861"/>
          </a:xfrm>
          <a:custGeom xmlns:a="http://schemas.openxmlformats.org/drawingml/2006/main">
            <a:pathLst>
              <a:path w="9525" h="411861">
                <a:moveTo>
                  <a:pt x="0" y="411861"/>
                </a:moveTo>
                <a:lnTo>
                  <a:pt x="0" y="0"/>
                </a:lnTo>
              </a:path>
            </a:pathLst>
          </a:custGeom>
          <a:noFill xmlns:a="http://schemas.openxmlformats.org/drawingml/2006/main"/>
          <a:ln xmlns:a="http://schemas.openxmlformats.org/drawingml/2006/main" w="11430">
            <a:solidFill>
              <a:srgbClr val="231F20"/>
            </a:solidFill>
          </a:ln>
        </p:spPr>
      </p:sp>
      <p:sp>
        <p:nvSpPr>
          <p:cNvPr id="134" name="wire-1081">
            <a:extLst xmlns:a="http://schemas.openxmlformats.org/drawingml/2006/main">
              <a:ext uri="{FF2B5EF4-FFF2-40B4-BE49-F238E27FC236}">
                <a16:creationId xmlns:a16="http://schemas.microsoft.com/office/drawing/2014/main" id="{B9AA07B2-6946-49BC-8C10-16387EC94973}"/>
              </a:ext>
            </a:extLst>
          </p:cNvPr>
          <p:cNvSpPr>
            <a:spLocks xmlns:a="http://schemas.openxmlformats.org/drawingml/2006/main" noGrp="1"/>
          </p:cNvSpPr>
          <p:nvPr/>
        </p:nvSpPr>
        <p:spPr>
          <a:xfrm xmlns:a="http://schemas.openxmlformats.org/drawingml/2006/main">
            <a:off x="1345406" y="4215765"/>
            <a:ext cx="206026" cy="9525"/>
          </a:xfrm>
          <a:custGeom xmlns:a="http://schemas.openxmlformats.org/drawingml/2006/main">
            <a:pathLst>
              <a:path w="206026" h="9525">
                <a:moveTo>
                  <a:pt x="206026" y="0"/>
                </a:moveTo>
                <a:lnTo>
                  <a:pt x="0" y="0"/>
                </a:lnTo>
              </a:path>
            </a:pathLst>
          </a:custGeom>
          <a:noFill xmlns:a="http://schemas.openxmlformats.org/drawingml/2006/main"/>
          <a:ln xmlns:a="http://schemas.openxmlformats.org/drawingml/2006/main" w="11430">
            <a:solidFill>
              <a:srgbClr val="231F20"/>
            </a:solidFill>
          </a:ln>
        </p:spPr>
      </p:sp>
      <p:sp>
        <p:nvSpPr>
          <p:cNvPr id="135" name="wire-1082">
            <a:extLst xmlns:a="http://schemas.openxmlformats.org/drawingml/2006/main">
              <a:ext uri="{FF2B5EF4-FFF2-40B4-BE49-F238E27FC236}">
                <a16:creationId xmlns:a16="http://schemas.microsoft.com/office/drawing/2014/main" id="{9BBEAB3A-C957-4B01-8EBD-42C21309EFF1}"/>
              </a:ext>
            </a:extLst>
          </p:cNvPr>
          <p:cNvSpPr>
            <a:spLocks xmlns:a="http://schemas.openxmlformats.org/drawingml/2006/main" noGrp="1"/>
          </p:cNvSpPr>
          <p:nvPr/>
        </p:nvSpPr>
        <p:spPr>
          <a:xfrm xmlns:a="http://schemas.openxmlformats.org/drawingml/2006/main">
            <a:off x="1345406" y="4170998"/>
            <a:ext cx="9525" cy="44767"/>
          </a:xfrm>
          <a:custGeom xmlns:a="http://schemas.openxmlformats.org/drawingml/2006/main">
            <a:pathLst>
              <a:path w="9525" h="44767">
                <a:moveTo>
                  <a:pt x="0" y="44767"/>
                </a:moveTo>
                <a:lnTo>
                  <a:pt x="0" y="0"/>
                </a:lnTo>
              </a:path>
            </a:pathLst>
          </a:custGeom>
          <a:noFill xmlns:a="http://schemas.openxmlformats.org/drawingml/2006/main"/>
          <a:ln xmlns:a="http://schemas.openxmlformats.org/drawingml/2006/main" w="11430">
            <a:solidFill>
              <a:srgbClr val="231F20"/>
            </a:solidFill>
          </a:ln>
        </p:spPr>
      </p:sp>
      <p:sp>
        <p:nvSpPr>
          <p:cNvPr id="136" name="circuit-1083">
            <a:extLst xmlns:a="http://schemas.openxmlformats.org/drawingml/2006/main">
              <a:ext uri="{FF2B5EF4-FFF2-40B4-BE49-F238E27FC236}">
                <a16:creationId xmlns:a16="http://schemas.microsoft.com/office/drawing/2014/main" id="{20A62B99-7793-4A59-86F7-23D6C88E12E8}"/>
              </a:ext>
            </a:extLst>
          </p:cNvPr>
          <p:cNvSpPr>
            <a:spLocks xmlns:a="http://schemas.openxmlformats.org/drawingml/2006/main" noGrp="1"/>
          </p:cNvSpPr>
          <p:nvPr/>
        </p:nvSpPr>
        <p:spPr>
          <a:xfrm xmlns:a="http://schemas.openxmlformats.org/drawingml/2006/main">
            <a:off x="1324804" y="4170998"/>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137" name="circuit-1084">
            <a:extLst xmlns:a="http://schemas.openxmlformats.org/drawingml/2006/main">
              <a:ext uri="{FF2B5EF4-FFF2-40B4-BE49-F238E27FC236}">
                <a16:creationId xmlns:a16="http://schemas.microsoft.com/office/drawing/2014/main" id="{180B72DC-FBA7-47F4-B304-65BEE80BD0E2}"/>
              </a:ext>
            </a:extLst>
          </p:cNvPr>
          <p:cNvSpPr>
            <a:spLocks xmlns:a="http://schemas.openxmlformats.org/drawingml/2006/main" noGrp="1"/>
          </p:cNvSpPr>
          <p:nvPr/>
        </p:nvSpPr>
        <p:spPr>
          <a:xfrm xmlns:a="http://schemas.openxmlformats.org/drawingml/2006/main">
            <a:off x="1051084" y="4439603"/>
            <a:ext cx="166783" cy="385001"/>
          </a:xfrm>
          <a:custGeom xmlns:a="http://schemas.openxmlformats.org/drawingml/2006/main">
            <a:pathLst>
              <a:path w="166783" h="385001">
                <a:moveTo>
                  <a:pt x="0" y="0"/>
                </a:moveTo>
                <a:lnTo>
                  <a:pt x="166783" y="53721"/>
                </a:lnTo>
                <a:lnTo>
                  <a:pt x="166783" y="331280"/>
                </a:lnTo>
                <a:lnTo>
                  <a:pt x="0" y="385001"/>
                </a:lnTo>
                <a:close/>
              </a:path>
            </a:pathLst>
          </a:custGeom>
          <a:solidFill xmlns:a="http://schemas.openxmlformats.org/drawingml/2006/main">
            <a:srgbClr val="FFFFFF"/>
          </a:solidFill>
          <a:ln xmlns:a="http://schemas.openxmlformats.org/drawingml/2006/main" w="14288">
            <a:solidFill>
              <a:srgbClr val="231F20"/>
            </a:solidFill>
          </a:ln>
        </p:spPr>
      </p:sp>
      <p:sp>
        <p:nvSpPr>
          <p:cNvPr id="138" name="text-1085">
            <a:extLst xmlns:a="http://schemas.openxmlformats.org/drawingml/2006/main">
              <a:ext uri="{FF2B5EF4-FFF2-40B4-BE49-F238E27FC236}">
                <a16:creationId xmlns:a16="http://schemas.microsoft.com/office/drawing/2014/main" id="{95571F97-4EE9-4EF3-AEDB-3156DBA55A6E}"/>
              </a:ext>
            </a:extLst>
          </p:cNvPr>
          <p:cNvSpPr>
            <a:spLocks xmlns:a="http://schemas.openxmlformats.org/drawingml/2006/main" noGrp="1"/>
          </p:cNvSpPr>
          <p:nvPr/>
        </p:nvSpPr>
        <p:spPr>
          <a:xfrm xmlns:a="http://schemas.openxmlformats.org/drawingml/2006/main">
            <a:off x="1060895" y="4466463"/>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139" name="text-1086">
            <a:extLst xmlns:a="http://schemas.openxmlformats.org/drawingml/2006/main">
              <a:ext uri="{FF2B5EF4-FFF2-40B4-BE49-F238E27FC236}">
                <a16:creationId xmlns:a16="http://schemas.microsoft.com/office/drawing/2014/main" id="{986BFCB6-511E-4C5E-8F2C-889C811B055E}"/>
              </a:ext>
            </a:extLst>
          </p:cNvPr>
          <p:cNvSpPr>
            <a:spLocks xmlns:a="http://schemas.openxmlformats.org/drawingml/2006/main" noGrp="1"/>
          </p:cNvSpPr>
          <p:nvPr/>
        </p:nvSpPr>
        <p:spPr>
          <a:xfrm xmlns:a="http://schemas.openxmlformats.org/drawingml/2006/main">
            <a:off x="1060895" y="4663440"/>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140" name="wire-1087">
            <a:extLst xmlns:a="http://schemas.openxmlformats.org/drawingml/2006/main">
              <a:ext uri="{FF2B5EF4-FFF2-40B4-BE49-F238E27FC236}">
                <a16:creationId xmlns:a16="http://schemas.microsoft.com/office/drawing/2014/main" id="{31798FDD-1F6D-44A6-AE07-EA38675A582D}"/>
              </a:ext>
            </a:extLst>
          </p:cNvPr>
          <p:cNvSpPr>
            <a:spLocks xmlns:a="http://schemas.openxmlformats.org/drawingml/2006/main" noGrp="1"/>
          </p:cNvSpPr>
          <p:nvPr/>
        </p:nvSpPr>
        <p:spPr>
          <a:xfrm xmlns:a="http://schemas.openxmlformats.org/drawingml/2006/main">
            <a:off x="962787" y="4054602"/>
            <a:ext cx="117729" cy="9525"/>
          </a:xfrm>
          <a:custGeom xmlns:a="http://schemas.openxmlformats.org/drawingml/2006/main">
            <a:pathLst>
              <a:path w="117729" h="9525">
                <a:moveTo>
                  <a:pt x="117729" y="0"/>
                </a:moveTo>
                <a:lnTo>
                  <a:pt x="0" y="0"/>
                </a:lnTo>
              </a:path>
            </a:pathLst>
          </a:custGeom>
          <a:noFill xmlns:a="http://schemas.openxmlformats.org/drawingml/2006/main"/>
          <a:ln xmlns:a="http://schemas.openxmlformats.org/drawingml/2006/main" w="12383">
            <a:solidFill>
              <a:srgbClr val="231F20"/>
            </a:solidFill>
          </a:ln>
        </p:spPr>
      </p:sp>
      <p:sp>
        <p:nvSpPr>
          <p:cNvPr id="141" name="wire-1088">
            <a:extLst xmlns:a="http://schemas.openxmlformats.org/drawingml/2006/main">
              <a:ext uri="{FF2B5EF4-FFF2-40B4-BE49-F238E27FC236}">
                <a16:creationId xmlns:a16="http://schemas.microsoft.com/office/drawing/2014/main" id="{2F35C97A-9E1F-4502-AFE9-B0D1D5FFF74B}"/>
              </a:ext>
            </a:extLst>
          </p:cNvPr>
          <p:cNvSpPr>
            <a:spLocks xmlns:a="http://schemas.openxmlformats.org/drawingml/2006/main" noGrp="1"/>
          </p:cNvSpPr>
          <p:nvPr/>
        </p:nvSpPr>
        <p:spPr>
          <a:xfrm xmlns:a="http://schemas.openxmlformats.org/drawingml/2006/main">
            <a:off x="962787" y="4054602"/>
            <a:ext cx="9525" cy="483489"/>
          </a:xfrm>
          <a:custGeom xmlns:a="http://schemas.openxmlformats.org/drawingml/2006/main">
            <a:pathLst>
              <a:path w="9525" h="483489">
                <a:moveTo>
                  <a:pt x="0" y="0"/>
                </a:moveTo>
                <a:lnTo>
                  <a:pt x="0" y="483489"/>
                </a:lnTo>
              </a:path>
            </a:pathLst>
          </a:custGeom>
          <a:noFill xmlns:a="http://schemas.openxmlformats.org/drawingml/2006/main"/>
          <a:ln xmlns:a="http://schemas.openxmlformats.org/drawingml/2006/main" w="12383">
            <a:solidFill>
              <a:srgbClr val="231F20"/>
            </a:solidFill>
          </a:ln>
        </p:spPr>
      </p:sp>
      <p:sp>
        <p:nvSpPr>
          <p:cNvPr id="142" name="wire-1089">
            <a:extLst xmlns:a="http://schemas.openxmlformats.org/drawingml/2006/main">
              <a:ext uri="{FF2B5EF4-FFF2-40B4-BE49-F238E27FC236}">
                <a16:creationId xmlns:a16="http://schemas.microsoft.com/office/drawing/2014/main" id="{09205086-9BA7-4845-AFD0-304494F75EF6}"/>
              </a:ext>
            </a:extLst>
          </p:cNvPr>
          <p:cNvSpPr>
            <a:spLocks xmlns:a="http://schemas.openxmlformats.org/drawingml/2006/main" noGrp="1"/>
          </p:cNvSpPr>
          <p:nvPr/>
        </p:nvSpPr>
        <p:spPr>
          <a:xfrm xmlns:a="http://schemas.openxmlformats.org/drawingml/2006/main">
            <a:off x="962787" y="4538091"/>
            <a:ext cx="88297" cy="9525"/>
          </a:xfrm>
          <a:custGeom xmlns:a="http://schemas.openxmlformats.org/drawingml/2006/main">
            <a:pathLst>
              <a:path w="88297" h="9525">
                <a:moveTo>
                  <a:pt x="0" y="0"/>
                </a:moveTo>
                <a:lnTo>
                  <a:pt x="88297" y="0"/>
                </a:lnTo>
              </a:path>
            </a:pathLst>
          </a:custGeom>
          <a:noFill xmlns:a="http://schemas.openxmlformats.org/drawingml/2006/main"/>
          <a:ln xmlns:a="http://schemas.openxmlformats.org/drawingml/2006/main" w="12383">
            <a:solidFill>
              <a:srgbClr val="231F20"/>
            </a:solidFill>
          </a:ln>
        </p:spPr>
      </p:sp>
      <p:sp>
        <p:nvSpPr>
          <p:cNvPr id="143" name="circuit-1090">
            <a:extLst xmlns:a="http://schemas.openxmlformats.org/drawingml/2006/main">
              <a:ext uri="{FF2B5EF4-FFF2-40B4-BE49-F238E27FC236}">
                <a16:creationId xmlns:a16="http://schemas.microsoft.com/office/drawing/2014/main" id="{272CA420-A54A-488D-B910-FC4341749AED}"/>
              </a:ext>
            </a:extLst>
          </p:cNvPr>
          <p:cNvSpPr>
            <a:spLocks xmlns:a="http://schemas.openxmlformats.org/drawingml/2006/main" noGrp="1"/>
          </p:cNvSpPr>
          <p:nvPr/>
        </p:nvSpPr>
        <p:spPr>
          <a:xfrm xmlns:a="http://schemas.openxmlformats.org/drawingml/2006/main">
            <a:off x="1002030" y="4519289"/>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44" name="wire-1091">
            <a:extLst xmlns:a="http://schemas.openxmlformats.org/drawingml/2006/main">
              <a:ext uri="{FF2B5EF4-FFF2-40B4-BE49-F238E27FC236}">
                <a16:creationId xmlns:a16="http://schemas.microsoft.com/office/drawing/2014/main" id="{BF73F6C3-B500-40D3-B587-1CC1BBCC7D8E}"/>
              </a:ext>
            </a:extLst>
          </p:cNvPr>
          <p:cNvSpPr>
            <a:spLocks xmlns:a="http://schemas.openxmlformats.org/drawingml/2006/main" noGrp="1"/>
          </p:cNvSpPr>
          <p:nvPr/>
        </p:nvSpPr>
        <p:spPr>
          <a:xfrm xmlns:a="http://schemas.openxmlformats.org/drawingml/2006/main">
            <a:off x="1217867" y="4627626"/>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12383">
            <a:solidFill>
              <a:srgbClr val="231F20"/>
            </a:solidFill>
          </a:ln>
        </p:spPr>
      </p:sp>
      <p:sp>
        <p:nvSpPr>
          <p:cNvPr id="145" name="circuit-1092">
            <a:extLst xmlns:a="http://schemas.openxmlformats.org/drawingml/2006/main">
              <a:ext uri="{FF2B5EF4-FFF2-40B4-BE49-F238E27FC236}">
                <a16:creationId xmlns:a16="http://schemas.microsoft.com/office/drawing/2014/main" id="{C23909BE-12C0-4DB1-B51F-A4E741391EE3}"/>
              </a:ext>
            </a:extLst>
          </p:cNvPr>
          <p:cNvSpPr>
            <a:spLocks xmlns:a="http://schemas.openxmlformats.org/drawingml/2006/main" noGrp="1"/>
          </p:cNvSpPr>
          <p:nvPr/>
        </p:nvSpPr>
        <p:spPr>
          <a:xfrm xmlns:a="http://schemas.openxmlformats.org/drawingml/2006/main">
            <a:off x="1315974" y="460882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46" name="text-1093">
            <a:extLst xmlns:a="http://schemas.openxmlformats.org/drawingml/2006/main">
              <a:ext uri="{FF2B5EF4-FFF2-40B4-BE49-F238E27FC236}">
                <a16:creationId xmlns:a16="http://schemas.microsoft.com/office/drawing/2014/main" id="{6280B17E-5E53-4451-8DEC-58E870BB3902}"/>
              </a:ext>
            </a:extLst>
          </p:cNvPr>
          <p:cNvSpPr>
            <a:spLocks xmlns:a="http://schemas.openxmlformats.org/drawingml/2006/main" noGrp="1"/>
          </p:cNvSpPr>
          <p:nvPr/>
        </p:nvSpPr>
        <p:spPr>
          <a:xfrm xmlns:a="http://schemas.openxmlformats.org/drawingml/2006/main">
            <a:off x="1002030" y="4887277"/>
            <a:ext cx="676942"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Next PC</a:t>
            </a:r>
          </a:p>
        </p:txBody>
      </p:sp>
      <p:sp>
        <p:nvSpPr>
          <p:cNvPr id="147" name="wire-1094">
            <a:extLst xmlns:a="http://schemas.openxmlformats.org/drawingml/2006/main">
              <a:ext uri="{FF2B5EF4-FFF2-40B4-BE49-F238E27FC236}">
                <a16:creationId xmlns:a16="http://schemas.microsoft.com/office/drawing/2014/main" id="{E891D0BB-15E6-4891-8EAE-B2AF2F883327}"/>
              </a:ext>
            </a:extLst>
          </p:cNvPr>
          <p:cNvSpPr>
            <a:spLocks xmlns:a="http://schemas.openxmlformats.org/drawingml/2006/main" noGrp="1"/>
          </p:cNvSpPr>
          <p:nvPr/>
        </p:nvSpPr>
        <p:spPr>
          <a:xfrm xmlns:a="http://schemas.openxmlformats.org/drawingml/2006/main">
            <a:off x="5809298" y="3866579"/>
            <a:ext cx="9525" cy="429768"/>
          </a:xfrm>
          <a:custGeom xmlns:a="http://schemas.openxmlformats.org/drawingml/2006/main">
            <a:pathLst>
              <a:path w="9525" h="429768">
                <a:moveTo>
                  <a:pt x="0" y="429768"/>
                </a:moveTo>
                <a:lnTo>
                  <a:pt x="0" y="0"/>
                </a:lnTo>
              </a:path>
            </a:pathLst>
          </a:custGeom>
          <a:noFill xmlns:a="http://schemas.openxmlformats.org/drawingml/2006/main"/>
          <a:ln xmlns:a="http://schemas.openxmlformats.org/drawingml/2006/main" w="9525">
            <a:solidFill>
              <a:srgbClr val="231F20"/>
            </a:solidFill>
          </a:ln>
        </p:spPr>
      </p:sp>
      <p:sp>
        <p:nvSpPr>
          <p:cNvPr id="148" name="wire-1095">
            <a:extLst xmlns:a="http://schemas.openxmlformats.org/drawingml/2006/main">
              <a:ext uri="{FF2B5EF4-FFF2-40B4-BE49-F238E27FC236}">
                <a16:creationId xmlns:a16="http://schemas.microsoft.com/office/drawing/2014/main" id="{AF8DDFE4-F030-4C19-B7B1-43F3A197011C}"/>
              </a:ext>
            </a:extLst>
          </p:cNvPr>
          <p:cNvSpPr>
            <a:spLocks xmlns:a="http://schemas.openxmlformats.org/drawingml/2006/main" noGrp="1"/>
          </p:cNvSpPr>
          <p:nvPr/>
        </p:nvSpPr>
        <p:spPr>
          <a:xfrm xmlns:a="http://schemas.openxmlformats.org/drawingml/2006/main">
            <a:off x="903923" y="3866579"/>
            <a:ext cx="4905375" cy="9525"/>
          </a:xfrm>
          <a:custGeom xmlns:a="http://schemas.openxmlformats.org/drawingml/2006/main">
            <a:pathLst>
              <a:path w="4905375" h="9525">
                <a:moveTo>
                  <a:pt x="4905375" y="0"/>
                </a:moveTo>
                <a:lnTo>
                  <a:pt x="0" y="0"/>
                </a:lnTo>
              </a:path>
            </a:pathLst>
          </a:custGeom>
          <a:noFill xmlns:a="http://schemas.openxmlformats.org/drawingml/2006/main"/>
          <a:ln xmlns:a="http://schemas.openxmlformats.org/drawingml/2006/main" w="9525">
            <a:solidFill>
              <a:srgbClr val="231F20"/>
            </a:solidFill>
          </a:ln>
        </p:spPr>
      </p:sp>
      <p:sp>
        <p:nvSpPr>
          <p:cNvPr id="149" name="wire-1096">
            <a:extLst xmlns:a="http://schemas.openxmlformats.org/drawingml/2006/main">
              <a:ext uri="{FF2B5EF4-FFF2-40B4-BE49-F238E27FC236}">
                <a16:creationId xmlns:a16="http://schemas.microsoft.com/office/drawing/2014/main" id="{3B203E93-CEE2-4E37-A3F1-6DF7E7D40DBB}"/>
              </a:ext>
            </a:extLst>
          </p:cNvPr>
          <p:cNvSpPr>
            <a:spLocks xmlns:a="http://schemas.openxmlformats.org/drawingml/2006/main" noGrp="1"/>
          </p:cNvSpPr>
          <p:nvPr/>
        </p:nvSpPr>
        <p:spPr>
          <a:xfrm xmlns:a="http://schemas.openxmlformats.org/drawingml/2006/main">
            <a:off x="903923" y="3866579"/>
            <a:ext cx="9525" cy="877443"/>
          </a:xfrm>
          <a:custGeom xmlns:a="http://schemas.openxmlformats.org/drawingml/2006/main">
            <a:pathLst>
              <a:path w="9525" h="877443">
                <a:moveTo>
                  <a:pt x="0" y="0"/>
                </a:moveTo>
                <a:lnTo>
                  <a:pt x="0" y="877443"/>
                </a:lnTo>
              </a:path>
            </a:pathLst>
          </a:custGeom>
          <a:noFill xmlns:a="http://schemas.openxmlformats.org/drawingml/2006/main"/>
          <a:ln xmlns:a="http://schemas.openxmlformats.org/drawingml/2006/main" w="9525">
            <a:solidFill>
              <a:srgbClr val="231F20"/>
            </a:solidFill>
          </a:ln>
        </p:spPr>
      </p:sp>
      <p:sp>
        <p:nvSpPr>
          <p:cNvPr id="150" name="wire-1097">
            <a:extLst xmlns:a="http://schemas.openxmlformats.org/drawingml/2006/main">
              <a:ext uri="{FF2B5EF4-FFF2-40B4-BE49-F238E27FC236}">
                <a16:creationId xmlns:a16="http://schemas.microsoft.com/office/drawing/2014/main" id="{0F0BBE41-5C55-4810-81DF-4377A37EB688}"/>
              </a:ext>
            </a:extLst>
          </p:cNvPr>
          <p:cNvSpPr>
            <a:spLocks xmlns:a="http://schemas.openxmlformats.org/drawingml/2006/main" noGrp="1"/>
          </p:cNvSpPr>
          <p:nvPr/>
        </p:nvSpPr>
        <p:spPr>
          <a:xfrm xmlns:a="http://schemas.openxmlformats.org/drawingml/2006/main">
            <a:off x="903923" y="4744022"/>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9525">
            <a:solidFill>
              <a:srgbClr val="231F20"/>
            </a:solidFill>
          </a:ln>
        </p:spPr>
      </p:sp>
      <p:sp>
        <p:nvSpPr>
          <p:cNvPr id="151" name="circuit-1098">
            <a:extLst xmlns:a="http://schemas.openxmlformats.org/drawingml/2006/main">
              <a:ext uri="{FF2B5EF4-FFF2-40B4-BE49-F238E27FC236}">
                <a16:creationId xmlns:a16="http://schemas.microsoft.com/office/drawing/2014/main" id="{13A83D87-BE62-42CA-A3C5-2EA1F712D1CB}"/>
              </a:ext>
            </a:extLst>
          </p:cNvPr>
          <p:cNvSpPr>
            <a:spLocks xmlns:a="http://schemas.openxmlformats.org/drawingml/2006/main" noGrp="1"/>
          </p:cNvSpPr>
          <p:nvPr/>
        </p:nvSpPr>
        <p:spPr>
          <a:xfrm xmlns:a="http://schemas.openxmlformats.org/drawingml/2006/main">
            <a:off x="1002030" y="4725219"/>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52" name="block-1099">
            <a:extLst xmlns:a="http://schemas.openxmlformats.org/drawingml/2006/main">
              <a:ext uri="{FF2B5EF4-FFF2-40B4-BE49-F238E27FC236}">
                <a16:creationId xmlns:a16="http://schemas.microsoft.com/office/drawing/2014/main" id="{3DD574F4-5AA3-4088-9DC4-EBA0C44BB555}"/>
              </a:ext>
            </a:extLst>
          </p:cNvPr>
          <p:cNvSpPr>
            <a:spLocks xmlns:a="http://schemas.openxmlformats.org/drawingml/2006/main" noGrp="1"/>
          </p:cNvSpPr>
          <p:nvPr/>
        </p:nvSpPr>
        <p:spPr>
          <a:xfrm xmlns:a="http://schemas.openxmlformats.org/drawingml/2006/main">
            <a:off x="2346103" y="4430649"/>
            <a:ext cx="117729" cy="1414653"/>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53" name="circuit-1100">
            <a:extLst xmlns:a="http://schemas.openxmlformats.org/drawingml/2006/main">
              <a:ext uri="{FF2B5EF4-FFF2-40B4-BE49-F238E27FC236}">
                <a16:creationId xmlns:a16="http://schemas.microsoft.com/office/drawing/2014/main" id="{541D7639-C1B1-418D-8042-DAA6C964FB4C}"/>
              </a:ext>
            </a:extLst>
          </p:cNvPr>
          <p:cNvSpPr>
            <a:spLocks xmlns:a="http://schemas.openxmlformats.org/drawingml/2006/main" noGrp="1"/>
          </p:cNvSpPr>
          <p:nvPr/>
        </p:nvSpPr>
        <p:spPr>
          <a:xfrm xmlns:a="http://schemas.openxmlformats.org/drawingml/2006/main">
            <a:off x="2365724" y="4430649"/>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154" name="wire-1101">
            <a:extLst xmlns:a="http://schemas.openxmlformats.org/drawingml/2006/main">
              <a:ext uri="{FF2B5EF4-FFF2-40B4-BE49-F238E27FC236}">
                <a16:creationId xmlns:a16="http://schemas.microsoft.com/office/drawing/2014/main" id="{C10607B0-216F-4C51-8EF0-F5AC73439208}"/>
              </a:ext>
            </a:extLst>
          </p:cNvPr>
          <p:cNvSpPr>
            <a:spLocks xmlns:a="http://schemas.openxmlformats.org/drawingml/2006/main" noGrp="1"/>
          </p:cNvSpPr>
          <p:nvPr/>
        </p:nvSpPr>
        <p:spPr>
          <a:xfrm xmlns:a="http://schemas.openxmlformats.org/drawingml/2006/main">
            <a:off x="2404967" y="4376928"/>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155" name="text-1102">
            <a:extLst xmlns:a="http://schemas.openxmlformats.org/drawingml/2006/main">
              <a:ext uri="{FF2B5EF4-FFF2-40B4-BE49-F238E27FC236}">
                <a16:creationId xmlns:a16="http://schemas.microsoft.com/office/drawing/2014/main" id="{D53DF102-C858-4FDC-BDBE-7968314C9DFD}"/>
              </a:ext>
            </a:extLst>
          </p:cNvPr>
          <p:cNvSpPr>
            <a:spLocks xmlns:a="http://schemas.openxmlformats.org/drawingml/2006/main" noGrp="1"/>
          </p:cNvSpPr>
          <p:nvPr/>
        </p:nvSpPr>
        <p:spPr>
          <a:xfrm xmlns:a="http://schemas.openxmlformats.org/drawingml/2006/main">
            <a:off x="1090327" y="6257163"/>
            <a:ext cx="1108615"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Fetch</a:t>
            </a:r>
          </a:p>
        </p:txBody>
      </p:sp>
      <p:sp>
        <p:nvSpPr>
          <p:cNvPr id="156" name="text-1103">
            <a:extLst xmlns:a="http://schemas.openxmlformats.org/drawingml/2006/main">
              <a:ext uri="{FF2B5EF4-FFF2-40B4-BE49-F238E27FC236}">
                <a16:creationId xmlns:a16="http://schemas.microsoft.com/office/drawing/2014/main" id="{0923A539-1504-4F83-A4B2-76922D5CE4E8}"/>
              </a:ext>
            </a:extLst>
          </p:cNvPr>
          <p:cNvSpPr>
            <a:spLocks xmlns:a="http://schemas.openxmlformats.org/drawingml/2006/main" noGrp="1"/>
          </p:cNvSpPr>
          <p:nvPr/>
        </p:nvSpPr>
        <p:spPr>
          <a:xfrm xmlns:a="http://schemas.openxmlformats.org/drawingml/2006/main">
            <a:off x="2610993" y="6257163"/>
            <a:ext cx="1000697"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Decode</a:t>
            </a:r>
          </a:p>
        </p:txBody>
      </p:sp>
      <p:sp>
        <p:nvSpPr>
          <p:cNvPr id="157" name="text-1104">
            <a:extLst xmlns:a="http://schemas.openxmlformats.org/drawingml/2006/main">
              <a:ext uri="{FF2B5EF4-FFF2-40B4-BE49-F238E27FC236}">
                <a16:creationId xmlns:a16="http://schemas.microsoft.com/office/drawing/2014/main" id="{42C17375-656A-4CA0-8EB0-0C9EC53DE86B}"/>
              </a:ext>
            </a:extLst>
          </p:cNvPr>
          <p:cNvSpPr>
            <a:spLocks xmlns:a="http://schemas.openxmlformats.org/drawingml/2006/main" noGrp="1"/>
          </p:cNvSpPr>
          <p:nvPr/>
        </p:nvSpPr>
        <p:spPr>
          <a:xfrm xmlns:a="http://schemas.openxmlformats.org/drawingml/2006/main">
            <a:off x="3994309" y="6257163"/>
            <a:ext cx="1814989"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Execute</a:t>
            </a:r>
          </a:p>
        </p:txBody>
      </p:sp>
      <p:sp>
        <p:nvSpPr>
          <p:cNvPr id="158" name="text-1105">
            <a:extLst xmlns:a="http://schemas.openxmlformats.org/drawingml/2006/main">
              <a:ext uri="{FF2B5EF4-FFF2-40B4-BE49-F238E27FC236}">
                <a16:creationId xmlns:a16="http://schemas.microsoft.com/office/drawing/2014/main" id="{039EB66B-1F1B-4DBF-8D2B-7C90FBDAF1BE}"/>
              </a:ext>
            </a:extLst>
          </p:cNvPr>
          <p:cNvSpPr>
            <a:spLocks xmlns:a="http://schemas.openxmlformats.org/drawingml/2006/main" noGrp="1"/>
          </p:cNvSpPr>
          <p:nvPr/>
        </p:nvSpPr>
        <p:spPr>
          <a:xfrm xmlns:a="http://schemas.openxmlformats.org/drawingml/2006/main">
            <a:off x="6260592" y="6257163"/>
            <a:ext cx="1707071"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Memory</a:t>
            </a:r>
          </a:p>
        </p:txBody>
      </p:sp>
      <p:sp>
        <p:nvSpPr>
          <p:cNvPr id="159" name="text-1106">
            <a:extLst xmlns:a="http://schemas.openxmlformats.org/drawingml/2006/main">
              <a:ext uri="{FF2B5EF4-FFF2-40B4-BE49-F238E27FC236}">
                <a16:creationId xmlns:a16="http://schemas.microsoft.com/office/drawing/2014/main" id="{A47F4DD1-2109-4320-95F8-228598D968D9}"/>
              </a:ext>
            </a:extLst>
          </p:cNvPr>
          <p:cNvSpPr>
            <a:spLocks xmlns:a="http://schemas.openxmlformats.org/drawingml/2006/main" noGrp="1"/>
          </p:cNvSpPr>
          <p:nvPr/>
        </p:nvSpPr>
        <p:spPr>
          <a:xfrm xmlns:a="http://schemas.openxmlformats.org/drawingml/2006/main">
            <a:off x="8232553" y="6257163"/>
            <a:ext cx="863346"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Arial"/>
                <a:ea typeface="Arial"/>
                <a:cs typeface="Arial"/>
              </a:defRPr>
            </a:defPPr>
            <a:lvl1pPr algn="ctr">
              <a:defRPr sz="1125" b="1">
                <a:solidFill>
                  <a:srgbClr val="1572C3"/>
                </a:solidFill>
                <a:latin typeface="Arial"/>
                <a:ea typeface="Arial"/>
                <a:cs typeface="Arial"/>
              </a:defRPr>
            </a:lvl1pPr>
            <a:lvl2pPr algn="ctr">
              <a:defRPr sz="1125" b="1">
                <a:solidFill>
                  <a:srgbClr val="1572C3"/>
                </a:solidFill>
                <a:latin typeface="Arial"/>
                <a:ea typeface="Arial"/>
                <a:cs typeface="Arial"/>
              </a:defRPr>
            </a:lvl2pPr>
            <a:lvl3pPr algn="ctr">
              <a:defRPr sz="1125" b="1">
                <a:solidFill>
                  <a:srgbClr val="1572C3"/>
                </a:solidFill>
                <a:latin typeface="Arial"/>
                <a:ea typeface="Arial"/>
                <a:cs typeface="Arial"/>
              </a:defRPr>
            </a:lvl3pPr>
            <a:lvl4pPr algn="ctr">
              <a:defRPr sz="1125" b="1">
                <a:solidFill>
                  <a:srgbClr val="1572C3"/>
                </a:solidFill>
                <a:latin typeface="Arial"/>
                <a:ea typeface="Arial"/>
                <a:cs typeface="Arial"/>
              </a:defRPr>
            </a:lvl4pPr>
            <a:lvl5pPr algn="ctr">
              <a:defRPr sz="1125" b="1">
                <a:solidFill>
                  <a:srgbClr val="1572C3"/>
                </a:solidFill>
                <a:latin typeface="Arial"/>
                <a:ea typeface="Arial"/>
                <a:cs typeface="Arial"/>
              </a:defRPr>
            </a:lvl5pPr>
            <a:lvl6pPr algn="ctr">
              <a:defRPr sz="1125" b="1">
                <a:solidFill>
                  <a:srgbClr val="1572C3"/>
                </a:solidFill>
                <a:latin typeface="Arial"/>
                <a:ea typeface="Arial"/>
                <a:cs typeface="Arial"/>
              </a:defRPr>
            </a:lvl6pPr>
            <a:lvl7pPr algn="ctr">
              <a:defRPr sz="1125" b="1">
                <a:solidFill>
                  <a:srgbClr val="1572C3"/>
                </a:solidFill>
                <a:latin typeface="Arial"/>
                <a:ea typeface="Arial"/>
                <a:cs typeface="Arial"/>
              </a:defRPr>
            </a:lvl7pPr>
            <a:lvl8pPr algn="ctr">
              <a:defRPr sz="1125" b="1">
                <a:solidFill>
                  <a:srgbClr val="1572C3"/>
                </a:solidFill>
                <a:latin typeface="Arial"/>
                <a:ea typeface="Arial"/>
                <a:cs typeface="Arial"/>
              </a:defRPr>
            </a:lvl8pPr>
            <a:lvl9pPr algn="ctr">
              <a:defRPr sz="1125" b="1">
                <a:solidFill>
                  <a:srgbClr val="1572C3"/>
                </a:solidFill>
                <a:latin typeface="Arial"/>
                <a:ea typeface="Arial"/>
                <a:cs typeface="Arial"/>
              </a:defRPr>
            </a:lvl9pPr>
          </a:lstStyle>
          <a:p xmlns:a="http://schemas.openxmlformats.org/drawingml/2006/main">
            <a:pPr algn="ctr">
              <a:defRPr sz="1125" b="1">
                <a:solidFill>
                  <a:srgbClr val="1572C3"/>
                </a:solidFill>
                <a:latin typeface="Arial"/>
                <a:ea typeface="Arial"/>
                <a:cs typeface="Arial"/>
              </a:defRPr>
            </a:pPr>
            <a:r>
              <a:rPr sz="1125" b="1">
                <a:solidFill>
                  <a:srgbClr val="1572C3"/>
                </a:solidFill>
                <a:latin typeface="Arial"/>
                <a:ea typeface="Arial"/>
                <a:cs typeface="Arial"/>
              </a:rPr>
              <a:t>Writeback</a:t>
            </a:r>
          </a:p>
        </p:txBody>
      </p:sp>
      <p:sp>
        <p:nvSpPr>
          <p:cNvPr id="160" name="wire-1107">
            <a:extLst xmlns:a="http://schemas.openxmlformats.org/drawingml/2006/main">
              <a:ext uri="{FF2B5EF4-FFF2-40B4-BE49-F238E27FC236}">
                <a16:creationId xmlns:a16="http://schemas.microsoft.com/office/drawing/2014/main" id="{856382A3-412D-478D-94B1-D68630E15516}"/>
              </a:ext>
            </a:extLst>
          </p:cNvPr>
          <p:cNvSpPr>
            <a:spLocks xmlns:a="http://schemas.openxmlformats.org/drawingml/2006/main" noGrp="1"/>
          </p:cNvSpPr>
          <p:nvPr/>
        </p:nvSpPr>
        <p:spPr>
          <a:xfrm xmlns:a="http://schemas.openxmlformats.org/drawingml/2006/main">
            <a:off x="2257806" y="4708208"/>
            <a:ext cx="88297" cy="9525"/>
          </a:xfrm>
          <a:custGeom xmlns:a="http://schemas.openxmlformats.org/drawingml/2006/main">
            <a:pathLst>
              <a:path w="88297" h="9525">
                <a:moveTo>
                  <a:pt x="0" y="0"/>
                </a:moveTo>
                <a:lnTo>
                  <a:pt x="88297" y="0"/>
                </a:lnTo>
              </a:path>
            </a:pathLst>
          </a:custGeom>
          <a:noFill xmlns:a="http://schemas.openxmlformats.org/drawingml/2006/main"/>
          <a:ln xmlns:a="http://schemas.openxmlformats.org/drawingml/2006/main" w="15240">
            <a:solidFill>
              <a:srgbClr val="231F20"/>
            </a:solidFill>
          </a:ln>
        </p:spPr>
      </p:sp>
      <p:sp>
        <p:nvSpPr>
          <p:cNvPr id="161" name="wire-1108">
            <a:extLst xmlns:a="http://schemas.openxmlformats.org/drawingml/2006/main">
              <a:ext uri="{FF2B5EF4-FFF2-40B4-BE49-F238E27FC236}">
                <a16:creationId xmlns:a16="http://schemas.microsoft.com/office/drawing/2014/main" id="{198240E0-256B-4F2F-8025-B1C1DDEE2A71}"/>
              </a:ext>
            </a:extLst>
          </p:cNvPr>
          <p:cNvSpPr>
            <a:spLocks xmlns:a="http://schemas.openxmlformats.org/drawingml/2006/main" noGrp="1"/>
          </p:cNvSpPr>
          <p:nvPr/>
        </p:nvSpPr>
        <p:spPr>
          <a:xfrm xmlns:a="http://schemas.openxmlformats.org/drawingml/2006/main">
            <a:off x="2463832" y="4708208"/>
            <a:ext cx="49054" cy="9525"/>
          </a:xfrm>
          <a:custGeom xmlns:a="http://schemas.openxmlformats.org/drawingml/2006/main">
            <a:pathLst>
              <a:path w="49054" h="9525">
                <a:moveTo>
                  <a:pt x="0" y="0"/>
                </a:moveTo>
                <a:lnTo>
                  <a:pt x="49054" y="0"/>
                </a:lnTo>
              </a:path>
            </a:pathLst>
          </a:custGeom>
          <a:noFill xmlns:a="http://schemas.openxmlformats.org/drawingml/2006/main"/>
          <a:ln xmlns:a="http://schemas.openxmlformats.org/drawingml/2006/main" w="13335">
            <a:solidFill>
              <a:srgbClr val="231F20"/>
            </a:solidFill>
          </a:ln>
        </p:spPr>
      </p:sp>
      <p:sp>
        <p:nvSpPr>
          <p:cNvPr id="162" name="wire-1109">
            <a:extLst xmlns:a="http://schemas.openxmlformats.org/drawingml/2006/main">
              <a:ext uri="{FF2B5EF4-FFF2-40B4-BE49-F238E27FC236}">
                <a16:creationId xmlns:a16="http://schemas.microsoft.com/office/drawing/2014/main" id="{D983D4A5-4241-425E-9B7A-1CBFAEA6AAA7}"/>
              </a:ext>
            </a:extLst>
          </p:cNvPr>
          <p:cNvSpPr>
            <a:spLocks xmlns:a="http://schemas.openxmlformats.org/drawingml/2006/main" noGrp="1"/>
          </p:cNvSpPr>
          <p:nvPr/>
        </p:nvSpPr>
        <p:spPr>
          <a:xfrm xmlns:a="http://schemas.openxmlformats.org/drawingml/2006/main">
            <a:off x="2512886" y="4627626"/>
            <a:ext cx="9525" cy="80581"/>
          </a:xfrm>
          <a:custGeom xmlns:a="http://schemas.openxmlformats.org/drawingml/2006/main">
            <a:pathLst>
              <a:path w="9525" h="80581">
                <a:moveTo>
                  <a:pt x="0" y="80581"/>
                </a:moveTo>
                <a:lnTo>
                  <a:pt x="0" y="0"/>
                </a:lnTo>
              </a:path>
            </a:pathLst>
          </a:custGeom>
          <a:noFill xmlns:a="http://schemas.openxmlformats.org/drawingml/2006/main"/>
          <a:ln xmlns:a="http://schemas.openxmlformats.org/drawingml/2006/main" w="13335">
            <a:solidFill>
              <a:srgbClr val="231F20"/>
            </a:solidFill>
          </a:ln>
        </p:spPr>
      </p:sp>
      <p:sp>
        <p:nvSpPr>
          <p:cNvPr id="163" name="wire-1110">
            <a:extLst xmlns:a="http://schemas.openxmlformats.org/drawingml/2006/main">
              <a:ext uri="{FF2B5EF4-FFF2-40B4-BE49-F238E27FC236}">
                <a16:creationId xmlns:a16="http://schemas.microsoft.com/office/drawing/2014/main" id="{82259AE9-A597-4333-B9CB-293384044629}"/>
              </a:ext>
            </a:extLst>
          </p:cNvPr>
          <p:cNvSpPr>
            <a:spLocks xmlns:a="http://schemas.openxmlformats.org/drawingml/2006/main" noGrp="1"/>
          </p:cNvSpPr>
          <p:nvPr/>
        </p:nvSpPr>
        <p:spPr>
          <a:xfrm xmlns:a="http://schemas.openxmlformats.org/drawingml/2006/main">
            <a:off x="2512886" y="4627626"/>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3335">
            <a:solidFill>
              <a:srgbClr val="231F20"/>
            </a:solidFill>
          </a:ln>
        </p:spPr>
      </p:sp>
      <p:sp>
        <p:nvSpPr>
          <p:cNvPr id="164" name="circuit-1111">
            <a:extLst xmlns:a="http://schemas.openxmlformats.org/drawingml/2006/main">
              <a:ext uri="{FF2B5EF4-FFF2-40B4-BE49-F238E27FC236}">
                <a16:creationId xmlns:a16="http://schemas.microsoft.com/office/drawing/2014/main" id="{19F9808F-3F2A-49BA-BB73-28C5161D1573}"/>
              </a:ext>
            </a:extLst>
          </p:cNvPr>
          <p:cNvSpPr>
            <a:spLocks xmlns:a="http://schemas.openxmlformats.org/drawingml/2006/main" noGrp="1"/>
          </p:cNvSpPr>
          <p:nvPr/>
        </p:nvSpPr>
        <p:spPr>
          <a:xfrm xmlns:a="http://schemas.openxmlformats.org/drawingml/2006/main">
            <a:off x="2561939" y="460882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65" name="wire-1112">
            <a:extLst xmlns:a="http://schemas.openxmlformats.org/drawingml/2006/main">
              <a:ext uri="{FF2B5EF4-FFF2-40B4-BE49-F238E27FC236}">
                <a16:creationId xmlns:a16="http://schemas.microsoft.com/office/drawing/2014/main" id="{AC9369E8-53DC-437B-A143-7DA6B3E047CC}"/>
              </a:ext>
            </a:extLst>
          </p:cNvPr>
          <p:cNvSpPr>
            <a:spLocks xmlns:a="http://schemas.openxmlformats.org/drawingml/2006/main" noGrp="1"/>
          </p:cNvSpPr>
          <p:nvPr/>
        </p:nvSpPr>
        <p:spPr>
          <a:xfrm xmlns:a="http://schemas.openxmlformats.org/drawingml/2006/main">
            <a:off x="2512886" y="4708208"/>
            <a:ext cx="9525" cy="98489"/>
          </a:xfrm>
          <a:custGeom xmlns:a="http://schemas.openxmlformats.org/drawingml/2006/main">
            <a:pathLst>
              <a:path w="9525" h="98489">
                <a:moveTo>
                  <a:pt x="0" y="0"/>
                </a:moveTo>
                <a:lnTo>
                  <a:pt x="0" y="98489"/>
                </a:lnTo>
              </a:path>
            </a:pathLst>
          </a:custGeom>
          <a:noFill xmlns:a="http://schemas.openxmlformats.org/drawingml/2006/main"/>
          <a:ln xmlns:a="http://schemas.openxmlformats.org/drawingml/2006/main" w="13335">
            <a:solidFill>
              <a:srgbClr val="231F20"/>
            </a:solidFill>
          </a:ln>
        </p:spPr>
      </p:sp>
      <p:sp>
        <p:nvSpPr>
          <p:cNvPr id="166" name="wire-1113">
            <a:extLst xmlns:a="http://schemas.openxmlformats.org/drawingml/2006/main">
              <a:ext uri="{FF2B5EF4-FFF2-40B4-BE49-F238E27FC236}">
                <a16:creationId xmlns:a16="http://schemas.microsoft.com/office/drawing/2014/main" id="{EE904629-60AF-4007-BD8A-6F725EC4CE37}"/>
              </a:ext>
            </a:extLst>
          </p:cNvPr>
          <p:cNvSpPr>
            <a:spLocks xmlns:a="http://schemas.openxmlformats.org/drawingml/2006/main" noGrp="1"/>
          </p:cNvSpPr>
          <p:nvPr/>
        </p:nvSpPr>
        <p:spPr>
          <a:xfrm xmlns:a="http://schemas.openxmlformats.org/drawingml/2006/main">
            <a:off x="2512886" y="4806696"/>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3335">
            <a:solidFill>
              <a:srgbClr val="231F20"/>
            </a:solidFill>
          </a:ln>
        </p:spPr>
      </p:sp>
      <p:sp>
        <p:nvSpPr>
          <p:cNvPr id="167" name="circuit-1114">
            <a:extLst xmlns:a="http://schemas.openxmlformats.org/drawingml/2006/main">
              <a:ext uri="{FF2B5EF4-FFF2-40B4-BE49-F238E27FC236}">
                <a16:creationId xmlns:a16="http://schemas.microsoft.com/office/drawing/2014/main" id="{C4FB6557-5E9F-4B2D-822F-2EE831F37AB9}"/>
              </a:ext>
            </a:extLst>
          </p:cNvPr>
          <p:cNvSpPr>
            <a:spLocks xmlns:a="http://schemas.openxmlformats.org/drawingml/2006/main" noGrp="1"/>
          </p:cNvSpPr>
          <p:nvPr/>
        </p:nvSpPr>
        <p:spPr>
          <a:xfrm xmlns:a="http://schemas.openxmlformats.org/drawingml/2006/main">
            <a:off x="2561939" y="478789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68" name="">
            <a:extLst xmlns:a="http://schemas.openxmlformats.org/drawingml/2006/main">
              <a:ext uri="{FF2B5EF4-FFF2-40B4-BE49-F238E27FC236}">
                <a16:creationId xmlns:a16="http://schemas.microsoft.com/office/drawing/2014/main" id="{9F6A914B-9C69-4176-B915-2862273CD3C1}"/>
              </a:ext>
            </a:extLst>
          </p:cNvPr>
          <p:cNvSpPr>
            <a:spLocks xmlns:a="http://schemas.openxmlformats.org/drawingml/2006/main" noGrp="1"/>
          </p:cNvSpPr>
          <p:nvPr/>
        </p:nvSpPr>
        <p:spPr>
          <a:xfrm xmlns:a="http://schemas.openxmlformats.org/drawingml/2006/main">
            <a:off x="2498598" y="4693920"/>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9" name="wire-1115">
            <a:extLst xmlns:a="http://schemas.openxmlformats.org/drawingml/2006/main">
              <a:ext uri="{FF2B5EF4-FFF2-40B4-BE49-F238E27FC236}">
                <a16:creationId xmlns:a16="http://schemas.microsoft.com/office/drawing/2014/main" id="{144B31CA-98C1-460D-81D5-060DDEA1A168}"/>
              </a:ext>
            </a:extLst>
          </p:cNvPr>
          <p:cNvSpPr>
            <a:spLocks xmlns:a="http://schemas.openxmlformats.org/drawingml/2006/main" noGrp="1"/>
          </p:cNvSpPr>
          <p:nvPr/>
        </p:nvSpPr>
        <p:spPr>
          <a:xfrm xmlns:a="http://schemas.openxmlformats.org/drawingml/2006/main">
            <a:off x="2512886" y="4806696"/>
            <a:ext cx="9525" cy="752094"/>
          </a:xfrm>
          <a:custGeom xmlns:a="http://schemas.openxmlformats.org/drawingml/2006/main">
            <a:pathLst>
              <a:path w="9525" h="752094">
                <a:moveTo>
                  <a:pt x="0" y="0"/>
                </a:moveTo>
                <a:lnTo>
                  <a:pt x="0" y="752094"/>
                </a:lnTo>
              </a:path>
            </a:pathLst>
          </a:custGeom>
          <a:noFill xmlns:a="http://schemas.openxmlformats.org/drawingml/2006/main"/>
          <a:ln xmlns:a="http://schemas.openxmlformats.org/drawingml/2006/main" w="13335">
            <a:solidFill>
              <a:srgbClr val="231F20"/>
            </a:solidFill>
          </a:ln>
        </p:spPr>
      </p:sp>
      <p:sp>
        <p:nvSpPr>
          <p:cNvPr id="170" name="wire-1116">
            <a:extLst xmlns:a="http://schemas.openxmlformats.org/drawingml/2006/main">
              <a:ext uri="{FF2B5EF4-FFF2-40B4-BE49-F238E27FC236}">
                <a16:creationId xmlns:a16="http://schemas.microsoft.com/office/drawing/2014/main" id="{F986AA0A-84C0-4A9F-80A8-3119E98E5159}"/>
              </a:ext>
            </a:extLst>
          </p:cNvPr>
          <p:cNvSpPr>
            <a:spLocks xmlns:a="http://schemas.openxmlformats.org/drawingml/2006/main" noGrp="1"/>
          </p:cNvSpPr>
          <p:nvPr/>
        </p:nvSpPr>
        <p:spPr>
          <a:xfrm xmlns:a="http://schemas.openxmlformats.org/drawingml/2006/main">
            <a:off x="2512886" y="5558790"/>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3335">
            <a:solidFill>
              <a:srgbClr val="231F20"/>
            </a:solidFill>
          </a:ln>
        </p:spPr>
      </p:sp>
      <p:sp>
        <p:nvSpPr>
          <p:cNvPr id="171" name="circuit-1117">
            <a:extLst xmlns:a="http://schemas.openxmlformats.org/drawingml/2006/main">
              <a:ext uri="{FF2B5EF4-FFF2-40B4-BE49-F238E27FC236}">
                <a16:creationId xmlns:a16="http://schemas.microsoft.com/office/drawing/2014/main" id="{ACDDDA52-B8CA-43B4-9157-A88204548D4D}"/>
              </a:ext>
            </a:extLst>
          </p:cNvPr>
          <p:cNvSpPr>
            <a:spLocks xmlns:a="http://schemas.openxmlformats.org/drawingml/2006/main" noGrp="1"/>
          </p:cNvSpPr>
          <p:nvPr/>
        </p:nvSpPr>
        <p:spPr>
          <a:xfrm xmlns:a="http://schemas.openxmlformats.org/drawingml/2006/main">
            <a:off x="2561939" y="5539988"/>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72" name="">
            <a:extLst xmlns:a="http://schemas.openxmlformats.org/drawingml/2006/main">
              <a:ext uri="{FF2B5EF4-FFF2-40B4-BE49-F238E27FC236}">
                <a16:creationId xmlns:a16="http://schemas.microsoft.com/office/drawing/2014/main" id="{0331A32D-EA5E-44A2-B131-38FC05AC62F6}"/>
              </a:ext>
            </a:extLst>
          </p:cNvPr>
          <p:cNvSpPr>
            <a:spLocks xmlns:a="http://schemas.openxmlformats.org/drawingml/2006/main" noGrp="1"/>
          </p:cNvSpPr>
          <p:nvPr/>
        </p:nvSpPr>
        <p:spPr>
          <a:xfrm xmlns:a="http://schemas.openxmlformats.org/drawingml/2006/main">
            <a:off x="2498598" y="4792409"/>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73" name="wire-1118">
            <a:extLst xmlns:a="http://schemas.openxmlformats.org/drawingml/2006/main">
              <a:ext uri="{FF2B5EF4-FFF2-40B4-BE49-F238E27FC236}">
                <a16:creationId xmlns:a16="http://schemas.microsoft.com/office/drawing/2014/main" id="{200F23DA-1BE6-46D5-A8FB-4CB45516FBCE}"/>
              </a:ext>
            </a:extLst>
          </p:cNvPr>
          <p:cNvSpPr>
            <a:spLocks xmlns:a="http://schemas.openxmlformats.org/drawingml/2006/main" noGrp="1"/>
          </p:cNvSpPr>
          <p:nvPr/>
        </p:nvSpPr>
        <p:spPr>
          <a:xfrm xmlns:a="http://schemas.openxmlformats.org/drawingml/2006/main">
            <a:off x="2512886" y="4081463"/>
            <a:ext cx="9525" cy="546163"/>
          </a:xfrm>
          <a:custGeom xmlns:a="http://schemas.openxmlformats.org/drawingml/2006/main">
            <a:pathLst>
              <a:path w="9525" h="546163">
                <a:moveTo>
                  <a:pt x="0" y="546163"/>
                </a:moveTo>
                <a:lnTo>
                  <a:pt x="0" y="0"/>
                </a:lnTo>
              </a:path>
            </a:pathLst>
          </a:custGeom>
          <a:noFill xmlns:a="http://schemas.openxmlformats.org/drawingml/2006/main"/>
          <a:ln xmlns:a="http://schemas.openxmlformats.org/drawingml/2006/main" w="10478">
            <a:solidFill>
              <a:srgbClr val="231F20"/>
            </a:solidFill>
          </a:ln>
        </p:spPr>
      </p:sp>
      <p:sp>
        <p:nvSpPr>
          <p:cNvPr id="174" name="wire-1119">
            <a:extLst xmlns:a="http://schemas.openxmlformats.org/drawingml/2006/main">
              <a:ext uri="{FF2B5EF4-FFF2-40B4-BE49-F238E27FC236}">
                <a16:creationId xmlns:a16="http://schemas.microsoft.com/office/drawing/2014/main" id="{276274F0-9E9D-4556-9CF2-16271B2A44D1}"/>
              </a:ext>
            </a:extLst>
          </p:cNvPr>
          <p:cNvSpPr>
            <a:spLocks xmlns:a="http://schemas.openxmlformats.org/drawingml/2006/main" noGrp="1"/>
          </p:cNvSpPr>
          <p:nvPr/>
        </p:nvSpPr>
        <p:spPr>
          <a:xfrm xmlns:a="http://schemas.openxmlformats.org/drawingml/2006/main">
            <a:off x="2512886" y="4081463"/>
            <a:ext cx="107918" cy="9525"/>
          </a:xfrm>
          <a:custGeom xmlns:a="http://schemas.openxmlformats.org/drawingml/2006/main">
            <a:pathLst>
              <a:path w="107918" h="9525">
                <a:moveTo>
                  <a:pt x="0" y="0"/>
                </a:moveTo>
                <a:lnTo>
                  <a:pt x="107918" y="0"/>
                </a:lnTo>
              </a:path>
            </a:pathLst>
          </a:custGeom>
          <a:noFill xmlns:a="http://schemas.openxmlformats.org/drawingml/2006/main"/>
          <a:ln xmlns:a="http://schemas.openxmlformats.org/drawingml/2006/main" w="10478">
            <a:solidFill>
              <a:srgbClr val="231F20"/>
            </a:solidFill>
          </a:ln>
        </p:spPr>
      </p:sp>
      <p:sp>
        <p:nvSpPr>
          <p:cNvPr id="175" name="circuit-1120">
            <a:extLst xmlns:a="http://schemas.openxmlformats.org/drawingml/2006/main">
              <a:ext uri="{FF2B5EF4-FFF2-40B4-BE49-F238E27FC236}">
                <a16:creationId xmlns:a16="http://schemas.microsoft.com/office/drawing/2014/main" id="{63AF6516-A9C8-4A56-B6D4-6F5572330938}"/>
              </a:ext>
            </a:extLst>
          </p:cNvPr>
          <p:cNvSpPr>
            <a:spLocks xmlns:a="http://schemas.openxmlformats.org/drawingml/2006/main" noGrp="1"/>
          </p:cNvSpPr>
          <p:nvPr/>
        </p:nvSpPr>
        <p:spPr>
          <a:xfrm xmlns:a="http://schemas.openxmlformats.org/drawingml/2006/main">
            <a:off x="2571750" y="4062660"/>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176" name="">
            <a:extLst xmlns:a="http://schemas.openxmlformats.org/drawingml/2006/main">
              <a:ext uri="{FF2B5EF4-FFF2-40B4-BE49-F238E27FC236}">
                <a16:creationId xmlns:a16="http://schemas.microsoft.com/office/drawing/2014/main" id="{2869D288-149E-404A-B7F6-31F2EEED1409}"/>
              </a:ext>
            </a:extLst>
          </p:cNvPr>
          <p:cNvSpPr>
            <a:spLocks xmlns:a="http://schemas.openxmlformats.org/drawingml/2006/main" noGrp="1"/>
          </p:cNvSpPr>
          <p:nvPr/>
        </p:nvSpPr>
        <p:spPr>
          <a:xfrm xmlns:a="http://schemas.openxmlformats.org/drawingml/2006/main">
            <a:off x="2498598" y="4613339"/>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77" name="block-1121">
            <a:extLst xmlns:a="http://schemas.openxmlformats.org/drawingml/2006/main">
              <a:ext uri="{FF2B5EF4-FFF2-40B4-BE49-F238E27FC236}">
                <a16:creationId xmlns:a16="http://schemas.microsoft.com/office/drawing/2014/main" id="{1077CA3C-57D6-4442-BAD3-852A611CCA25}"/>
              </a:ext>
            </a:extLst>
          </p:cNvPr>
          <p:cNvSpPr>
            <a:spLocks xmlns:a="http://schemas.openxmlformats.org/drawingml/2006/main" noGrp="1"/>
          </p:cNvSpPr>
          <p:nvPr/>
        </p:nvSpPr>
        <p:spPr>
          <a:xfrm xmlns:a="http://schemas.openxmlformats.org/drawingml/2006/main">
            <a:off x="2620804" y="3947160"/>
            <a:ext cx="990886" cy="304419"/>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178" name="text-1122">
            <a:extLst xmlns:a="http://schemas.openxmlformats.org/drawingml/2006/main">
              <a:ext uri="{FF2B5EF4-FFF2-40B4-BE49-F238E27FC236}">
                <a16:creationId xmlns:a16="http://schemas.microsoft.com/office/drawing/2014/main" id="{48AB3A20-D59B-4C24-808A-B1CBE094F9B2}"/>
              </a:ext>
            </a:extLst>
          </p:cNvPr>
          <p:cNvSpPr>
            <a:spLocks xmlns:a="http://schemas.openxmlformats.org/drawingml/2006/main" noGrp="1"/>
          </p:cNvSpPr>
          <p:nvPr/>
        </p:nvSpPr>
        <p:spPr>
          <a:xfrm xmlns:a="http://schemas.openxmlformats.org/drawingml/2006/main">
            <a:off x="2650236" y="3956113"/>
            <a:ext cx="932021" cy="2865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231F20"/>
                </a:solidFill>
                <a:latin typeface="Arial"/>
                <a:ea typeface="Arial"/>
                <a:cs typeface="Arial"/>
              </a:defRPr>
            </a:defPPr>
            <a:lvl1pPr algn="ctr">
              <a:defRPr sz="1200" b="1">
                <a:solidFill>
                  <a:srgbClr val="231F20"/>
                </a:solidFill>
                <a:latin typeface="Arial"/>
                <a:ea typeface="Arial"/>
                <a:cs typeface="Arial"/>
              </a:defRPr>
            </a:lvl1pPr>
            <a:lvl2pPr algn="ctr">
              <a:defRPr sz="1200" b="1">
                <a:solidFill>
                  <a:srgbClr val="231F20"/>
                </a:solidFill>
                <a:latin typeface="Arial"/>
                <a:ea typeface="Arial"/>
                <a:cs typeface="Arial"/>
              </a:defRPr>
            </a:lvl2pPr>
            <a:lvl3pPr algn="ctr">
              <a:defRPr sz="1200" b="1">
                <a:solidFill>
                  <a:srgbClr val="231F20"/>
                </a:solidFill>
                <a:latin typeface="Arial"/>
                <a:ea typeface="Arial"/>
                <a:cs typeface="Arial"/>
              </a:defRPr>
            </a:lvl3pPr>
            <a:lvl4pPr algn="ctr">
              <a:defRPr sz="1200" b="1">
                <a:solidFill>
                  <a:srgbClr val="231F20"/>
                </a:solidFill>
                <a:latin typeface="Arial"/>
                <a:ea typeface="Arial"/>
                <a:cs typeface="Arial"/>
              </a:defRPr>
            </a:lvl4pPr>
            <a:lvl5pPr algn="ctr">
              <a:defRPr sz="1200" b="1">
                <a:solidFill>
                  <a:srgbClr val="231F20"/>
                </a:solidFill>
                <a:latin typeface="Arial"/>
                <a:ea typeface="Arial"/>
                <a:cs typeface="Arial"/>
              </a:defRPr>
            </a:lvl5pPr>
            <a:lvl6pPr algn="ctr">
              <a:defRPr sz="1200" b="1">
                <a:solidFill>
                  <a:srgbClr val="231F20"/>
                </a:solidFill>
                <a:latin typeface="Arial"/>
                <a:ea typeface="Arial"/>
                <a:cs typeface="Arial"/>
              </a:defRPr>
            </a:lvl6pPr>
            <a:lvl7pPr algn="ctr">
              <a:defRPr sz="1200" b="1">
                <a:solidFill>
                  <a:srgbClr val="231F20"/>
                </a:solidFill>
                <a:latin typeface="Arial"/>
                <a:ea typeface="Arial"/>
                <a:cs typeface="Arial"/>
              </a:defRPr>
            </a:lvl7pPr>
            <a:lvl8pPr algn="ctr">
              <a:defRPr sz="1200" b="1">
                <a:solidFill>
                  <a:srgbClr val="231F20"/>
                </a:solidFill>
                <a:latin typeface="Arial"/>
                <a:ea typeface="Arial"/>
                <a:cs typeface="Arial"/>
              </a:defRPr>
            </a:lvl8pPr>
            <a:lvl9pPr algn="ctr">
              <a:defRPr sz="1200" b="1">
                <a:solidFill>
                  <a:srgbClr val="231F20"/>
                </a:solidFill>
                <a:latin typeface="Arial"/>
                <a:ea typeface="Arial"/>
                <a:cs typeface="Arial"/>
              </a:defRPr>
            </a:lvl9pPr>
          </a:lstStyle>
          <a:p xmlns:a="http://schemas.openxmlformats.org/drawingml/2006/main">
            <a:pPr algn="ctr">
              <a:defRPr sz="1200" b="1">
                <a:solidFill>
                  <a:srgbClr val="231F20"/>
                </a:solidFill>
                <a:latin typeface="Arial"/>
                <a:ea typeface="Arial"/>
                <a:cs typeface="Arial"/>
              </a:defRPr>
            </a:pPr>
            <a:r>
              <a:rPr sz="1200" b="1">
                <a:solidFill>
                  <a:srgbClr val="231F20"/>
                </a:solidFill>
                <a:latin typeface="Arial"/>
                <a:ea typeface="Arial"/>
                <a:cs typeface="Arial"/>
              </a:rPr>
              <a:t>controller</a:t>
            </a:r>
          </a:p>
        </p:txBody>
      </p:sp>
      <p:sp>
        <p:nvSpPr>
          <p:cNvPr id="179" name="text-1123">
            <a:extLst xmlns:a="http://schemas.openxmlformats.org/drawingml/2006/main">
              <a:ext uri="{FF2B5EF4-FFF2-40B4-BE49-F238E27FC236}">
                <a16:creationId xmlns:a16="http://schemas.microsoft.com/office/drawing/2014/main" id="{6C0BF97F-8A29-466D-8A07-E64CC5E4A788}"/>
              </a:ext>
            </a:extLst>
          </p:cNvPr>
          <p:cNvSpPr>
            <a:spLocks xmlns:a="http://schemas.openxmlformats.org/drawingml/2006/main" noGrp="1"/>
          </p:cNvSpPr>
          <p:nvPr/>
        </p:nvSpPr>
        <p:spPr>
          <a:xfrm xmlns:a="http://schemas.openxmlformats.org/drawingml/2006/main">
            <a:off x="7104317" y="3714369"/>
            <a:ext cx="1059561"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ResultSrcW</a:t>
            </a:r>
          </a:p>
        </p:txBody>
      </p:sp>
      <p:sp>
        <p:nvSpPr>
          <p:cNvPr id="180" name="wire-1124">
            <a:extLst xmlns:a="http://schemas.openxmlformats.org/drawingml/2006/main">
              <a:ext uri="{FF2B5EF4-FFF2-40B4-BE49-F238E27FC236}">
                <a16:creationId xmlns:a16="http://schemas.microsoft.com/office/drawing/2014/main" id="{BA1E3BF9-7096-4D92-9919-5D42EC1AA195}"/>
              </a:ext>
            </a:extLst>
          </p:cNvPr>
          <p:cNvSpPr>
            <a:spLocks xmlns:a="http://schemas.openxmlformats.org/drawingml/2006/main" noGrp="1"/>
          </p:cNvSpPr>
          <p:nvPr/>
        </p:nvSpPr>
        <p:spPr>
          <a:xfrm xmlns:a="http://schemas.openxmlformats.org/drawingml/2006/main">
            <a:off x="3611690" y="4018788"/>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9525">
            <a:solidFill>
              <a:srgbClr val="231F20"/>
            </a:solidFill>
          </a:ln>
        </p:spPr>
      </p:sp>
      <p:sp>
        <p:nvSpPr>
          <p:cNvPr id="181" name="wire-1125">
            <a:extLst xmlns:a="http://schemas.openxmlformats.org/drawingml/2006/main">
              <a:ext uri="{FF2B5EF4-FFF2-40B4-BE49-F238E27FC236}">
                <a16:creationId xmlns:a16="http://schemas.microsoft.com/office/drawing/2014/main" id="{84FFE02E-CEBB-445A-A69A-BFA572999A3F}"/>
              </a:ext>
            </a:extLst>
          </p:cNvPr>
          <p:cNvSpPr>
            <a:spLocks xmlns:a="http://schemas.openxmlformats.org/drawingml/2006/main" noGrp="1"/>
          </p:cNvSpPr>
          <p:nvPr/>
        </p:nvSpPr>
        <p:spPr>
          <a:xfrm xmlns:a="http://schemas.openxmlformats.org/drawingml/2006/main">
            <a:off x="3915823" y="4018788"/>
            <a:ext cx="2070068" cy="9525"/>
          </a:xfrm>
          <a:custGeom xmlns:a="http://schemas.openxmlformats.org/drawingml/2006/main">
            <a:pathLst>
              <a:path w="2070068" h="9525">
                <a:moveTo>
                  <a:pt x="0" y="0"/>
                </a:moveTo>
                <a:lnTo>
                  <a:pt x="2070068" y="0"/>
                </a:lnTo>
              </a:path>
            </a:pathLst>
          </a:custGeom>
          <a:noFill xmlns:a="http://schemas.openxmlformats.org/drawingml/2006/main"/>
          <a:ln xmlns:a="http://schemas.openxmlformats.org/drawingml/2006/main" w="9525">
            <a:solidFill>
              <a:srgbClr val="231F20"/>
            </a:solidFill>
          </a:ln>
        </p:spPr>
      </p:sp>
      <p:sp>
        <p:nvSpPr>
          <p:cNvPr id="182" name="wire-1126">
            <a:extLst xmlns:a="http://schemas.openxmlformats.org/drawingml/2006/main">
              <a:ext uri="{FF2B5EF4-FFF2-40B4-BE49-F238E27FC236}">
                <a16:creationId xmlns:a16="http://schemas.microsoft.com/office/drawing/2014/main" id="{A1B620B0-D302-4E2A-A8E7-D4CD5C0AA264}"/>
              </a:ext>
            </a:extLst>
          </p:cNvPr>
          <p:cNvSpPr>
            <a:spLocks xmlns:a="http://schemas.openxmlformats.org/drawingml/2006/main" noGrp="1"/>
          </p:cNvSpPr>
          <p:nvPr/>
        </p:nvSpPr>
        <p:spPr>
          <a:xfrm xmlns:a="http://schemas.openxmlformats.org/drawingml/2006/main">
            <a:off x="6103620" y="4018788"/>
            <a:ext cx="2266283" cy="9525"/>
          </a:xfrm>
          <a:custGeom xmlns:a="http://schemas.openxmlformats.org/drawingml/2006/main">
            <a:pathLst>
              <a:path w="2266283" h="9525">
                <a:moveTo>
                  <a:pt x="0" y="0"/>
                </a:moveTo>
                <a:lnTo>
                  <a:pt x="2266283" y="0"/>
                </a:lnTo>
              </a:path>
            </a:pathLst>
          </a:custGeom>
          <a:noFill xmlns:a="http://schemas.openxmlformats.org/drawingml/2006/main"/>
          <a:ln xmlns:a="http://schemas.openxmlformats.org/drawingml/2006/main" w="9525">
            <a:solidFill>
              <a:srgbClr val="231F20"/>
            </a:solidFill>
          </a:ln>
        </p:spPr>
      </p:sp>
      <p:sp>
        <p:nvSpPr>
          <p:cNvPr id="183" name="wire-1127">
            <a:extLst xmlns:a="http://schemas.openxmlformats.org/drawingml/2006/main">
              <a:ext uri="{FF2B5EF4-FFF2-40B4-BE49-F238E27FC236}">
                <a16:creationId xmlns:a16="http://schemas.microsoft.com/office/drawing/2014/main" id="{537D8E04-C6EA-4E37-822B-798627BADD05}"/>
              </a:ext>
            </a:extLst>
          </p:cNvPr>
          <p:cNvSpPr>
            <a:spLocks xmlns:a="http://schemas.openxmlformats.org/drawingml/2006/main" noGrp="1"/>
          </p:cNvSpPr>
          <p:nvPr/>
        </p:nvSpPr>
        <p:spPr>
          <a:xfrm xmlns:a="http://schemas.openxmlformats.org/drawingml/2006/main">
            <a:off x="8487632" y="4018788"/>
            <a:ext cx="245269" cy="9525"/>
          </a:xfrm>
          <a:custGeom xmlns:a="http://schemas.openxmlformats.org/drawingml/2006/main">
            <a:pathLst>
              <a:path w="245269" h="9525">
                <a:moveTo>
                  <a:pt x="0" y="0"/>
                </a:moveTo>
                <a:lnTo>
                  <a:pt x="245269" y="0"/>
                </a:lnTo>
              </a:path>
            </a:pathLst>
          </a:custGeom>
          <a:noFill xmlns:a="http://schemas.openxmlformats.org/drawingml/2006/main"/>
          <a:ln xmlns:a="http://schemas.openxmlformats.org/drawingml/2006/main" w="9525">
            <a:solidFill>
              <a:srgbClr val="231F20"/>
            </a:solidFill>
          </a:ln>
        </p:spPr>
      </p:sp>
      <p:sp>
        <p:nvSpPr>
          <p:cNvPr id="184" name="wire-1128">
            <a:extLst xmlns:a="http://schemas.openxmlformats.org/drawingml/2006/main">
              <a:ext uri="{FF2B5EF4-FFF2-40B4-BE49-F238E27FC236}">
                <a16:creationId xmlns:a16="http://schemas.microsoft.com/office/drawing/2014/main" id="{A91C5C67-DCB4-45E7-B947-0054BF5CDDA3}"/>
              </a:ext>
            </a:extLst>
          </p:cNvPr>
          <p:cNvSpPr>
            <a:spLocks xmlns:a="http://schemas.openxmlformats.org/drawingml/2006/main" noGrp="1"/>
          </p:cNvSpPr>
          <p:nvPr/>
        </p:nvSpPr>
        <p:spPr>
          <a:xfrm xmlns:a="http://schemas.openxmlformats.org/drawingml/2006/main">
            <a:off x="8732901" y="4018788"/>
            <a:ext cx="9525" cy="277559"/>
          </a:xfrm>
          <a:custGeom xmlns:a="http://schemas.openxmlformats.org/drawingml/2006/main">
            <a:pathLst>
              <a:path w="9525" h="277559">
                <a:moveTo>
                  <a:pt x="0" y="0"/>
                </a:moveTo>
                <a:lnTo>
                  <a:pt x="0" y="277559"/>
                </a:lnTo>
              </a:path>
            </a:pathLst>
          </a:custGeom>
          <a:noFill xmlns:a="http://schemas.openxmlformats.org/drawingml/2006/main"/>
          <a:ln xmlns:a="http://schemas.openxmlformats.org/drawingml/2006/main" w="9525">
            <a:solidFill>
              <a:srgbClr val="231F20"/>
            </a:solidFill>
          </a:ln>
        </p:spPr>
      </p:sp>
      <p:sp>
        <p:nvSpPr>
          <p:cNvPr id="185" name="circuit-1129">
            <a:extLst xmlns:a="http://schemas.openxmlformats.org/drawingml/2006/main">
              <a:ext uri="{FF2B5EF4-FFF2-40B4-BE49-F238E27FC236}">
                <a16:creationId xmlns:a16="http://schemas.microsoft.com/office/drawing/2014/main" id="{AAFDBE75-ECDD-4797-A612-9FCE46B6A951}"/>
              </a:ext>
            </a:extLst>
          </p:cNvPr>
          <p:cNvSpPr>
            <a:spLocks xmlns:a="http://schemas.openxmlformats.org/drawingml/2006/main" noGrp="1"/>
          </p:cNvSpPr>
          <p:nvPr/>
        </p:nvSpPr>
        <p:spPr>
          <a:xfrm xmlns:a="http://schemas.openxmlformats.org/drawingml/2006/main">
            <a:off x="8712298" y="4251579"/>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86" name="wire-1130">
            <a:extLst xmlns:a="http://schemas.openxmlformats.org/drawingml/2006/main">
              <a:ext uri="{FF2B5EF4-FFF2-40B4-BE49-F238E27FC236}">
                <a16:creationId xmlns:a16="http://schemas.microsoft.com/office/drawing/2014/main" id="{2A241549-367E-4DCA-8876-5BFD99F73AF5}"/>
              </a:ext>
            </a:extLst>
          </p:cNvPr>
          <p:cNvSpPr>
            <a:spLocks xmlns:a="http://schemas.openxmlformats.org/drawingml/2006/main" noGrp="1"/>
          </p:cNvSpPr>
          <p:nvPr/>
        </p:nvSpPr>
        <p:spPr>
          <a:xfrm xmlns:a="http://schemas.openxmlformats.org/drawingml/2006/main">
            <a:off x="3611690" y="4117277"/>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9525">
            <a:solidFill>
              <a:srgbClr val="231F20"/>
            </a:solidFill>
          </a:ln>
        </p:spPr>
      </p:sp>
      <p:sp>
        <p:nvSpPr>
          <p:cNvPr id="187" name="wire-1131">
            <a:extLst xmlns:a="http://schemas.openxmlformats.org/drawingml/2006/main">
              <a:ext uri="{FF2B5EF4-FFF2-40B4-BE49-F238E27FC236}">
                <a16:creationId xmlns:a16="http://schemas.microsoft.com/office/drawing/2014/main" id="{3029C26B-F3ED-4F82-8DE0-3A756CED9D1B}"/>
              </a:ext>
            </a:extLst>
          </p:cNvPr>
          <p:cNvSpPr>
            <a:spLocks xmlns:a="http://schemas.openxmlformats.org/drawingml/2006/main" noGrp="1"/>
          </p:cNvSpPr>
          <p:nvPr/>
        </p:nvSpPr>
        <p:spPr>
          <a:xfrm xmlns:a="http://schemas.openxmlformats.org/drawingml/2006/main">
            <a:off x="3915823" y="4117277"/>
            <a:ext cx="539591" cy="9525"/>
          </a:xfrm>
          <a:custGeom xmlns:a="http://schemas.openxmlformats.org/drawingml/2006/main">
            <a:pathLst>
              <a:path w="539591" h="9525">
                <a:moveTo>
                  <a:pt x="0" y="0"/>
                </a:moveTo>
                <a:lnTo>
                  <a:pt x="539591" y="0"/>
                </a:lnTo>
              </a:path>
            </a:pathLst>
          </a:custGeom>
          <a:noFill xmlns:a="http://schemas.openxmlformats.org/drawingml/2006/main"/>
          <a:ln xmlns:a="http://schemas.openxmlformats.org/drawingml/2006/main" w="9525">
            <a:solidFill>
              <a:srgbClr val="231F20"/>
            </a:solidFill>
          </a:ln>
        </p:spPr>
      </p:sp>
      <p:sp>
        <p:nvSpPr>
          <p:cNvPr id="188" name="wire-1132">
            <a:extLst xmlns:a="http://schemas.openxmlformats.org/drawingml/2006/main">
              <a:ext uri="{FF2B5EF4-FFF2-40B4-BE49-F238E27FC236}">
                <a16:creationId xmlns:a16="http://schemas.microsoft.com/office/drawing/2014/main" id="{66BCE338-61C1-4AE8-B10C-EC7A9975BBB4}"/>
              </a:ext>
            </a:extLst>
          </p:cNvPr>
          <p:cNvSpPr>
            <a:spLocks xmlns:a="http://schemas.openxmlformats.org/drawingml/2006/main" noGrp="1"/>
          </p:cNvSpPr>
          <p:nvPr/>
        </p:nvSpPr>
        <p:spPr>
          <a:xfrm xmlns:a="http://schemas.openxmlformats.org/drawingml/2006/main">
            <a:off x="4455414" y="4117277"/>
            <a:ext cx="9525" cy="196977"/>
          </a:xfrm>
          <a:custGeom xmlns:a="http://schemas.openxmlformats.org/drawingml/2006/main">
            <a:pathLst>
              <a:path w="9525" h="196977">
                <a:moveTo>
                  <a:pt x="0" y="0"/>
                </a:moveTo>
                <a:lnTo>
                  <a:pt x="0" y="196977"/>
                </a:lnTo>
              </a:path>
            </a:pathLst>
          </a:custGeom>
          <a:noFill xmlns:a="http://schemas.openxmlformats.org/drawingml/2006/main"/>
          <a:ln xmlns:a="http://schemas.openxmlformats.org/drawingml/2006/main" w="9525">
            <a:solidFill>
              <a:srgbClr val="231F20"/>
            </a:solidFill>
          </a:ln>
        </p:spPr>
      </p:sp>
      <p:sp>
        <p:nvSpPr>
          <p:cNvPr id="189" name="wire-1133">
            <a:extLst xmlns:a="http://schemas.openxmlformats.org/drawingml/2006/main">
              <a:ext uri="{FF2B5EF4-FFF2-40B4-BE49-F238E27FC236}">
                <a16:creationId xmlns:a16="http://schemas.microsoft.com/office/drawing/2014/main" id="{099F6D6F-6CD3-44EA-8DB6-B82827A19023}"/>
              </a:ext>
            </a:extLst>
          </p:cNvPr>
          <p:cNvSpPr>
            <a:spLocks xmlns:a="http://schemas.openxmlformats.org/drawingml/2006/main" noGrp="1"/>
          </p:cNvSpPr>
          <p:nvPr/>
        </p:nvSpPr>
        <p:spPr>
          <a:xfrm xmlns:a="http://schemas.openxmlformats.org/drawingml/2006/main">
            <a:off x="4455414" y="4314254"/>
            <a:ext cx="215837" cy="9525"/>
          </a:xfrm>
          <a:custGeom xmlns:a="http://schemas.openxmlformats.org/drawingml/2006/main">
            <a:pathLst>
              <a:path w="215837" h="9525">
                <a:moveTo>
                  <a:pt x="0" y="0"/>
                </a:moveTo>
                <a:lnTo>
                  <a:pt x="215837" y="0"/>
                </a:lnTo>
              </a:path>
            </a:pathLst>
          </a:custGeom>
          <a:noFill xmlns:a="http://schemas.openxmlformats.org/drawingml/2006/main"/>
          <a:ln xmlns:a="http://schemas.openxmlformats.org/drawingml/2006/main" w="9525">
            <a:solidFill>
              <a:srgbClr val="231F20"/>
            </a:solidFill>
          </a:ln>
        </p:spPr>
      </p:sp>
      <p:sp>
        <p:nvSpPr>
          <p:cNvPr id="190" name="wire-1134">
            <a:extLst xmlns:a="http://schemas.openxmlformats.org/drawingml/2006/main">
              <a:ext uri="{FF2B5EF4-FFF2-40B4-BE49-F238E27FC236}">
                <a16:creationId xmlns:a16="http://schemas.microsoft.com/office/drawing/2014/main" id="{4EA5BD8D-E1FB-4B01-AAD3-37BF648E550B}"/>
              </a:ext>
            </a:extLst>
          </p:cNvPr>
          <p:cNvSpPr>
            <a:spLocks xmlns:a="http://schemas.openxmlformats.org/drawingml/2006/main" noGrp="1"/>
          </p:cNvSpPr>
          <p:nvPr/>
        </p:nvSpPr>
        <p:spPr>
          <a:xfrm xmlns:a="http://schemas.openxmlformats.org/drawingml/2006/main">
            <a:off x="4671251" y="4314254"/>
            <a:ext cx="9525" cy="71628"/>
          </a:xfrm>
          <a:custGeom xmlns:a="http://schemas.openxmlformats.org/drawingml/2006/main">
            <a:pathLst>
              <a:path w="9525" h="71628">
                <a:moveTo>
                  <a:pt x="0" y="0"/>
                </a:moveTo>
                <a:lnTo>
                  <a:pt x="0" y="71628"/>
                </a:lnTo>
              </a:path>
            </a:pathLst>
          </a:custGeom>
          <a:noFill xmlns:a="http://schemas.openxmlformats.org/drawingml/2006/main"/>
          <a:ln xmlns:a="http://schemas.openxmlformats.org/drawingml/2006/main" w="9525">
            <a:solidFill>
              <a:srgbClr val="231F20"/>
            </a:solidFill>
          </a:ln>
        </p:spPr>
      </p:sp>
      <p:sp>
        <p:nvSpPr>
          <p:cNvPr id="191" name="circuit-1135">
            <a:extLst xmlns:a="http://schemas.openxmlformats.org/drawingml/2006/main">
              <a:ext uri="{FF2B5EF4-FFF2-40B4-BE49-F238E27FC236}">
                <a16:creationId xmlns:a16="http://schemas.microsoft.com/office/drawing/2014/main" id="{451EABD8-7298-43E7-A868-3E7D7F2E6AEC}"/>
              </a:ext>
            </a:extLst>
          </p:cNvPr>
          <p:cNvSpPr>
            <a:spLocks xmlns:a="http://schemas.openxmlformats.org/drawingml/2006/main" noGrp="1"/>
          </p:cNvSpPr>
          <p:nvPr/>
        </p:nvSpPr>
        <p:spPr>
          <a:xfrm xmlns:a="http://schemas.openxmlformats.org/drawingml/2006/main">
            <a:off x="4650648" y="4341114"/>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192" name="wire-1136">
            <a:extLst xmlns:a="http://schemas.openxmlformats.org/drawingml/2006/main">
              <a:ext uri="{FF2B5EF4-FFF2-40B4-BE49-F238E27FC236}">
                <a16:creationId xmlns:a16="http://schemas.microsoft.com/office/drawing/2014/main" id="{6C981250-93B9-49D9-90FA-C7FB2330740F}"/>
              </a:ext>
            </a:extLst>
          </p:cNvPr>
          <p:cNvSpPr>
            <a:spLocks xmlns:a="http://schemas.openxmlformats.org/drawingml/2006/main" noGrp="1"/>
          </p:cNvSpPr>
          <p:nvPr/>
        </p:nvSpPr>
        <p:spPr>
          <a:xfrm xmlns:a="http://schemas.openxmlformats.org/drawingml/2006/main">
            <a:off x="3611690" y="4206812"/>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9525">
            <a:solidFill>
              <a:srgbClr val="231F20"/>
            </a:solidFill>
          </a:ln>
        </p:spPr>
      </p:sp>
      <p:sp>
        <p:nvSpPr>
          <p:cNvPr id="193" name="wire-1137">
            <a:extLst xmlns:a="http://schemas.openxmlformats.org/drawingml/2006/main">
              <a:ext uri="{FF2B5EF4-FFF2-40B4-BE49-F238E27FC236}">
                <a16:creationId xmlns:a16="http://schemas.microsoft.com/office/drawing/2014/main" id="{0EDD0C52-E913-4014-A46B-5F8B319937A4}"/>
              </a:ext>
            </a:extLst>
          </p:cNvPr>
          <p:cNvSpPr>
            <a:spLocks xmlns:a="http://schemas.openxmlformats.org/drawingml/2006/main" noGrp="1"/>
          </p:cNvSpPr>
          <p:nvPr/>
        </p:nvSpPr>
        <p:spPr>
          <a:xfrm xmlns:a="http://schemas.openxmlformats.org/drawingml/2006/main">
            <a:off x="3915823" y="4206812"/>
            <a:ext cx="49054" cy="9525"/>
          </a:xfrm>
          <a:custGeom xmlns:a="http://schemas.openxmlformats.org/drawingml/2006/main">
            <a:pathLst>
              <a:path w="49054" h="9525">
                <a:moveTo>
                  <a:pt x="0" y="0"/>
                </a:moveTo>
                <a:lnTo>
                  <a:pt x="49054" y="0"/>
                </a:lnTo>
              </a:path>
            </a:pathLst>
          </a:custGeom>
          <a:noFill xmlns:a="http://schemas.openxmlformats.org/drawingml/2006/main"/>
          <a:ln xmlns:a="http://schemas.openxmlformats.org/drawingml/2006/main" w="9525">
            <a:solidFill>
              <a:srgbClr val="231F20"/>
            </a:solidFill>
          </a:ln>
        </p:spPr>
      </p:sp>
      <p:sp>
        <p:nvSpPr>
          <p:cNvPr id="194" name="wire-1138">
            <a:extLst xmlns:a="http://schemas.openxmlformats.org/drawingml/2006/main">
              <a:ext uri="{FF2B5EF4-FFF2-40B4-BE49-F238E27FC236}">
                <a16:creationId xmlns:a16="http://schemas.microsoft.com/office/drawing/2014/main" id="{66030E80-F274-450B-8F84-547C6BE21421}"/>
              </a:ext>
            </a:extLst>
          </p:cNvPr>
          <p:cNvSpPr>
            <a:spLocks xmlns:a="http://schemas.openxmlformats.org/drawingml/2006/main" noGrp="1"/>
          </p:cNvSpPr>
          <p:nvPr/>
        </p:nvSpPr>
        <p:spPr>
          <a:xfrm xmlns:a="http://schemas.openxmlformats.org/drawingml/2006/main">
            <a:off x="3964877" y="4206812"/>
            <a:ext cx="9525" cy="1208722"/>
          </a:xfrm>
          <a:custGeom xmlns:a="http://schemas.openxmlformats.org/drawingml/2006/main">
            <a:pathLst>
              <a:path w="9525" h="1208722">
                <a:moveTo>
                  <a:pt x="0" y="0"/>
                </a:moveTo>
                <a:lnTo>
                  <a:pt x="0" y="1208722"/>
                </a:lnTo>
              </a:path>
            </a:pathLst>
          </a:custGeom>
          <a:noFill xmlns:a="http://schemas.openxmlformats.org/drawingml/2006/main"/>
          <a:ln xmlns:a="http://schemas.openxmlformats.org/drawingml/2006/main" w="9525">
            <a:solidFill>
              <a:srgbClr val="231F20"/>
            </a:solidFill>
          </a:ln>
        </p:spPr>
      </p:sp>
      <p:sp>
        <p:nvSpPr>
          <p:cNvPr id="195" name="wire-1139">
            <a:extLst xmlns:a="http://schemas.openxmlformats.org/drawingml/2006/main">
              <a:ext uri="{FF2B5EF4-FFF2-40B4-BE49-F238E27FC236}">
                <a16:creationId xmlns:a16="http://schemas.microsoft.com/office/drawing/2014/main" id="{76D13D49-7EF4-431B-A145-F6DA92860D73}"/>
              </a:ext>
            </a:extLst>
          </p:cNvPr>
          <p:cNvSpPr>
            <a:spLocks xmlns:a="http://schemas.openxmlformats.org/drawingml/2006/main" noGrp="1"/>
          </p:cNvSpPr>
          <p:nvPr/>
        </p:nvSpPr>
        <p:spPr>
          <a:xfrm xmlns:a="http://schemas.openxmlformats.org/drawingml/2006/main">
            <a:off x="3964877" y="5415534"/>
            <a:ext cx="706374" cy="9525"/>
          </a:xfrm>
          <a:custGeom xmlns:a="http://schemas.openxmlformats.org/drawingml/2006/main">
            <a:pathLst>
              <a:path w="706374" h="9525">
                <a:moveTo>
                  <a:pt x="0" y="0"/>
                </a:moveTo>
                <a:lnTo>
                  <a:pt x="706374" y="0"/>
                </a:lnTo>
              </a:path>
            </a:pathLst>
          </a:custGeom>
          <a:noFill xmlns:a="http://schemas.openxmlformats.org/drawingml/2006/main"/>
          <a:ln xmlns:a="http://schemas.openxmlformats.org/drawingml/2006/main" w="9525">
            <a:solidFill>
              <a:srgbClr val="231F20"/>
            </a:solidFill>
          </a:ln>
        </p:spPr>
      </p:sp>
      <p:sp>
        <p:nvSpPr>
          <p:cNvPr id="196" name="wire-1140">
            <a:extLst xmlns:a="http://schemas.openxmlformats.org/drawingml/2006/main">
              <a:ext uri="{FF2B5EF4-FFF2-40B4-BE49-F238E27FC236}">
                <a16:creationId xmlns:a16="http://schemas.microsoft.com/office/drawing/2014/main" id="{5396C704-0A89-4225-B35A-1AE7885B9AC0}"/>
              </a:ext>
            </a:extLst>
          </p:cNvPr>
          <p:cNvSpPr>
            <a:spLocks xmlns:a="http://schemas.openxmlformats.org/drawingml/2006/main" noGrp="1"/>
          </p:cNvSpPr>
          <p:nvPr/>
        </p:nvSpPr>
        <p:spPr>
          <a:xfrm xmlns:a="http://schemas.openxmlformats.org/drawingml/2006/main">
            <a:off x="4671251" y="5361813"/>
            <a:ext cx="9525" cy="53721"/>
          </a:xfrm>
          <a:custGeom xmlns:a="http://schemas.openxmlformats.org/drawingml/2006/main">
            <a:pathLst>
              <a:path w="9525" h="53721">
                <a:moveTo>
                  <a:pt x="0" y="53721"/>
                </a:moveTo>
                <a:lnTo>
                  <a:pt x="0" y="0"/>
                </a:lnTo>
              </a:path>
            </a:pathLst>
          </a:custGeom>
          <a:noFill xmlns:a="http://schemas.openxmlformats.org/drawingml/2006/main"/>
          <a:ln xmlns:a="http://schemas.openxmlformats.org/drawingml/2006/main" w="9525">
            <a:solidFill>
              <a:srgbClr val="231F20"/>
            </a:solidFill>
          </a:ln>
        </p:spPr>
      </p:sp>
      <p:sp>
        <p:nvSpPr>
          <p:cNvPr id="197" name="circuit-1141">
            <a:extLst xmlns:a="http://schemas.openxmlformats.org/drawingml/2006/main">
              <a:ext uri="{FF2B5EF4-FFF2-40B4-BE49-F238E27FC236}">
                <a16:creationId xmlns:a16="http://schemas.microsoft.com/office/drawing/2014/main" id="{DD58AAB6-83B1-4521-9B5E-9646CD9D7C90}"/>
              </a:ext>
            </a:extLst>
          </p:cNvPr>
          <p:cNvSpPr>
            <a:spLocks xmlns:a="http://schemas.openxmlformats.org/drawingml/2006/main" noGrp="1"/>
          </p:cNvSpPr>
          <p:nvPr/>
        </p:nvSpPr>
        <p:spPr>
          <a:xfrm xmlns:a="http://schemas.openxmlformats.org/drawingml/2006/main">
            <a:off x="4650648" y="5361813"/>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198" name="block-1142">
            <a:extLst xmlns:a="http://schemas.openxmlformats.org/drawingml/2006/main">
              <a:ext uri="{FF2B5EF4-FFF2-40B4-BE49-F238E27FC236}">
                <a16:creationId xmlns:a16="http://schemas.microsoft.com/office/drawing/2014/main" id="{44631F02-B038-4788-9E2C-52B0EF219CBD}"/>
              </a:ext>
            </a:extLst>
          </p:cNvPr>
          <p:cNvSpPr>
            <a:spLocks xmlns:a="http://schemas.openxmlformats.org/drawingml/2006/main" noGrp="1"/>
          </p:cNvSpPr>
          <p:nvPr/>
        </p:nvSpPr>
        <p:spPr>
          <a:xfrm xmlns:a="http://schemas.openxmlformats.org/drawingml/2006/main">
            <a:off x="2610993" y="4439603"/>
            <a:ext cx="1000697" cy="913257"/>
          </a:xfrm>
          <a:prstGeom xmlns:a="http://schemas.openxmlformats.org/drawingml/2006/main" prst="rect">
            <a:avLst/>
          </a:prstGeom>
          <a:solidFill xmlns:a="http://schemas.openxmlformats.org/drawingml/2006/main">
            <a:srgbClr val="FFFFFF"/>
          </a:solidFill>
          <a:ln xmlns:a="http://schemas.openxmlformats.org/drawingml/2006/main" w="14288">
            <a:solidFill>
              <a:srgbClr val="1572C3"/>
            </a:solidFill>
          </a:ln>
        </p:spPr>
      </p:sp>
      <p:sp>
        <p:nvSpPr>
          <p:cNvPr id="199" name="text-1143">
            <a:extLst xmlns:a="http://schemas.openxmlformats.org/drawingml/2006/main">
              <a:ext uri="{FF2B5EF4-FFF2-40B4-BE49-F238E27FC236}">
                <a16:creationId xmlns:a16="http://schemas.microsoft.com/office/drawing/2014/main" id="{B6782037-E7C0-4F31-A8B4-95769B8A393F}"/>
              </a:ext>
            </a:extLst>
          </p:cNvPr>
          <p:cNvSpPr>
            <a:spLocks xmlns:a="http://schemas.openxmlformats.org/drawingml/2006/main" noGrp="1"/>
          </p:cNvSpPr>
          <p:nvPr/>
        </p:nvSpPr>
        <p:spPr>
          <a:xfrm xmlns:a="http://schemas.openxmlformats.org/drawingml/2006/main">
            <a:off x="2728722" y="4654487"/>
            <a:ext cx="765239" cy="2148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Arial"/>
                <a:ea typeface="Arial"/>
                <a:cs typeface="Arial"/>
              </a:defRPr>
            </a:defPPr>
            <a:lvl1pPr algn="ctr">
              <a:defRPr sz="1275" b="1">
                <a:solidFill>
                  <a:srgbClr val="231F20"/>
                </a:solidFill>
                <a:latin typeface="Arial"/>
                <a:ea typeface="Arial"/>
                <a:cs typeface="Arial"/>
              </a:defRPr>
            </a:lvl1pPr>
            <a:lvl2pPr algn="ctr">
              <a:defRPr sz="1275" b="1">
                <a:solidFill>
                  <a:srgbClr val="231F20"/>
                </a:solidFill>
                <a:latin typeface="Arial"/>
                <a:ea typeface="Arial"/>
                <a:cs typeface="Arial"/>
              </a:defRPr>
            </a:lvl2pPr>
            <a:lvl3pPr algn="ctr">
              <a:defRPr sz="1275" b="1">
                <a:solidFill>
                  <a:srgbClr val="231F20"/>
                </a:solidFill>
                <a:latin typeface="Arial"/>
                <a:ea typeface="Arial"/>
                <a:cs typeface="Arial"/>
              </a:defRPr>
            </a:lvl3pPr>
            <a:lvl4pPr algn="ctr">
              <a:defRPr sz="1275" b="1">
                <a:solidFill>
                  <a:srgbClr val="231F20"/>
                </a:solidFill>
                <a:latin typeface="Arial"/>
                <a:ea typeface="Arial"/>
                <a:cs typeface="Arial"/>
              </a:defRPr>
            </a:lvl4pPr>
            <a:lvl5pPr algn="ctr">
              <a:defRPr sz="1275" b="1">
                <a:solidFill>
                  <a:srgbClr val="231F20"/>
                </a:solidFill>
                <a:latin typeface="Arial"/>
                <a:ea typeface="Arial"/>
                <a:cs typeface="Arial"/>
              </a:defRPr>
            </a:lvl5pPr>
            <a:lvl6pPr algn="ctr">
              <a:defRPr sz="1275" b="1">
                <a:solidFill>
                  <a:srgbClr val="231F20"/>
                </a:solidFill>
                <a:latin typeface="Arial"/>
                <a:ea typeface="Arial"/>
                <a:cs typeface="Arial"/>
              </a:defRPr>
            </a:lvl6pPr>
            <a:lvl7pPr algn="ctr">
              <a:defRPr sz="1275" b="1">
                <a:solidFill>
                  <a:srgbClr val="231F20"/>
                </a:solidFill>
                <a:latin typeface="Arial"/>
                <a:ea typeface="Arial"/>
                <a:cs typeface="Arial"/>
              </a:defRPr>
            </a:lvl7pPr>
            <a:lvl8pPr algn="ctr">
              <a:defRPr sz="1275" b="1">
                <a:solidFill>
                  <a:srgbClr val="231F20"/>
                </a:solidFill>
                <a:latin typeface="Arial"/>
                <a:ea typeface="Arial"/>
                <a:cs typeface="Arial"/>
              </a:defRPr>
            </a:lvl8pPr>
            <a:lvl9pPr algn="ctr">
              <a:defRPr sz="1275" b="1">
                <a:solidFill>
                  <a:srgbClr val="231F20"/>
                </a:solidFill>
                <a:latin typeface="Arial"/>
                <a:ea typeface="Arial"/>
                <a:cs typeface="Arial"/>
              </a:defRPr>
            </a:lvl9pPr>
          </a:lstStyle>
          <a:p xmlns:a="http://schemas.openxmlformats.org/drawingml/2006/main">
            <a:pPr algn="ctr">
              <a:defRPr sz="1275" b="1">
                <a:solidFill>
                  <a:srgbClr val="231F20"/>
                </a:solidFill>
                <a:latin typeface="Arial"/>
                <a:ea typeface="Arial"/>
                <a:cs typeface="Arial"/>
              </a:defRPr>
            </a:pPr>
            <a:r>
              <a:rPr sz="1275" b="1">
                <a:solidFill>
                  <a:srgbClr val="231F20"/>
                </a:solidFill>
                <a:latin typeface="Arial"/>
                <a:ea typeface="Arial"/>
                <a:cs typeface="Arial"/>
              </a:rPr>
              <a:t>regfile</a:t>
            </a:r>
          </a:p>
        </p:txBody>
      </p:sp>
      <p:sp>
        <p:nvSpPr>
          <p:cNvPr id="200" name="text-1144">
            <a:extLst xmlns:a="http://schemas.openxmlformats.org/drawingml/2006/main">
              <a:ext uri="{FF2B5EF4-FFF2-40B4-BE49-F238E27FC236}">
                <a16:creationId xmlns:a16="http://schemas.microsoft.com/office/drawing/2014/main" id="{19A730B5-FE90-4CCE-AF7C-ACB35B62653F}"/>
              </a:ext>
            </a:extLst>
          </p:cNvPr>
          <p:cNvSpPr>
            <a:spLocks xmlns:a="http://schemas.openxmlformats.org/drawingml/2006/main" noGrp="1"/>
          </p:cNvSpPr>
          <p:nvPr/>
        </p:nvSpPr>
        <p:spPr>
          <a:xfrm xmlns:a="http://schemas.openxmlformats.org/drawingml/2006/main">
            <a:off x="2640425" y="4520184"/>
            <a:ext cx="264890"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A1</a:t>
            </a:r>
          </a:p>
        </p:txBody>
      </p:sp>
      <p:sp>
        <p:nvSpPr>
          <p:cNvPr id="201" name="text-1145">
            <a:extLst xmlns:a="http://schemas.openxmlformats.org/drawingml/2006/main">
              <a:ext uri="{FF2B5EF4-FFF2-40B4-BE49-F238E27FC236}">
                <a16:creationId xmlns:a16="http://schemas.microsoft.com/office/drawing/2014/main" id="{001D0DA1-09CA-4105-8EA0-276AC1256DC7}"/>
              </a:ext>
            </a:extLst>
          </p:cNvPr>
          <p:cNvSpPr>
            <a:spLocks xmlns:a="http://schemas.openxmlformats.org/drawingml/2006/main" noGrp="1"/>
          </p:cNvSpPr>
          <p:nvPr/>
        </p:nvSpPr>
        <p:spPr>
          <a:xfrm xmlns:a="http://schemas.openxmlformats.org/drawingml/2006/main">
            <a:off x="2640425" y="4851464"/>
            <a:ext cx="264890"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A2</a:t>
            </a:r>
          </a:p>
        </p:txBody>
      </p:sp>
      <p:sp>
        <p:nvSpPr>
          <p:cNvPr id="202" name="text-1146">
            <a:extLst xmlns:a="http://schemas.openxmlformats.org/drawingml/2006/main">
              <a:ext uri="{FF2B5EF4-FFF2-40B4-BE49-F238E27FC236}">
                <a16:creationId xmlns:a16="http://schemas.microsoft.com/office/drawing/2014/main" id="{C526B332-E20F-4D73-BB95-8610CF89FF60}"/>
              </a:ext>
            </a:extLst>
          </p:cNvPr>
          <p:cNvSpPr>
            <a:spLocks xmlns:a="http://schemas.openxmlformats.org/drawingml/2006/main" noGrp="1"/>
          </p:cNvSpPr>
          <p:nvPr/>
        </p:nvSpPr>
        <p:spPr>
          <a:xfrm xmlns:a="http://schemas.openxmlformats.org/drawingml/2006/main">
            <a:off x="2640425" y="5021580"/>
            <a:ext cx="264890" cy="1432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A3</a:t>
            </a:r>
          </a:p>
        </p:txBody>
      </p:sp>
      <p:sp>
        <p:nvSpPr>
          <p:cNvPr id="203" name="text-1147">
            <a:extLst xmlns:a="http://schemas.openxmlformats.org/drawingml/2006/main">
              <a:ext uri="{FF2B5EF4-FFF2-40B4-BE49-F238E27FC236}">
                <a16:creationId xmlns:a16="http://schemas.microsoft.com/office/drawing/2014/main" id="{8FFB53B5-489D-426F-8E67-BA7EAD8E4BE1}"/>
              </a:ext>
            </a:extLst>
          </p:cNvPr>
          <p:cNvSpPr>
            <a:spLocks xmlns:a="http://schemas.openxmlformats.org/drawingml/2006/main" noGrp="1"/>
          </p:cNvSpPr>
          <p:nvPr/>
        </p:nvSpPr>
        <p:spPr>
          <a:xfrm xmlns:a="http://schemas.openxmlformats.org/drawingml/2006/main">
            <a:off x="2640425" y="5182743"/>
            <a:ext cx="402241"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WD3</a:t>
            </a:r>
          </a:p>
        </p:txBody>
      </p:sp>
      <p:sp>
        <p:nvSpPr>
          <p:cNvPr id="204" name="text-1148">
            <a:extLst xmlns:a="http://schemas.openxmlformats.org/drawingml/2006/main">
              <a:ext uri="{FF2B5EF4-FFF2-40B4-BE49-F238E27FC236}">
                <a16:creationId xmlns:a16="http://schemas.microsoft.com/office/drawing/2014/main" id="{8E1D6EFF-D4C7-4F5D-864A-347E54EE011E}"/>
              </a:ext>
            </a:extLst>
          </p:cNvPr>
          <p:cNvSpPr>
            <a:spLocks xmlns:a="http://schemas.openxmlformats.org/drawingml/2006/main" noGrp="1"/>
          </p:cNvSpPr>
          <p:nvPr/>
        </p:nvSpPr>
        <p:spPr>
          <a:xfrm xmlns:a="http://schemas.openxmlformats.org/drawingml/2006/main">
            <a:off x="3268313" y="4520184"/>
            <a:ext cx="333566"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RD1</a:t>
            </a:r>
          </a:p>
        </p:txBody>
      </p:sp>
      <p:sp>
        <p:nvSpPr>
          <p:cNvPr id="205" name="text-1149">
            <a:extLst xmlns:a="http://schemas.openxmlformats.org/drawingml/2006/main">
              <a:ext uri="{FF2B5EF4-FFF2-40B4-BE49-F238E27FC236}">
                <a16:creationId xmlns:a16="http://schemas.microsoft.com/office/drawing/2014/main" id="{D157EA8F-9F7A-4B8E-9D0E-ED7497A359D6}"/>
              </a:ext>
            </a:extLst>
          </p:cNvPr>
          <p:cNvSpPr>
            <a:spLocks xmlns:a="http://schemas.openxmlformats.org/drawingml/2006/main" noGrp="1"/>
          </p:cNvSpPr>
          <p:nvPr/>
        </p:nvSpPr>
        <p:spPr>
          <a:xfrm xmlns:a="http://schemas.openxmlformats.org/drawingml/2006/main">
            <a:off x="3268313" y="4851464"/>
            <a:ext cx="333566"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RD2</a:t>
            </a:r>
          </a:p>
        </p:txBody>
      </p:sp>
      <p:sp>
        <p:nvSpPr>
          <p:cNvPr id="206" name="text-1150">
            <a:extLst xmlns:a="http://schemas.openxmlformats.org/drawingml/2006/main">
              <a:ext uri="{FF2B5EF4-FFF2-40B4-BE49-F238E27FC236}">
                <a16:creationId xmlns:a16="http://schemas.microsoft.com/office/drawing/2014/main" id="{2D5AA1CB-B2DF-48DD-A326-C8694B0EC1F2}"/>
              </a:ext>
            </a:extLst>
          </p:cNvPr>
          <p:cNvSpPr>
            <a:spLocks xmlns:a="http://schemas.openxmlformats.org/drawingml/2006/main" noGrp="1"/>
          </p:cNvSpPr>
          <p:nvPr/>
        </p:nvSpPr>
        <p:spPr>
          <a:xfrm xmlns:a="http://schemas.openxmlformats.org/drawingml/2006/main">
            <a:off x="2905316" y="4448556"/>
            <a:ext cx="362998"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WE3</a:t>
            </a:r>
          </a:p>
        </p:txBody>
      </p:sp>
      <p:sp>
        <p:nvSpPr>
          <p:cNvPr id="207" name="circuit-1151">
            <a:extLst xmlns:a="http://schemas.openxmlformats.org/drawingml/2006/main">
              <a:ext uri="{FF2B5EF4-FFF2-40B4-BE49-F238E27FC236}">
                <a16:creationId xmlns:a16="http://schemas.microsoft.com/office/drawing/2014/main" id="{AC34210C-519C-4B26-A406-DDA8CBAA3FA9}"/>
              </a:ext>
            </a:extLst>
          </p:cNvPr>
          <p:cNvSpPr>
            <a:spLocks xmlns:a="http://schemas.openxmlformats.org/drawingml/2006/main" noGrp="1"/>
          </p:cNvSpPr>
          <p:nvPr/>
        </p:nvSpPr>
        <p:spPr>
          <a:xfrm xmlns:a="http://schemas.openxmlformats.org/drawingml/2006/main">
            <a:off x="3170206" y="4439603"/>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208" name="circuit-1152">
            <a:extLst xmlns:a="http://schemas.openxmlformats.org/drawingml/2006/main">
              <a:ext uri="{FF2B5EF4-FFF2-40B4-BE49-F238E27FC236}">
                <a16:creationId xmlns:a16="http://schemas.microsoft.com/office/drawing/2014/main" id="{2E6564DA-F2F6-4A82-B8D9-491B23BD5193}"/>
              </a:ext>
            </a:extLst>
          </p:cNvPr>
          <p:cNvSpPr>
            <a:spLocks xmlns:a="http://schemas.openxmlformats.org/drawingml/2006/main" noGrp="1"/>
          </p:cNvSpPr>
          <p:nvPr/>
        </p:nvSpPr>
        <p:spPr>
          <a:xfrm xmlns:a="http://schemas.openxmlformats.org/drawingml/2006/main">
            <a:off x="2610993" y="5442395"/>
            <a:ext cx="1000697" cy="259651"/>
          </a:xfrm>
          <a:custGeom xmlns:a="http://schemas.openxmlformats.org/drawingml/2006/main">
            <a:pathLst>
              <a:path w="1000697" h="259651">
                <a:moveTo>
                  <a:pt x="0" y="98489"/>
                </a:moveTo>
                <a:lnTo>
                  <a:pt x="1000697" y="0"/>
                </a:lnTo>
                <a:lnTo>
                  <a:pt x="1000697" y="259651"/>
                </a:lnTo>
                <a:lnTo>
                  <a:pt x="0" y="259651"/>
                </a:lnTo>
                <a:close/>
              </a:path>
            </a:pathLst>
          </a:custGeom>
          <a:solidFill xmlns:a="http://schemas.openxmlformats.org/drawingml/2006/main">
            <a:srgbClr val="FFFFFF"/>
          </a:solidFill>
          <a:ln xmlns:a="http://schemas.openxmlformats.org/drawingml/2006/main" w="14288">
            <a:solidFill>
              <a:srgbClr val="1572C3"/>
            </a:solidFill>
          </a:ln>
        </p:spPr>
      </p:sp>
      <p:sp>
        <p:nvSpPr>
          <p:cNvPr id="209" name="text-1153">
            <a:extLst xmlns:a="http://schemas.openxmlformats.org/drawingml/2006/main">
              <a:ext uri="{FF2B5EF4-FFF2-40B4-BE49-F238E27FC236}">
                <a16:creationId xmlns:a16="http://schemas.microsoft.com/office/drawing/2014/main" id="{D5DC3A8E-ADCB-4E42-98AA-E09F82A56313}"/>
              </a:ext>
            </a:extLst>
          </p:cNvPr>
          <p:cNvSpPr>
            <a:spLocks xmlns:a="http://schemas.openxmlformats.org/drawingml/2006/main" noGrp="1"/>
          </p:cNvSpPr>
          <p:nvPr/>
        </p:nvSpPr>
        <p:spPr>
          <a:xfrm xmlns:a="http://schemas.openxmlformats.org/drawingml/2006/main">
            <a:off x="2885694" y="5505069"/>
            <a:ext cx="706374" cy="1701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extend</a:t>
            </a:r>
          </a:p>
        </p:txBody>
      </p:sp>
      <p:sp>
        <p:nvSpPr>
          <p:cNvPr id="210" name="block-1154">
            <a:extLst xmlns:a="http://schemas.openxmlformats.org/drawingml/2006/main">
              <a:ext uri="{FF2B5EF4-FFF2-40B4-BE49-F238E27FC236}">
                <a16:creationId xmlns:a16="http://schemas.microsoft.com/office/drawing/2014/main" id="{55DD3CD9-0B23-46A4-AE0E-A25ED384CA32}"/>
              </a:ext>
            </a:extLst>
          </p:cNvPr>
          <p:cNvSpPr>
            <a:spLocks xmlns:a="http://schemas.openxmlformats.org/drawingml/2006/main" noGrp="1"/>
          </p:cNvSpPr>
          <p:nvPr/>
        </p:nvSpPr>
        <p:spPr>
          <a:xfrm xmlns:a="http://schemas.openxmlformats.org/drawingml/2006/main">
            <a:off x="3798094" y="3947160"/>
            <a:ext cx="117729" cy="1853374"/>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11" name="circuit-1155">
            <a:extLst xmlns:a="http://schemas.openxmlformats.org/drawingml/2006/main">
              <a:ext uri="{FF2B5EF4-FFF2-40B4-BE49-F238E27FC236}">
                <a16:creationId xmlns:a16="http://schemas.microsoft.com/office/drawing/2014/main" id="{CD198344-D706-4187-BA7B-FD7360947028}"/>
              </a:ext>
            </a:extLst>
          </p:cNvPr>
          <p:cNvSpPr>
            <a:spLocks xmlns:a="http://schemas.openxmlformats.org/drawingml/2006/main" noGrp="1"/>
          </p:cNvSpPr>
          <p:nvPr/>
        </p:nvSpPr>
        <p:spPr>
          <a:xfrm xmlns:a="http://schemas.openxmlformats.org/drawingml/2006/main">
            <a:off x="3817715" y="3947160"/>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212" name="wire-1156">
            <a:extLst xmlns:a="http://schemas.openxmlformats.org/drawingml/2006/main">
              <a:ext uri="{FF2B5EF4-FFF2-40B4-BE49-F238E27FC236}">
                <a16:creationId xmlns:a16="http://schemas.microsoft.com/office/drawing/2014/main" id="{9CEE5359-A473-424C-BB7F-DA9EA2B4E0CC}"/>
              </a:ext>
            </a:extLst>
          </p:cNvPr>
          <p:cNvSpPr>
            <a:spLocks xmlns:a="http://schemas.openxmlformats.org/drawingml/2006/main" noGrp="1"/>
          </p:cNvSpPr>
          <p:nvPr/>
        </p:nvSpPr>
        <p:spPr>
          <a:xfrm xmlns:a="http://schemas.openxmlformats.org/drawingml/2006/main">
            <a:off x="3856958" y="3893439"/>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213" name="text-1157">
            <a:extLst xmlns:a="http://schemas.openxmlformats.org/drawingml/2006/main">
              <a:ext uri="{FF2B5EF4-FFF2-40B4-BE49-F238E27FC236}">
                <a16:creationId xmlns:a16="http://schemas.microsoft.com/office/drawing/2014/main" id="{5A2CCD84-BDFF-4F47-9D50-61D62DD2CA7C}"/>
              </a:ext>
            </a:extLst>
          </p:cNvPr>
          <p:cNvSpPr>
            <a:spLocks xmlns:a="http://schemas.openxmlformats.org/drawingml/2006/main" noGrp="1"/>
          </p:cNvSpPr>
          <p:nvPr/>
        </p:nvSpPr>
        <p:spPr>
          <a:xfrm xmlns:a="http://schemas.openxmlformats.org/drawingml/2006/main">
            <a:off x="3601879" y="3687509"/>
            <a:ext cx="559213"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D / E</a:t>
            </a:r>
          </a:p>
        </p:txBody>
      </p:sp>
      <p:sp>
        <p:nvSpPr>
          <p:cNvPr id="214" name="wire-1158">
            <a:extLst xmlns:a="http://schemas.openxmlformats.org/drawingml/2006/main">
              <a:ext uri="{FF2B5EF4-FFF2-40B4-BE49-F238E27FC236}">
                <a16:creationId xmlns:a16="http://schemas.microsoft.com/office/drawing/2014/main" id="{CCD228BC-E6FD-4DD9-8361-855BB4A38D90}"/>
              </a:ext>
            </a:extLst>
          </p:cNvPr>
          <p:cNvSpPr>
            <a:spLocks xmlns:a="http://schemas.openxmlformats.org/drawingml/2006/main" noGrp="1"/>
          </p:cNvSpPr>
          <p:nvPr/>
        </p:nvSpPr>
        <p:spPr>
          <a:xfrm xmlns:a="http://schemas.openxmlformats.org/drawingml/2006/main">
            <a:off x="3611690" y="4609719"/>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15" name="wire-1159">
            <a:extLst xmlns:a="http://schemas.openxmlformats.org/drawingml/2006/main">
              <a:ext uri="{FF2B5EF4-FFF2-40B4-BE49-F238E27FC236}">
                <a16:creationId xmlns:a16="http://schemas.microsoft.com/office/drawing/2014/main" id="{34C5F12C-C111-4A39-866E-4C94099CA124}"/>
              </a:ext>
            </a:extLst>
          </p:cNvPr>
          <p:cNvSpPr>
            <a:spLocks xmlns:a="http://schemas.openxmlformats.org/drawingml/2006/main" noGrp="1"/>
          </p:cNvSpPr>
          <p:nvPr/>
        </p:nvSpPr>
        <p:spPr>
          <a:xfrm xmlns:a="http://schemas.openxmlformats.org/drawingml/2006/main">
            <a:off x="3611690" y="4923091"/>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16" name="wire-1160">
            <a:extLst xmlns:a="http://schemas.openxmlformats.org/drawingml/2006/main">
              <a:ext uri="{FF2B5EF4-FFF2-40B4-BE49-F238E27FC236}">
                <a16:creationId xmlns:a16="http://schemas.microsoft.com/office/drawing/2014/main" id="{E1C1E3A3-5CCF-4FC0-AE58-D8D9D866484A}"/>
              </a:ext>
            </a:extLst>
          </p:cNvPr>
          <p:cNvSpPr>
            <a:spLocks xmlns:a="http://schemas.openxmlformats.org/drawingml/2006/main" noGrp="1"/>
          </p:cNvSpPr>
          <p:nvPr/>
        </p:nvSpPr>
        <p:spPr>
          <a:xfrm xmlns:a="http://schemas.openxmlformats.org/drawingml/2006/main">
            <a:off x="3611690" y="5603558"/>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17" name="circuit-1161">
            <a:extLst xmlns:a="http://schemas.openxmlformats.org/drawingml/2006/main">
              <a:ext uri="{FF2B5EF4-FFF2-40B4-BE49-F238E27FC236}">
                <a16:creationId xmlns:a16="http://schemas.microsoft.com/office/drawing/2014/main" id="{D30EF033-AAE6-47C6-9845-1C9D9A575587}"/>
              </a:ext>
            </a:extLst>
          </p:cNvPr>
          <p:cNvSpPr>
            <a:spLocks xmlns:a="http://schemas.openxmlformats.org/drawingml/2006/main" noGrp="1"/>
          </p:cNvSpPr>
          <p:nvPr/>
        </p:nvSpPr>
        <p:spPr>
          <a:xfrm xmlns:a="http://schemas.openxmlformats.org/drawingml/2006/main">
            <a:off x="4141470" y="4448556"/>
            <a:ext cx="166783" cy="340233"/>
          </a:xfrm>
          <a:custGeom xmlns:a="http://schemas.openxmlformats.org/drawingml/2006/main">
            <a:pathLst>
              <a:path w="166783" h="340233">
                <a:moveTo>
                  <a:pt x="0" y="0"/>
                </a:moveTo>
                <a:lnTo>
                  <a:pt x="166783" y="53721"/>
                </a:lnTo>
                <a:lnTo>
                  <a:pt x="166783" y="286512"/>
                </a:lnTo>
                <a:lnTo>
                  <a:pt x="0" y="340233"/>
                </a:lnTo>
                <a:close/>
              </a:path>
            </a:pathLst>
          </a:custGeom>
          <a:solidFill xmlns:a="http://schemas.openxmlformats.org/drawingml/2006/main">
            <a:srgbClr val="FFFFFF"/>
          </a:solidFill>
          <a:ln xmlns:a="http://schemas.openxmlformats.org/drawingml/2006/main" w="14288">
            <a:solidFill>
              <a:srgbClr val="231F20"/>
            </a:solidFill>
          </a:ln>
        </p:spPr>
      </p:sp>
      <p:sp>
        <p:nvSpPr>
          <p:cNvPr id="218" name="text-1162">
            <a:extLst xmlns:a="http://schemas.openxmlformats.org/drawingml/2006/main">
              <a:ext uri="{FF2B5EF4-FFF2-40B4-BE49-F238E27FC236}">
                <a16:creationId xmlns:a16="http://schemas.microsoft.com/office/drawing/2014/main" id="{B3D2D669-4EDC-42A5-941C-0FD77AA63986}"/>
              </a:ext>
            </a:extLst>
          </p:cNvPr>
          <p:cNvSpPr>
            <a:spLocks xmlns:a="http://schemas.openxmlformats.org/drawingml/2006/main" noGrp="1"/>
          </p:cNvSpPr>
          <p:nvPr/>
        </p:nvSpPr>
        <p:spPr>
          <a:xfrm xmlns:a="http://schemas.openxmlformats.org/drawingml/2006/main">
            <a:off x="4151281" y="4475417"/>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19" name="text-1163">
            <a:extLst xmlns:a="http://schemas.openxmlformats.org/drawingml/2006/main">
              <a:ext uri="{FF2B5EF4-FFF2-40B4-BE49-F238E27FC236}">
                <a16:creationId xmlns:a16="http://schemas.microsoft.com/office/drawing/2014/main" id="{FE361BEA-9EBA-4A70-91CE-ADB7CD071EA6}"/>
              </a:ext>
            </a:extLst>
          </p:cNvPr>
          <p:cNvSpPr>
            <a:spLocks xmlns:a="http://schemas.openxmlformats.org/drawingml/2006/main" noGrp="1"/>
          </p:cNvSpPr>
          <p:nvPr/>
        </p:nvSpPr>
        <p:spPr>
          <a:xfrm xmlns:a="http://schemas.openxmlformats.org/drawingml/2006/main">
            <a:off x="4151281" y="4627626"/>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0" name="circuit-1164">
            <a:extLst xmlns:a="http://schemas.openxmlformats.org/drawingml/2006/main">
              <a:ext uri="{FF2B5EF4-FFF2-40B4-BE49-F238E27FC236}">
                <a16:creationId xmlns:a16="http://schemas.microsoft.com/office/drawing/2014/main" id="{FBEDC066-53DB-43B1-80A5-E7909CB218E3}"/>
              </a:ext>
            </a:extLst>
          </p:cNvPr>
          <p:cNvSpPr>
            <a:spLocks xmlns:a="http://schemas.openxmlformats.org/drawingml/2006/main" noGrp="1"/>
          </p:cNvSpPr>
          <p:nvPr/>
        </p:nvSpPr>
        <p:spPr>
          <a:xfrm xmlns:a="http://schemas.openxmlformats.org/drawingml/2006/main">
            <a:off x="4141470" y="4815650"/>
            <a:ext cx="166783" cy="402908"/>
          </a:xfrm>
          <a:custGeom xmlns:a="http://schemas.openxmlformats.org/drawingml/2006/main">
            <a:pathLst>
              <a:path w="166783" h="402908">
                <a:moveTo>
                  <a:pt x="0" y="0"/>
                </a:moveTo>
                <a:lnTo>
                  <a:pt x="166783" y="53721"/>
                </a:lnTo>
                <a:lnTo>
                  <a:pt x="166783" y="349187"/>
                </a:lnTo>
                <a:lnTo>
                  <a:pt x="0" y="402908"/>
                </a:lnTo>
                <a:close/>
              </a:path>
            </a:pathLst>
          </a:custGeom>
          <a:solidFill xmlns:a="http://schemas.openxmlformats.org/drawingml/2006/main">
            <a:srgbClr val="FFFFFF"/>
          </a:solidFill>
          <a:ln xmlns:a="http://schemas.openxmlformats.org/drawingml/2006/main" w="14288">
            <a:solidFill>
              <a:srgbClr val="231F20"/>
            </a:solidFill>
          </a:ln>
        </p:spPr>
      </p:sp>
      <p:sp>
        <p:nvSpPr>
          <p:cNvPr id="221" name="text-1165">
            <a:extLst xmlns:a="http://schemas.openxmlformats.org/drawingml/2006/main">
              <a:ext uri="{FF2B5EF4-FFF2-40B4-BE49-F238E27FC236}">
                <a16:creationId xmlns:a16="http://schemas.microsoft.com/office/drawing/2014/main" id="{9CB082A5-560F-4CC5-9CD4-90127ADF1189}"/>
              </a:ext>
            </a:extLst>
          </p:cNvPr>
          <p:cNvSpPr>
            <a:spLocks xmlns:a="http://schemas.openxmlformats.org/drawingml/2006/main" noGrp="1"/>
          </p:cNvSpPr>
          <p:nvPr/>
        </p:nvSpPr>
        <p:spPr>
          <a:xfrm xmlns:a="http://schemas.openxmlformats.org/drawingml/2006/main">
            <a:off x="4151281" y="4842510"/>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22" name="text-1166">
            <a:extLst xmlns:a="http://schemas.openxmlformats.org/drawingml/2006/main">
              <a:ext uri="{FF2B5EF4-FFF2-40B4-BE49-F238E27FC236}">
                <a16:creationId xmlns:a16="http://schemas.microsoft.com/office/drawing/2014/main" id="{9B4B41FE-6BC7-4259-A1C0-04EC47386863}"/>
              </a:ext>
            </a:extLst>
          </p:cNvPr>
          <p:cNvSpPr>
            <a:spLocks xmlns:a="http://schemas.openxmlformats.org/drawingml/2006/main" noGrp="1"/>
          </p:cNvSpPr>
          <p:nvPr/>
        </p:nvSpPr>
        <p:spPr>
          <a:xfrm xmlns:a="http://schemas.openxmlformats.org/drawingml/2006/main">
            <a:off x="4151281" y="5057394"/>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3" name="circuit-1167">
            <a:extLst xmlns:a="http://schemas.openxmlformats.org/drawingml/2006/main">
              <a:ext uri="{FF2B5EF4-FFF2-40B4-BE49-F238E27FC236}">
                <a16:creationId xmlns:a16="http://schemas.microsoft.com/office/drawing/2014/main" id="{24EE1116-576A-4EA0-90F6-C4EC879BA9D9}"/>
              </a:ext>
            </a:extLst>
          </p:cNvPr>
          <p:cNvSpPr>
            <a:spLocks xmlns:a="http://schemas.openxmlformats.org/drawingml/2006/main" noGrp="1"/>
          </p:cNvSpPr>
          <p:nvPr/>
        </p:nvSpPr>
        <p:spPr>
          <a:xfrm xmlns:a="http://schemas.openxmlformats.org/drawingml/2006/main">
            <a:off x="4582954" y="4385882"/>
            <a:ext cx="166783" cy="429768"/>
          </a:xfrm>
          <a:custGeom xmlns:a="http://schemas.openxmlformats.org/drawingml/2006/main">
            <a:pathLst>
              <a:path w="166783" h="429768">
                <a:moveTo>
                  <a:pt x="0" y="0"/>
                </a:moveTo>
                <a:lnTo>
                  <a:pt x="166783" y="53721"/>
                </a:lnTo>
                <a:lnTo>
                  <a:pt x="166783" y="376047"/>
                </a:lnTo>
                <a:lnTo>
                  <a:pt x="0" y="429768"/>
                </a:lnTo>
                <a:close/>
              </a:path>
            </a:pathLst>
          </a:custGeom>
          <a:solidFill xmlns:a="http://schemas.openxmlformats.org/drawingml/2006/main">
            <a:srgbClr val="FFFFFF"/>
          </a:solidFill>
          <a:ln xmlns:a="http://schemas.openxmlformats.org/drawingml/2006/main" w="14288">
            <a:solidFill>
              <a:srgbClr val="231F20"/>
            </a:solidFill>
          </a:ln>
        </p:spPr>
      </p:sp>
      <p:sp>
        <p:nvSpPr>
          <p:cNvPr id="224" name="text-1168">
            <a:extLst xmlns:a="http://schemas.openxmlformats.org/drawingml/2006/main">
              <a:ext uri="{FF2B5EF4-FFF2-40B4-BE49-F238E27FC236}">
                <a16:creationId xmlns:a16="http://schemas.microsoft.com/office/drawing/2014/main" id="{A3787D1E-2234-4972-AC8D-8FA9845801EC}"/>
              </a:ext>
            </a:extLst>
          </p:cNvPr>
          <p:cNvSpPr>
            <a:spLocks xmlns:a="http://schemas.openxmlformats.org/drawingml/2006/main" noGrp="1"/>
          </p:cNvSpPr>
          <p:nvPr/>
        </p:nvSpPr>
        <p:spPr>
          <a:xfrm xmlns:a="http://schemas.openxmlformats.org/drawingml/2006/main">
            <a:off x="4592765" y="4412742"/>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25" name="text-1169">
            <a:extLst xmlns:a="http://schemas.openxmlformats.org/drawingml/2006/main">
              <a:ext uri="{FF2B5EF4-FFF2-40B4-BE49-F238E27FC236}">
                <a16:creationId xmlns:a16="http://schemas.microsoft.com/office/drawing/2014/main" id="{E577997D-B6FC-4CA0-8924-E77014A14A51}"/>
              </a:ext>
            </a:extLst>
          </p:cNvPr>
          <p:cNvSpPr>
            <a:spLocks xmlns:a="http://schemas.openxmlformats.org/drawingml/2006/main" noGrp="1"/>
          </p:cNvSpPr>
          <p:nvPr/>
        </p:nvSpPr>
        <p:spPr>
          <a:xfrm xmlns:a="http://schemas.openxmlformats.org/drawingml/2006/main">
            <a:off x="4592765" y="4654487"/>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6" name="circuit-1170">
            <a:extLst xmlns:a="http://schemas.openxmlformats.org/drawingml/2006/main">
              <a:ext uri="{FF2B5EF4-FFF2-40B4-BE49-F238E27FC236}">
                <a16:creationId xmlns:a16="http://schemas.microsoft.com/office/drawing/2014/main" id="{AFD692D3-4336-4B3D-89D2-DCFFE5A302F4}"/>
              </a:ext>
            </a:extLst>
          </p:cNvPr>
          <p:cNvSpPr>
            <a:spLocks xmlns:a="http://schemas.openxmlformats.org/drawingml/2006/main" noGrp="1"/>
          </p:cNvSpPr>
          <p:nvPr/>
        </p:nvSpPr>
        <p:spPr>
          <a:xfrm xmlns:a="http://schemas.openxmlformats.org/drawingml/2006/main">
            <a:off x="4582954" y="4940999"/>
            <a:ext cx="166783" cy="420814"/>
          </a:xfrm>
          <a:custGeom xmlns:a="http://schemas.openxmlformats.org/drawingml/2006/main">
            <a:pathLst>
              <a:path w="166783" h="420814">
                <a:moveTo>
                  <a:pt x="0" y="0"/>
                </a:moveTo>
                <a:lnTo>
                  <a:pt x="166783" y="53721"/>
                </a:lnTo>
                <a:lnTo>
                  <a:pt x="166783" y="367093"/>
                </a:lnTo>
                <a:lnTo>
                  <a:pt x="0" y="420814"/>
                </a:lnTo>
                <a:close/>
              </a:path>
            </a:pathLst>
          </a:custGeom>
          <a:solidFill xmlns:a="http://schemas.openxmlformats.org/drawingml/2006/main">
            <a:srgbClr val="FFFFFF"/>
          </a:solidFill>
          <a:ln xmlns:a="http://schemas.openxmlformats.org/drawingml/2006/main" w="14288">
            <a:solidFill>
              <a:srgbClr val="231F20"/>
            </a:solidFill>
          </a:ln>
        </p:spPr>
      </p:sp>
      <p:sp>
        <p:nvSpPr>
          <p:cNvPr id="227" name="text-1171">
            <a:extLst xmlns:a="http://schemas.openxmlformats.org/drawingml/2006/main">
              <a:ext uri="{FF2B5EF4-FFF2-40B4-BE49-F238E27FC236}">
                <a16:creationId xmlns:a16="http://schemas.microsoft.com/office/drawing/2014/main" id="{5ECAFFE7-737B-44D7-A948-994B11B49938}"/>
              </a:ext>
            </a:extLst>
          </p:cNvPr>
          <p:cNvSpPr>
            <a:spLocks xmlns:a="http://schemas.openxmlformats.org/drawingml/2006/main" noGrp="1"/>
          </p:cNvSpPr>
          <p:nvPr/>
        </p:nvSpPr>
        <p:spPr>
          <a:xfrm xmlns:a="http://schemas.openxmlformats.org/drawingml/2006/main">
            <a:off x="4592765" y="4967859"/>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228" name="text-1172">
            <a:extLst xmlns:a="http://schemas.openxmlformats.org/drawingml/2006/main">
              <a:ext uri="{FF2B5EF4-FFF2-40B4-BE49-F238E27FC236}">
                <a16:creationId xmlns:a16="http://schemas.microsoft.com/office/drawing/2014/main" id="{B6DA3002-9DDD-46EA-A1F4-3878459C14F9}"/>
              </a:ext>
            </a:extLst>
          </p:cNvPr>
          <p:cNvSpPr>
            <a:spLocks xmlns:a="http://schemas.openxmlformats.org/drawingml/2006/main" noGrp="1"/>
          </p:cNvSpPr>
          <p:nvPr/>
        </p:nvSpPr>
        <p:spPr>
          <a:xfrm xmlns:a="http://schemas.openxmlformats.org/drawingml/2006/main">
            <a:off x="4592765" y="5200650"/>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229" name="wire-1173">
            <a:extLst xmlns:a="http://schemas.openxmlformats.org/drawingml/2006/main">
              <a:ext uri="{FF2B5EF4-FFF2-40B4-BE49-F238E27FC236}">
                <a16:creationId xmlns:a16="http://schemas.microsoft.com/office/drawing/2014/main" id="{62B6891D-B25C-4FBE-9451-92804CC8F4E7}"/>
              </a:ext>
            </a:extLst>
          </p:cNvPr>
          <p:cNvSpPr>
            <a:spLocks xmlns:a="http://schemas.openxmlformats.org/drawingml/2006/main" noGrp="1"/>
          </p:cNvSpPr>
          <p:nvPr/>
        </p:nvSpPr>
        <p:spPr>
          <a:xfrm xmlns:a="http://schemas.openxmlformats.org/drawingml/2006/main">
            <a:off x="3915823" y="4609719"/>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7145">
            <a:solidFill>
              <a:srgbClr val="1572C3"/>
            </a:solidFill>
          </a:ln>
        </p:spPr>
      </p:sp>
      <p:sp>
        <p:nvSpPr>
          <p:cNvPr id="230" name="wire-1174">
            <a:extLst xmlns:a="http://schemas.openxmlformats.org/drawingml/2006/main">
              <a:ext uri="{FF2B5EF4-FFF2-40B4-BE49-F238E27FC236}">
                <a16:creationId xmlns:a16="http://schemas.microsoft.com/office/drawing/2014/main" id="{647B017E-1F63-4172-8168-1F7C5F1C3654}"/>
              </a:ext>
            </a:extLst>
          </p:cNvPr>
          <p:cNvSpPr>
            <a:spLocks xmlns:a="http://schemas.openxmlformats.org/drawingml/2006/main" noGrp="1"/>
          </p:cNvSpPr>
          <p:nvPr/>
        </p:nvSpPr>
        <p:spPr>
          <a:xfrm xmlns:a="http://schemas.openxmlformats.org/drawingml/2006/main">
            <a:off x="4043363" y="4555998"/>
            <a:ext cx="9525" cy="53721"/>
          </a:xfrm>
          <a:custGeom xmlns:a="http://schemas.openxmlformats.org/drawingml/2006/main">
            <a:pathLst>
              <a:path w="9525" h="53721">
                <a:moveTo>
                  <a:pt x="0" y="53721"/>
                </a:moveTo>
                <a:lnTo>
                  <a:pt x="0" y="0"/>
                </a:lnTo>
              </a:path>
            </a:pathLst>
          </a:custGeom>
          <a:noFill xmlns:a="http://schemas.openxmlformats.org/drawingml/2006/main"/>
          <a:ln xmlns:a="http://schemas.openxmlformats.org/drawingml/2006/main" w="17145">
            <a:solidFill>
              <a:srgbClr val="1572C3"/>
            </a:solidFill>
          </a:ln>
        </p:spPr>
      </p:sp>
      <p:sp>
        <p:nvSpPr>
          <p:cNvPr id="231" name="wire-1175">
            <a:extLst xmlns:a="http://schemas.openxmlformats.org/drawingml/2006/main">
              <a:ext uri="{FF2B5EF4-FFF2-40B4-BE49-F238E27FC236}">
                <a16:creationId xmlns:a16="http://schemas.microsoft.com/office/drawing/2014/main" id="{72742CD0-CCA1-46B7-9166-962F9A0DF033}"/>
              </a:ext>
            </a:extLst>
          </p:cNvPr>
          <p:cNvSpPr>
            <a:spLocks xmlns:a="http://schemas.openxmlformats.org/drawingml/2006/main" noGrp="1"/>
          </p:cNvSpPr>
          <p:nvPr/>
        </p:nvSpPr>
        <p:spPr>
          <a:xfrm xmlns:a="http://schemas.openxmlformats.org/drawingml/2006/main">
            <a:off x="4043363" y="4555998"/>
            <a:ext cx="98108" cy="9525"/>
          </a:xfrm>
          <a:custGeom xmlns:a="http://schemas.openxmlformats.org/drawingml/2006/main">
            <a:pathLst>
              <a:path w="98108" h="9525">
                <a:moveTo>
                  <a:pt x="0" y="0"/>
                </a:moveTo>
                <a:lnTo>
                  <a:pt x="98108" y="0"/>
                </a:lnTo>
              </a:path>
            </a:pathLst>
          </a:custGeom>
          <a:noFill xmlns:a="http://schemas.openxmlformats.org/drawingml/2006/main"/>
          <a:ln xmlns:a="http://schemas.openxmlformats.org/drawingml/2006/main" w="17145">
            <a:solidFill>
              <a:srgbClr val="1572C3"/>
            </a:solidFill>
          </a:ln>
        </p:spPr>
      </p:sp>
      <p:sp>
        <p:nvSpPr>
          <p:cNvPr id="232" name="circuit-1176">
            <a:extLst xmlns:a="http://schemas.openxmlformats.org/drawingml/2006/main">
              <a:ext uri="{FF2B5EF4-FFF2-40B4-BE49-F238E27FC236}">
                <a16:creationId xmlns:a16="http://schemas.microsoft.com/office/drawing/2014/main" id="{8EC54508-AD2E-46AF-A3AA-D626269333F5}"/>
              </a:ext>
            </a:extLst>
          </p:cNvPr>
          <p:cNvSpPr>
            <a:spLocks xmlns:a="http://schemas.openxmlformats.org/drawingml/2006/main" noGrp="1"/>
          </p:cNvSpPr>
          <p:nvPr/>
        </p:nvSpPr>
        <p:spPr>
          <a:xfrm xmlns:a="http://schemas.openxmlformats.org/drawingml/2006/main">
            <a:off x="4092416" y="4537196"/>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33" name="wire-1177">
            <a:extLst xmlns:a="http://schemas.openxmlformats.org/drawingml/2006/main">
              <a:ext uri="{FF2B5EF4-FFF2-40B4-BE49-F238E27FC236}">
                <a16:creationId xmlns:a16="http://schemas.microsoft.com/office/drawing/2014/main" id="{720D35B4-CA61-410F-9D56-6A5DBC62142A}"/>
              </a:ext>
            </a:extLst>
          </p:cNvPr>
          <p:cNvSpPr>
            <a:spLocks xmlns:a="http://schemas.openxmlformats.org/drawingml/2006/main" noGrp="1"/>
          </p:cNvSpPr>
          <p:nvPr/>
        </p:nvSpPr>
        <p:spPr>
          <a:xfrm xmlns:a="http://schemas.openxmlformats.org/drawingml/2006/main">
            <a:off x="3915823" y="4923091"/>
            <a:ext cx="225647" cy="9525"/>
          </a:xfrm>
          <a:custGeom xmlns:a="http://schemas.openxmlformats.org/drawingml/2006/main">
            <a:pathLst>
              <a:path w="225647" h="9525">
                <a:moveTo>
                  <a:pt x="0" y="0"/>
                </a:moveTo>
                <a:lnTo>
                  <a:pt x="225647" y="0"/>
                </a:lnTo>
              </a:path>
            </a:pathLst>
          </a:custGeom>
          <a:noFill xmlns:a="http://schemas.openxmlformats.org/drawingml/2006/main"/>
          <a:ln xmlns:a="http://schemas.openxmlformats.org/drawingml/2006/main" w="17145">
            <a:solidFill>
              <a:srgbClr val="1572C3"/>
            </a:solidFill>
          </a:ln>
        </p:spPr>
      </p:sp>
      <p:sp>
        <p:nvSpPr>
          <p:cNvPr id="234" name="circuit-1178">
            <a:extLst xmlns:a="http://schemas.openxmlformats.org/drawingml/2006/main">
              <a:ext uri="{FF2B5EF4-FFF2-40B4-BE49-F238E27FC236}">
                <a16:creationId xmlns:a16="http://schemas.microsoft.com/office/drawing/2014/main" id="{97E499B6-5782-479B-B347-28A7F07FA243}"/>
              </a:ext>
            </a:extLst>
          </p:cNvPr>
          <p:cNvSpPr>
            <a:spLocks xmlns:a="http://schemas.openxmlformats.org/drawingml/2006/main" noGrp="1"/>
          </p:cNvSpPr>
          <p:nvPr/>
        </p:nvSpPr>
        <p:spPr>
          <a:xfrm xmlns:a="http://schemas.openxmlformats.org/drawingml/2006/main">
            <a:off x="4092416" y="4904289"/>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35" name="wire-1179">
            <a:extLst xmlns:a="http://schemas.openxmlformats.org/drawingml/2006/main">
              <a:ext uri="{FF2B5EF4-FFF2-40B4-BE49-F238E27FC236}">
                <a16:creationId xmlns:a16="http://schemas.microsoft.com/office/drawing/2014/main" id="{76AC5E7A-648C-4A68-B951-5054681799AB}"/>
              </a:ext>
            </a:extLst>
          </p:cNvPr>
          <p:cNvSpPr>
            <a:spLocks xmlns:a="http://schemas.openxmlformats.org/drawingml/2006/main" noGrp="1"/>
          </p:cNvSpPr>
          <p:nvPr/>
        </p:nvSpPr>
        <p:spPr>
          <a:xfrm xmlns:a="http://schemas.openxmlformats.org/drawingml/2006/main">
            <a:off x="4308253" y="4618673"/>
            <a:ext cx="156972" cy="9525"/>
          </a:xfrm>
          <a:custGeom xmlns:a="http://schemas.openxmlformats.org/drawingml/2006/main">
            <a:pathLst>
              <a:path w="156972" h="9525">
                <a:moveTo>
                  <a:pt x="0" y="0"/>
                </a:moveTo>
                <a:lnTo>
                  <a:pt x="156972" y="0"/>
                </a:lnTo>
              </a:path>
            </a:pathLst>
          </a:custGeom>
          <a:noFill xmlns:a="http://schemas.openxmlformats.org/drawingml/2006/main"/>
          <a:ln xmlns:a="http://schemas.openxmlformats.org/drawingml/2006/main" w="17145">
            <a:solidFill>
              <a:srgbClr val="1572C3"/>
            </a:solidFill>
          </a:ln>
        </p:spPr>
      </p:sp>
      <p:sp>
        <p:nvSpPr>
          <p:cNvPr id="236" name="wire-1180">
            <a:extLst xmlns:a="http://schemas.openxmlformats.org/drawingml/2006/main">
              <a:ext uri="{FF2B5EF4-FFF2-40B4-BE49-F238E27FC236}">
                <a16:creationId xmlns:a16="http://schemas.microsoft.com/office/drawing/2014/main" id="{30DCAB4B-CB8E-4D38-A479-67728A71C848}"/>
              </a:ext>
            </a:extLst>
          </p:cNvPr>
          <p:cNvSpPr>
            <a:spLocks xmlns:a="http://schemas.openxmlformats.org/drawingml/2006/main" noGrp="1"/>
          </p:cNvSpPr>
          <p:nvPr/>
        </p:nvSpPr>
        <p:spPr>
          <a:xfrm xmlns:a="http://schemas.openxmlformats.org/drawingml/2006/main">
            <a:off x="4465225" y="4502277"/>
            <a:ext cx="9525" cy="116395"/>
          </a:xfrm>
          <a:custGeom xmlns:a="http://schemas.openxmlformats.org/drawingml/2006/main">
            <a:pathLst>
              <a:path w="9525" h="116395">
                <a:moveTo>
                  <a:pt x="0" y="116395"/>
                </a:moveTo>
                <a:lnTo>
                  <a:pt x="0" y="0"/>
                </a:lnTo>
              </a:path>
            </a:pathLst>
          </a:custGeom>
          <a:noFill xmlns:a="http://schemas.openxmlformats.org/drawingml/2006/main"/>
          <a:ln xmlns:a="http://schemas.openxmlformats.org/drawingml/2006/main" w="17145">
            <a:solidFill>
              <a:srgbClr val="1572C3"/>
            </a:solidFill>
          </a:ln>
        </p:spPr>
      </p:sp>
      <p:sp>
        <p:nvSpPr>
          <p:cNvPr id="237" name="wire-1181">
            <a:extLst xmlns:a="http://schemas.openxmlformats.org/drawingml/2006/main">
              <a:ext uri="{FF2B5EF4-FFF2-40B4-BE49-F238E27FC236}">
                <a16:creationId xmlns:a16="http://schemas.microsoft.com/office/drawing/2014/main" id="{07F218C0-BAAE-4EA7-BB7E-CDF2B6E6AF52}"/>
              </a:ext>
            </a:extLst>
          </p:cNvPr>
          <p:cNvSpPr>
            <a:spLocks xmlns:a="http://schemas.openxmlformats.org/drawingml/2006/main" noGrp="1"/>
          </p:cNvSpPr>
          <p:nvPr/>
        </p:nvSpPr>
        <p:spPr>
          <a:xfrm xmlns:a="http://schemas.openxmlformats.org/drawingml/2006/main">
            <a:off x="4465225" y="4502277"/>
            <a:ext cx="117729" cy="9525"/>
          </a:xfrm>
          <a:custGeom xmlns:a="http://schemas.openxmlformats.org/drawingml/2006/main">
            <a:pathLst>
              <a:path w="117729" h="9525">
                <a:moveTo>
                  <a:pt x="0" y="0"/>
                </a:moveTo>
                <a:lnTo>
                  <a:pt x="117729" y="0"/>
                </a:lnTo>
              </a:path>
            </a:pathLst>
          </a:custGeom>
          <a:noFill xmlns:a="http://schemas.openxmlformats.org/drawingml/2006/main"/>
          <a:ln xmlns:a="http://schemas.openxmlformats.org/drawingml/2006/main" w="17145">
            <a:solidFill>
              <a:srgbClr val="1572C3"/>
            </a:solidFill>
          </a:ln>
        </p:spPr>
      </p:sp>
      <p:sp>
        <p:nvSpPr>
          <p:cNvPr id="238" name="circuit-1182">
            <a:extLst xmlns:a="http://schemas.openxmlformats.org/drawingml/2006/main">
              <a:ext uri="{FF2B5EF4-FFF2-40B4-BE49-F238E27FC236}">
                <a16:creationId xmlns:a16="http://schemas.microsoft.com/office/drawing/2014/main" id="{9B561424-6884-4CC7-8D80-734D1239E335}"/>
              </a:ext>
            </a:extLst>
          </p:cNvPr>
          <p:cNvSpPr>
            <a:spLocks xmlns:a="http://schemas.openxmlformats.org/drawingml/2006/main" noGrp="1"/>
          </p:cNvSpPr>
          <p:nvPr/>
        </p:nvSpPr>
        <p:spPr>
          <a:xfrm xmlns:a="http://schemas.openxmlformats.org/drawingml/2006/main">
            <a:off x="4533900" y="4483475"/>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39" name="wire-1183">
            <a:extLst xmlns:a="http://schemas.openxmlformats.org/drawingml/2006/main">
              <a:ext uri="{FF2B5EF4-FFF2-40B4-BE49-F238E27FC236}">
                <a16:creationId xmlns:a16="http://schemas.microsoft.com/office/drawing/2014/main" id="{35084236-47FC-4A25-8F46-9E33EB6698A8}"/>
              </a:ext>
            </a:extLst>
          </p:cNvPr>
          <p:cNvSpPr>
            <a:spLocks xmlns:a="http://schemas.openxmlformats.org/drawingml/2006/main" noGrp="1"/>
          </p:cNvSpPr>
          <p:nvPr/>
        </p:nvSpPr>
        <p:spPr>
          <a:xfrm xmlns:a="http://schemas.openxmlformats.org/drawingml/2006/main">
            <a:off x="4308253" y="5021580"/>
            <a:ext cx="274701" cy="9525"/>
          </a:xfrm>
          <a:custGeom xmlns:a="http://schemas.openxmlformats.org/drawingml/2006/main">
            <a:pathLst>
              <a:path w="274701" h="9525">
                <a:moveTo>
                  <a:pt x="0" y="0"/>
                </a:moveTo>
                <a:lnTo>
                  <a:pt x="274701" y="0"/>
                </a:lnTo>
              </a:path>
            </a:pathLst>
          </a:custGeom>
          <a:noFill xmlns:a="http://schemas.openxmlformats.org/drawingml/2006/main"/>
          <a:ln xmlns:a="http://schemas.openxmlformats.org/drawingml/2006/main" w="17145">
            <a:solidFill>
              <a:srgbClr val="1572C3"/>
            </a:solidFill>
          </a:ln>
        </p:spPr>
      </p:sp>
      <p:sp>
        <p:nvSpPr>
          <p:cNvPr id="240" name="circuit-1184">
            <a:extLst xmlns:a="http://schemas.openxmlformats.org/drawingml/2006/main">
              <a:ext uri="{FF2B5EF4-FFF2-40B4-BE49-F238E27FC236}">
                <a16:creationId xmlns:a16="http://schemas.microsoft.com/office/drawing/2014/main" id="{E87F1166-4B29-432A-841B-BB2C023114DA}"/>
              </a:ext>
            </a:extLst>
          </p:cNvPr>
          <p:cNvSpPr>
            <a:spLocks xmlns:a="http://schemas.openxmlformats.org/drawingml/2006/main" noGrp="1"/>
          </p:cNvSpPr>
          <p:nvPr/>
        </p:nvSpPr>
        <p:spPr>
          <a:xfrm xmlns:a="http://schemas.openxmlformats.org/drawingml/2006/main">
            <a:off x="4533900" y="5002778"/>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41" name="wire-1185">
            <a:extLst xmlns:a="http://schemas.openxmlformats.org/drawingml/2006/main">
              <a:ext uri="{FF2B5EF4-FFF2-40B4-BE49-F238E27FC236}">
                <a16:creationId xmlns:a16="http://schemas.microsoft.com/office/drawing/2014/main" id="{CAF34373-F3A6-4DB9-9CA6-C4E2D5347446}"/>
              </a:ext>
            </a:extLst>
          </p:cNvPr>
          <p:cNvSpPr>
            <a:spLocks xmlns:a="http://schemas.openxmlformats.org/drawingml/2006/main" noGrp="1"/>
          </p:cNvSpPr>
          <p:nvPr/>
        </p:nvSpPr>
        <p:spPr>
          <a:xfrm xmlns:a="http://schemas.openxmlformats.org/drawingml/2006/main">
            <a:off x="3915823" y="5603558"/>
            <a:ext cx="529781" cy="9525"/>
          </a:xfrm>
          <a:custGeom xmlns:a="http://schemas.openxmlformats.org/drawingml/2006/main">
            <a:pathLst>
              <a:path w="529781" h="9525">
                <a:moveTo>
                  <a:pt x="0" y="0"/>
                </a:moveTo>
                <a:lnTo>
                  <a:pt x="529781" y="0"/>
                </a:lnTo>
              </a:path>
            </a:pathLst>
          </a:custGeom>
          <a:noFill xmlns:a="http://schemas.openxmlformats.org/drawingml/2006/main"/>
          <a:ln xmlns:a="http://schemas.openxmlformats.org/drawingml/2006/main" w="17145">
            <a:solidFill>
              <a:srgbClr val="1572C3"/>
            </a:solidFill>
          </a:ln>
        </p:spPr>
      </p:sp>
      <p:sp>
        <p:nvSpPr>
          <p:cNvPr id="242" name="wire-1186">
            <a:extLst xmlns:a="http://schemas.openxmlformats.org/drawingml/2006/main">
              <a:ext uri="{FF2B5EF4-FFF2-40B4-BE49-F238E27FC236}">
                <a16:creationId xmlns:a16="http://schemas.microsoft.com/office/drawing/2014/main" id="{7D6C1E86-D554-4012-8AE1-AB4EFC63AF76}"/>
              </a:ext>
            </a:extLst>
          </p:cNvPr>
          <p:cNvSpPr>
            <a:spLocks xmlns:a="http://schemas.openxmlformats.org/drawingml/2006/main" noGrp="1"/>
          </p:cNvSpPr>
          <p:nvPr/>
        </p:nvSpPr>
        <p:spPr>
          <a:xfrm xmlns:a="http://schemas.openxmlformats.org/drawingml/2006/main">
            <a:off x="4445603" y="5236464"/>
            <a:ext cx="9525" cy="367093"/>
          </a:xfrm>
          <a:custGeom xmlns:a="http://schemas.openxmlformats.org/drawingml/2006/main">
            <a:pathLst>
              <a:path w="9525" h="367093">
                <a:moveTo>
                  <a:pt x="0" y="367093"/>
                </a:moveTo>
                <a:lnTo>
                  <a:pt x="0" y="0"/>
                </a:lnTo>
              </a:path>
            </a:pathLst>
          </a:custGeom>
          <a:noFill xmlns:a="http://schemas.openxmlformats.org/drawingml/2006/main"/>
          <a:ln xmlns:a="http://schemas.openxmlformats.org/drawingml/2006/main" w="17145">
            <a:solidFill>
              <a:srgbClr val="1572C3"/>
            </a:solidFill>
          </a:ln>
        </p:spPr>
      </p:sp>
      <p:sp>
        <p:nvSpPr>
          <p:cNvPr id="243" name="wire-1187">
            <a:extLst xmlns:a="http://schemas.openxmlformats.org/drawingml/2006/main">
              <a:ext uri="{FF2B5EF4-FFF2-40B4-BE49-F238E27FC236}">
                <a16:creationId xmlns:a16="http://schemas.microsoft.com/office/drawing/2014/main" id="{B5FDD470-2285-4793-9F52-31C1336312E8}"/>
              </a:ext>
            </a:extLst>
          </p:cNvPr>
          <p:cNvSpPr>
            <a:spLocks xmlns:a="http://schemas.openxmlformats.org/drawingml/2006/main" noGrp="1"/>
          </p:cNvSpPr>
          <p:nvPr/>
        </p:nvSpPr>
        <p:spPr>
          <a:xfrm xmlns:a="http://schemas.openxmlformats.org/drawingml/2006/main">
            <a:off x="4445603" y="5236464"/>
            <a:ext cx="137351" cy="9525"/>
          </a:xfrm>
          <a:custGeom xmlns:a="http://schemas.openxmlformats.org/drawingml/2006/main">
            <a:pathLst>
              <a:path w="137351" h="9525">
                <a:moveTo>
                  <a:pt x="0" y="0"/>
                </a:moveTo>
                <a:lnTo>
                  <a:pt x="137351" y="0"/>
                </a:lnTo>
              </a:path>
            </a:pathLst>
          </a:custGeom>
          <a:noFill xmlns:a="http://schemas.openxmlformats.org/drawingml/2006/main"/>
          <a:ln xmlns:a="http://schemas.openxmlformats.org/drawingml/2006/main" w="17145">
            <a:solidFill>
              <a:srgbClr val="1572C3"/>
            </a:solidFill>
          </a:ln>
        </p:spPr>
      </p:sp>
      <p:sp>
        <p:nvSpPr>
          <p:cNvPr id="244" name="circuit-1188">
            <a:extLst xmlns:a="http://schemas.openxmlformats.org/drawingml/2006/main">
              <a:ext uri="{FF2B5EF4-FFF2-40B4-BE49-F238E27FC236}">
                <a16:creationId xmlns:a16="http://schemas.microsoft.com/office/drawing/2014/main" id="{49F6819F-65D0-420A-920E-A5DB4CE30C97}"/>
              </a:ext>
            </a:extLst>
          </p:cNvPr>
          <p:cNvSpPr>
            <a:spLocks xmlns:a="http://schemas.openxmlformats.org/drawingml/2006/main" noGrp="1"/>
          </p:cNvSpPr>
          <p:nvPr/>
        </p:nvSpPr>
        <p:spPr>
          <a:xfrm xmlns:a="http://schemas.openxmlformats.org/drawingml/2006/main">
            <a:off x="4533900" y="521766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45" name="wire-1189">
            <a:extLst xmlns:a="http://schemas.openxmlformats.org/drawingml/2006/main">
              <a:ext uri="{FF2B5EF4-FFF2-40B4-BE49-F238E27FC236}">
                <a16:creationId xmlns:a16="http://schemas.microsoft.com/office/drawing/2014/main" id="{32B54669-4565-4D3F-B2AA-1CCA079B9C55}"/>
              </a:ext>
            </a:extLst>
          </p:cNvPr>
          <p:cNvSpPr>
            <a:spLocks xmlns:a="http://schemas.openxmlformats.org/drawingml/2006/main" noGrp="1"/>
          </p:cNvSpPr>
          <p:nvPr/>
        </p:nvSpPr>
        <p:spPr>
          <a:xfrm xmlns:a="http://schemas.openxmlformats.org/drawingml/2006/main">
            <a:off x="4376928" y="4708208"/>
            <a:ext cx="206026" cy="9525"/>
          </a:xfrm>
          <a:custGeom xmlns:a="http://schemas.openxmlformats.org/drawingml/2006/main">
            <a:pathLst>
              <a:path w="206026" h="9525">
                <a:moveTo>
                  <a:pt x="0" y="0"/>
                </a:moveTo>
                <a:lnTo>
                  <a:pt x="206026" y="0"/>
                </a:lnTo>
              </a:path>
            </a:pathLst>
          </a:custGeom>
          <a:noFill xmlns:a="http://schemas.openxmlformats.org/drawingml/2006/main"/>
          <a:ln xmlns:a="http://schemas.openxmlformats.org/drawingml/2006/main" w="11430">
            <a:solidFill>
              <a:srgbClr val="231F20"/>
            </a:solidFill>
          </a:ln>
        </p:spPr>
      </p:sp>
      <p:sp>
        <p:nvSpPr>
          <p:cNvPr id="246" name="circuit-1190">
            <a:extLst xmlns:a="http://schemas.openxmlformats.org/drawingml/2006/main">
              <a:ext uri="{FF2B5EF4-FFF2-40B4-BE49-F238E27FC236}">
                <a16:creationId xmlns:a16="http://schemas.microsoft.com/office/drawing/2014/main" id="{DD309710-B4D0-429C-A68A-8FC34D35833F}"/>
              </a:ext>
            </a:extLst>
          </p:cNvPr>
          <p:cNvSpPr>
            <a:spLocks xmlns:a="http://schemas.openxmlformats.org/drawingml/2006/main" noGrp="1"/>
          </p:cNvSpPr>
          <p:nvPr/>
        </p:nvSpPr>
        <p:spPr>
          <a:xfrm xmlns:a="http://schemas.openxmlformats.org/drawingml/2006/main">
            <a:off x="4533900" y="4689405"/>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47" name="text-1191">
            <a:extLst xmlns:a="http://schemas.openxmlformats.org/drawingml/2006/main">
              <a:ext uri="{FF2B5EF4-FFF2-40B4-BE49-F238E27FC236}">
                <a16:creationId xmlns:a16="http://schemas.microsoft.com/office/drawing/2014/main" id="{1DBB78E4-9203-4E98-B5D0-A294CBC02C3F}"/>
              </a:ext>
            </a:extLst>
          </p:cNvPr>
          <p:cNvSpPr>
            <a:spLocks xmlns:a="http://schemas.openxmlformats.org/drawingml/2006/main" noGrp="1"/>
          </p:cNvSpPr>
          <p:nvPr/>
        </p:nvSpPr>
        <p:spPr>
          <a:xfrm xmlns:a="http://schemas.openxmlformats.org/drawingml/2006/main">
            <a:off x="4318064" y="4726115"/>
            <a:ext cx="264890" cy="11639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8" b="0">
                <a:solidFill>
                  <a:srgbClr val="231F20"/>
                </a:solidFill>
                <a:latin typeface="Arial"/>
                <a:ea typeface="Arial"/>
                <a:cs typeface="Arial"/>
              </a:defRPr>
            </a:defPPr>
            <a:lvl1pPr algn="l">
              <a:defRPr sz="788" b="0">
                <a:solidFill>
                  <a:srgbClr val="231F20"/>
                </a:solidFill>
                <a:latin typeface="Arial"/>
                <a:ea typeface="Arial"/>
                <a:cs typeface="Arial"/>
              </a:defRPr>
            </a:lvl1pPr>
            <a:lvl2pPr algn="l">
              <a:defRPr sz="788" b="0">
                <a:solidFill>
                  <a:srgbClr val="231F20"/>
                </a:solidFill>
                <a:latin typeface="Arial"/>
                <a:ea typeface="Arial"/>
                <a:cs typeface="Arial"/>
              </a:defRPr>
            </a:lvl2pPr>
            <a:lvl3pPr algn="l">
              <a:defRPr sz="788" b="0">
                <a:solidFill>
                  <a:srgbClr val="231F20"/>
                </a:solidFill>
                <a:latin typeface="Arial"/>
                <a:ea typeface="Arial"/>
                <a:cs typeface="Arial"/>
              </a:defRPr>
            </a:lvl3pPr>
            <a:lvl4pPr algn="l">
              <a:defRPr sz="788" b="0">
                <a:solidFill>
                  <a:srgbClr val="231F20"/>
                </a:solidFill>
                <a:latin typeface="Arial"/>
                <a:ea typeface="Arial"/>
                <a:cs typeface="Arial"/>
              </a:defRPr>
            </a:lvl4pPr>
            <a:lvl5pPr algn="l">
              <a:defRPr sz="788" b="0">
                <a:solidFill>
                  <a:srgbClr val="231F20"/>
                </a:solidFill>
                <a:latin typeface="Arial"/>
                <a:ea typeface="Arial"/>
                <a:cs typeface="Arial"/>
              </a:defRPr>
            </a:lvl5pPr>
            <a:lvl6pPr algn="l">
              <a:defRPr sz="788" b="0">
                <a:solidFill>
                  <a:srgbClr val="231F20"/>
                </a:solidFill>
                <a:latin typeface="Arial"/>
                <a:ea typeface="Arial"/>
                <a:cs typeface="Arial"/>
              </a:defRPr>
            </a:lvl6pPr>
            <a:lvl7pPr algn="l">
              <a:defRPr sz="788" b="0">
                <a:solidFill>
                  <a:srgbClr val="231F20"/>
                </a:solidFill>
                <a:latin typeface="Arial"/>
                <a:ea typeface="Arial"/>
                <a:cs typeface="Arial"/>
              </a:defRPr>
            </a:lvl7pPr>
            <a:lvl8pPr algn="l">
              <a:defRPr sz="788" b="0">
                <a:solidFill>
                  <a:srgbClr val="231F20"/>
                </a:solidFill>
                <a:latin typeface="Arial"/>
                <a:ea typeface="Arial"/>
                <a:cs typeface="Arial"/>
              </a:defRPr>
            </a:lvl8pPr>
            <a:lvl9pPr algn="l">
              <a:defRPr sz="788" b="0">
                <a:solidFill>
                  <a:srgbClr val="231F20"/>
                </a:solidFill>
                <a:latin typeface="Arial"/>
                <a:ea typeface="Arial"/>
                <a:cs typeface="Arial"/>
              </a:defRPr>
            </a:lvl9pPr>
          </a:lstStyle>
          <a:p xmlns:a="http://schemas.openxmlformats.org/drawingml/2006/main">
            <a:pPr algn="l">
              <a:defRPr sz="788" b="0">
                <a:solidFill>
                  <a:srgbClr val="231F20"/>
                </a:solidFill>
                <a:latin typeface="Arial"/>
                <a:ea typeface="Arial"/>
                <a:cs typeface="Arial"/>
              </a:defRPr>
            </a:pPr>
            <a:r>
              <a:rPr sz="788" b="0">
                <a:solidFill>
                  <a:srgbClr val="231F20"/>
                </a:solidFill>
                <a:latin typeface="Arial"/>
                <a:ea typeface="Arial"/>
                <a:cs typeface="Arial"/>
              </a:rPr>
              <a:t>PCE</a:t>
            </a:r>
          </a:p>
        </p:txBody>
      </p:sp>
      <p:sp>
        <p:nvSpPr>
          <p:cNvPr id="248" name="block-1192">
            <a:extLst xmlns:a="http://schemas.openxmlformats.org/drawingml/2006/main">
              <a:ext uri="{FF2B5EF4-FFF2-40B4-BE49-F238E27FC236}">
                <a16:creationId xmlns:a16="http://schemas.microsoft.com/office/drawing/2014/main" id="{D2FD3A72-7999-46B0-81CD-85FDF0FD11C5}"/>
              </a:ext>
            </a:extLst>
          </p:cNvPr>
          <p:cNvSpPr>
            <a:spLocks xmlns:a="http://schemas.openxmlformats.org/drawingml/2006/main" noGrp="1"/>
          </p:cNvSpPr>
          <p:nvPr/>
        </p:nvSpPr>
        <p:spPr>
          <a:xfrm xmlns:a="http://schemas.openxmlformats.org/drawingml/2006/main">
            <a:off x="5004816" y="4090416"/>
            <a:ext cx="647510" cy="24174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49" name="text-1193">
            <a:extLst xmlns:a="http://schemas.openxmlformats.org/drawingml/2006/main">
              <a:ext uri="{FF2B5EF4-FFF2-40B4-BE49-F238E27FC236}">
                <a16:creationId xmlns:a16="http://schemas.microsoft.com/office/drawing/2014/main" id="{982B8EEA-EAD8-4447-9895-62B7986F29E4}"/>
              </a:ext>
            </a:extLst>
          </p:cNvPr>
          <p:cNvSpPr>
            <a:spLocks xmlns:a="http://schemas.openxmlformats.org/drawingml/2006/main" noGrp="1"/>
          </p:cNvSpPr>
          <p:nvPr/>
        </p:nvSpPr>
        <p:spPr>
          <a:xfrm xmlns:a="http://schemas.openxmlformats.org/drawingml/2006/main">
            <a:off x="5034248" y="4099370"/>
            <a:ext cx="588645" cy="2238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75" b="1">
                <a:solidFill>
                  <a:srgbClr val="231F20"/>
                </a:solidFill>
                <a:latin typeface="Arial"/>
                <a:ea typeface="Arial"/>
                <a:cs typeface="Arial"/>
              </a:defRPr>
            </a:defPPr>
            <a:lvl1pPr algn="ctr">
              <a:defRPr sz="975" b="1">
                <a:solidFill>
                  <a:srgbClr val="231F20"/>
                </a:solidFill>
                <a:latin typeface="Arial"/>
                <a:ea typeface="Arial"/>
                <a:cs typeface="Arial"/>
              </a:defRPr>
            </a:lvl1pPr>
            <a:lvl2pPr algn="ctr">
              <a:defRPr sz="975" b="1">
                <a:solidFill>
                  <a:srgbClr val="231F20"/>
                </a:solidFill>
                <a:latin typeface="Arial"/>
                <a:ea typeface="Arial"/>
                <a:cs typeface="Arial"/>
              </a:defRPr>
            </a:lvl2pPr>
            <a:lvl3pPr algn="ctr">
              <a:defRPr sz="975" b="1">
                <a:solidFill>
                  <a:srgbClr val="231F20"/>
                </a:solidFill>
                <a:latin typeface="Arial"/>
                <a:ea typeface="Arial"/>
                <a:cs typeface="Arial"/>
              </a:defRPr>
            </a:lvl3pPr>
            <a:lvl4pPr algn="ctr">
              <a:defRPr sz="975" b="1">
                <a:solidFill>
                  <a:srgbClr val="231F20"/>
                </a:solidFill>
                <a:latin typeface="Arial"/>
                <a:ea typeface="Arial"/>
                <a:cs typeface="Arial"/>
              </a:defRPr>
            </a:lvl4pPr>
            <a:lvl5pPr algn="ctr">
              <a:defRPr sz="975" b="1">
                <a:solidFill>
                  <a:srgbClr val="231F20"/>
                </a:solidFill>
                <a:latin typeface="Arial"/>
                <a:ea typeface="Arial"/>
                <a:cs typeface="Arial"/>
              </a:defRPr>
            </a:lvl5pPr>
            <a:lvl6pPr algn="ctr">
              <a:defRPr sz="975" b="1">
                <a:solidFill>
                  <a:srgbClr val="231F20"/>
                </a:solidFill>
                <a:latin typeface="Arial"/>
                <a:ea typeface="Arial"/>
                <a:cs typeface="Arial"/>
              </a:defRPr>
            </a:lvl6pPr>
            <a:lvl7pPr algn="ctr">
              <a:defRPr sz="975" b="1">
                <a:solidFill>
                  <a:srgbClr val="231F20"/>
                </a:solidFill>
                <a:latin typeface="Arial"/>
                <a:ea typeface="Arial"/>
                <a:cs typeface="Arial"/>
              </a:defRPr>
            </a:lvl7pPr>
            <a:lvl8pPr algn="ctr">
              <a:defRPr sz="975" b="1">
                <a:solidFill>
                  <a:srgbClr val="231F20"/>
                </a:solidFill>
                <a:latin typeface="Arial"/>
                <a:ea typeface="Arial"/>
                <a:cs typeface="Arial"/>
              </a:defRPr>
            </a:lvl8pPr>
            <a:lvl9pPr algn="ctr">
              <a:defRPr sz="975" b="1">
                <a:solidFill>
                  <a:srgbClr val="231F20"/>
                </a:solidFill>
                <a:latin typeface="Arial"/>
                <a:ea typeface="Arial"/>
                <a:cs typeface="Arial"/>
              </a:defRPr>
            </a:lvl9pPr>
          </a:lstStyle>
          <a:p xmlns:a="http://schemas.openxmlformats.org/drawingml/2006/main">
            <a:pPr algn="ctr">
              <a:defRPr sz="975" b="1">
                <a:solidFill>
                  <a:srgbClr val="231F20"/>
                </a:solidFill>
                <a:latin typeface="Arial"/>
                <a:ea typeface="Arial"/>
                <a:cs typeface="Arial"/>
              </a:defRPr>
            </a:pPr>
            <a:r>
              <a:rPr sz="975" b="1">
                <a:solidFill>
                  <a:srgbClr val="231F20"/>
                </a:solidFill>
                <a:latin typeface="Arial"/>
                <a:ea typeface="Arial"/>
                <a:cs typeface="Arial"/>
              </a:rPr>
              <a:t>comp</a:t>
            </a:r>
          </a:p>
        </p:txBody>
      </p:sp>
      <p:sp>
        <p:nvSpPr>
          <p:cNvPr id="250" name="wire-1194">
            <a:extLst xmlns:a="http://schemas.openxmlformats.org/drawingml/2006/main">
              <a:ext uri="{FF2B5EF4-FFF2-40B4-BE49-F238E27FC236}">
                <a16:creationId xmlns:a16="http://schemas.microsoft.com/office/drawing/2014/main" id="{74F55B46-D662-4A75-AEE7-CBFE1DDB9090}"/>
              </a:ext>
            </a:extLst>
          </p:cNvPr>
          <p:cNvSpPr>
            <a:spLocks xmlns:a="http://schemas.openxmlformats.org/drawingml/2006/main" noGrp="1"/>
          </p:cNvSpPr>
          <p:nvPr/>
        </p:nvSpPr>
        <p:spPr>
          <a:xfrm xmlns:a="http://schemas.openxmlformats.org/drawingml/2006/main">
            <a:off x="4406360" y="4188904"/>
            <a:ext cx="9525" cy="429768"/>
          </a:xfrm>
          <a:custGeom xmlns:a="http://schemas.openxmlformats.org/drawingml/2006/main">
            <a:pathLst>
              <a:path w="9525" h="429768">
                <a:moveTo>
                  <a:pt x="0" y="429768"/>
                </a:moveTo>
                <a:lnTo>
                  <a:pt x="0" y="0"/>
                </a:lnTo>
              </a:path>
            </a:pathLst>
          </a:custGeom>
          <a:noFill xmlns:a="http://schemas.openxmlformats.org/drawingml/2006/main"/>
          <a:ln xmlns:a="http://schemas.openxmlformats.org/drawingml/2006/main" w="9525">
            <a:solidFill>
              <a:srgbClr val="231F20"/>
            </a:solidFill>
          </a:ln>
        </p:spPr>
      </p:sp>
      <p:sp>
        <p:nvSpPr>
          <p:cNvPr id="251" name="wire-1195">
            <a:extLst xmlns:a="http://schemas.openxmlformats.org/drawingml/2006/main">
              <a:ext uri="{FF2B5EF4-FFF2-40B4-BE49-F238E27FC236}">
                <a16:creationId xmlns:a16="http://schemas.microsoft.com/office/drawing/2014/main" id="{48C32951-6E37-4644-BB1E-6C12BC759FC4}"/>
              </a:ext>
            </a:extLst>
          </p:cNvPr>
          <p:cNvSpPr>
            <a:spLocks xmlns:a="http://schemas.openxmlformats.org/drawingml/2006/main" noGrp="1"/>
          </p:cNvSpPr>
          <p:nvPr/>
        </p:nvSpPr>
        <p:spPr>
          <a:xfrm xmlns:a="http://schemas.openxmlformats.org/drawingml/2006/main">
            <a:off x="4406360" y="4188904"/>
            <a:ext cx="598456" cy="9525"/>
          </a:xfrm>
          <a:custGeom xmlns:a="http://schemas.openxmlformats.org/drawingml/2006/main">
            <a:pathLst>
              <a:path w="598456" h="9525">
                <a:moveTo>
                  <a:pt x="0" y="0"/>
                </a:moveTo>
                <a:lnTo>
                  <a:pt x="598456" y="0"/>
                </a:lnTo>
              </a:path>
            </a:pathLst>
          </a:custGeom>
          <a:noFill xmlns:a="http://schemas.openxmlformats.org/drawingml/2006/main"/>
          <a:ln xmlns:a="http://schemas.openxmlformats.org/drawingml/2006/main" w="9525">
            <a:solidFill>
              <a:srgbClr val="231F20"/>
            </a:solidFill>
          </a:ln>
        </p:spPr>
      </p:sp>
      <p:sp>
        <p:nvSpPr>
          <p:cNvPr id="252" name="circuit-1196">
            <a:extLst xmlns:a="http://schemas.openxmlformats.org/drawingml/2006/main">
              <a:ext uri="{FF2B5EF4-FFF2-40B4-BE49-F238E27FC236}">
                <a16:creationId xmlns:a16="http://schemas.microsoft.com/office/drawing/2014/main" id="{6739BE61-3538-4C97-9E41-2FE228A14EC4}"/>
              </a:ext>
            </a:extLst>
          </p:cNvPr>
          <p:cNvSpPr>
            <a:spLocks xmlns:a="http://schemas.openxmlformats.org/drawingml/2006/main" noGrp="1"/>
          </p:cNvSpPr>
          <p:nvPr/>
        </p:nvSpPr>
        <p:spPr>
          <a:xfrm xmlns:a="http://schemas.openxmlformats.org/drawingml/2006/main">
            <a:off x="4955762" y="417010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53" name="wire-1197">
            <a:extLst xmlns:a="http://schemas.openxmlformats.org/drawingml/2006/main">
              <a:ext uri="{FF2B5EF4-FFF2-40B4-BE49-F238E27FC236}">
                <a16:creationId xmlns:a16="http://schemas.microsoft.com/office/drawing/2014/main" id="{32C3C86E-9485-4E14-A05C-06438B634EFE}"/>
              </a:ext>
            </a:extLst>
          </p:cNvPr>
          <p:cNvSpPr>
            <a:spLocks xmlns:a="http://schemas.openxmlformats.org/drawingml/2006/main" noGrp="1"/>
          </p:cNvSpPr>
          <p:nvPr/>
        </p:nvSpPr>
        <p:spPr>
          <a:xfrm xmlns:a="http://schemas.openxmlformats.org/drawingml/2006/main">
            <a:off x="4396550" y="4287393"/>
            <a:ext cx="9525" cy="734187"/>
          </a:xfrm>
          <a:custGeom xmlns:a="http://schemas.openxmlformats.org/drawingml/2006/main">
            <a:pathLst>
              <a:path w="9525" h="734187">
                <a:moveTo>
                  <a:pt x="0" y="734187"/>
                </a:moveTo>
                <a:lnTo>
                  <a:pt x="0" y="0"/>
                </a:lnTo>
              </a:path>
            </a:pathLst>
          </a:custGeom>
          <a:noFill xmlns:a="http://schemas.openxmlformats.org/drawingml/2006/main"/>
          <a:ln xmlns:a="http://schemas.openxmlformats.org/drawingml/2006/main" w="9525">
            <a:solidFill>
              <a:srgbClr val="231F20"/>
            </a:solidFill>
          </a:ln>
        </p:spPr>
      </p:sp>
      <p:sp>
        <p:nvSpPr>
          <p:cNvPr id="254" name="wire-1198">
            <a:extLst xmlns:a="http://schemas.openxmlformats.org/drawingml/2006/main">
              <a:ext uri="{FF2B5EF4-FFF2-40B4-BE49-F238E27FC236}">
                <a16:creationId xmlns:a16="http://schemas.microsoft.com/office/drawing/2014/main" id="{5FDFE8CC-8DD9-4EC4-85BD-B47F98A37261}"/>
              </a:ext>
            </a:extLst>
          </p:cNvPr>
          <p:cNvSpPr>
            <a:spLocks xmlns:a="http://schemas.openxmlformats.org/drawingml/2006/main" noGrp="1"/>
          </p:cNvSpPr>
          <p:nvPr/>
        </p:nvSpPr>
        <p:spPr>
          <a:xfrm xmlns:a="http://schemas.openxmlformats.org/drawingml/2006/main">
            <a:off x="4396550" y="4287393"/>
            <a:ext cx="608267" cy="9525"/>
          </a:xfrm>
          <a:custGeom xmlns:a="http://schemas.openxmlformats.org/drawingml/2006/main">
            <a:pathLst>
              <a:path w="608267" h="9525">
                <a:moveTo>
                  <a:pt x="0" y="0"/>
                </a:moveTo>
                <a:lnTo>
                  <a:pt x="608267" y="0"/>
                </a:lnTo>
              </a:path>
            </a:pathLst>
          </a:custGeom>
          <a:noFill xmlns:a="http://schemas.openxmlformats.org/drawingml/2006/main"/>
          <a:ln xmlns:a="http://schemas.openxmlformats.org/drawingml/2006/main" w="9525">
            <a:solidFill>
              <a:srgbClr val="231F20"/>
            </a:solidFill>
          </a:ln>
        </p:spPr>
      </p:sp>
      <p:sp>
        <p:nvSpPr>
          <p:cNvPr id="255" name="circuit-1199">
            <a:extLst xmlns:a="http://schemas.openxmlformats.org/drawingml/2006/main">
              <a:ext uri="{FF2B5EF4-FFF2-40B4-BE49-F238E27FC236}">
                <a16:creationId xmlns:a16="http://schemas.microsoft.com/office/drawing/2014/main" id="{BFDF66D8-8BDD-417A-ADB5-4D85EF965EEC}"/>
              </a:ext>
            </a:extLst>
          </p:cNvPr>
          <p:cNvSpPr>
            <a:spLocks xmlns:a="http://schemas.openxmlformats.org/drawingml/2006/main" noGrp="1"/>
          </p:cNvSpPr>
          <p:nvPr/>
        </p:nvSpPr>
        <p:spPr>
          <a:xfrm xmlns:a="http://schemas.openxmlformats.org/drawingml/2006/main">
            <a:off x="4955762" y="4268591"/>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56" name="text-1200">
            <a:extLst xmlns:a="http://schemas.openxmlformats.org/drawingml/2006/main">
              <a:ext uri="{FF2B5EF4-FFF2-40B4-BE49-F238E27FC236}">
                <a16:creationId xmlns:a16="http://schemas.microsoft.com/office/drawing/2014/main" id="{41729F68-6BD5-4E76-B68B-04C8CA365D8D}"/>
              </a:ext>
            </a:extLst>
          </p:cNvPr>
          <p:cNvSpPr>
            <a:spLocks xmlns:a="http://schemas.openxmlformats.org/drawingml/2006/main" noGrp="1"/>
          </p:cNvSpPr>
          <p:nvPr/>
        </p:nvSpPr>
        <p:spPr>
          <a:xfrm xmlns:a="http://schemas.openxmlformats.org/drawingml/2006/main">
            <a:off x="5240274" y="3929253"/>
            <a:ext cx="657320" cy="1343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50" b="0">
                <a:solidFill>
                  <a:srgbClr val="231F20"/>
                </a:solidFill>
                <a:latin typeface="Arial"/>
                <a:ea typeface="Arial"/>
                <a:cs typeface="Arial"/>
              </a:defRPr>
            </a:defPPr>
            <a:lvl1pPr algn="l">
              <a:defRPr sz="750" b="0">
                <a:solidFill>
                  <a:srgbClr val="231F20"/>
                </a:solidFill>
                <a:latin typeface="Arial"/>
                <a:ea typeface="Arial"/>
                <a:cs typeface="Arial"/>
              </a:defRPr>
            </a:lvl1pPr>
            <a:lvl2pPr algn="l">
              <a:defRPr sz="750" b="0">
                <a:solidFill>
                  <a:srgbClr val="231F20"/>
                </a:solidFill>
                <a:latin typeface="Arial"/>
                <a:ea typeface="Arial"/>
                <a:cs typeface="Arial"/>
              </a:defRPr>
            </a:lvl2pPr>
            <a:lvl3pPr algn="l">
              <a:defRPr sz="750" b="0">
                <a:solidFill>
                  <a:srgbClr val="231F20"/>
                </a:solidFill>
                <a:latin typeface="Arial"/>
                <a:ea typeface="Arial"/>
                <a:cs typeface="Arial"/>
              </a:defRPr>
            </a:lvl3pPr>
            <a:lvl4pPr algn="l">
              <a:defRPr sz="750" b="0">
                <a:solidFill>
                  <a:srgbClr val="231F20"/>
                </a:solidFill>
                <a:latin typeface="Arial"/>
                <a:ea typeface="Arial"/>
                <a:cs typeface="Arial"/>
              </a:defRPr>
            </a:lvl4pPr>
            <a:lvl5pPr algn="l">
              <a:defRPr sz="750" b="0">
                <a:solidFill>
                  <a:srgbClr val="231F20"/>
                </a:solidFill>
                <a:latin typeface="Arial"/>
                <a:ea typeface="Arial"/>
                <a:cs typeface="Arial"/>
              </a:defRPr>
            </a:lvl5pPr>
            <a:lvl6pPr algn="l">
              <a:defRPr sz="750" b="0">
                <a:solidFill>
                  <a:srgbClr val="231F20"/>
                </a:solidFill>
                <a:latin typeface="Arial"/>
                <a:ea typeface="Arial"/>
                <a:cs typeface="Arial"/>
              </a:defRPr>
            </a:lvl6pPr>
            <a:lvl7pPr algn="l">
              <a:defRPr sz="750" b="0">
                <a:solidFill>
                  <a:srgbClr val="231F20"/>
                </a:solidFill>
                <a:latin typeface="Arial"/>
                <a:ea typeface="Arial"/>
                <a:cs typeface="Arial"/>
              </a:defRPr>
            </a:lvl7pPr>
            <a:lvl8pPr algn="l">
              <a:defRPr sz="750" b="0">
                <a:solidFill>
                  <a:srgbClr val="231F20"/>
                </a:solidFill>
                <a:latin typeface="Arial"/>
                <a:ea typeface="Arial"/>
                <a:cs typeface="Arial"/>
              </a:defRPr>
            </a:lvl8pPr>
            <a:lvl9pPr algn="l">
              <a:defRPr sz="750" b="0">
                <a:solidFill>
                  <a:srgbClr val="231F20"/>
                </a:solidFill>
                <a:latin typeface="Arial"/>
                <a:ea typeface="Arial"/>
                <a:cs typeface="Arial"/>
              </a:defRPr>
            </a:lvl9pPr>
          </a:lstStyle>
          <a:p xmlns:a="http://schemas.openxmlformats.org/drawingml/2006/main">
            <a:pPr algn="l">
              <a:defRPr sz="750" b="0">
                <a:solidFill>
                  <a:srgbClr val="231F20"/>
                </a:solidFill>
                <a:latin typeface="Arial"/>
                <a:ea typeface="Arial"/>
                <a:cs typeface="Arial"/>
              </a:defRPr>
            </a:pPr>
            <a:r>
              <a:rPr sz="750" b="0">
                <a:solidFill>
                  <a:srgbClr val="231F20"/>
                </a:solidFill>
                <a:latin typeface="Arial"/>
                <a:ea typeface="Arial"/>
                <a:cs typeface="Arial"/>
              </a:rPr>
              <a:t>FlagsE</a:t>
            </a:r>
          </a:p>
        </p:txBody>
      </p:sp>
      <p:sp>
        <p:nvSpPr>
          <p:cNvPr id="257" name="wire-1201">
            <a:extLst xmlns:a="http://schemas.openxmlformats.org/drawingml/2006/main">
              <a:ext uri="{FF2B5EF4-FFF2-40B4-BE49-F238E27FC236}">
                <a16:creationId xmlns:a16="http://schemas.microsoft.com/office/drawing/2014/main" id="{A924E7AF-3A90-4AA6-B5D2-EA7F9BE55F79}"/>
              </a:ext>
            </a:extLst>
          </p:cNvPr>
          <p:cNvSpPr>
            <a:spLocks xmlns:a="http://schemas.openxmlformats.org/drawingml/2006/main" noGrp="1"/>
          </p:cNvSpPr>
          <p:nvPr/>
        </p:nvSpPr>
        <p:spPr>
          <a:xfrm xmlns:a="http://schemas.openxmlformats.org/drawingml/2006/main">
            <a:off x="5328571" y="4054602"/>
            <a:ext cx="9525" cy="35814"/>
          </a:xfrm>
          <a:custGeom xmlns:a="http://schemas.openxmlformats.org/drawingml/2006/main">
            <a:pathLst>
              <a:path w="9525" h="35814">
                <a:moveTo>
                  <a:pt x="0" y="35814"/>
                </a:moveTo>
                <a:lnTo>
                  <a:pt x="0" y="0"/>
                </a:lnTo>
              </a:path>
            </a:pathLst>
          </a:custGeom>
          <a:noFill xmlns:a="http://schemas.openxmlformats.org/drawingml/2006/main"/>
          <a:ln xmlns:a="http://schemas.openxmlformats.org/drawingml/2006/main" w="7620">
            <a:solidFill>
              <a:srgbClr val="231F20"/>
            </a:solidFill>
          </a:ln>
        </p:spPr>
      </p:sp>
      <p:sp>
        <p:nvSpPr>
          <p:cNvPr id="258" name="circuit-1202">
            <a:extLst xmlns:a="http://schemas.openxmlformats.org/drawingml/2006/main">
              <a:ext uri="{FF2B5EF4-FFF2-40B4-BE49-F238E27FC236}">
                <a16:creationId xmlns:a16="http://schemas.microsoft.com/office/drawing/2014/main" id="{AA1BB28D-3EC8-4A49-8CDD-191524FDA54B}"/>
              </a:ext>
            </a:extLst>
          </p:cNvPr>
          <p:cNvSpPr>
            <a:spLocks xmlns:a="http://schemas.openxmlformats.org/drawingml/2006/main" noGrp="1"/>
          </p:cNvSpPr>
          <p:nvPr/>
        </p:nvSpPr>
        <p:spPr>
          <a:xfrm xmlns:a="http://schemas.openxmlformats.org/drawingml/2006/main">
            <a:off x="5307968" y="4054602"/>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259" name="circuit-1203">
            <a:extLst xmlns:a="http://schemas.openxmlformats.org/drawingml/2006/main">
              <a:ext uri="{FF2B5EF4-FFF2-40B4-BE49-F238E27FC236}">
                <a16:creationId xmlns:a16="http://schemas.microsoft.com/office/drawing/2014/main" id="{4E176E7B-1D0B-4CF7-90A0-D2EC730E2DF9}"/>
              </a:ext>
            </a:extLst>
          </p:cNvPr>
          <p:cNvSpPr>
            <a:spLocks xmlns:a="http://schemas.openxmlformats.org/drawingml/2006/main" noGrp="1"/>
          </p:cNvSpPr>
          <p:nvPr/>
        </p:nvSpPr>
        <p:spPr>
          <a:xfrm xmlns:a="http://schemas.openxmlformats.org/drawingml/2006/main">
            <a:off x="5014627" y="4529138"/>
            <a:ext cx="608267" cy="725233"/>
          </a:xfrm>
          <a:custGeom xmlns:a="http://schemas.openxmlformats.org/drawingml/2006/main">
            <a:pathLst>
              <a:path w="608267" h="725233">
                <a:moveTo>
                  <a:pt x="0" y="0"/>
                </a:moveTo>
                <a:lnTo>
                  <a:pt x="608267" y="143256"/>
                </a:lnTo>
                <a:lnTo>
                  <a:pt x="608267" y="590931"/>
                </a:lnTo>
                <a:lnTo>
                  <a:pt x="0" y="725233"/>
                </a:lnTo>
                <a:lnTo>
                  <a:pt x="0" y="483489"/>
                </a:lnTo>
                <a:lnTo>
                  <a:pt x="166783" y="367093"/>
                </a:lnTo>
                <a:lnTo>
                  <a:pt x="0" y="250698"/>
                </a:lnTo>
                <a:close/>
              </a:path>
            </a:pathLst>
          </a:custGeom>
          <a:solidFill xmlns:a="http://schemas.openxmlformats.org/drawingml/2006/main">
            <a:srgbClr val="FFFFFF"/>
          </a:solidFill>
          <a:ln xmlns:a="http://schemas.openxmlformats.org/drawingml/2006/main" w="14288">
            <a:solidFill>
              <a:srgbClr val="1572C3"/>
            </a:solidFill>
          </a:ln>
        </p:spPr>
      </p:sp>
      <p:sp>
        <p:nvSpPr>
          <p:cNvPr id="260" name="text-1204">
            <a:extLst xmlns:a="http://schemas.openxmlformats.org/drawingml/2006/main">
              <a:ext uri="{FF2B5EF4-FFF2-40B4-BE49-F238E27FC236}">
                <a16:creationId xmlns:a16="http://schemas.microsoft.com/office/drawing/2014/main" id="{721C27B2-A827-43EE-8DC5-5ACDA9386062}"/>
              </a:ext>
            </a:extLst>
          </p:cNvPr>
          <p:cNvSpPr>
            <a:spLocks xmlns:a="http://schemas.openxmlformats.org/drawingml/2006/main" noGrp="1"/>
          </p:cNvSpPr>
          <p:nvPr/>
        </p:nvSpPr>
        <p:spPr>
          <a:xfrm xmlns:a="http://schemas.openxmlformats.org/drawingml/2006/main">
            <a:off x="5171599" y="4726115"/>
            <a:ext cx="451295" cy="2686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13" b="1">
                <a:solidFill>
                  <a:srgbClr val="231F20"/>
                </a:solidFill>
                <a:latin typeface="Arial"/>
                <a:ea typeface="Arial"/>
                <a:cs typeface="Arial"/>
              </a:defRPr>
            </a:defPPr>
            <a:lvl1pPr algn="ctr">
              <a:defRPr sz="1313" b="1">
                <a:solidFill>
                  <a:srgbClr val="231F20"/>
                </a:solidFill>
                <a:latin typeface="Arial"/>
                <a:ea typeface="Arial"/>
                <a:cs typeface="Arial"/>
              </a:defRPr>
            </a:lvl1pPr>
            <a:lvl2pPr algn="ctr">
              <a:defRPr sz="1313" b="1">
                <a:solidFill>
                  <a:srgbClr val="231F20"/>
                </a:solidFill>
                <a:latin typeface="Arial"/>
                <a:ea typeface="Arial"/>
                <a:cs typeface="Arial"/>
              </a:defRPr>
            </a:lvl2pPr>
            <a:lvl3pPr algn="ctr">
              <a:defRPr sz="1313" b="1">
                <a:solidFill>
                  <a:srgbClr val="231F20"/>
                </a:solidFill>
                <a:latin typeface="Arial"/>
                <a:ea typeface="Arial"/>
                <a:cs typeface="Arial"/>
              </a:defRPr>
            </a:lvl3pPr>
            <a:lvl4pPr algn="ctr">
              <a:defRPr sz="1313" b="1">
                <a:solidFill>
                  <a:srgbClr val="231F20"/>
                </a:solidFill>
                <a:latin typeface="Arial"/>
                <a:ea typeface="Arial"/>
                <a:cs typeface="Arial"/>
              </a:defRPr>
            </a:lvl4pPr>
            <a:lvl5pPr algn="ctr">
              <a:defRPr sz="1313" b="1">
                <a:solidFill>
                  <a:srgbClr val="231F20"/>
                </a:solidFill>
                <a:latin typeface="Arial"/>
                <a:ea typeface="Arial"/>
                <a:cs typeface="Arial"/>
              </a:defRPr>
            </a:lvl5pPr>
            <a:lvl6pPr algn="ctr">
              <a:defRPr sz="1313" b="1">
                <a:solidFill>
                  <a:srgbClr val="231F20"/>
                </a:solidFill>
                <a:latin typeface="Arial"/>
                <a:ea typeface="Arial"/>
                <a:cs typeface="Arial"/>
              </a:defRPr>
            </a:lvl6pPr>
            <a:lvl7pPr algn="ctr">
              <a:defRPr sz="1313" b="1">
                <a:solidFill>
                  <a:srgbClr val="231F20"/>
                </a:solidFill>
                <a:latin typeface="Arial"/>
                <a:ea typeface="Arial"/>
                <a:cs typeface="Arial"/>
              </a:defRPr>
            </a:lvl7pPr>
            <a:lvl8pPr algn="ctr">
              <a:defRPr sz="1313" b="1">
                <a:solidFill>
                  <a:srgbClr val="231F20"/>
                </a:solidFill>
                <a:latin typeface="Arial"/>
                <a:ea typeface="Arial"/>
                <a:cs typeface="Arial"/>
              </a:defRPr>
            </a:lvl8pPr>
            <a:lvl9pPr algn="ctr">
              <a:defRPr sz="1313" b="1">
                <a:solidFill>
                  <a:srgbClr val="231F20"/>
                </a:solidFill>
                <a:latin typeface="Arial"/>
                <a:ea typeface="Arial"/>
                <a:cs typeface="Arial"/>
              </a:defRPr>
            </a:lvl9pPr>
          </a:lstStyle>
          <a:p xmlns:a="http://schemas.openxmlformats.org/drawingml/2006/main">
            <a:pPr algn="ctr">
              <a:defRPr sz="1313" b="1">
                <a:solidFill>
                  <a:srgbClr val="231F20"/>
                </a:solidFill>
                <a:latin typeface="Arial"/>
                <a:ea typeface="Arial"/>
                <a:cs typeface="Arial"/>
              </a:defRPr>
            </a:pPr>
            <a:r>
              <a:rPr sz="1313" b="1">
                <a:solidFill>
                  <a:srgbClr val="231F20"/>
                </a:solidFill>
                <a:latin typeface="Arial"/>
                <a:ea typeface="Arial"/>
                <a:cs typeface="Arial"/>
              </a:rPr>
              <a:t>ALU</a:t>
            </a:r>
          </a:p>
        </p:txBody>
      </p:sp>
      <p:sp>
        <p:nvSpPr>
          <p:cNvPr id="261" name="wire-1205">
            <a:extLst xmlns:a="http://schemas.openxmlformats.org/drawingml/2006/main">
              <a:ext uri="{FF2B5EF4-FFF2-40B4-BE49-F238E27FC236}">
                <a16:creationId xmlns:a16="http://schemas.microsoft.com/office/drawing/2014/main" id="{587C8D92-EF82-4746-8694-EE9717D4491B}"/>
              </a:ext>
            </a:extLst>
          </p:cNvPr>
          <p:cNvSpPr>
            <a:spLocks xmlns:a="http://schemas.openxmlformats.org/drawingml/2006/main" noGrp="1"/>
          </p:cNvSpPr>
          <p:nvPr/>
        </p:nvSpPr>
        <p:spPr>
          <a:xfrm xmlns:a="http://schemas.openxmlformats.org/drawingml/2006/main">
            <a:off x="4749737" y="4600766"/>
            <a:ext cx="264890" cy="62674"/>
          </a:xfrm>
          <a:custGeom xmlns:a="http://schemas.openxmlformats.org/drawingml/2006/main">
            <a:pathLst>
              <a:path w="264890" h="62674">
                <a:moveTo>
                  <a:pt x="0" y="0"/>
                </a:moveTo>
                <a:lnTo>
                  <a:pt x="264890" y="62674"/>
                </a:lnTo>
              </a:path>
            </a:pathLst>
          </a:custGeom>
          <a:noFill xmlns:a="http://schemas.openxmlformats.org/drawingml/2006/main"/>
          <a:ln xmlns:a="http://schemas.openxmlformats.org/drawingml/2006/main" w="17145">
            <a:solidFill>
              <a:srgbClr val="1572C3"/>
            </a:solidFill>
          </a:ln>
        </p:spPr>
      </p:sp>
      <p:sp>
        <p:nvSpPr>
          <p:cNvPr id="262" name="circuit-1206">
            <a:extLst xmlns:a="http://schemas.openxmlformats.org/drawingml/2006/main">
              <a:ext uri="{FF2B5EF4-FFF2-40B4-BE49-F238E27FC236}">
                <a16:creationId xmlns:a16="http://schemas.microsoft.com/office/drawing/2014/main" id="{391A75A9-F35F-4CD4-ABC9-1F8916D4CAC0}"/>
              </a:ext>
            </a:extLst>
          </p:cNvPr>
          <p:cNvSpPr>
            <a:spLocks xmlns:a="http://schemas.openxmlformats.org/drawingml/2006/main" noGrp="1"/>
          </p:cNvSpPr>
          <p:nvPr/>
        </p:nvSpPr>
        <p:spPr>
          <a:xfrm xmlns:a="http://schemas.openxmlformats.org/drawingml/2006/main">
            <a:off x="4961972" y="4634004"/>
            <a:ext cx="52654" cy="36401"/>
          </a:xfrm>
          <a:custGeom xmlns:a="http://schemas.openxmlformats.org/drawingml/2006/main">
            <a:pathLst>
              <a:path w="52654" h="36401">
                <a:moveTo>
                  <a:pt x="52654" y="29436"/>
                </a:moveTo>
                <a:lnTo>
                  <a:pt x="10341" y="0"/>
                </a:lnTo>
                <a:lnTo>
                  <a:pt x="0" y="36401"/>
                </a:lnTo>
                <a:close/>
              </a:path>
            </a:pathLst>
          </a:custGeom>
          <a:solidFill xmlns:a="http://schemas.openxmlformats.org/drawingml/2006/main">
            <a:srgbClr val="1572C3"/>
          </a:solidFill>
          <a:ln xmlns:a="http://schemas.openxmlformats.org/drawingml/2006/main" w="4763">
            <a:solidFill>
              <a:srgbClr val="1572C3"/>
            </a:solidFill>
          </a:ln>
        </p:spPr>
      </p:sp>
      <p:sp>
        <p:nvSpPr>
          <p:cNvPr id="263" name="wire-1207">
            <a:extLst xmlns:a="http://schemas.openxmlformats.org/drawingml/2006/main">
              <a:ext uri="{FF2B5EF4-FFF2-40B4-BE49-F238E27FC236}">
                <a16:creationId xmlns:a16="http://schemas.microsoft.com/office/drawing/2014/main" id="{2B98BA74-AB81-4D9E-A6EB-B46A7523C66A}"/>
              </a:ext>
            </a:extLst>
          </p:cNvPr>
          <p:cNvSpPr>
            <a:spLocks xmlns:a="http://schemas.openxmlformats.org/drawingml/2006/main" noGrp="1"/>
          </p:cNvSpPr>
          <p:nvPr/>
        </p:nvSpPr>
        <p:spPr>
          <a:xfrm xmlns:a="http://schemas.openxmlformats.org/drawingml/2006/main">
            <a:off x="4749737" y="5146929"/>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7145">
            <a:solidFill>
              <a:srgbClr val="1572C3"/>
            </a:solidFill>
          </a:ln>
        </p:spPr>
      </p:sp>
      <p:sp>
        <p:nvSpPr>
          <p:cNvPr id="264" name="wire-1208">
            <a:extLst xmlns:a="http://schemas.openxmlformats.org/drawingml/2006/main">
              <a:ext uri="{FF2B5EF4-FFF2-40B4-BE49-F238E27FC236}">
                <a16:creationId xmlns:a16="http://schemas.microsoft.com/office/drawing/2014/main" id="{2C01E401-D322-4577-A876-1AE0866A390C}"/>
              </a:ext>
            </a:extLst>
          </p:cNvPr>
          <p:cNvSpPr>
            <a:spLocks xmlns:a="http://schemas.openxmlformats.org/drawingml/2006/main" noGrp="1"/>
          </p:cNvSpPr>
          <p:nvPr/>
        </p:nvSpPr>
        <p:spPr>
          <a:xfrm xmlns:a="http://schemas.openxmlformats.org/drawingml/2006/main">
            <a:off x="4877276" y="5111115"/>
            <a:ext cx="9525" cy="35814"/>
          </a:xfrm>
          <a:custGeom xmlns:a="http://schemas.openxmlformats.org/drawingml/2006/main">
            <a:pathLst>
              <a:path w="9525" h="35814">
                <a:moveTo>
                  <a:pt x="0" y="35814"/>
                </a:moveTo>
                <a:lnTo>
                  <a:pt x="0" y="0"/>
                </a:lnTo>
              </a:path>
            </a:pathLst>
          </a:custGeom>
          <a:noFill xmlns:a="http://schemas.openxmlformats.org/drawingml/2006/main"/>
          <a:ln xmlns:a="http://schemas.openxmlformats.org/drawingml/2006/main" w="17145">
            <a:solidFill>
              <a:srgbClr val="1572C3"/>
            </a:solidFill>
          </a:ln>
        </p:spPr>
      </p:sp>
      <p:sp>
        <p:nvSpPr>
          <p:cNvPr id="265" name="wire-1209">
            <a:extLst xmlns:a="http://schemas.openxmlformats.org/drawingml/2006/main">
              <a:ext uri="{FF2B5EF4-FFF2-40B4-BE49-F238E27FC236}">
                <a16:creationId xmlns:a16="http://schemas.microsoft.com/office/drawing/2014/main" id="{5FB03740-D71C-4472-8B84-E192AD7D6F0D}"/>
              </a:ext>
            </a:extLst>
          </p:cNvPr>
          <p:cNvSpPr>
            <a:spLocks xmlns:a="http://schemas.openxmlformats.org/drawingml/2006/main" noGrp="1"/>
          </p:cNvSpPr>
          <p:nvPr/>
        </p:nvSpPr>
        <p:spPr>
          <a:xfrm xmlns:a="http://schemas.openxmlformats.org/drawingml/2006/main">
            <a:off x="4877276" y="5111115"/>
            <a:ext cx="137351" cy="9525"/>
          </a:xfrm>
          <a:custGeom xmlns:a="http://schemas.openxmlformats.org/drawingml/2006/main">
            <a:pathLst>
              <a:path w="137351" h="9525">
                <a:moveTo>
                  <a:pt x="0" y="0"/>
                </a:moveTo>
                <a:lnTo>
                  <a:pt x="137351" y="0"/>
                </a:lnTo>
              </a:path>
            </a:pathLst>
          </a:custGeom>
          <a:noFill xmlns:a="http://schemas.openxmlformats.org/drawingml/2006/main"/>
          <a:ln xmlns:a="http://schemas.openxmlformats.org/drawingml/2006/main" w="17145">
            <a:solidFill>
              <a:srgbClr val="1572C3"/>
            </a:solidFill>
          </a:ln>
        </p:spPr>
      </p:sp>
      <p:sp>
        <p:nvSpPr>
          <p:cNvPr id="266" name="circuit-1210">
            <a:extLst xmlns:a="http://schemas.openxmlformats.org/drawingml/2006/main">
              <a:ext uri="{FF2B5EF4-FFF2-40B4-BE49-F238E27FC236}">
                <a16:creationId xmlns:a16="http://schemas.microsoft.com/office/drawing/2014/main" id="{E74E4213-3521-4090-8407-23FA45C9033E}"/>
              </a:ext>
            </a:extLst>
          </p:cNvPr>
          <p:cNvSpPr>
            <a:spLocks xmlns:a="http://schemas.openxmlformats.org/drawingml/2006/main" noGrp="1"/>
          </p:cNvSpPr>
          <p:nvPr/>
        </p:nvSpPr>
        <p:spPr>
          <a:xfrm xmlns:a="http://schemas.openxmlformats.org/drawingml/2006/main">
            <a:off x="4965573" y="5092313"/>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67" name="text-1211">
            <a:extLst xmlns:a="http://schemas.openxmlformats.org/drawingml/2006/main">
              <a:ext uri="{FF2B5EF4-FFF2-40B4-BE49-F238E27FC236}">
                <a16:creationId xmlns:a16="http://schemas.microsoft.com/office/drawing/2014/main" id="{C4FACA5F-B86A-4CB1-BDF7-731D64461634}"/>
              </a:ext>
            </a:extLst>
          </p:cNvPr>
          <p:cNvSpPr>
            <a:spLocks xmlns:a="http://schemas.openxmlformats.org/drawingml/2006/main" noGrp="1"/>
          </p:cNvSpPr>
          <p:nvPr/>
        </p:nvSpPr>
        <p:spPr>
          <a:xfrm xmlns:a="http://schemas.openxmlformats.org/drawingml/2006/main">
            <a:off x="4759547" y="4367975"/>
            <a:ext cx="63769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SrcAE</a:t>
            </a:r>
          </a:p>
        </p:txBody>
      </p:sp>
      <p:sp>
        <p:nvSpPr>
          <p:cNvPr id="268" name="text-1212">
            <a:extLst xmlns:a="http://schemas.openxmlformats.org/drawingml/2006/main">
              <a:ext uri="{FF2B5EF4-FFF2-40B4-BE49-F238E27FC236}">
                <a16:creationId xmlns:a16="http://schemas.microsoft.com/office/drawing/2014/main" id="{C5652476-BCC6-4043-810C-2666FAB5E95D}"/>
              </a:ext>
            </a:extLst>
          </p:cNvPr>
          <p:cNvSpPr>
            <a:spLocks xmlns:a="http://schemas.openxmlformats.org/drawingml/2006/main" noGrp="1"/>
          </p:cNvSpPr>
          <p:nvPr/>
        </p:nvSpPr>
        <p:spPr>
          <a:xfrm xmlns:a="http://schemas.openxmlformats.org/drawingml/2006/main">
            <a:off x="4759547" y="5272278"/>
            <a:ext cx="637699" cy="1790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75" b="0">
                <a:solidFill>
                  <a:srgbClr val="231F20"/>
                </a:solidFill>
                <a:latin typeface="Arial"/>
                <a:ea typeface="Arial"/>
                <a:cs typeface="Arial"/>
              </a:defRPr>
            </a:defPPr>
            <a:lvl1pPr algn="l">
              <a:defRPr sz="975" b="0">
                <a:solidFill>
                  <a:srgbClr val="231F20"/>
                </a:solidFill>
                <a:latin typeface="Arial"/>
                <a:ea typeface="Arial"/>
                <a:cs typeface="Arial"/>
              </a:defRPr>
            </a:lvl1pPr>
            <a:lvl2pPr algn="l">
              <a:defRPr sz="975" b="0">
                <a:solidFill>
                  <a:srgbClr val="231F20"/>
                </a:solidFill>
                <a:latin typeface="Arial"/>
                <a:ea typeface="Arial"/>
                <a:cs typeface="Arial"/>
              </a:defRPr>
            </a:lvl2pPr>
            <a:lvl3pPr algn="l">
              <a:defRPr sz="975" b="0">
                <a:solidFill>
                  <a:srgbClr val="231F20"/>
                </a:solidFill>
                <a:latin typeface="Arial"/>
                <a:ea typeface="Arial"/>
                <a:cs typeface="Arial"/>
              </a:defRPr>
            </a:lvl3pPr>
            <a:lvl4pPr algn="l">
              <a:defRPr sz="975" b="0">
                <a:solidFill>
                  <a:srgbClr val="231F20"/>
                </a:solidFill>
                <a:latin typeface="Arial"/>
                <a:ea typeface="Arial"/>
                <a:cs typeface="Arial"/>
              </a:defRPr>
            </a:lvl4pPr>
            <a:lvl5pPr algn="l">
              <a:defRPr sz="975" b="0">
                <a:solidFill>
                  <a:srgbClr val="231F20"/>
                </a:solidFill>
                <a:latin typeface="Arial"/>
                <a:ea typeface="Arial"/>
                <a:cs typeface="Arial"/>
              </a:defRPr>
            </a:lvl5pPr>
            <a:lvl6pPr algn="l">
              <a:defRPr sz="975" b="0">
                <a:solidFill>
                  <a:srgbClr val="231F20"/>
                </a:solidFill>
                <a:latin typeface="Arial"/>
                <a:ea typeface="Arial"/>
                <a:cs typeface="Arial"/>
              </a:defRPr>
            </a:lvl6pPr>
            <a:lvl7pPr algn="l">
              <a:defRPr sz="975" b="0">
                <a:solidFill>
                  <a:srgbClr val="231F20"/>
                </a:solidFill>
                <a:latin typeface="Arial"/>
                <a:ea typeface="Arial"/>
                <a:cs typeface="Arial"/>
              </a:defRPr>
            </a:lvl7pPr>
            <a:lvl8pPr algn="l">
              <a:defRPr sz="975" b="0">
                <a:solidFill>
                  <a:srgbClr val="231F20"/>
                </a:solidFill>
                <a:latin typeface="Arial"/>
                <a:ea typeface="Arial"/>
                <a:cs typeface="Arial"/>
              </a:defRPr>
            </a:lvl8pPr>
            <a:lvl9pPr algn="l">
              <a:defRPr sz="975" b="0">
                <a:solidFill>
                  <a:srgbClr val="231F20"/>
                </a:solidFill>
                <a:latin typeface="Arial"/>
                <a:ea typeface="Arial"/>
                <a:cs typeface="Arial"/>
              </a:defRPr>
            </a:lvl9pPr>
          </a:lstStyle>
          <a:p xmlns:a="http://schemas.openxmlformats.org/drawingml/2006/main">
            <a:pPr algn="l">
              <a:defRPr sz="975" b="0">
                <a:solidFill>
                  <a:srgbClr val="231F20"/>
                </a:solidFill>
                <a:latin typeface="Arial"/>
                <a:ea typeface="Arial"/>
                <a:cs typeface="Arial"/>
              </a:defRPr>
            </a:pPr>
            <a:r>
              <a:rPr sz="975" b="0">
                <a:solidFill>
                  <a:srgbClr val="231F20"/>
                </a:solidFill>
                <a:latin typeface="Arial"/>
                <a:ea typeface="Arial"/>
                <a:cs typeface="Arial"/>
              </a:rPr>
              <a:t>SrcBE</a:t>
            </a:r>
          </a:p>
        </p:txBody>
      </p:sp>
      <p:sp>
        <p:nvSpPr>
          <p:cNvPr id="269" name="block-1213">
            <a:extLst xmlns:a="http://schemas.openxmlformats.org/drawingml/2006/main">
              <a:ext uri="{FF2B5EF4-FFF2-40B4-BE49-F238E27FC236}">
                <a16:creationId xmlns:a16="http://schemas.microsoft.com/office/drawing/2014/main" id="{F3106EE0-D35D-417D-9ED5-E81D94954E5F}"/>
              </a:ext>
            </a:extLst>
          </p:cNvPr>
          <p:cNvSpPr>
            <a:spLocks xmlns:a="http://schemas.openxmlformats.org/drawingml/2006/main" noGrp="1"/>
          </p:cNvSpPr>
          <p:nvPr/>
        </p:nvSpPr>
        <p:spPr>
          <a:xfrm xmlns:a="http://schemas.openxmlformats.org/drawingml/2006/main">
            <a:off x="5985891" y="3938207"/>
            <a:ext cx="117729" cy="1862328"/>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70" name="circuit-1214">
            <a:extLst xmlns:a="http://schemas.openxmlformats.org/drawingml/2006/main">
              <a:ext uri="{FF2B5EF4-FFF2-40B4-BE49-F238E27FC236}">
                <a16:creationId xmlns:a16="http://schemas.microsoft.com/office/drawing/2014/main" id="{DBB70F11-EEF6-4F0A-9334-46B87F59CD42}"/>
              </a:ext>
            </a:extLst>
          </p:cNvPr>
          <p:cNvSpPr>
            <a:spLocks xmlns:a="http://schemas.openxmlformats.org/drawingml/2006/main" noGrp="1"/>
          </p:cNvSpPr>
          <p:nvPr/>
        </p:nvSpPr>
        <p:spPr>
          <a:xfrm xmlns:a="http://schemas.openxmlformats.org/drawingml/2006/main">
            <a:off x="6005513" y="3938207"/>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271" name="wire-1215">
            <a:extLst xmlns:a="http://schemas.openxmlformats.org/drawingml/2006/main">
              <a:ext uri="{FF2B5EF4-FFF2-40B4-BE49-F238E27FC236}">
                <a16:creationId xmlns:a16="http://schemas.microsoft.com/office/drawing/2014/main" id="{B85C4857-26FE-4629-970C-915E11C9EA03}"/>
              </a:ext>
            </a:extLst>
          </p:cNvPr>
          <p:cNvSpPr>
            <a:spLocks xmlns:a="http://schemas.openxmlformats.org/drawingml/2006/main" noGrp="1"/>
          </p:cNvSpPr>
          <p:nvPr/>
        </p:nvSpPr>
        <p:spPr>
          <a:xfrm xmlns:a="http://schemas.openxmlformats.org/drawingml/2006/main">
            <a:off x="6044756" y="3884486"/>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272" name="text-1216">
            <a:extLst xmlns:a="http://schemas.openxmlformats.org/drawingml/2006/main">
              <a:ext uri="{FF2B5EF4-FFF2-40B4-BE49-F238E27FC236}">
                <a16:creationId xmlns:a16="http://schemas.microsoft.com/office/drawing/2014/main" id="{0DE4168F-9D6C-44C0-8C00-9EC28CA236F4}"/>
              </a:ext>
            </a:extLst>
          </p:cNvPr>
          <p:cNvSpPr>
            <a:spLocks xmlns:a="http://schemas.openxmlformats.org/drawingml/2006/main" noGrp="1"/>
          </p:cNvSpPr>
          <p:nvPr/>
        </p:nvSpPr>
        <p:spPr>
          <a:xfrm xmlns:a="http://schemas.openxmlformats.org/drawingml/2006/main">
            <a:off x="5799487" y="3687509"/>
            <a:ext cx="559213"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E / M</a:t>
            </a:r>
          </a:p>
        </p:txBody>
      </p:sp>
      <p:sp>
        <p:nvSpPr>
          <p:cNvPr id="273" name="wire-1217">
            <a:extLst xmlns:a="http://schemas.openxmlformats.org/drawingml/2006/main">
              <a:ext uri="{FF2B5EF4-FFF2-40B4-BE49-F238E27FC236}">
                <a16:creationId xmlns:a16="http://schemas.microsoft.com/office/drawing/2014/main" id="{B5AA3F0C-EB50-491E-B7EF-5F51A9D06C6E}"/>
              </a:ext>
            </a:extLst>
          </p:cNvPr>
          <p:cNvSpPr>
            <a:spLocks xmlns:a="http://schemas.openxmlformats.org/drawingml/2006/main" noGrp="1"/>
          </p:cNvSpPr>
          <p:nvPr/>
        </p:nvSpPr>
        <p:spPr>
          <a:xfrm xmlns:a="http://schemas.openxmlformats.org/drawingml/2006/main">
            <a:off x="5622893" y="4735068"/>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17145">
            <a:solidFill>
              <a:srgbClr val="1572C3"/>
            </a:solidFill>
          </a:ln>
        </p:spPr>
      </p:sp>
      <p:sp>
        <p:nvSpPr>
          <p:cNvPr id="274" name="wire-1218">
            <a:extLst xmlns:a="http://schemas.openxmlformats.org/drawingml/2006/main">
              <a:ext uri="{FF2B5EF4-FFF2-40B4-BE49-F238E27FC236}">
                <a16:creationId xmlns:a16="http://schemas.microsoft.com/office/drawing/2014/main" id="{CE02A125-772C-4484-BCA6-FC5279AA577C}"/>
              </a:ext>
            </a:extLst>
          </p:cNvPr>
          <p:cNvSpPr>
            <a:spLocks xmlns:a="http://schemas.openxmlformats.org/drawingml/2006/main" noGrp="1"/>
          </p:cNvSpPr>
          <p:nvPr/>
        </p:nvSpPr>
        <p:spPr>
          <a:xfrm xmlns:a="http://schemas.openxmlformats.org/drawingml/2006/main">
            <a:off x="5809298" y="4296347"/>
            <a:ext cx="9525" cy="438722"/>
          </a:xfrm>
          <a:custGeom xmlns:a="http://schemas.openxmlformats.org/drawingml/2006/main">
            <a:pathLst>
              <a:path w="9525" h="438722">
                <a:moveTo>
                  <a:pt x="0" y="438722"/>
                </a:moveTo>
                <a:lnTo>
                  <a:pt x="0" y="0"/>
                </a:lnTo>
              </a:path>
            </a:pathLst>
          </a:custGeom>
          <a:noFill xmlns:a="http://schemas.openxmlformats.org/drawingml/2006/main"/>
          <a:ln xmlns:a="http://schemas.openxmlformats.org/drawingml/2006/main" w="17145">
            <a:solidFill>
              <a:srgbClr val="1572C3"/>
            </a:solidFill>
          </a:ln>
        </p:spPr>
      </p:sp>
      <p:sp>
        <p:nvSpPr>
          <p:cNvPr id="275" name="wire-1219">
            <a:extLst xmlns:a="http://schemas.openxmlformats.org/drawingml/2006/main">
              <a:ext uri="{FF2B5EF4-FFF2-40B4-BE49-F238E27FC236}">
                <a16:creationId xmlns:a16="http://schemas.microsoft.com/office/drawing/2014/main" id="{818BB1A0-BC4C-440D-96B0-DC3BBDB35CA8}"/>
              </a:ext>
            </a:extLst>
          </p:cNvPr>
          <p:cNvSpPr>
            <a:spLocks xmlns:a="http://schemas.openxmlformats.org/drawingml/2006/main" noGrp="1"/>
          </p:cNvSpPr>
          <p:nvPr/>
        </p:nvSpPr>
        <p:spPr>
          <a:xfrm xmlns:a="http://schemas.openxmlformats.org/drawingml/2006/main">
            <a:off x="5809298" y="4296347"/>
            <a:ext cx="176594" cy="9525"/>
          </a:xfrm>
          <a:custGeom xmlns:a="http://schemas.openxmlformats.org/drawingml/2006/main">
            <a:pathLst>
              <a:path w="176594" h="9525">
                <a:moveTo>
                  <a:pt x="0" y="0"/>
                </a:moveTo>
                <a:lnTo>
                  <a:pt x="176594" y="0"/>
                </a:lnTo>
              </a:path>
            </a:pathLst>
          </a:custGeom>
          <a:noFill xmlns:a="http://schemas.openxmlformats.org/drawingml/2006/main"/>
          <a:ln xmlns:a="http://schemas.openxmlformats.org/drawingml/2006/main" w="17145">
            <a:solidFill>
              <a:srgbClr val="1572C3"/>
            </a:solidFill>
          </a:ln>
        </p:spPr>
      </p:sp>
      <p:sp>
        <p:nvSpPr>
          <p:cNvPr id="276" name="circuit-1220">
            <a:extLst xmlns:a="http://schemas.openxmlformats.org/drawingml/2006/main">
              <a:ext uri="{FF2B5EF4-FFF2-40B4-BE49-F238E27FC236}">
                <a16:creationId xmlns:a16="http://schemas.microsoft.com/office/drawing/2014/main" id="{7EB9CAF7-40E4-426B-B32F-8AFCFA838925}"/>
              </a:ext>
            </a:extLst>
          </p:cNvPr>
          <p:cNvSpPr>
            <a:spLocks xmlns:a="http://schemas.openxmlformats.org/drawingml/2006/main" noGrp="1"/>
          </p:cNvSpPr>
          <p:nvPr/>
        </p:nvSpPr>
        <p:spPr>
          <a:xfrm xmlns:a="http://schemas.openxmlformats.org/drawingml/2006/main">
            <a:off x="5936837" y="427754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77" name="text-1221">
            <a:extLst xmlns:a="http://schemas.openxmlformats.org/drawingml/2006/main">
              <a:ext uri="{FF2B5EF4-FFF2-40B4-BE49-F238E27FC236}">
                <a16:creationId xmlns:a16="http://schemas.microsoft.com/office/drawing/2014/main" id="{F519AB43-07F5-4579-B3B4-D255C0EFEA26}"/>
              </a:ext>
            </a:extLst>
          </p:cNvPr>
          <p:cNvSpPr>
            <a:spLocks xmlns:a="http://schemas.openxmlformats.org/drawingml/2006/main" noGrp="1"/>
          </p:cNvSpPr>
          <p:nvPr/>
        </p:nvSpPr>
        <p:spPr>
          <a:xfrm xmlns:a="http://schemas.openxmlformats.org/drawingml/2006/main">
            <a:off x="5328571" y="4350068"/>
            <a:ext cx="618077" cy="1432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1572C3"/>
                </a:solidFill>
                <a:latin typeface="Arial"/>
                <a:ea typeface="Arial"/>
                <a:cs typeface="Arial"/>
              </a:defRPr>
            </a:defPPr>
            <a:lvl1pPr algn="l">
              <a:defRPr sz="825" b="0">
                <a:solidFill>
                  <a:srgbClr val="1572C3"/>
                </a:solidFill>
                <a:latin typeface="Arial"/>
                <a:ea typeface="Arial"/>
                <a:cs typeface="Arial"/>
              </a:defRPr>
            </a:lvl1pPr>
            <a:lvl2pPr algn="l">
              <a:defRPr sz="825" b="0">
                <a:solidFill>
                  <a:srgbClr val="1572C3"/>
                </a:solidFill>
                <a:latin typeface="Arial"/>
                <a:ea typeface="Arial"/>
                <a:cs typeface="Arial"/>
              </a:defRPr>
            </a:lvl2pPr>
            <a:lvl3pPr algn="l">
              <a:defRPr sz="825" b="0">
                <a:solidFill>
                  <a:srgbClr val="1572C3"/>
                </a:solidFill>
                <a:latin typeface="Arial"/>
                <a:ea typeface="Arial"/>
                <a:cs typeface="Arial"/>
              </a:defRPr>
            </a:lvl3pPr>
            <a:lvl4pPr algn="l">
              <a:defRPr sz="825" b="0">
                <a:solidFill>
                  <a:srgbClr val="1572C3"/>
                </a:solidFill>
                <a:latin typeface="Arial"/>
                <a:ea typeface="Arial"/>
                <a:cs typeface="Arial"/>
              </a:defRPr>
            </a:lvl4pPr>
            <a:lvl5pPr algn="l">
              <a:defRPr sz="825" b="0">
                <a:solidFill>
                  <a:srgbClr val="1572C3"/>
                </a:solidFill>
                <a:latin typeface="Arial"/>
                <a:ea typeface="Arial"/>
                <a:cs typeface="Arial"/>
              </a:defRPr>
            </a:lvl5pPr>
            <a:lvl6pPr algn="l">
              <a:defRPr sz="825" b="0">
                <a:solidFill>
                  <a:srgbClr val="1572C3"/>
                </a:solidFill>
                <a:latin typeface="Arial"/>
                <a:ea typeface="Arial"/>
                <a:cs typeface="Arial"/>
              </a:defRPr>
            </a:lvl6pPr>
            <a:lvl7pPr algn="l">
              <a:defRPr sz="825" b="0">
                <a:solidFill>
                  <a:srgbClr val="1572C3"/>
                </a:solidFill>
                <a:latin typeface="Arial"/>
                <a:ea typeface="Arial"/>
                <a:cs typeface="Arial"/>
              </a:defRPr>
            </a:lvl7pPr>
            <a:lvl8pPr algn="l">
              <a:defRPr sz="825" b="0">
                <a:solidFill>
                  <a:srgbClr val="1572C3"/>
                </a:solidFill>
                <a:latin typeface="Arial"/>
                <a:ea typeface="Arial"/>
                <a:cs typeface="Arial"/>
              </a:defRPr>
            </a:lvl8pPr>
            <a:lvl9pPr algn="l">
              <a:defRPr sz="825" b="0">
                <a:solidFill>
                  <a:srgbClr val="1572C3"/>
                </a:solidFill>
                <a:latin typeface="Arial"/>
                <a:ea typeface="Arial"/>
                <a:cs typeface="Arial"/>
              </a:defRPr>
            </a:lvl9pPr>
          </a:lstStyle>
          <a:p xmlns:a="http://schemas.openxmlformats.org/drawingml/2006/main">
            <a:pPr algn="l">
              <a:defRPr sz="825" b="0">
                <a:solidFill>
                  <a:srgbClr val="1572C3"/>
                </a:solidFill>
                <a:latin typeface="Arial"/>
                <a:ea typeface="Arial"/>
                <a:cs typeface="Arial"/>
              </a:defRPr>
            </a:pPr>
            <a:r>
              <a:rPr sz="825" b="0">
                <a:solidFill>
                  <a:srgbClr val="1572C3"/>
                </a:solidFill>
                <a:latin typeface="Arial"/>
                <a:ea typeface="Arial"/>
                <a:cs typeface="Arial"/>
              </a:rPr>
              <a:t>IEUAdrE</a:t>
            </a:r>
          </a:p>
        </p:txBody>
      </p:sp>
      <p:sp>
        <p:nvSpPr>
          <p:cNvPr id="278" name="wire-1222">
            <a:extLst xmlns:a="http://schemas.openxmlformats.org/drawingml/2006/main">
              <a:ext uri="{FF2B5EF4-FFF2-40B4-BE49-F238E27FC236}">
                <a16:creationId xmlns:a16="http://schemas.microsoft.com/office/drawing/2014/main" id="{F2888061-6744-4DCA-B4D9-0560C4AB20BC}"/>
              </a:ext>
            </a:extLst>
          </p:cNvPr>
          <p:cNvSpPr>
            <a:spLocks xmlns:a="http://schemas.openxmlformats.org/drawingml/2006/main" noGrp="1"/>
          </p:cNvSpPr>
          <p:nvPr/>
        </p:nvSpPr>
        <p:spPr>
          <a:xfrm xmlns:a="http://schemas.openxmlformats.org/drawingml/2006/main">
            <a:off x="6103620" y="4296347"/>
            <a:ext cx="196215" cy="9525"/>
          </a:xfrm>
          <a:custGeom xmlns:a="http://schemas.openxmlformats.org/drawingml/2006/main">
            <a:pathLst>
              <a:path w="196215" h="9525">
                <a:moveTo>
                  <a:pt x="0" y="0"/>
                </a:moveTo>
                <a:lnTo>
                  <a:pt x="196215" y="0"/>
                </a:lnTo>
              </a:path>
            </a:pathLst>
          </a:custGeom>
          <a:noFill xmlns:a="http://schemas.openxmlformats.org/drawingml/2006/main"/>
          <a:ln xmlns:a="http://schemas.openxmlformats.org/drawingml/2006/main" w="17145">
            <a:solidFill>
              <a:srgbClr val="1572C3"/>
            </a:solidFill>
          </a:ln>
        </p:spPr>
      </p:sp>
      <p:sp>
        <p:nvSpPr>
          <p:cNvPr id="279" name="circuit-1223">
            <a:extLst xmlns:a="http://schemas.openxmlformats.org/drawingml/2006/main">
              <a:ext uri="{FF2B5EF4-FFF2-40B4-BE49-F238E27FC236}">
                <a16:creationId xmlns:a16="http://schemas.microsoft.com/office/drawing/2014/main" id="{A0DEF265-9D9C-4511-95E2-1A21D3ED78CD}"/>
              </a:ext>
            </a:extLst>
          </p:cNvPr>
          <p:cNvSpPr>
            <a:spLocks xmlns:a="http://schemas.openxmlformats.org/drawingml/2006/main" noGrp="1"/>
          </p:cNvSpPr>
          <p:nvPr/>
        </p:nvSpPr>
        <p:spPr>
          <a:xfrm xmlns:a="http://schemas.openxmlformats.org/drawingml/2006/main">
            <a:off x="6250781" y="427754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280" name="block-1224">
            <a:extLst xmlns:a="http://schemas.openxmlformats.org/drawingml/2006/main">
              <a:ext uri="{FF2B5EF4-FFF2-40B4-BE49-F238E27FC236}">
                <a16:creationId xmlns:a16="http://schemas.microsoft.com/office/drawing/2014/main" id="{8A126618-D8A6-410B-8030-705954D5D01A}"/>
              </a:ext>
            </a:extLst>
          </p:cNvPr>
          <p:cNvSpPr>
            <a:spLocks xmlns:a="http://schemas.openxmlformats.org/drawingml/2006/main" noGrp="1"/>
          </p:cNvSpPr>
          <p:nvPr/>
        </p:nvSpPr>
        <p:spPr>
          <a:xfrm xmlns:a="http://schemas.openxmlformats.org/drawingml/2006/main">
            <a:off x="6299835" y="4153091"/>
            <a:ext cx="1569720" cy="268605"/>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281" name="text-1225">
            <a:extLst xmlns:a="http://schemas.openxmlformats.org/drawingml/2006/main">
              <a:ext uri="{FF2B5EF4-FFF2-40B4-BE49-F238E27FC236}">
                <a16:creationId xmlns:a16="http://schemas.microsoft.com/office/drawing/2014/main" id="{F5F16425-C2AE-4AB3-886B-34643E0F795B}"/>
              </a:ext>
            </a:extLst>
          </p:cNvPr>
          <p:cNvSpPr>
            <a:spLocks xmlns:a="http://schemas.openxmlformats.org/drawingml/2006/main" noGrp="1"/>
          </p:cNvSpPr>
          <p:nvPr/>
        </p:nvSpPr>
        <p:spPr>
          <a:xfrm xmlns:a="http://schemas.openxmlformats.org/drawingml/2006/main">
            <a:off x="6329267" y="4162044"/>
            <a:ext cx="1510856"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MMU</a:t>
            </a:r>
          </a:p>
        </p:txBody>
      </p:sp>
      <p:sp>
        <p:nvSpPr>
          <p:cNvPr id="282" name="text-1226">
            <a:extLst xmlns:a="http://schemas.openxmlformats.org/drawingml/2006/main">
              <a:ext uri="{FF2B5EF4-FFF2-40B4-BE49-F238E27FC236}">
                <a16:creationId xmlns:a16="http://schemas.microsoft.com/office/drawing/2014/main" id="{10E53ECD-C335-49C1-9EBD-CE2B8033F325}"/>
              </a:ext>
            </a:extLst>
          </p:cNvPr>
          <p:cNvSpPr>
            <a:spLocks xmlns:a="http://schemas.openxmlformats.org/drawingml/2006/main" noGrp="1"/>
          </p:cNvSpPr>
          <p:nvPr/>
        </p:nvSpPr>
        <p:spPr>
          <a:xfrm xmlns:a="http://schemas.openxmlformats.org/drawingml/2006/main">
            <a:off x="7359396" y="4529138"/>
            <a:ext cx="686753"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PAdrM</a:t>
            </a:r>
          </a:p>
        </p:txBody>
      </p:sp>
      <p:sp>
        <p:nvSpPr>
          <p:cNvPr id="283" name="wire-1227">
            <a:extLst xmlns:a="http://schemas.openxmlformats.org/drawingml/2006/main">
              <a:ext uri="{FF2B5EF4-FFF2-40B4-BE49-F238E27FC236}">
                <a16:creationId xmlns:a16="http://schemas.microsoft.com/office/drawing/2014/main" id="{C1092770-9CB2-45EA-BC92-307270553D56}"/>
              </a:ext>
            </a:extLst>
          </p:cNvPr>
          <p:cNvSpPr>
            <a:spLocks xmlns:a="http://schemas.openxmlformats.org/drawingml/2006/main" noGrp="1"/>
          </p:cNvSpPr>
          <p:nvPr/>
        </p:nvSpPr>
        <p:spPr>
          <a:xfrm xmlns:a="http://schemas.openxmlformats.org/drawingml/2006/main">
            <a:off x="5622893" y="5030534"/>
            <a:ext cx="362998" cy="9525"/>
          </a:xfrm>
          <a:custGeom xmlns:a="http://schemas.openxmlformats.org/drawingml/2006/main">
            <a:pathLst>
              <a:path w="362998" h="9525">
                <a:moveTo>
                  <a:pt x="0" y="0"/>
                </a:moveTo>
                <a:lnTo>
                  <a:pt x="362998" y="0"/>
                </a:lnTo>
              </a:path>
            </a:pathLst>
          </a:custGeom>
          <a:noFill xmlns:a="http://schemas.openxmlformats.org/drawingml/2006/main"/>
          <a:ln xmlns:a="http://schemas.openxmlformats.org/drawingml/2006/main" w="14288">
            <a:solidFill>
              <a:srgbClr val="231F20"/>
            </a:solidFill>
          </a:ln>
        </p:spPr>
      </p:sp>
      <p:sp>
        <p:nvSpPr>
          <p:cNvPr id="284" name="wire-1228">
            <a:extLst xmlns:a="http://schemas.openxmlformats.org/drawingml/2006/main">
              <a:ext uri="{FF2B5EF4-FFF2-40B4-BE49-F238E27FC236}">
                <a16:creationId xmlns:a16="http://schemas.microsoft.com/office/drawing/2014/main" id="{7078CEAC-663A-4955-BFE0-EB6DC84158B1}"/>
              </a:ext>
            </a:extLst>
          </p:cNvPr>
          <p:cNvSpPr>
            <a:spLocks xmlns:a="http://schemas.openxmlformats.org/drawingml/2006/main" noGrp="1"/>
          </p:cNvSpPr>
          <p:nvPr/>
        </p:nvSpPr>
        <p:spPr>
          <a:xfrm xmlns:a="http://schemas.openxmlformats.org/drawingml/2006/main">
            <a:off x="6103620" y="5030534"/>
            <a:ext cx="68675" cy="9525"/>
          </a:xfrm>
          <a:custGeom xmlns:a="http://schemas.openxmlformats.org/drawingml/2006/main">
            <a:pathLst>
              <a:path w="68675" h="9525">
                <a:moveTo>
                  <a:pt x="0" y="0"/>
                </a:moveTo>
                <a:lnTo>
                  <a:pt x="68675" y="0"/>
                </a:lnTo>
              </a:path>
            </a:pathLst>
          </a:custGeom>
          <a:noFill xmlns:a="http://schemas.openxmlformats.org/drawingml/2006/main"/>
          <a:ln xmlns:a="http://schemas.openxmlformats.org/drawingml/2006/main" w="12383">
            <a:solidFill>
              <a:srgbClr val="231F20"/>
            </a:solidFill>
          </a:ln>
        </p:spPr>
      </p:sp>
      <p:sp>
        <p:nvSpPr>
          <p:cNvPr id="285" name="wire-1229">
            <a:extLst xmlns:a="http://schemas.openxmlformats.org/drawingml/2006/main">
              <a:ext uri="{FF2B5EF4-FFF2-40B4-BE49-F238E27FC236}">
                <a16:creationId xmlns:a16="http://schemas.microsoft.com/office/drawing/2014/main" id="{491E852E-E1A8-422F-B73B-C4B62EC5C579}"/>
              </a:ext>
            </a:extLst>
          </p:cNvPr>
          <p:cNvSpPr>
            <a:spLocks xmlns:a="http://schemas.openxmlformats.org/drawingml/2006/main" noGrp="1"/>
          </p:cNvSpPr>
          <p:nvPr/>
        </p:nvSpPr>
        <p:spPr>
          <a:xfrm xmlns:a="http://schemas.openxmlformats.org/drawingml/2006/main">
            <a:off x="6172295" y="4018788"/>
            <a:ext cx="9525" cy="1011746"/>
          </a:xfrm>
          <a:custGeom xmlns:a="http://schemas.openxmlformats.org/drawingml/2006/main">
            <a:pathLst>
              <a:path w="9525" h="1011746">
                <a:moveTo>
                  <a:pt x="0" y="1011746"/>
                </a:moveTo>
                <a:lnTo>
                  <a:pt x="0" y="0"/>
                </a:lnTo>
              </a:path>
            </a:pathLst>
          </a:custGeom>
          <a:noFill xmlns:a="http://schemas.openxmlformats.org/drawingml/2006/main"/>
          <a:ln xmlns:a="http://schemas.openxmlformats.org/drawingml/2006/main" w="12383">
            <a:solidFill>
              <a:srgbClr val="231F20"/>
            </a:solidFill>
          </a:ln>
        </p:spPr>
      </p:sp>
      <p:sp>
        <p:nvSpPr>
          <p:cNvPr id="286" name="wire-1230">
            <a:extLst xmlns:a="http://schemas.openxmlformats.org/drawingml/2006/main">
              <a:ext uri="{FF2B5EF4-FFF2-40B4-BE49-F238E27FC236}">
                <a16:creationId xmlns:a16="http://schemas.microsoft.com/office/drawing/2014/main" id="{4E09DC43-29A1-4A7F-9837-88CC3DED2BA0}"/>
              </a:ext>
            </a:extLst>
          </p:cNvPr>
          <p:cNvSpPr>
            <a:spLocks xmlns:a="http://schemas.openxmlformats.org/drawingml/2006/main" noGrp="1"/>
          </p:cNvSpPr>
          <p:nvPr/>
        </p:nvSpPr>
        <p:spPr>
          <a:xfrm xmlns:a="http://schemas.openxmlformats.org/drawingml/2006/main">
            <a:off x="6172295" y="4018788"/>
            <a:ext cx="2079879" cy="9525"/>
          </a:xfrm>
          <a:custGeom xmlns:a="http://schemas.openxmlformats.org/drawingml/2006/main">
            <a:pathLst>
              <a:path w="2079879" h="9525">
                <a:moveTo>
                  <a:pt x="0" y="0"/>
                </a:moveTo>
                <a:lnTo>
                  <a:pt x="2079879" y="0"/>
                </a:lnTo>
              </a:path>
            </a:pathLst>
          </a:custGeom>
          <a:noFill xmlns:a="http://schemas.openxmlformats.org/drawingml/2006/main"/>
          <a:ln xmlns:a="http://schemas.openxmlformats.org/drawingml/2006/main" w="12383">
            <a:solidFill>
              <a:srgbClr val="231F20"/>
            </a:solidFill>
          </a:ln>
        </p:spPr>
      </p:sp>
      <p:sp>
        <p:nvSpPr>
          <p:cNvPr id="287" name="wire-1231">
            <a:extLst xmlns:a="http://schemas.openxmlformats.org/drawingml/2006/main">
              <a:ext uri="{FF2B5EF4-FFF2-40B4-BE49-F238E27FC236}">
                <a16:creationId xmlns:a16="http://schemas.microsoft.com/office/drawing/2014/main" id="{A1416547-F54D-4AF5-B9CA-13B8703E9D64}"/>
              </a:ext>
            </a:extLst>
          </p:cNvPr>
          <p:cNvSpPr>
            <a:spLocks xmlns:a="http://schemas.openxmlformats.org/drawingml/2006/main" noGrp="1"/>
          </p:cNvSpPr>
          <p:nvPr/>
        </p:nvSpPr>
        <p:spPr>
          <a:xfrm xmlns:a="http://schemas.openxmlformats.org/drawingml/2006/main">
            <a:off x="8252174" y="4018788"/>
            <a:ext cx="235458" cy="9525"/>
          </a:xfrm>
          <a:custGeom xmlns:a="http://schemas.openxmlformats.org/drawingml/2006/main">
            <a:pathLst>
              <a:path w="235458" h="9525">
                <a:moveTo>
                  <a:pt x="0" y="0"/>
                </a:moveTo>
                <a:lnTo>
                  <a:pt x="235458" y="0"/>
                </a:lnTo>
              </a:path>
            </a:pathLst>
          </a:custGeom>
          <a:noFill xmlns:a="http://schemas.openxmlformats.org/drawingml/2006/main"/>
          <a:ln xmlns:a="http://schemas.openxmlformats.org/drawingml/2006/main" w="12383">
            <a:solidFill>
              <a:srgbClr val="231F20"/>
            </a:solidFill>
          </a:ln>
        </p:spPr>
      </p:sp>
      <p:sp>
        <p:nvSpPr>
          <p:cNvPr id="288" name="wire-1232">
            <a:extLst xmlns:a="http://schemas.openxmlformats.org/drawingml/2006/main">
              <a:ext uri="{FF2B5EF4-FFF2-40B4-BE49-F238E27FC236}">
                <a16:creationId xmlns:a16="http://schemas.microsoft.com/office/drawing/2014/main" id="{476ABCF3-4C5B-47F7-A1B8-B5EF11BF3982}"/>
              </a:ext>
            </a:extLst>
          </p:cNvPr>
          <p:cNvSpPr>
            <a:spLocks xmlns:a="http://schemas.openxmlformats.org/drawingml/2006/main" noGrp="1"/>
          </p:cNvSpPr>
          <p:nvPr/>
        </p:nvSpPr>
        <p:spPr>
          <a:xfrm xmlns:a="http://schemas.openxmlformats.org/drawingml/2006/main">
            <a:off x="8487632" y="4018788"/>
            <a:ext cx="9525" cy="376047"/>
          </a:xfrm>
          <a:custGeom xmlns:a="http://schemas.openxmlformats.org/drawingml/2006/main">
            <a:pathLst>
              <a:path w="9525" h="376047">
                <a:moveTo>
                  <a:pt x="0" y="0"/>
                </a:moveTo>
                <a:lnTo>
                  <a:pt x="0" y="376047"/>
                </a:lnTo>
              </a:path>
            </a:pathLst>
          </a:custGeom>
          <a:noFill xmlns:a="http://schemas.openxmlformats.org/drawingml/2006/main"/>
          <a:ln xmlns:a="http://schemas.openxmlformats.org/drawingml/2006/main" w="12383">
            <a:solidFill>
              <a:srgbClr val="231F20"/>
            </a:solidFill>
          </a:ln>
        </p:spPr>
      </p:sp>
      <p:sp>
        <p:nvSpPr>
          <p:cNvPr id="289" name="wire-1233">
            <a:extLst xmlns:a="http://schemas.openxmlformats.org/drawingml/2006/main">
              <a:ext uri="{FF2B5EF4-FFF2-40B4-BE49-F238E27FC236}">
                <a16:creationId xmlns:a16="http://schemas.microsoft.com/office/drawing/2014/main" id="{3805F62D-2AB2-4EF7-9207-3579F8F1B74D}"/>
              </a:ext>
            </a:extLst>
          </p:cNvPr>
          <p:cNvSpPr>
            <a:spLocks xmlns:a="http://schemas.openxmlformats.org/drawingml/2006/main" noGrp="1"/>
          </p:cNvSpPr>
          <p:nvPr/>
        </p:nvSpPr>
        <p:spPr>
          <a:xfrm xmlns:a="http://schemas.openxmlformats.org/drawingml/2006/main">
            <a:off x="8487632" y="4394835"/>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2383">
            <a:solidFill>
              <a:srgbClr val="231F20"/>
            </a:solidFill>
          </a:ln>
        </p:spPr>
      </p:sp>
      <p:sp>
        <p:nvSpPr>
          <p:cNvPr id="290" name="circuit-1234">
            <a:extLst xmlns:a="http://schemas.openxmlformats.org/drawingml/2006/main">
              <a:ext uri="{FF2B5EF4-FFF2-40B4-BE49-F238E27FC236}">
                <a16:creationId xmlns:a16="http://schemas.microsoft.com/office/drawing/2014/main" id="{E484764C-6B82-4DDE-A3A3-45B6110F7FC9}"/>
              </a:ext>
            </a:extLst>
          </p:cNvPr>
          <p:cNvSpPr>
            <a:spLocks xmlns:a="http://schemas.openxmlformats.org/drawingml/2006/main" noGrp="1"/>
          </p:cNvSpPr>
          <p:nvPr/>
        </p:nvSpPr>
        <p:spPr>
          <a:xfrm xmlns:a="http://schemas.openxmlformats.org/drawingml/2006/main">
            <a:off x="8566118" y="4376033"/>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291" name="text-1235">
            <a:extLst xmlns:a="http://schemas.openxmlformats.org/drawingml/2006/main">
              <a:ext uri="{FF2B5EF4-FFF2-40B4-BE49-F238E27FC236}">
                <a16:creationId xmlns:a16="http://schemas.microsoft.com/office/drawing/2014/main" id="{EC63CE91-2C90-4BC1-BD0C-A2BBBE64A787}"/>
              </a:ext>
            </a:extLst>
          </p:cNvPr>
          <p:cNvSpPr>
            <a:spLocks xmlns:a="http://schemas.openxmlformats.org/drawingml/2006/main" noGrp="1"/>
          </p:cNvSpPr>
          <p:nvPr/>
        </p:nvSpPr>
        <p:spPr>
          <a:xfrm xmlns:a="http://schemas.openxmlformats.org/drawingml/2006/main">
            <a:off x="6348889" y="3991927"/>
            <a:ext cx="1775746"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IEUResultM / IFResultW</a:t>
            </a:r>
          </a:p>
        </p:txBody>
      </p:sp>
      <p:sp>
        <p:nvSpPr>
          <p:cNvPr id="292" name="wire-1236">
            <a:extLst xmlns:a="http://schemas.openxmlformats.org/drawingml/2006/main">
              <a:ext uri="{FF2B5EF4-FFF2-40B4-BE49-F238E27FC236}">
                <a16:creationId xmlns:a16="http://schemas.microsoft.com/office/drawing/2014/main" id="{E4C4A8D3-6EDF-4F4A-A180-93308088ADCF}"/>
              </a:ext>
            </a:extLst>
          </p:cNvPr>
          <p:cNvSpPr>
            <a:spLocks xmlns:a="http://schemas.openxmlformats.org/drawingml/2006/main" noGrp="1"/>
          </p:cNvSpPr>
          <p:nvPr/>
        </p:nvSpPr>
        <p:spPr>
          <a:xfrm xmlns:a="http://schemas.openxmlformats.org/drawingml/2006/main">
            <a:off x="4396550" y="5021580"/>
            <a:ext cx="9525" cy="778954"/>
          </a:xfrm>
          <a:custGeom xmlns:a="http://schemas.openxmlformats.org/drawingml/2006/main">
            <a:pathLst>
              <a:path w="9525" h="778954">
                <a:moveTo>
                  <a:pt x="0" y="0"/>
                </a:moveTo>
                <a:lnTo>
                  <a:pt x="0" y="778954"/>
                </a:lnTo>
              </a:path>
            </a:pathLst>
          </a:custGeom>
          <a:noFill xmlns:a="http://schemas.openxmlformats.org/drawingml/2006/main"/>
          <a:ln xmlns:a="http://schemas.openxmlformats.org/drawingml/2006/main" w="20003">
            <a:solidFill>
              <a:srgbClr val="1572C3"/>
            </a:solidFill>
          </a:ln>
        </p:spPr>
      </p:sp>
      <p:sp>
        <p:nvSpPr>
          <p:cNvPr id="293" name="wire-1237">
            <a:extLst xmlns:a="http://schemas.openxmlformats.org/drawingml/2006/main">
              <a:ext uri="{FF2B5EF4-FFF2-40B4-BE49-F238E27FC236}">
                <a16:creationId xmlns:a16="http://schemas.microsoft.com/office/drawing/2014/main" id="{4B6AEDC0-FE39-496C-9200-38711891C8E0}"/>
              </a:ext>
            </a:extLst>
          </p:cNvPr>
          <p:cNvSpPr>
            <a:spLocks xmlns:a="http://schemas.openxmlformats.org/drawingml/2006/main" noGrp="1"/>
          </p:cNvSpPr>
          <p:nvPr/>
        </p:nvSpPr>
        <p:spPr>
          <a:xfrm xmlns:a="http://schemas.openxmlformats.org/drawingml/2006/main">
            <a:off x="4396550" y="5800535"/>
            <a:ext cx="1402937" cy="9525"/>
          </a:xfrm>
          <a:custGeom xmlns:a="http://schemas.openxmlformats.org/drawingml/2006/main">
            <a:pathLst>
              <a:path w="1402937" h="9525">
                <a:moveTo>
                  <a:pt x="0" y="0"/>
                </a:moveTo>
                <a:lnTo>
                  <a:pt x="1402937" y="0"/>
                </a:lnTo>
              </a:path>
            </a:pathLst>
          </a:custGeom>
          <a:noFill xmlns:a="http://schemas.openxmlformats.org/drawingml/2006/main"/>
          <a:ln xmlns:a="http://schemas.openxmlformats.org/drawingml/2006/main" w="20003">
            <a:solidFill>
              <a:srgbClr val="1572C3"/>
            </a:solidFill>
          </a:ln>
        </p:spPr>
      </p:sp>
      <p:sp>
        <p:nvSpPr>
          <p:cNvPr id="294" name="wire-1238">
            <a:extLst xmlns:a="http://schemas.openxmlformats.org/drawingml/2006/main">
              <a:ext uri="{FF2B5EF4-FFF2-40B4-BE49-F238E27FC236}">
                <a16:creationId xmlns:a16="http://schemas.microsoft.com/office/drawing/2014/main" id="{7EB92B0B-29B2-4226-8C3F-4D57A49D441E}"/>
              </a:ext>
            </a:extLst>
          </p:cNvPr>
          <p:cNvSpPr>
            <a:spLocks xmlns:a="http://schemas.openxmlformats.org/drawingml/2006/main" noGrp="1"/>
          </p:cNvSpPr>
          <p:nvPr/>
        </p:nvSpPr>
        <p:spPr>
          <a:xfrm xmlns:a="http://schemas.openxmlformats.org/drawingml/2006/main">
            <a:off x="5799487" y="5675185"/>
            <a:ext cx="9525" cy="125349"/>
          </a:xfrm>
          <a:custGeom xmlns:a="http://schemas.openxmlformats.org/drawingml/2006/main">
            <a:pathLst>
              <a:path w="9525" h="125349">
                <a:moveTo>
                  <a:pt x="0" y="125349"/>
                </a:moveTo>
                <a:lnTo>
                  <a:pt x="0" y="0"/>
                </a:lnTo>
              </a:path>
            </a:pathLst>
          </a:custGeom>
          <a:noFill xmlns:a="http://schemas.openxmlformats.org/drawingml/2006/main"/>
          <a:ln xmlns:a="http://schemas.openxmlformats.org/drawingml/2006/main" w="20003">
            <a:solidFill>
              <a:srgbClr val="1572C3"/>
            </a:solidFill>
          </a:ln>
        </p:spPr>
      </p:sp>
      <p:sp>
        <p:nvSpPr>
          <p:cNvPr id="295" name="wire-1239">
            <a:extLst xmlns:a="http://schemas.openxmlformats.org/drawingml/2006/main">
              <a:ext uri="{FF2B5EF4-FFF2-40B4-BE49-F238E27FC236}">
                <a16:creationId xmlns:a16="http://schemas.microsoft.com/office/drawing/2014/main" id="{99B04EFC-A678-4244-B7E6-466557FB4AE0}"/>
              </a:ext>
            </a:extLst>
          </p:cNvPr>
          <p:cNvSpPr>
            <a:spLocks xmlns:a="http://schemas.openxmlformats.org/drawingml/2006/main" noGrp="1"/>
          </p:cNvSpPr>
          <p:nvPr/>
        </p:nvSpPr>
        <p:spPr>
          <a:xfrm xmlns:a="http://schemas.openxmlformats.org/drawingml/2006/main">
            <a:off x="5799487" y="5675185"/>
            <a:ext cx="186404" cy="9525"/>
          </a:xfrm>
          <a:custGeom xmlns:a="http://schemas.openxmlformats.org/drawingml/2006/main">
            <a:pathLst>
              <a:path w="186404" h="9525">
                <a:moveTo>
                  <a:pt x="0" y="0"/>
                </a:moveTo>
                <a:lnTo>
                  <a:pt x="186404" y="0"/>
                </a:lnTo>
              </a:path>
            </a:pathLst>
          </a:custGeom>
          <a:noFill xmlns:a="http://schemas.openxmlformats.org/drawingml/2006/main"/>
          <a:ln xmlns:a="http://schemas.openxmlformats.org/drawingml/2006/main" w="20003">
            <a:solidFill>
              <a:srgbClr val="1572C3"/>
            </a:solidFill>
          </a:ln>
        </p:spPr>
      </p:sp>
      <p:sp>
        <p:nvSpPr>
          <p:cNvPr id="296" name="wire-1240">
            <a:extLst xmlns:a="http://schemas.openxmlformats.org/drawingml/2006/main">
              <a:ext uri="{FF2B5EF4-FFF2-40B4-BE49-F238E27FC236}">
                <a16:creationId xmlns:a16="http://schemas.microsoft.com/office/drawing/2014/main" id="{88394821-3170-4362-B790-3D399EA22CD5}"/>
              </a:ext>
            </a:extLst>
          </p:cNvPr>
          <p:cNvSpPr>
            <a:spLocks xmlns:a="http://schemas.openxmlformats.org/drawingml/2006/main" noGrp="1"/>
          </p:cNvSpPr>
          <p:nvPr/>
        </p:nvSpPr>
        <p:spPr>
          <a:xfrm xmlns:a="http://schemas.openxmlformats.org/drawingml/2006/main">
            <a:off x="6103620" y="5675185"/>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20003">
            <a:solidFill>
              <a:srgbClr val="1572C3"/>
            </a:solidFill>
          </a:ln>
        </p:spPr>
      </p:sp>
      <p:sp>
        <p:nvSpPr>
          <p:cNvPr id="297" name="wire-1241">
            <a:extLst xmlns:a="http://schemas.openxmlformats.org/drawingml/2006/main">
              <a:ext uri="{FF2B5EF4-FFF2-40B4-BE49-F238E27FC236}">
                <a16:creationId xmlns:a16="http://schemas.microsoft.com/office/drawing/2014/main" id="{CD018FD9-4A1D-4B04-BB79-19DC2A752028}"/>
              </a:ext>
            </a:extLst>
          </p:cNvPr>
          <p:cNvSpPr>
            <a:spLocks xmlns:a="http://schemas.openxmlformats.org/drawingml/2006/main" noGrp="1"/>
          </p:cNvSpPr>
          <p:nvPr/>
        </p:nvSpPr>
        <p:spPr>
          <a:xfrm xmlns:a="http://schemas.openxmlformats.org/drawingml/2006/main">
            <a:off x="6231160" y="5522976"/>
            <a:ext cx="9525" cy="152210"/>
          </a:xfrm>
          <a:custGeom xmlns:a="http://schemas.openxmlformats.org/drawingml/2006/main">
            <a:pathLst>
              <a:path w="9525" h="152210">
                <a:moveTo>
                  <a:pt x="0" y="152210"/>
                </a:moveTo>
                <a:lnTo>
                  <a:pt x="0" y="0"/>
                </a:lnTo>
              </a:path>
            </a:pathLst>
          </a:custGeom>
          <a:noFill xmlns:a="http://schemas.openxmlformats.org/drawingml/2006/main"/>
          <a:ln xmlns:a="http://schemas.openxmlformats.org/drawingml/2006/main" w="20003">
            <a:solidFill>
              <a:srgbClr val="1572C3"/>
            </a:solidFill>
          </a:ln>
        </p:spPr>
      </p:sp>
      <p:sp>
        <p:nvSpPr>
          <p:cNvPr id="298" name="wire-1242">
            <a:extLst xmlns:a="http://schemas.openxmlformats.org/drawingml/2006/main">
              <a:ext uri="{FF2B5EF4-FFF2-40B4-BE49-F238E27FC236}">
                <a16:creationId xmlns:a16="http://schemas.microsoft.com/office/drawing/2014/main" id="{6695C10C-997B-4694-BDA1-9F19A9424051}"/>
              </a:ext>
            </a:extLst>
          </p:cNvPr>
          <p:cNvSpPr>
            <a:spLocks xmlns:a="http://schemas.openxmlformats.org/drawingml/2006/main" noGrp="1"/>
          </p:cNvSpPr>
          <p:nvPr/>
        </p:nvSpPr>
        <p:spPr>
          <a:xfrm xmlns:a="http://schemas.openxmlformats.org/drawingml/2006/main">
            <a:off x="6231160" y="5522976"/>
            <a:ext cx="68675" cy="9525"/>
          </a:xfrm>
          <a:custGeom xmlns:a="http://schemas.openxmlformats.org/drawingml/2006/main">
            <a:pathLst>
              <a:path w="68675" h="9525">
                <a:moveTo>
                  <a:pt x="0" y="0"/>
                </a:moveTo>
                <a:lnTo>
                  <a:pt x="68675" y="0"/>
                </a:lnTo>
              </a:path>
            </a:pathLst>
          </a:custGeom>
          <a:noFill xmlns:a="http://schemas.openxmlformats.org/drawingml/2006/main"/>
          <a:ln xmlns:a="http://schemas.openxmlformats.org/drawingml/2006/main" w="20003">
            <a:solidFill>
              <a:srgbClr val="1572C3"/>
            </a:solidFill>
          </a:ln>
        </p:spPr>
      </p:sp>
      <p:sp>
        <p:nvSpPr>
          <p:cNvPr id="299" name="circuit-1243">
            <a:extLst xmlns:a="http://schemas.openxmlformats.org/drawingml/2006/main">
              <a:ext uri="{FF2B5EF4-FFF2-40B4-BE49-F238E27FC236}">
                <a16:creationId xmlns:a16="http://schemas.microsoft.com/office/drawing/2014/main" id="{2DF17A67-40EE-4874-90D5-3332742178B2}"/>
              </a:ext>
            </a:extLst>
          </p:cNvPr>
          <p:cNvSpPr>
            <a:spLocks xmlns:a="http://schemas.openxmlformats.org/drawingml/2006/main" noGrp="1"/>
          </p:cNvSpPr>
          <p:nvPr/>
        </p:nvSpPr>
        <p:spPr>
          <a:xfrm xmlns:a="http://schemas.openxmlformats.org/drawingml/2006/main">
            <a:off x="6250781" y="5504174"/>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00" name="text-1244">
            <a:extLst xmlns:a="http://schemas.openxmlformats.org/drawingml/2006/main">
              <a:ext uri="{FF2B5EF4-FFF2-40B4-BE49-F238E27FC236}">
                <a16:creationId xmlns:a16="http://schemas.microsoft.com/office/drawing/2014/main" id="{D1284CFD-AFA5-4934-BE31-311D987B5DAA}"/>
              </a:ext>
            </a:extLst>
          </p:cNvPr>
          <p:cNvSpPr>
            <a:spLocks xmlns:a="http://schemas.openxmlformats.org/drawingml/2006/main" noGrp="1"/>
          </p:cNvSpPr>
          <p:nvPr/>
        </p:nvSpPr>
        <p:spPr>
          <a:xfrm xmlns:a="http://schemas.openxmlformats.org/drawingml/2006/main">
            <a:off x="4926330" y="5621464"/>
            <a:ext cx="912400"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1572C3"/>
                </a:solidFill>
                <a:latin typeface="Arial"/>
                <a:ea typeface="Arial"/>
                <a:cs typeface="Arial"/>
              </a:defRPr>
            </a:defPPr>
            <a:lvl1pPr algn="l">
              <a:defRPr sz="825" b="0">
                <a:solidFill>
                  <a:srgbClr val="1572C3"/>
                </a:solidFill>
                <a:latin typeface="Arial"/>
                <a:ea typeface="Arial"/>
                <a:cs typeface="Arial"/>
              </a:defRPr>
            </a:lvl1pPr>
            <a:lvl2pPr algn="l">
              <a:defRPr sz="825" b="0">
                <a:solidFill>
                  <a:srgbClr val="1572C3"/>
                </a:solidFill>
                <a:latin typeface="Arial"/>
                <a:ea typeface="Arial"/>
                <a:cs typeface="Arial"/>
              </a:defRPr>
            </a:lvl2pPr>
            <a:lvl3pPr algn="l">
              <a:defRPr sz="825" b="0">
                <a:solidFill>
                  <a:srgbClr val="1572C3"/>
                </a:solidFill>
                <a:latin typeface="Arial"/>
                <a:ea typeface="Arial"/>
                <a:cs typeface="Arial"/>
              </a:defRPr>
            </a:lvl3pPr>
            <a:lvl4pPr algn="l">
              <a:defRPr sz="825" b="0">
                <a:solidFill>
                  <a:srgbClr val="1572C3"/>
                </a:solidFill>
                <a:latin typeface="Arial"/>
                <a:ea typeface="Arial"/>
                <a:cs typeface="Arial"/>
              </a:defRPr>
            </a:lvl4pPr>
            <a:lvl5pPr algn="l">
              <a:defRPr sz="825" b="0">
                <a:solidFill>
                  <a:srgbClr val="1572C3"/>
                </a:solidFill>
                <a:latin typeface="Arial"/>
                <a:ea typeface="Arial"/>
                <a:cs typeface="Arial"/>
              </a:defRPr>
            </a:lvl5pPr>
            <a:lvl6pPr algn="l">
              <a:defRPr sz="825" b="0">
                <a:solidFill>
                  <a:srgbClr val="1572C3"/>
                </a:solidFill>
                <a:latin typeface="Arial"/>
                <a:ea typeface="Arial"/>
                <a:cs typeface="Arial"/>
              </a:defRPr>
            </a:lvl6pPr>
            <a:lvl7pPr algn="l">
              <a:defRPr sz="825" b="0">
                <a:solidFill>
                  <a:srgbClr val="1572C3"/>
                </a:solidFill>
                <a:latin typeface="Arial"/>
                <a:ea typeface="Arial"/>
                <a:cs typeface="Arial"/>
              </a:defRPr>
            </a:lvl7pPr>
            <a:lvl8pPr algn="l">
              <a:defRPr sz="825" b="0">
                <a:solidFill>
                  <a:srgbClr val="1572C3"/>
                </a:solidFill>
                <a:latin typeface="Arial"/>
                <a:ea typeface="Arial"/>
                <a:cs typeface="Arial"/>
              </a:defRPr>
            </a:lvl8pPr>
            <a:lvl9pPr algn="l">
              <a:defRPr sz="825" b="0">
                <a:solidFill>
                  <a:srgbClr val="1572C3"/>
                </a:solidFill>
                <a:latin typeface="Arial"/>
                <a:ea typeface="Arial"/>
                <a:cs typeface="Arial"/>
              </a:defRPr>
            </a:lvl9pPr>
          </a:lstStyle>
          <a:p xmlns:a="http://schemas.openxmlformats.org/drawingml/2006/main">
            <a:pPr algn="l">
              <a:defRPr sz="825" b="0">
                <a:solidFill>
                  <a:srgbClr val="1572C3"/>
                </a:solidFill>
                <a:latin typeface="Arial"/>
                <a:ea typeface="Arial"/>
                <a:cs typeface="Arial"/>
              </a:defRPr>
            </a:pPr>
            <a:r>
              <a:rPr sz="825" b="0">
                <a:solidFill>
                  <a:srgbClr val="1572C3"/>
                </a:solidFill>
                <a:latin typeface="Arial"/>
                <a:ea typeface="Arial"/>
                <a:cs typeface="Arial"/>
              </a:rPr>
              <a:t>WriteDataM</a:t>
            </a:r>
          </a:p>
        </p:txBody>
      </p:sp>
      <p:sp>
        <p:nvSpPr>
          <p:cNvPr id="301" name="block-1245">
            <a:extLst xmlns:a="http://schemas.openxmlformats.org/drawingml/2006/main">
              <a:ext uri="{FF2B5EF4-FFF2-40B4-BE49-F238E27FC236}">
                <a16:creationId xmlns:a16="http://schemas.microsoft.com/office/drawing/2014/main" id="{4976A90A-5013-496D-94D8-92ABA2B9F705}"/>
              </a:ext>
            </a:extLst>
          </p:cNvPr>
          <p:cNvSpPr>
            <a:spLocks xmlns:a="http://schemas.openxmlformats.org/drawingml/2006/main" noGrp="1"/>
          </p:cNvSpPr>
          <p:nvPr/>
        </p:nvSpPr>
        <p:spPr>
          <a:xfrm xmlns:a="http://schemas.openxmlformats.org/drawingml/2006/main">
            <a:off x="6299835" y="4708208"/>
            <a:ext cx="814292" cy="456629"/>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02" name="text-1246">
            <a:extLst xmlns:a="http://schemas.openxmlformats.org/drawingml/2006/main">
              <a:ext uri="{FF2B5EF4-FFF2-40B4-BE49-F238E27FC236}">
                <a16:creationId xmlns:a16="http://schemas.microsoft.com/office/drawing/2014/main" id="{9D44B7AF-A945-4E03-A503-573251222D80}"/>
              </a:ext>
            </a:extLst>
          </p:cNvPr>
          <p:cNvSpPr>
            <a:spLocks xmlns:a="http://schemas.openxmlformats.org/drawingml/2006/main" noGrp="1"/>
          </p:cNvSpPr>
          <p:nvPr/>
        </p:nvSpPr>
        <p:spPr>
          <a:xfrm xmlns:a="http://schemas.openxmlformats.org/drawingml/2006/main">
            <a:off x="6329267" y="4717161"/>
            <a:ext cx="755428" cy="4387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231F20"/>
                </a:solidFill>
                <a:latin typeface="Arial"/>
                <a:ea typeface="Arial"/>
                <a:cs typeface="Arial"/>
              </a:defRPr>
            </a:defPPr>
            <a:lvl1pPr algn="ctr">
              <a:defRPr sz="1275" b="1">
                <a:solidFill>
                  <a:srgbClr val="231F20"/>
                </a:solidFill>
                <a:latin typeface="Arial"/>
                <a:ea typeface="Arial"/>
                <a:cs typeface="Arial"/>
              </a:defRPr>
            </a:lvl1pPr>
            <a:lvl2pPr algn="ctr">
              <a:defRPr sz="1275" b="1">
                <a:solidFill>
                  <a:srgbClr val="231F20"/>
                </a:solidFill>
                <a:latin typeface="Arial"/>
                <a:ea typeface="Arial"/>
                <a:cs typeface="Arial"/>
              </a:defRPr>
            </a:lvl2pPr>
            <a:lvl3pPr algn="ctr">
              <a:defRPr sz="1275" b="1">
                <a:solidFill>
                  <a:srgbClr val="231F20"/>
                </a:solidFill>
                <a:latin typeface="Arial"/>
                <a:ea typeface="Arial"/>
                <a:cs typeface="Arial"/>
              </a:defRPr>
            </a:lvl3pPr>
            <a:lvl4pPr algn="ctr">
              <a:defRPr sz="1275" b="1">
                <a:solidFill>
                  <a:srgbClr val="231F20"/>
                </a:solidFill>
                <a:latin typeface="Arial"/>
                <a:ea typeface="Arial"/>
                <a:cs typeface="Arial"/>
              </a:defRPr>
            </a:lvl4pPr>
            <a:lvl5pPr algn="ctr">
              <a:defRPr sz="1275" b="1">
                <a:solidFill>
                  <a:srgbClr val="231F20"/>
                </a:solidFill>
                <a:latin typeface="Arial"/>
                <a:ea typeface="Arial"/>
                <a:cs typeface="Arial"/>
              </a:defRPr>
            </a:lvl5pPr>
            <a:lvl6pPr algn="ctr">
              <a:defRPr sz="1275" b="1">
                <a:solidFill>
                  <a:srgbClr val="231F20"/>
                </a:solidFill>
                <a:latin typeface="Arial"/>
                <a:ea typeface="Arial"/>
                <a:cs typeface="Arial"/>
              </a:defRPr>
            </a:lvl6pPr>
            <a:lvl7pPr algn="ctr">
              <a:defRPr sz="1275" b="1">
                <a:solidFill>
                  <a:srgbClr val="231F20"/>
                </a:solidFill>
                <a:latin typeface="Arial"/>
                <a:ea typeface="Arial"/>
                <a:cs typeface="Arial"/>
              </a:defRPr>
            </a:lvl7pPr>
            <a:lvl8pPr algn="ctr">
              <a:defRPr sz="1275" b="1">
                <a:solidFill>
                  <a:srgbClr val="231F20"/>
                </a:solidFill>
                <a:latin typeface="Arial"/>
                <a:ea typeface="Arial"/>
                <a:cs typeface="Arial"/>
              </a:defRPr>
            </a:lvl8pPr>
            <a:lvl9pPr algn="ctr">
              <a:defRPr sz="1275" b="1">
                <a:solidFill>
                  <a:srgbClr val="231F20"/>
                </a:solidFill>
                <a:latin typeface="Arial"/>
                <a:ea typeface="Arial"/>
                <a:cs typeface="Arial"/>
              </a:defRPr>
            </a:lvl9pPr>
          </a:lstStyle>
          <a:p xmlns:a="http://schemas.openxmlformats.org/drawingml/2006/main">
            <a:pPr algn="ctr">
              <a:defRPr sz="1275" b="1">
                <a:solidFill>
                  <a:srgbClr val="231F20"/>
                </a:solidFill>
                <a:latin typeface="Arial"/>
                <a:ea typeface="Arial"/>
                <a:cs typeface="Arial"/>
              </a:defRPr>
            </a:pPr>
            <a:r>
              <a:rPr sz="1275" b="1">
                <a:solidFill>
                  <a:srgbClr val="231F20"/>
                </a:solidFill>
                <a:latin typeface="Arial"/>
                <a:ea typeface="Arial"/>
                <a:cs typeface="Arial"/>
              </a:rPr>
              <a:t>D-cache</a:t>
            </a:r>
          </a:p>
        </p:txBody>
      </p:sp>
      <p:sp>
        <p:nvSpPr>
          <p:cNvPr id="303" name="block-1247">
            <a:extLst xmlns:a="http://schemas.openxmlformats.org/drawingml/2006/main">
              <a:ext uri="{FF2B5EF4-FFF2-40B4-BE49-F238E27FC236}">
                <a16:creationId xmlns:a16="http://schemas.microsoft.com/office/drawing/2014/main" id="{8ADE07AF-791F-4585-A65A-3C91AD157D00}"/>
              </a:ext>
            </a:extLst>
          </p:cNvPr>
          <p:cNvSpPr>
            <a:spLocks xmlns:a="http://schemas.openxmlformats.org/drawingml/2006/main" noGrp="1"/>
          </p:cNvSpPr>
          <p:nvPr/>
        </p:nvSpPr>
        <p:spPr>
          <a:xfrm xmlns:a="http://schemas.openxmlformats.org/drawingml/2006/main">
            <a:off x="6299835" y="5424488"/>
            <a:ext cx="1569720" cy="295466"/>
          </a:xfrm>
          <a:prstGeom xmlns:a="http://schemas.openxmlformats.org/drawingml/2006/main" prst="rect">
            <a:avLst/>
          </a:prstGeom>
          <a:solidFill xmlns:a="http://schemas.openxmlformats.org/drawingml/2006/main">
            <a:srgbClr val="FFFFFF"/>
          </a:solidFill>
          <a:ln xmlns:a="http://schemas.openxmlformats.org/drawingml/2006/main" w="14288">
            <a:solidFill>
              <a:srgbClr val="1572C3"/>
            </a:solidFill>
          </a:ln>
        </p:spPr>
      </p:sp>
      <p:sp>
        <p:nvSpPr>
          <p:cNvPr id="304" name="text-1248">
            <a:extLst xmlns:a="http://schemas.openxmlformats.org/drawingml/2006/main">
              <a:ext uri="{FF2B5EF4-FFF2-40B4-BE49-F238E27FC236}">
                <a16:creationId xmlns:a16="http://schemas.microsoft.com/office/drawing/2014/main" id="{B82ECDDA-B20E-4823-AEB3-DE40D6DF0E62}"/>
              </a:ext>
            </a:extLst>
          </p:cNvPr>
          <p:cNvSpPr>
            <a:spLocks xmlns:a="http://schemas.openxmlformats.org/drawingml/2006/main" noGrp="1"/>
          </p:cNvSpPr>
          <p:nvPr/>
        </p:nvSpPr>
        <p:spPr>
          <a:xfrm xmlns:a="http://schemas.openxmlformats.org/drawingml/2006/main">
            <a:off x="6329267" y="5433441"/>
            <a:ext cx="1510856" cy="2775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1">
                <a:solidFill>
                  <a:srgbClr val="1572C3"/>
                </a:solidFill>
                <a:latin typeface="Arial"/>
                <a:ea typeface="Arial"/>
                <a:cs typeface="Arial"/>
              </a:defRPr>
            </a:defPPr>
            <a:lvl1pPr algn="ctr">
              <a:defRPr sz="1050" b="1">
                <a:solidFill>
                  <a:srgbClr val="1572C3"/>
                </a:solidFill>
                <a:latin typeface="Arial"/>
                <a:ea typeface="Arial"/>
                <a:cs typeface="Arial"/>
              </a:defRPr>
            </a:lvl1pPr>
            <a:lvl2pPr algn="ctr">
              <a:defRPr sz="1050" b="1">
                <a:solidFill>
                  <a:srgbClr val="1572C3"/>
                </a:solidFill>
                <a:latin typeface="Arial"/>
                <a:ea typeface="Arial"/>
                <a:cs typeface="Arial"/>
              </a:defRPr>
            </a:lvl2pPr>
            <a:lvl3pPr algn="ctr">
              <a:defRPr sz="1050" b="1">
                <a:solidFill>
                  <a:srgbClr val="1572C3"/>
                </a:solidFill>
                <a:latin typeface="Arial"/>
                <a:ea typeface="Arial"/>
                <a:cs typeface="Arial"/>
              </a:defRPr>
            </a:lvl3pPr>
            <a:lvl4pPr algn="ctr">
              <a:defRPr sz="1050" b="1">
                <a:solidFill>
                  <a:srgbClr val="1572C3"/>
                </a:solidFill>
                <a:latin typeface="Arial"/>
                <a:ea typeface="Arial"/>
                <a:cs typeface="Arial"/>
              </a:defRPr>
            </a:lvl4pPr>
            <a:lvl5pPr algn="ctr">
              <a:defRPr sz="1050" b="1">
                <a:solidFill>
                  <a:srgbClr val="1572C3"/>
                </a:solidFill>
                <a:latin typeface="Arial"/>
                <a:ea typeface="Arial"/>
                <a:cs typeface="Arial"/>
              </a:defRPr>
            </a:lvl5pPr>
            <a:lvl6pPr algn="ctr">
              <a:defRPr sz="1050" b="1">
                <a:solidFill>
                  <a:srgbClr val="1572C3"/>
                </a:solidFill>
                <a:latin typeface="Arial"/>
                <a:ea typeface="Arial"/>
                <a:cs typeface="Arial"/>
              </a:defRPr>
            </a:lvl6pPr>
            <a:lvl7pPr algn="ctr">
              <a:defRPr sz="1050" b="1">
                <a:solidFill>
                  <a:srgbClr val="1572C3"/>
                </a:solidFill>
                <a:latin typeface="Arial"/>
                <a:ea typeface="Arial"/>
                <a:cs typeface="Arial"/>
              </a:defRPr>
            </a:lvl7pPr>
            <a:lvl8pPr algn="ctr">
              <a:defRPr sz="1050" b="1">
                <a:solidFill>
                  <a:srgbClr val="1572C3"/>
                </a:solidFill>
                <a:latin typeface="Arial"/>
                <a:ea typeface="Arial"/>
                <a:cs typeface="Arial"/>
              </a:defRPr>
            </a:lvl8pPr>
            <a:lvl9pPr algn="ctr">
              <a:defRPr sz="1050" b="1">
                <a:solidFill>
                  <a:srgbClr val="1572C3"/>
                </a:solidFill>
                <a:latin typeface="Arial"/>
                <a:ea typeface="Arial"/>
                <a:cs typeface="Arial"/>
              </a:defRPr>
            </a:lvl9pPr>
          </a:lstStyle>
          <a:p xmlns:a="http://schemas.openxmlformats.org/drawingml/2006/main">
            <a:pPr algn="ctr">
              <a:defRPr sz="1050" b="1">
                <a:solidFill>
                  <a:srgbClr val="1572C3"/>
                </a:solidFill>
                <a:latin typeface="Arial"/>
                <a:ea typeface="Arial"/>
                <a:cs typeface="Arial"/>
              </a:defRPr>
            </a:pPr>
            <a:r>
              <a:rPr sz="1050" b="1">
                <a:solidFill>
                  <a:srgbClr val="1572C3"/>
                </a:solidFill>
                <a:latin typeface="Arial"/>
                <a:ea typeface="Arial"/>
                <a:cs typeface="Arial"/>
              </a:rPr>
              <a:t>ahbcacheinterface</a:t>
            </a:r>
          </a:p>
        </p:txBody>
      </p:sp>
      <p:sp>
        <p:nvSpPr>
          <p:cNvPr id="305" name="wire-1249">
            <a:extLst xmlns:a="http://schemas.openxmlformats.org/drawingml/2006/main">
              <a:ext uri="{FF2B5EF4-FFF2-40B4-BE49-F238E27FC236}">
                <a16:creationId xmlns:a16="http://schemas.microsoft.com/office/drawing/2014/main" id="{9EA5D212-244D-41DD-B4CC-A8AEEC1573E0}"/>
              </a:ext>
            </a:extLst>
          </p:cNvPr>
          <p:cNvSpPr>
            <a:spLocks xmlns:a="http://schemas.openxmlformats.org/drawingml/2006/main" noGrp="1"/>
          </p:cNvSpPr>
          <p:nvPr/>
        </p:nvSpPr>
        <p:spPr>
          <a:xfrm xmlns:a="http://schemas.openxmlformats.org/drawingml/2006/main">
            <a:off x="7084695" y="4421696"/>
            <a:ext cx="9525" cy="107442"/>
          </a:xfrm>
          <a:custGeom xmlns:a="http://schemas.openxmlformats.org/drawingml/2006/main">
            <a:pathLst>
              <a:path w="9525" h="107442">
                <a:moveTo>
                  <a:pt x="0" y="0"/>
                </a:moveTo>
                <a:lnTo>
                  <a:pt x="0" y="107442"/>
                </a:lnTo>
              </a:path>
            </a:pathLst>
          </a:custGeom>
          <a:noFill xmlns:a="http://schemas.openxmlformats.org/drawingml/2006/main"/>
          <a:ln xmlns:a="http://schemas.openxmlformats.org/drawingml/2006/main" w="13335">
            <a:solidFill>
              <a:srgbClr val="231F20"/>
            </a:solidFill>
          </a:ln>
        </p:spPr>
      </p:sp>
      <p:sp>
        <p:nvSpPr>
          <p:cNvPr id="306" name="wire-1250">
            <a:extLst xmlns:a="http://schemas.openxmlformats.org/drawingml/2006/main">
              <a:ext uri="{FF2B5EF4-FFF2-40B4-BE49-F238E27FC236}">
                <a16:creationId xmlns:a16="http://schemas.microsoft.com/office/drawing/2014/main" id="{0D344AF2-C3FF-4975-8E5A-826CA5D5EEB6}"/>
              </a:ext>
            </a:extLst>
          </p:cNvPr>
          <p:cNvSpPr>
            <a:spLocks xmlns:a="http://schemas.openxmlformats.org/drawingml/2006/main" noGrp="1"/>
          </p:cNvSpPr>
          <p:nvPr/>
        </p:nvSpPr>
        <p:spPr>
          <a:xfrm xmlns:a="http://schemas.openxmlformats.org/drawingml/2006/main">
            <a:off x="6672644" y="4529138"/>
            <a:ext cx="412052" cy="9525"/>
          </a:xfrm>
          <a:custGeom xmlns:a="http://schemas.openxmlformats.org/drawingml/2006/main">
            <a:pathLst>
              <a:path w="412052" h="9525">
                <a:moveTo>
                  <a:pt x="412052" y="0"/>
                </a:moveTo>
                <a:lnTo>
                  <a:pt x="0" y="0"/>
                </a:lnTo>
              </a:path>
            </a:pathLst>
          </a:custGeom>
          <a:noFill xmlns:a="http://schemas.openxmlformats.org/drawingml/2006/main"/>
          <a:ln xmlns:a="http://schemas.openxmlformats.org/drawingml/2006/main" w="13335">
            <a:solidFill>
              <a:srgbClr val="231F20"/>
            </a:solidFill>
          </a:ln>
        </p:spPr>
      </p:sp>
      <p:sp>
        <p:nvSpPr>
          <p:cNvPr id="307" name="wire-1251">
            <a:extLst xmlns:a="http://schemas.openxmlformats.org/drawingml/2006/main">
              <a:ext uri="{FF2B5EF4-FFF2-40B4-BE49-F238E27FC236}">
                <a16:creationId xmlns:a16="http://schemas.microsoft.com/office/drawing/2014/main" id="{D4C3B1E2-6C7B-44BE-AF56-6CCC70675014}"/>
              </a:ext>
            </a:extLst>
          </p:cNvPr>
          <p:cNvSpPr>
            <a:spLocks xmlns:a="http://schemas.openxmlformats.org/drawingml/2006/main" noGrp="1"/>
          </p:cNvSpPr>
          <p:nvPr/>
        </p:nvSpPr>
        <p:spPr>
          <a:xfrm xmlns:a="http://schemas.openxmlformats.org/drawingml/2006/main">
            <a:off x="6672644" y="4529138"/>
            <a:ext cx="9525" cy="179070"/>
          </a:xfrm>
          <a:custGeom xmlns:a="http://schemas.openxmlformats.org/drawingml/2006/main">
            <a:pathLst>
              <a:path w="9525" h="179070">
                <a:moveTo>
                  <a:pt x="0" y="0"/>
                </a:moveTo>
                <a:lnTo>
                  <a:pt x="0" y="179070"/>
                </a:lnTo>
              </a:path>
            </a:pathLst>
          </a:custGeom>
          <a:noFill xmlns:a="http://schemas.openxmlformats.org/drawingml/2006/main"/>
          <a:ln xmlns:a="http://schemas.openxmlformats.org/drawingml/2006/main" w="13335">
            <a:solidFill>
              <a:srgbClr val="231F20"/>
            </a:solidFill>
          </a:ln>
        </p:spPr>
      </p:sp>
      <p:sp>
        <p:nvSpPr>
          <p:cNvPr id="308" name="circuit-1252">
            <a:extLst xmlns:a="http://schemas.openxmlformats.org/drawingml/2006/main">
              <a:ext uri="{FF2B5EF4-FFF2-40B4-BE49-F238E27FC236}">
                <a16:creationId xmlns:a16="http://schemas.microsoft.com/office/drawing/2014/main" id="{4571788F-F8ED-47C7-A51F-6E0FD02C2009}"/>
              </a:ext>
            </a:extLst>
          </p:cNvPr>
          <p:cNvSpPr>
            <a:spLocks xmlns:a="http://schemas.openxmlformats.org/drawingml/2006/main" noGrp="1"/>
          </p:cNvSpPr>
          <p:nvPr/>
        </p:nvSpPr>
        <p:spPr>
          <a:xfrm xmlns:a="http://schemas.openxmlformats.org/drawingml/2006/main">
            <a:off x="6652041" y="4663440"/>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309" name="wire-1253">
            <a:extLst xmlns:a="http://schemas.openxmlformats.org/drawingml/2006/main">
              <a:ext uri="{FF2B5EF4-FFF2-40B4-BE49-F238E27FC236}">
                <a16:creationId xmlns:a16="http://schemas.microsoft.com/office/drawing/2014/main" id="{7C326222-29FD-4014-A588-2264172982A9}"/>
              </a:ext>
            </a:extLst>
          </p:cNvPr>
          <p:cNvSpPr>
            <a:spLocks xmlns:a="http://schemas.openxmlformats.org/drawingml/2006/main" noGrp="1"/>
          </p:cNvSpPr>
          <p:nvPr/>
        </p:nvSpPr>
        <p:spPr>
          <a:xfrm xmlns:a="http://schemas.openxmlformats.org/drawingml/2006/main">
            <a:off x="7084695" y="4529138"/>
            <a:ext cx="892778" cy="9525"/>
          </a:xfrm>
          <a:custGeom xmlns:a="http://schemas.openxmlformats.org/drawingml/2006/main">
            <a:pathLst>
              <a:path w="892778" h="9525">
                <a:moveTo>
                  <a:pt x="0" y="0"/>
                </a:moveTo>
                <a:lnTo>
                  <a:pt x="892778" y="0"/>
                </a:lnTo>
              </a:path>
            </a:pathLst>
          </a:custGeom>
          <a:noFill xmlns:a="http://schemas.openxmlformats.org/drawingml/2006/main"/>
          <a:ln xmlns:a="http://schemas.openxmlformats.org/drawingml/2006/main" w="16193">
            <a:solidFill>
              <a:srgbClr val="1572C3"/>
            </a:solidFill>
          </a:ln>
        </p:spPr>
      </p:sp>
      <p:sp>
        <p:nvSpPr>
          <p:cNvPr id="310" name="wire-1254">
            <a:extLst xmlns:a="http://schemas.openxmlformats.org/drawingml/2006/main">
              <a:ext uri="{FF2B5EF4-FFF2-40B4-BE49-F238E27FC236}">
                <a16:creationId xmlns:a16="http://schemas.microsoft.com/office/drawing/2014/main" id="{F2FFA355-D09F-4988-AF4A-88130836265B}"/>
              </a:ext>
            </a:extLst>
          </p:cNvPr>
          <p:cNvSpPr>
            <a:spLocks xmlns:a="http://schemas.openxmlformats.org/drawingml/2006/main" noGrp="1"/>
          </p:cNvSpPr>
          <p:nvPr/>
        </p:nvSpPr>
        <p:spPr>
          <a:xfrm xmlns:a="http://schemas.openxmlformats.org/drawingml/2006/main">
            <a:off x="7977473" y="4529138"/>
            <a:ext cx="9525" cy="975932"/>
          </a:xfrm>
          <a:custGeom xmlns:a="http://schemas.openxmlformats.org/drawingml/2006/main">
            <a:pathLst>
              <a:path w="9525" h="975932">
                <a:moveTo>
                  <a:pt x="0" y="0"/>
                </a:moveTo>
                <a:lnTo>
                  <a:pt x="0" y="975932"/>
                </a:lnTo>
              </a:path>
            </a:pathLst>
          </a:custGeom>
          <a:noFill xmlns:a="http://schemas.openxmlformats.org/drawingml/2006/main"/>
          <a:ln xmlns:a="http://schemas.openxmlformats.org/drawingml/2006/main" w="16193">
            <a:solidFill>
              <a:srgbClr val="1572C3"/>
            </a:solidFill>
          </a:ln>
        </p:spPr>
      </p:sp>
      <p:sp>
        <p:nvSpPr>
          <p:cNvPr id="311" name="wire-1255">
            <a:extLst xmlns:a="http://schemas.openxmlformats.org/drawingml/2006/main">
              <a:ext uri="{FF2B5EF4-FFF2-40B4-BE49-F238E27FC236}">
                <a16:creationId xmlns:a16="http://schemas.microsoft.com/office/drawing/2014/main" id="{7BA6AC2C-389F-4E17-985C-75C9BD1A1F87}"/>
              </a:ext>
            </a:extLst>
          </p:cNvPr>
          <p:cNvSpPr>
            <a:spLocks xmlns:a="http://schemas.openxmlformats.org/drawingml/2006/main" noGrp="1"/>
          </p:cNvSpPr>
          <p:nvPr/>
        </p:nvSpPr>
        <p:spPr>
          <a:xfrm xmlns:a="http://schemas.openxmlformats.org/drawingml/2006/main">
            <a:off x="7869555" y="5505069"/>
            <a:ext cx="107918" cy="9525"/>
          </a:xfrm>
          <a:custGeom xmlns:a="http://schemas.openxmlformats.org/drawingml/2006/main">
            <a:pathLst>
              <a:path w="107918" h="9525">
                <a:moveTo>
                  <a:pt x="107918" y="0"/>
                </a:moveTo>
                <a:lnTo>
                  <a:pt x="0" y="0"/>
                </a:lnTo>
              </a:path>
            </a:pathLst>
          </a:custGeom>
          <a:noFill xmlns:a="http://schemas.openxmlformats.org/drawingml/2006/main"/>
          <a:ln xmlns:a="http://schemas.openxmlformats.org/drawingml/2006/main" w="16193">
            <a:solidFill>
              <a:srgbClr val="1572C3"/>
            </a:solidFill>
          </a:ln>
        </p:spPr>
      </p:sp>
      <p:sp>
        <p:nvSpPr>
          <p:cNvPr id="312" name="circuit-1256">
            <a:extLst xmlns:a="http://schemas.openxmlformats.org/drawingml/2006/main">
              <a:ext uri="{FF2B5EF4-FFF2-40B4-BE49-F238E27FC236}">
                <a16:creationId xmlns:a16="http://schemas.microsoft.com/office/drawing/2014/main" id="{ECD54A9B-4B7F-4FA0-8708-87290886F147}"/>
              </a:ext>
            </a:extLst>
          </p:cNvPr>
          <p:cNvSpPr>
            <a:spLocks xmlns:a="http://schemas.openxmlformats.org/drawingml/2006/main" noGrp="1"/>
          </p:cNvSpPr>
          <p:nvPr/>
        </p:nvSpPr>
        <p:spPr>
          <a:xfrm xmlns:a="http://schemas.openxmlformats.org/drawingml/2006/main">
            <a:off x="7869555" y="5486267"/>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313" name="">
            <a:extLst xmlns:a="http://schemas.openxmlformats.org/drawingml/2006/main">
              <a:ext uri="{FF2B5EF4-FFF2-40B4-BE49-F238E27FC236}">
                <a16:creationId xmlns:a16="http://schemas.microsoft.com/office/drawing/2014/main" id="{CF96F6A3-AABE-4040-B29A-8A6D4BE89B13}"/>
              </a:ext>
            </a:extLst>
          </p:cNvPr>
          <p:cNvSpPr>
            <a:spLocks xmlns:a="http://schemas.openxmlformats.org/drawingml/2006/main" noGrp="1"/>
          </p:cNvSpPr>
          <p:nvPr/>
        </p:nvSpPr>
        <p:spPr>
          <a:xfrm xmlns:a="http://schemas.openxmlformats.org/drawingml/2006/main">
            <a:off x="7070408" y="4514850"/>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14" name="text-1257">
            <a:extLst xmlns:a="http://schemas.openxmlformats.org/drawingml/2006/main">
              <a:ext uri="{FF2B5EF4-FFF2-40B4-BE49-F238E27FC236}">
                <a16:creationId xmlns:a16="http://schemas.microsoft.com/office/drawing/2014/main" id="{49A05E2A-61B8-4452-BB35-3374E4A0F11A}"/>
              </a:ext>
            </a:extLst>
          </p:cNvPr>
          <p:cNvSpPr>
            <a:spLocks xmlns:a="http://schemas.openxmlformats.org/drawingml/2006/main" noGrp="1"/>
          </p:cNvSpPr>
          <p:nvPr/>
        </p:nvSpPr>
        <p:spPr>
          <a:xfrm xmlns:a="http://schemas.openxmlformats.org/drawingml/2006/main">
            <a:off x="7388828" y="4717161"/>
            <a:ext cx="608267" cy="15221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1572C3"/>
                </a:solidFill>
                <a:latin typeface="Arial"/>
                <a:ea typeface="Arial"/>
                <a:cs typeface="Arial"/>
              </a:defRPr>
            </a:defPPr>
            <a:lvl1pPr algn="l">
              <a:defRPr sz="825" b="0">
                <a:solidFill>
                  <a:srgbClr val="1572C3"/>
                </a:solidFill>
                <a:latin typeface="Arial"/>
                <a:ea typeface="Arial"/>
                <a:cs typeface="Arial"/>
              </a:defRPr>
            </a:lvl1pPr>
            <a:lvl2pPr algn="l">
              <a:defRPr sz="825" b="0">
                <a:solidFill>
                  <a:srgbClr val="1572C3"/>
                </a:solidFill>
                <a:latin typeface="Arial"/>
                <a:ea typeface="Arial"/>
                <a:cs typeface="Arial"/>
              </a:defRPr>
            </a:lvl2pPr>
            <a:lvl3pPr algn="l">
              <a:defRPr sz="825" b="0">
                <a:solidFill>
                  <a:srgbClr val="1572C3"/>
                </a:solidFill>
                <a:latin typeface="Arial"/>
                <a:ea typeface="Arial"/>
                <a:cs typeface="Arial"/>
              </a:defRPr>
            </a:lvl3pPr>
            <a:lvl4pPr algn="l">
              <a:defRPr sz="825" b="0">
                <a:solidFill>
                  <a:srgbClr val="1572C3"/>
                </a:solidFill>
                <a:latin typeface="Arial"/>
                <a:ea typeface="Arial"/>
                <a:cs typeface="Arial"/>
              </a:defRPr>
            </a:lvl4pPr>
            <a:lvl5pPr algn="l">
              <a:defRPr sz="825" b="0">
                <a:solidFill>
                  <a:srgbClr val="1572C3"/>
                </a:solidFill>
                <a:latin typeface="Arial"/>
                <a:ea typeface="Arial"/>
                <a:cs typeface="Arial"/>
              </a:defRPr>
            </a:lvl5pPr>
            <a:lvl6pPr algn="l">
              <a:defRPr sz="825" b="0">
                <a:solidFill>
                  <a:srgbClr val="1572C3"/>
                </a:solidFill>
                <a:latin typeface="Arial"/>
                <a:ea typeface="Arial"/>
                <a:cs typeface="Arial"/>
              </a:defRPr>
            </a:lvl6pPr>
            <a:lvl7pPr algn="l">
              <a:defRPr sz="825" b="0">
                <a:solidFill>
                  <a:srgbClr val="1572C3"/>
                </a:solidFill>
                <a:latin typeface="Arial"/>
                <a:ea typeface="Arial"/>
                <a:cs typeface="Arial"/>
              </a:defRPr>
            </a:lvl7pPr>
            <a:lvl8pPr algn="l">
              <a:defRPr sz="825" b="0">
                <a:solidFill>
                  <a:srgbClr val="1572C3"/>
                </a:solidFill>
                <a:latin typeface="Arial"/>
                <a:ea typeface="Arial"/>
                <a:cs typeface="Arial"/>
              </a:defRPr>
            </a:lvl8pPr>
            <a:lvl9pPr algn="l">
              <a:defRPr sz="825" b="0">
                <a:solidFill>
                  <a:srgbClr val="1572C3"/>
                </a:solidFill>
                <a:latin typeface="Arial"/>
                <a:ea typeface="Arial"/>
                <a:cs typeface="Arial"/>
              </a:defRPr>
            </a:lvl9pPr>
          </a:lstStyle>
          <a:p xmlns:a="http://schemas.openxmlformats.org/drawingml/2006/main">
            <a:pPr algn="l">
              <a:defRPr sz="825" b="0">
                <a:solidFill>
                  <a:srgbClr val="1572C3"/>
                </a:solidFill>
                <a:latin typeface="Arial"/>
                <a:ea typeface="Arial"/>
                <a:cs typeface="Arial"/>
              </a:defRPr>
            </a:pPr>
            <a:r>
              <a:rPr sz="825" b="0">
                <a:solidFill>
                  <a:srgbClr val="1572C3"/>
                </a:solidFill>
                <a:latin typeface="Arial"/>
                <a:ea typeface="Arial"/>
                <a:cs typeface="Arial"/>
              </a:rPr>
              <a:t>MMIO</a:t>
            </a:r>
          </a:p>
        </p:txBody>
      </p:sp>
      <p:sp>
        <p:nvSpPr>
          <p:cNvPr id="315" name="wire-1258">
            <a:extLst xmlns:a="http://schemas.openxmlformats.org/drawingml/2006/main">
              <a:ext uri="{FF2B5EF4-FFF2-40B4-BE49-F238E27FC236}">
                <a16:creationId xmlns:a16="http://schemas.microsoft.com/office/drawing/2014/main" id="{41AB6C74-803E-4C59-AE6A-29C4FDC23F61}"/>
              </a:ext>
            </a:extLst>
          </p:cNvPr>
          <p:cNvSpPr>
            <a:spLocks xmlns:a="http://schemas.openxmlformats.org/drawingml/2006/main" noGrp="1"/>
          </p:cNvSpPr>
          <p:nvPr/>
        </p:nvSpPr>
        <p:spPr>
          <a:xfrm xmlns:a="http://schemas.openxmlformats.org/drawingml/2006/main">
            <a:off x="6711887" y="5164836"/>
            <a:ext cx="9525" cy="259651"/>
          </a:xfrm>
          <a:custGeom xmlns:a="http://schemas.openxmlformats.org/drawingml/2006/main">
            <a:pathLst>
              <a:path w="9525" h="259651">
                <a:moveTo>
                  <a:pt x="0" y="0"/>
                </a:moveTo>
                <a:lnTo>
                  <a:pt x="0" y="259651"/>
                </a:lnTo>
              </a:path>
            </a:pathLst>
          </a:custGeom>
          <a:noFill xmlns:a="http://schemas.openxmlformats.org/drawingml/2006/main"/>
          <a:ln xmlns:a="http://schemas.openxmlformats.org/drawingml/2006/main" w="14288">
            <a:solidFill>
              <a:srgbClr val="231F20"/>
            </a:solidFill>
          </a:ln>
        </p:spPr>
      </p:sp>
      <p:sp>
        <p:nvSpPr>
          <p:cNvPr id="316" name="circuit-1259">
            <a:extLst xmlns:a="http://schemas.openxmlformats.org/drawingml/2006/main">
              <a:ext uri="{FF2B5EF4-FFF2-40B4-BE49-F238E27FC236}">
                <a16:creationId xmlns:a16="http://schemas.microsoft.com/office/drawing/2014/main" id="{DBBEBB66-4778-47EB-95B1-DC8F25CFD7FB}"/>
              </a:ext>
            </a:extLst>
          </p:cNvPr>
          <p:cNvSpPr>
            <a:spLocks xmlns:a="http://schemas.openxmlformats.org/drawingml/2006/main" noGrp="1"/>
          </p:cNvSpPr>
          <p:nvPr/>
        </p:nvSpPr>
        <p:spPr>
          <a:xfrm xmlns:a="http://schemas.openxmlformats.org/drawingml/2006/main">
            <a:off x="6691284" y="5379720"/>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231F20"/>
          </a:solidFill>
          <a:ln xmlns:a="http://schemas.openxmlformats.org/drawingml/2006/main" w="4763">
            <a:solidFill>
              <a:srgbClr val="231F20"/>
            </a:solidFill>
          </a:ln>
        </p:spPr>
      </p:sp>
      <p:sp>
        <p:nvSpPr>
          <p:cNvPr id="317" name="wire-1260">
            <a:extLst xmlns:a="http://schemas.openxmlformats.org/drawingml/2006/main">
              <a:ext uri="{FF2B5EF4-FFF2-40B4-BE49-F238E27FC236}">
                <a16:creationId xmlns:a16="http://schemas.microsoft.com/office/drawing/2014/main" id="{0E6E9848-6FC9-4D2B-A5B3-D6324D32DBCE}"/>
              </a:ext>
            </a:extLst>
          </p:cNvPr>
          <p:cNvSpPr>
            <a:spLocks xmlns:a="http://schemas.openxmlformats.org/drawingml/2006/main" noGrp="1"/>
          </p:cNvSpPr>
          <p:nvPr/>
        </p:nvSpPr>
        <p:spPr>
          <a:xfrm xmlns:a="http://schemas.openxmlformats.org/drawingml/2006/main">
            <a:off x="6711887" y="5164836"/>
            <a:ext cx="9525" cy="259651"/>
          </a:xfrm>
          <a:custGeom xmlns:a="http://schemas.openxmlformats.org/drawingml/2006/main">
            <a:pathLst>
              <a:path w="9525" h="259651">
                <a:moveTo>
                  <a:pt x="0" y="259651"/>
                </a:moveTo>
                <a:lnTo>
                  <a:pt x="0" y="0"/>
                </a:lnTo>
              </a:path>
            </a:pathLst>
          </a:custGeom>
          <a:noFill xmlns:a="http://schemas.openxmlformats.org/drawingml/2006/main"/>
          <a:ln xmlns:a="http://schemas.openxmlformats.org/drawingml/2006/main" w="14288">
            <a:solidFill>
              <a:srgbClr val="231F20"/>
            </a:solidFill>
          </a:ln>
        </p:spPr>
      </p:sp>
      <p:sp>
        <p:nvSpPr>
          <p:cNvPr id="318" name="circuit-1261">
            <a:extLst xmlns:a="http://schemas.openxmlformats.org/drawingml/2006/main">
              <a:ext uri="{FF2B5EF4-FFF2-40B4-BE49-F238E27FC236}">
                <a16:creationId xmlns:a16="http://schemas.microsoft.com/office/drawing/2014/main" id="{ADA57EA3-F41E-4743-8DC0-48D938DCF232}"/>
              </a:ext>
            </a:extLst>
          </p:cNvPr>
          <p:cNvSpPr>
            <a:spLocks xmlns:a="http://schemas.openxmlformats.org/drawingml/2006/main" noGrp="1"/>
          </p:cNvSpPr>
          <p:nvPr/>
        </p:nvSpPr>
        <p:spPr>
          <a:xfrm xmlns:a="http://schemas.openxmlformats.org/drawingml/2006/main">
            <a:off x="6691284" y="5164836"/>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231F20"/>
          </a:solidFill>
          <a:ln xmlns:a="http://schemas.openxmlformats.org/drawingml/2006/main" w="4763">
            <a:solidFill>
              <a:srgbClr val="231F20"/>
            </a:solidFill>
          </a:ln>
        </p:spPr>
      </p:sp>
      <p:sp>
        <p:nvSpPr>
          <p:cNvPr id="319" name="circuit-1262">
            <a:extLst xmlns:a="http://schemas.openxmlformats.org/drawingml/2006/main">
              <a:ext uri="{FF2B5EF4-FFF2-40B4-BE49-F238E27FC236}">
                <a16:creationId xmlns:a16="http://schemas.microsoft.com/office/drawing/2014/main" id="{ACE4404B-8B3D-49A0-BEE9-6E7942D39990}"/>
              </a:ext>
            </a:extLst>
          </p:cNvPr>
          <p:cNvSpPr>
            <a:spLocks xmlns:a="http://schemas.openxmlformats.org/drawingml/2006/main" noGrp="1"/>
          </p:cNvSpPr>
          <p:nvPr/>
        </p:nvSpPr>
        <p:spPr>
          <a:xfrm xmlns:a="http://schemas.openxmlformats.org/drawingml/2006/main">
            <a:off x="8006906" y="4869371"/>
            <a:ext cx="166783" cy="420815"/>
          </a:xfrm>
          <a:custGeom xmlns:a="http://schemas.openxmlformats.org/drawingml/2006/main">
            <a:pathLst>
              <a:path w="166783" h="420815">
                <a:moveTo>
                  <a:pt x="0" y="0"/>
                </a:moveTo>
                <a:lnTo>
                  <a:pt x="166783" y="53721"/>
                </a:lnTo>
                <a:lnTo>
                  <a:pt x="166783" y="367094"/>
                </a:lnTo>
                <a:lnTo>
                  <a:pt x="0" y="420815"/>
                </a:lnTo>
                <a:close/>
              </a:path>
            </a:pathLst>
          </a:custGeom>
          <a:solidFill xmlns:a="http://schemas.openxmlformats.org/drawingml/2006/main">
            <a:srgbClr val="FFFFFF"/>
          </a:solidFill>
          <a:ln xmlns:a="http://schemas.openxmlformats.org/drawingml/2006/main" w="14288">
            <a:solidFill>
              <a:srgbClr val="231F20"/>
            </a:solidFill>
          </a:ln>
        </p:spPr>
      </p:sp>
      <p:sp>
        <p:nvSpPr>
          <p:cNvPr id="320" name="text-1263">
            <a:extLst xmlns:a="http://schemas.openxmlformats.org/drawingml/2006/main">
              <a:ext uri="{FF2B5EF4-FFF2-40B4-BE49-F238E27FC236}">
                <a16:creationId xmlns:a16="http://schemas.microsoft.com/office/drawing/2014/main" id="{DBE11889-D6C9-4D92-9B3E-74D1586B87B4}"/>
              </a:ext>
            </a:extLst>
          </p:cNvPr>
          <p:cNvSpPr>
            <a:spLocks xmlns:a="http://schemas.openxmlformats.org/drawingml/2006/main" noGrp="1"/>
          </p:cNvSpPr>
          <p:nvPr/>
        </p:nvSpPr>
        <p:spPr>
          <a:xfrm xmlns:a="http://schemas.openxmlformats.org/drawingml/2006/main">
            <a:off x="8016716" y="4896231"/>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321" name="text-1264">
            <a:extLst xmlns:a="http://schemas.openxmlformats.org/drawingml/2006/main">
              <a:ext uri="{FF2B5EF4-FFF2-40B4-BE49-F238E27FC236}">
                <a16:creationId xmlns:a16="http://schemas.microsoft.com/office/drawing/2014/main" id="{F6A27E9C-DB0C-4B7B-A31F-4FDEC35B03A4}"/>
              </a:ext>
            </a:extLst>
          </p:cNvPr>
          <p:cNvSpPr>
            <a:spLocks xmlns:a="http://schemas.openxmlformats.org/drawingml/2006/main" noGrp="1"/>
          </p:cNvSpPr>
          <p:nvPr/>
        </p:nvSpPr>
        <p:spPr>
          <a:xfrm xmlns:a="http://schemas.openxmlformats.org/drawingml/2006/main">
            <a:off x="8016716" y="5129022"/>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322" name="wire-1265">
            <a:extLst xmlns:a="http://schemas.openxmlformats.org/drawingml/2006/main">
              <a:ext uri="{FF2B5EF4-FFF2-40B4-BE49-F238E27FC236}">
                <a16:creationId xmlns:a16="http://schemas.microsoft.com/office/drawing/2014/main" id="{486E62CC-92F1-462D-B7E2-6FA1F73002E8}"/>
              </a:ext>
            </a:extLst>
          </p:cNvPr>
          <p:cNvSpPr>
            <a:spLocks xmlns:a="http://schemas.openxmlformats.org/drawingml/2006/main" noGrp="1"/>
          </p:cNvSpPr>
          <p:nvPr/>
        </p:nvSpPr>
        <p:spPr>
          <a:xfrm xmlns:a="http://schemas.openxmlformats.org/drawingml/2006/main">
            <a:off x="7114127" y="4932045"/>
            <a:ext cx="892778" cy="35814"/>
          </a:xfrm>
          <a:custGeom xmlns:a="http://schemas.openxmlformats.org/drawingml/2006/main">
            <a:pathLst>
              <a:path w="892778" h="35814">
                <a:moveTo>
                  <a:pt x="0" y="0"/>
                </a:moveTo>
                <a:lnTo>
                  <a:pt x="892778" y="35814"/>
                </a:lnTo>
              </a:path>
            </a:pathLst>
          </a:custGeom>
          <a:noFill xmlns:a="http://schemas.openxmlformats.org/drawingml/2006/main"/>
          <a:ln xmlns:a="http://schemas.openxmlformats.org/drawingml/2006/main" w="14288">
            <a:solidFill>
              <a:srgbClr val="231F20"/>
            </a:solidFill>
          </a:ln>
        </p:spPr>
      </p:sp>
      <p:sp>
        <p:nvSpPr>
          <p:cNvPr id="323" name="circuit-1266">
            <a:extLst xmlns:a="http://schemas.openxmlformats.org/drawingml/2006/main">
              <a:ext uri="{FF2B5EF4-FFF2-40B4-BE49-F238E27FC236}">
                <a16:creationId xmlns:a16="http://schemas.microsoft.com/office/drawing/2014/main" id="{2B142E46-CF0B-4B11-93BC-B45F734F99A0}"/>
              </a:ext>
            </a:extLst>
          </p:cNvPr>
          <p:cNvSpPr>
            <a:spLocks xmlns:a="http://schemas.openxmlformats.org/drawingml/2006/main" noGrp="1"/>
          </p:cNvSpPr>
          <p:nvPr/>
        </p:nvSpPr>
        <p:spPr>
          <a:xfrm xmlns:a="http://schemas.openxmlformats.org/drawingml/2006/main">
            <a:off x="7956994" y="4947109"/>
            <a:ext cx="49911" cy="37568"/>
          </a:xfrm>
          <a:custGeom xmlns:a="http://schemas.openxmlformats.org/drawingml/2006/main">
            <a:pathLst>
              <a:path w="49911" h="37568">
                <a:moveTo>
                  <a:pt x="49911" y="20750"/>
                </a:moveTo>
                <a:lnTo>
                  <a:pt x="1809" y="0"/>
                </a:lnTo>
                <a:lnTo>
                  <a:pt x="0" y="37568"/>
                </a:lnTo>
                <a:close/>
              </a:path>
            </a:pathLst>
          </a:custGeom>
          <a:solidFill xmlns:a="http://schemas.openxmlformats.org/drawingml/2006/main">
            <a:srgbClr val="231F20"/>
          </a:solidFill>
          <a:ln xmlns:a="http://schemas.openxmlformats.org/drawingml/2006/main" w="4763">
            <a:solidFill>
              <a:srgbClr val="231F20"/>
            </a:solidFill>
          </a:ln>
        </p:spPr>
      </p:sp>
      <p:sp>
        <p:nvSpPr>
          <p:cNvPr id="324" name="wire-1267">
            <a:extLst xmlns:a="http://schemas.openxmlformats.org/drawingml/2006/main">
              <a:ext uri="{FF2B5EF4-FFF2-40B4-BE49-F238E27FC236}">
                <a16:creationId xmlns:a16="http://schemas.microsoft.com/office/drawing/2014/main" id="{27C46666-5CCC-477A-98C2-A669DCC209F4}"/>
              </a:ext>
            </a:extLst>
          </p:cNvPr>
          <p:cNvSpPr>
            <a:spLocks xmlns:a="http://schemas.openxmlformats.org/drawingml/2006/main" noGrp="1"/>
          </p:cNvSpPr>
          <p:nvPr/>
        </p:nvSpPr>
        <p:spPr>
          <a:xfrm xmlns:a="http://schemas.openxmlformats.org/drawingml/2006/main">
            <a:off x="7467314" y="5182743"/>
            <a:ext cx="9525" cy="241744"/>
          </a:xfrm>
          <a:custGeom xmlns:a="http://schemas.openxmlformats.org/drawingml/2006/main">
            <a:pathLst>
              <a:path w="9525" h="241744">
                <a:moveTo>
                  <a:pt x="0" y="241744"/>
                </a:moveTo>
                <a:lnTo>
                  <a:pt x="0" y="0"/>
                </a:lnTo>
              </a:path>
            </a:pathLst>
          </a:custGeom>
          <a:noFill xmlns:a="http://schemas.openxmlformats.org/drawingml/2006/main"/>
          <a:ln xmlns:a="http://schemas.openxmlformats.org/drawingml/2006/main" w="14288">
            <a:solidFill>
              <a:srgbClr val="231F20"/>
            </a:solidFill>
          </a:ln>
        </p:spPr>
      </p:sp>
      <p:sp>
        <p:nvSpPr>
          <p:cNvPr id="325" name="wire-1268">
            <a:extLst xmlns:a="http://schemas.openxmlformats.org/drawingml/2006/main">
              <a:ext uri="{FF2B5EF4-FFF2-40B4-BE49-F238E27FC236}">
                <a16:creationId xmlns:a16="http://schemas.microsoft.com/office/drawing/2014/main" id="{B15DBA46-EAE1-474A-8C69-256D8B8761A4}"/>
              </a:ext>
            </a:extLst>
          </p:cNvPr>
          <p:cNvSpPr>
            <a:spLocks xmlns:a="http://schemas.openxmlformats.org/drawingml/2006/main" noGrp="1"/>
          </p:cNvSpPr>
          <p:nvPr/>
        </p:nvSpPr>
        <p:spPr>
          <a:xfrm xmlns:a="http://schemas.openxmlformats.org/drawingml/2006/main">
            <a:off x="7467314" y="5182743"/>
            <a:ext cx="539591" cy="9525"/>
          </a:xfrm>
          <a:custGeom xmlns:a="http://schemas.openxmlformats.org/drawingml/2006/main">
            <a:pathLst>
              <a:path w="539591" h="9525">
                <a:moveTo>
                  <a:pt x="0" y="0"/>
                </a:moveTo>
                <a:lnTo>
                  <a:pt x="539591" y="0"/>
                </a:lnTo>
              </a:path>
            </a:pathLst>
          </a:custGeom>
          <a:noFill xmlns:a="http://schemas.openxmlformats.org/drawingml/2006/main"/>
          <a:ln xmlns:a="http://schemas.openxmlformats.org/drawingml/2006/main" w="14288">
            <a:solidFill>
              <a:srgbClr val="231F20"/>
            </a:solidFill>
          </a:ln>
        </p:spPr>
      </p:sp>
      <p:sp>
        <p:nvSpPr>
          <p:cNvPr id="326" name="circuit-1269">
            <a:extLst xmlns:a="http://schemas.openxmlformats.org/drawingml/2006/main">
              <a:ext uri="{FF2B5EF4-FFF2-40B4-BE49-F238E27FC236}">
                <a16:creationId xmlns:a16="http://schemas.microsoft.com/office/drawing/2014/main" id="{0CCEEAB4-6254-46CB-8E9C-37D5EB92DB91}"/>
              </a:ext>
            </a:extLst>
          </p:cNvPr>
          <p:cNvSpPr>
            <a:spLocks xmlns:a="http://schemas.openxmlformats.org/drawingml/2006/main" noGrp="1"/>
          </p:cNvSpPr>
          <p:nvPr/>
        </p:nvSpPr>
        <p:spPr>
          <a:xfrm xmlns:a="http://schemas.openxmlformats.org/drawingml/2006/main">
            <a:off x="7957852" y="5163941"/>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27" name="block-1270">
            <a:extLst xmlns:a="http://schemas.openxmlformats.org/drawingml/2006/main">
              <a:ext uri="{FF2B5EF4-FFF2-40B4-BE49-F238E27FC236}">
                <a16:creationId xmlns:a16="http://schemas.microsoft.com/office/drawing/2014/main" id="{E9996F70-AE7A-468F-8ED9-171012F2B037}"/>
              </a:ext>
            </a:extLst>
          </p:cNvPr>
          <p:cNvSpPr>
            <a:spLocks xmlns:a="http://schemas.openxmlformats.org/drawingml/2006/main" noGrp="1"/>
          </p:cNvSpPr>
          <p:nvPr/>
        </p:nvSpPr>
        <p:spPr>
          <a:xfrm xmlns:a="http://schemas.openxmlformats.org/drawingml/2006/main">
            <a:off x="8369903" y="3938207"/>
            <a:ext cx="117729" cy="1862328"/>
          </a:xfrm>
          <a:prstGeom xmlns:a="http://schemas.openxmlformats.org/drawingml/2006/main" prst="rect">
            <a:avLst/>
          </a:prstGeom>
          <a:solidFill xmlns:a="http://schemas.openxmlformats.org/drawingml/2006/main">
            <a:srgbClr val="FFFFFF"/>
          </a:solidFill>
          <a:ln xmlns:a="http://schemas.openxmlformats.org/drawingml/2006/main" w="14288">
            <a:solidFill>
              <a:srgbClr val="231F20"/>
            </a:solidFill>
          </a:ln>
        </p:spPr>
      </p:sp>
      <p:sp>
        <p:nvSpPr>
          <p:cNvPr id="328" name="circuit-1271">
            <a:extLst xmlns:a="http://schemas.openxmlformats.org/drawingml/2006/main">
              <a:ext uri="{FF2B5EF4-FFF2-40B4-BE49-F238E27FC236}">
                <a16:creationId xmlns:a16="http://schemas.microsoft.com/office/drawing/2014/main" id="{AB93EF6F-0364-46FA-97D1-A32A1D822287}"/>
              </a:ext>
            </a:extLst>
          </p:cNvPr>
          <p:cNvSpPr>
            <a:spLocks xmlns:a="http://schemas.openxmlformats.org/drawingml/2006/main" noGrp="1"/>
          </p:cNvSpPr>
          <p:nvPr/>
        </p:nvSpPr>
        <p:spPr>
          <a:xfrm xmlns:a="http://schemas.openxmlformats.org/drawingml/2006/main">
            <a:off x="8389525" y="3938207"/>
            <a:ext cx="78486" cy="44767"/>
          </a:xfrm>
          <a:custGeom xmlns:a="http://schemas.openxmlformats.org/drawingml/2006/main">
            <a:pathLst>
              <a:path w="78486" h="44767">
                <a:moveTo>
                  <a:pt x="0" y="0"/>
                </a:moveTo>
                <a:lnTo>
                  <a:pt x="39243" y="44767"/>
                </a:lnTo>
                <a:lnTo>
                  <a:pt x="78486" y="0"/>
                </a:lnTo>
                <a:close/>
              </a:path>
            </a:pathLst>
          </a:custGeom>
          <a:noFill xmlns:a="http://schemas.openxmlformats.org/drawingml/2006/main"/>
          <a:ln xmlns:a="http://schemas.openxmlformats.org/drawingml/2006/main" w="14288">
            <a:solidFill>
              <a:srgbClr val="231F20"/>
            </a:solidFill>
          </a:ln>
        </p:spPr>
      </p:sp>
      <p:sp>
        <p:nvSpPr>
          <p:cNvPr id="329" name="wire-1272">
            <a:extLst xmlns:a="http://schemas.openxmlformats.org/drawingml/2006/main">
              <a:ext uri="{FF2B5EF4-FFF2-40B4-BE49-F238E27FC236}">
                <a16:creationId xmlns:a16="http://schemas.microsoft.com/office/drawing/2014/main" id="{6F323779-0ED3-4AA7-8655-7BAEE0721580}"/>
              </a:ext>
            </a:extLst>
          </p:cNvPr>
          <p:cNvSpPr>
            <a:spLocks xmlns:a="http://schemas.openxmlformats.org/drawingml/2006/main" noGrp="1"/>
          </p:cNvSpPr>
          <p:nvPr/>
        </p:nvSpPr>
        <p:spPr>
          <a:xfrm xmlns:a="http://schemas.openxmlformats.org/drawingml/2006/main">
            <a:off x="8428768" y="3884486"/>
            <a:ext cx="9525" cy="53721"/>
          </a:xfrm>
          <a:custGeom xmlns:a="http://schemas.openxmlformats.org/drawingml/2006/main">
            <a:pathLst>
              <a:path w="9525" h="53721">
                <a:moveTo>
                  <a:pt x="0" y="0"/>
                </a:moveTo>
                <a:lnTo>
                  <a:pt x="0" y="53721"/>
                </a:lnTo>
              </a:path>
            </a:pathLst>
          </a:custGeom>
          <a:noFill xmlns:a="http://schemas.openxmlformats.org/drawingml/2006/main"/>
          <a:ln xmlns:a="http://schemas.openxmlformats.org/drawingml/2006/main" w="7620">
            <a:solidFill>
              <a:srgbClr val="231F20"/>
            </a:solidFill>
          </a:ln>
        </p:spPr>
      </p:sp>
      <p:sp>
        <p:nvSpPr>
          <p:cNvPr id="330" name="text-1273">
            <a:extLst xmlns:a="http://schemas.openxmlformats.org/drawingml/2006/main">
              <a:ext uri="{FF2B5EF4-FFF2-40B4-BE49-F238E27FC236}">
                <a16:creationId xmlns:a16="http://schemas.microsoft.com/office/drawing/2014/main" id="{FDBAE7EE-85DE-4983-A3D7-BCF1A26BD289}"/>
              </a:ext>
            </a:extLst>
          </p:cNvPr>
          <p:cNvSpPr>
            <a:spLocks xmlns:a="http://schemas.openxmlformats.org/drawingml/2006/main" noGrp="1"/>
          </p:cNvSpPr>
          <p:nvPr/>
        </p:nvSpPr>
        <p:spPr>
          <a:xfrm xmlns:a="http://schemas.openxmlformats.org/drawingml/2006/main">
            <a:off x="8154067" y="3687509"/>
            <a:ext cx="608267"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50" b="1">
                <a:solidFill>
                  <a:srgbClr val="231F20"/>
                </a:solidFill>
                <a:latin typeface="Arial"/>
                <a:ea typeface="Arial"/>
                <a:cs typeface="Arial"/>
              </a:defRPr>
            </a:defPPr>
            <a:lvl1pPr algn="l">
              <a:defRPr sz="1050" b="1">
                <a:solidFill>
                  <a:srgbClr val="231F20"/>
                </a:solidFill>
                <a:latin typeface="Arial"/>
                <a:ea typeface="Arial"/>
                <a:cs typeface="Arial"/>
              </a:defRPr>
            </a:lvl1pPr>
            <a:lvl2pPr algn="l">
              <a:defRPr sz="1050" b="1">
                <a:solidFill>
                  <a:srgbClr val="231F20"/>
                </a:solidFill>
                <a:latin typeface="Arial"/>
                <a:ea typeface="Arial"/>
                <a:cs typeface="Arial"/>
              </a:defRPr>
            </a:lvl2pPr>
            <a:lvl3pPr algn="l">
              <a:defRPr sz="1050" b="1">
                <a:solidFill>
                  <a:srgbClr val="231F20"/>
                </a:solidFill>
                <a:latin typeface="Arial"/>
                <a:ea typeface="Arial"/>
                <a:cs typeface="Arial"/>
              </a:defRPr>
            </a:lvl3pPr>
            <a:lvl4pPr algn="l">
              <a:defRPr sz="1050" b="1">
                <a:solidFill>
                  <a:srgbClr val="231F20"/>
                </a:solidFill>
                <a:latin typeface="Arial"/>
                <a:ea typeface="Arial"/>
                <a:cs typeface="Arial"/>
              </a:defRPr>
            </a:lvl4pPr>
            <a:lvl5pPr algn="l">
              <a:defRPr sz="1050" b="1">
                <a:solidFill>
                  <a:srgbClr val="231F20"/>
                </a:solidFill>
                <a:latin typeface="Arial"/>
                <a:ea typeface="Arial"/>
                <a:cs typeface="Arial"/>
              </a:defRPr>
            </a:lvl5pPr>
            <a:lvl6pPr algn="l">
              <a:defRPr sz="1050" b="1">
                <a:solidFill>
                  <a:srgbClr val="231F20"/>
                </a:solidFill>
                <a:latin typeface="Arial"/>
                <a:ea typeface="Arial"/>
                <a:cs typeface="Arial"/>
              </a:defRPr>
            </a:lvl6pPr>
            <a:lvl7pPr algn="l">
              <a:defRPr sz="1050" b="1">
                <a:solidFill>
                  <a:srgbClr val="231F20"/>
                </a:solidFill>
                <a:latin typeface="Arial"/>
                <a:ea typeface="Arial"/>
                <a:cs typeface="Arial"/>
              </a:defRPr>
            </a:lvl7pPr>
            <a:lvl8pPr algn="l">
              <a:defRPr sz="1050" b="1">
                <a:solidFill>
                  <a:srgbClr val="231F20"/>
                </a:solidFill>
                <a:latin typeface="Arial"/>
                <a:ea typeface="Arial"/>
                <a:cs typeface="Arial"/>
              </a:defRPr>
            </a:lvl8pPr>
            <a:lvl9pPr algn="l">
              <a:defRPr sz="1050" b="1">
                <a:solidFill>
                  <a:srgbClr val="231F20"/>
                </a:solidFill>
                <a:latin typeface="Arial"/>
                <a:ea typeface="Arial"/>
                <a:cs typeface="Arial"/>
              </a:defRPr>
            </a:lvl9pPr>
          </a:lstStyle>
          <a:p xmlns:a="http://schemas.openxmlformats.org/drawingml/2006/main">
            <a:pPr algn="l">
              <a:defRPr sz="1050" b="1">
                <a:solidFill>
                  <a:srgbClr val="231F20"/>
                </a:solidFill>
                <a:latin typeface="Arial"/>
                <a:ea typeface="Arial"/>
                <a:cs typeface="Arial"/>
              </a:defRPr>
            </a:pPr>
            <a:r>
              <a:rPr sz="1050" b="1">
                <a:solidFill>
                  <a:srgbClr val="231F20"/>
                </a:solidFill>
                <a:latin typeface="Arial"/>
                <a:ea typeface="Arial"/>
                <a:cs typeface="Arial"/>
              </a:rPr>
              <a:t>M / W</a:t>
            </a:r>
          </a:p>
        </p:txBody>
      </p:sp>
      <p:sp>
        <p:nvSpPr>
          <p:cNvPr id="331" name="wire-1274">
            <a:extLst xmlns:a="http://schemas.openxmlformats.org/drawingml/2006/main">
              <a:ext uri="{FF2B5EF4-FFF2-40B4-BE49-F238E27FC236}">
                <a16:creationId xmlns:a16="http://schemas.microsoft.com/office/drawing/2014/main" id="{116513F0-E9AF-4D95-9EB3-37EA100C70A0}"/>
              </a:ext>
            </a:extLst>
          </p:cNvPr>
          <p:cNvSpPr>
            <a:spLocks xmlns:a="http://schemas.openxmlformats.org/drawingml/2006/main" noGrp="1"/>
          </p:cNvSpPr>
          <p:nvPr/>
        </p:nvSpPr>
        <p:spPr>
          <a:xfrm xmlns:a="http://schemas.openxmlformats.org/drawingml/2006/main">
            <a:off x="8173688" y="5084255"/>
            <a:ext cx="196215" cy="9525"/>
          </a:xfrm>
          <a:custGeom xmlns:a="http://schemas.openxmlformats.org/drawingml/2006/main">
            <a:pathLst>
              <a:path w="196215" h="9525">
                <a:moveTo>
                  <a:pt x="0" y="0"/>
                </a:moveTo>
                <a:lnTo>
                  <a:pt x="196215" y="0"/>
                </a:lnTo>
              </a:path>
            </a:pathLst>
          </a:custGeom>
          <a:noFill xmlns:a="http://schemas.openxmlformats.org/drawingml/2006/main"/>
          <a:ln xmlns:a="http://schemas.openxmlformats.org/drawingml/2006/main" w="15240">
            <a:solidFill>
              <a:srgbClr val="231F20"/>
            </a:solidFill>
          </a:ln>
        </p:spPr>
      </p:sp>
      <p:sp>
        <p:nvSpPr>
          <p:cNvPr id="332" name="wire-1275">
            <a:extLst xmlns:a="http://schemas.openxmlformats.org/drawingml/2006/main">
              <a:ext uri="{FF2B5EF4-FFF2-40B4-BE49-F238E27FC236}">
                <a16:creationId xmlns:a16="http://schemas.microsoft.com/office/drawing/2014/main" id="{93BE604C-A045-45E7-AC55-4037C8D85CD1}"/>
              </a:ext>
            </a:extLst>
          </p:cNvPr>
          <p:cNvSpPr>
            <a:spLocks xmlns:a="http://schemas.openxmlformats.org/drawingml/2006/main" noGrp="1"/>
          </p:cNvSpPr>
          <p:nvPr/>
        </p:nvSpPr>
        <p:spPr>
          <a:xfrm xmlns:a="http://schemas.openxmlformats.org/drawingml/2006/main">
            <a:off x="8487632" y="5084255"/>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5240">
            <a:solidFill>
              <a:srgbClr val="231F20"/>
            </a:solidFill>
          </a:ln>
        </p:spPr>
      </p:sp>
      <p:sp>
        <p:nvSpPr>
          <p:cNvPr id="333" name="circuit-1276">
            <a:extLst xmlns:a="http://schemas.openxmlformats.org/drawingml/2006/main">
              <a:ext uri="{FF2B5EF4-FFF2-40B4-BE49-F238E27FC236}">
                <a16:creationId xmlns:a16="http://schemas.microsoft.com/office/drawing/2014/main" id="{9542A2DA-EB35-4084-9C7F-C168766A0847}"/>
              </a:ext>
            </a:extLst>
          </p:cNvPr>
          <p:cNvSpPr>
            <a:spLocks xmlns:a="http://schemas.openxmlformats.org/drawingml/2006/main" noGrp="1"/>
          </p:cNvSpPr>
          <p:nvPr/>
        </p:nvSpPr>
        <p:spPr>
          <a:xfrm xmlns:a="http://schemas.openxmlformats.org/drawingml/2006/main">
            <a:off x="8566118" y="506545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34" name="text-1277">
            <a:extLst xmlns:a="http://schemas.openxmlformats.org/drawingml/2006/main">
              <a:ext uri="{FF2B5EF4-FFF2-40B4-BE49-F238E27FC236}">
                <a16:creationId xmlns:a16="http://schemas.microsoft.com/office/drawing/2014/main" id="{30EA70E9-BE7C-448C-8483-9E255A9320F9}"/>
              </a:ext>
            </a:extLst>
          </p:cNvPr>
          <p:cNvSpPr>
            <a:spLocks xmlns:a="http://schemas.openxmlformats.org/drawingml/2006/main" noGrp="1"/>
          </p:cNvSpPr>
          <p:nvPr/>
        </p:nvSpPr>
        <p:spPr>
          <a:xfrm xmlns:a="http://schemas.openxmlformats.org/drawingml/2006/main">
            <a:off x="7624286" y="5272278"/>
            <a:ext cx="1088993" cy="1701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ReadDataW</a:t>
            </a:r>
          </a:p>
        </p:txBody>
      </p:sp>
      <p:sp>
        <p:nvSpPr>
          <p:cNvPr id="335" name="wire-1278">
            <a:extLst xmlns:a="http://schemas.openxmlformats.org/drawingml/2006/main">
              <a:ext uri="{FF2B5EF4-FFF2-40B4-BE49-F238E27FC236}">
                <a16:creationId xmlns:a16="http://schemas.microsoft.com/office/drawing/2014/main" id="{E80C6D0F-7589-40EF-8543-994A235BAE25}"/>
              </a:ext>
            </a:extLst>
          </p:cNvPr>
          <p:cNvSpPr>
            <a:spLocks xmlns:a="http://schemas.openxmlformats.org/drawingml/2006/main" noGrp="1"/>
          </p:cNvSpPr>
          <p:nvPr/>
        </p:nvSpPr>
        <p:spPr>
          <a:xfrm xmlns:a="http://schemas.openxmlformats.org/drawingml/2006/main">
            <a:off x="7869555" y="5603558"/>
            <a:ext cx="412051" cy="9525"/>
          </a:xfrm>
          <a:custGeom xmlns:a="http://schemas.openxmlformats.org/drawingml/2006/main">
            <a:pathLst>
              <a:path w="412051" h="9525">
                <a:moveTo>
                  <a:pt x="0" y="0"/>
                </a:moveTo>
                <a:lnTo>
                  <a:pt x="412051" y="0"/>
                </a:lnTo>
              </a:path>
            </a:pathLst>
          </a:custGeom>
          <a:noFill xmlns:a="http://schemas.openxmlformats.org/drawingml/2006/main"/>
          <a:ln xmlns:a="http://schemas.openxmlformats.org/drawingml/2006/main" w="20003">
            <a:solidFill>
              <a:srgbClr val="1572C3"/>
            </a:solidFill>
          </a:ln>
        </p:spPr>
      </p:sp>
      <p:sp>
        <p:nvSpPr>
          <p:cNvPr id="336" name="wire-1279">
            <a:extLst xmlns:a="http://schemas.openxmlformats.org/drawingml/2006/main">
              <a:ext uri="{FF2B5EF4-FFF2-40B4-BE49-F238E27FC236}">
                <a16:creationId xmlns:a16="http://schemas.microsoft.com/office/drawing/2014/main" id="{5B7B1BE6-67DD-4CFD-8DF9-31177216813C}"/>
              </a:ext>
            </a:extLst>
          </p:cNvPr>
          <p:cNvSpPr>
            <a:spLocks xmlns:a="http://schemas.openxmlformats.org/drawingml/2006/main" noGrp="1"/>
          </p:cNvSpPr>
          <p:nvPr/>
        </p:nvSpPr>
        <p:spPr>
          <a:xfrm xmlns:a="http://schemas.openxmlformats.org/drawingml/2006/main">
            <a:off x="8281607" y="3651695"/>
            <a:ext cx="9525" cy="1951863"/>
          </a:xfrm>
          <a:custGeom xmlns:a="http://schemas.openxmlformats.org/drawingml/2006/main">
            <a:pathLst>
              <a:path w="9525" h="1951863">
                <a:moveTo>
                  <a:pt x="0" y="1951863"/>
                </a:moveTo>
                <a:lnTo>
                  <a:pt x="0" y="0"/>
                </a:lnTo>
              </a:path>
            </a:pathLst>
          </a:custGeom>
          <a:noFill xmlns:a="http://schemas.openxmlformats.org/drawingml/2006/main"/>
          <a:ln xmlns:a="http://schemas.openxmlformats.org/drawingml/2006/main" w="20003">
            <a:solidFill>
              <a:srgbClr val="1572C3"/>
            </a:solidFill>
          </a:ln>
        </p:spPr>
      </p:sp>
      <p:sp>
        <p:nvSpPr>
          <p:cNvPr id="337" name="wire-1280">
            <a:extLst xmlns:a="http://schemas.openxmlformats.org/drawingml/2006/main">
              <a:ext uri="{FF2B5EF4-FFF2-40B4-BE49-F238E27FC236}">
                <a16:creationId xmlns:a16="http://schemas.microsoft.com/office/drawing/2014/main" id="{6F876FBF-7FFD-4E65-A879-6300F87333F4}"/>
              </a:ext>
            </a:extLst>
          </p:cNvPr>
          <p:cNvSpPr>
            <a:spLocks xmlns:a="http://schemas.openxmlformats.org/drawingml/2006/main" noGrp="1"/>
          </p:cNvSpPr>
          <p:nvPr/>
        </p:nvSpPr>
        <p:spPr>
          <a:xfrm xmlns:a="http://schemas.openxmlformats.org/drawingml/2006/main">
            <a:off x="8281607" y="3651695"/>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20003">
            <a:solidFill>
              <a:srgbClr val="1572C3"/>
            </a:solidFill>
          </a:ln>
        </p:spPr>
      </p:sp>
      <p:sp>
        <p:nvSpPr>
          <p:cNvPr id="338" name="circuit-1281">
            <a:extLst xmlns:a="http://schemas.openxmlformats.org/drawingml/2006/main">
              <a:ext uri="{FF2B5EF4-FFF2-40B4-BE49-F238E27FC236}">
                <a16:creationId xmlns:a16="http://schemas.microsoft.com/office/drawing/2014/main" id="{D46F1B77-93F5-44DB-A2FD-D354BE7F91A3}"/>
              </a:ext>
            </a:extLst>
          </p:cNvPr>
          <p:cNvSpPr>
            <a:spLocks xmlns:a="http://schemas.openxmlformats.org/drawingml/2006/main" noGrp="1"/>
          </p:cNvSpPr>
          <p:nvPr/>
        </p:nvSpPr>
        <p:spPr>
          <a:xfrm xmlns:a="http://schemas.openxmlformats.org/drawingml/2006/main">
            <a:off x="8379714" y="363289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39" name="wire-1282">
            <a:extLst xmlns:a="http://schemas.openxmlformats.org/drawingml/2006/main">
              <a:ext uri="{FF2B5EF4-FFF2-40B4-BE49-F238E27FC236}">
                <a16:creationId xmlns:a16="http://schemas.microsoft.com/office/drawing/2014/main" id="{0E957B39-FFD9-478C-9EC5-603BAB10D88E}"/>
              </a:ext>
            </a:extLst>
          </p:cNvPr>
          <p:cNvSpPr>
            <a:spLocks xmlns:a="http://schemas.openxmlformats.org/drawingml/2006/main" noGrp="1"/>
          </p:cNvSpPr>
          <p:nvPr/>
        </p:nvSpPr>
        <p:spPr>
          <a:xfrm xmlns:a="http://schemas.openxmlformats.org/drawingml/2006/main">
            <a:off x="7869555" y="5603558"/>
            <a:ext cx="412051" cy="9525"/>
          </a:xfrm>
          <a:custGeom xmlns:a="http://schemas.openxmlformats.org/drawingml/2006/main">
            <a:pathLst>
              <a:path w="412051" h="9525">
                <a:moveTo>
                  <a:pt x="412051" y="0"/>
                </a:moveTo>
                <a:lnTo>
                  <a:pt x="0" y="0"/>
                </a:lnTo>
              </a:path>
            </a:pathLst>
          </a:custGeom>
          <a:noFill xmlns:a="http://schemas.openxmlformats.org/drawingml/2006/main"/>
          <a:ln xmlns:a="http://schemas.openxmlformats.org/drawingml/2006/main" w="20003">
            <a:solidFill>
              <a:srgbClr val="1572C3"/>
            </a:solidFill>
          </a:ln>
        </p:spPr>
      </p:sp>
      <p:sp>
        <p:nvSpPr>
          <p:cNvPr id="340" name="circuit-1283">
            <a:extLst xmlns:a="http://schemas.openxmlformats.org/drawingml/2006/main">
              <a:ext uri="{FF2B5EF4-FFF2-40B4-BE49-F238E27FC236}">
                <a16:creationId xmlns:a16="http://schemas.microsoft.com/office/drawing/2014/main" id="{4C0E8A94-3B58-4007-82AC-CA420CD36ABE}"/>
              </a:ext>
            </a:extLst>
          </p:cNvPr>
          <p:cNvSpPr>
            <a:spLocks xmlns:a="http://schemas.openxmlformats.org/drawingml/2006/main" noGrp="1"/>
          </p:cNvSpPr>
          <p:nvPr/>
        </p:nvSpPr>
        <p:spPr>
          <a:xfrm xmlns:a="http://schemas.openxmlformats.org/drawingml/2006/main">
            <a:off x="7869555" y="5584755"/>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341" name="circuit-1284">
            <a:extLst xmlns:a="http://schemas.openxmlformats.org/drawingml/2006/main">
              <a:ext uri="{FF2B5EF4-FFF2-40B4-BE49-F238E27FC236}">
                <a16:creationId xmlns:a16="http://schemas.microsoft.com/office/drawing/2014/main" id="{D8DEE711-DFAC-49F1-B625-DF5D881BD43F}"/>
              </a:ext>
            </a:extLst>
          </p:cNvPr>
          <p:cNvSpPr>
            <a:spLocks xmlns:a="http://schemas.openxmlformats.org/drawingml/2006/main" noGrp="1"/>
          </p:cNvSpPr>
          <p:nvPr/>
        </p:nvSpPr>
        <p:spPr>
          <a:xfrm xmlns:a="http://schemas.openxmlformats.org/drawingml/2006/main">
            <a:off x="8615172" y="4296347"/>
            <a:ext cx="166783" cy="922210"/>
          </a:xfrm>
          <a:custGeom xmlns:a="http://schemas.openxmlformats.org/drawingml/2006/main">
            <a:pathLst>
              <a:path w="166783" h="922210">
                <a:moveTo>
                  <a:pt x="0" y="0"/>
                </a:moveTo>
                <a:lnTo>
                  <a:pt x="166783" y="53721"/>
                </a:lnTo>
                <a:lnTo>
                  <a:pt x="166783" y="868490"/>
                </a:lnTo>
                <a:lnTo>
                  <a:pt x="0" y="922210"/>
                </a:lnTo>
                <a:close/>
              </a:path>
            </a:pathLst>
          </a:custGeom>
          <a:solidFill xmlns:a="http://schemas.openxmlformats.org/drawingml/2006/main">
            <a:srgbClr val="FFFFFF"/>
          </a:solidFill>
          <a:ln xmlns:a="http://schemas.openxmlformats.org/drawingml/2006/main" w="14288">
            <a:solidFill>
              <a:srgbClr val="231F20"/>
            </a:solidFill>
          </a:ln>
        </p:spPr>
      </p:sp>
      <p:sp>
        <p:nvSpPr>
          <p:cNvPr id="342" name="text-1285">
            <a:extLst xmlns:a="http://schemas.openxmlformats.org/drawingml/2006/main">
              <a:ext uri="{FF2B5EF4-FFF2-40B4-BE49-F238E27FC236}">
                <a16:creationId xmlns:a16="http://schemas.microsoft.com/office/drawing/2014/main" id="{ED7E2CB3-DDD2-47D9-86B3-04B8FDD4D9EF}"/>
              </a:ext>
            </a:extLst>
          </p:cNvPr>
          <p:cNvSpPr>
            <a:spLocks xmlns:a="http://schemas.openxmlformats.org/drawingml/2006/main" noGrp="1"/>
          </p:cNvSpPr>
          <p:nvPr/>
        </p:nvSpPr>
        <p:spPr>
          <a:xfrm xmlns:a="http://schemas.openxmlformats.org/drawingml/2006/main">
            <a:off x="8624983" y="4323207"/>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0</a:t>
            </a:r>
          </a:p>
        </p:txBody>
      </p:sp>
      <p:sp>
        <p:nvSpPr>
          <p:cNvPr id="343" name="text-1286">
            <a:extLst xmlns:a="http://schemas.openxmlformats.org/drawingml/2006/main">
              <a:ext uri="{FF2B5EF4-FFF2-40B4-BE49-F238E27FC236}">
                <a16:creationId xmlns:a16="http://schemas.microsoft.com/office/drawing/2014/main" id="{FA3B8095-E91E-4746-BA2B-CB7D8F6D1F91}"/>
              </a:ext>
            </a:extLst>
          </p:cNvPr>
          <p:cNvSpPr>
            <a:spLocks xmlns:a="http://schemas.openxmlformats.org/drawingml/2006/main" noGrp="1"/>
          </p:cNvSpPr>
          <p:nvPr/>
        </p:nvSpPr>
        <p:spPr>
          <a:xfrm xmlns:a="http://schemas.openxmlformats.org/drawingml/2006/main">
            <a:off x="8624983" y="5057394"/>
            <a:ext cx="127540" cy="1253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Arial"/>
                <a:ea typeface="Arial"/>
                <a:cs typeface="Arial"/>
              </a:defRPr>
            </a:defPPr>
            <a:lvl1pPr algn="l">
              <a:defRPr sz="825" b="0">
                <a:solidFill>
                  <a:srgbClr val="231F20"/>
                </a:solidFill>
                <a:latin typeface="Arial"/>
                <a:ea typeface="Arial"/>
                <a:cs typeface="Arial"/>
              </a:defRPr>
            </a:lvl1pPr>
            <a:lvl2pPr algn="l">
              <a:defRPr sz="825" b="0">
                <a:solidFill>
                  <a:srgbClr val="231F20"/>
                </a:solidFill>
                <a:latin typeface="Arial"/>
                <a:ea typeface="Arial"/>
                <a:cs typeface="Arial"/>
              </a:defRPr>
            </a:lvl2pPr>
            <a:lvl3pPr algn="l">
              <a:defRPr sz="825" b="0">
                <a:solidFill>
                  <a:srgbClr val="231F20"/>
                </a:solidFill>
                <a:latin typeface="Arial"/>
                <a:ea typeface="Arial"/>
                <a:cs typeface="Arial"/>
              </a:defRPr>
            </a:lvl3pPr>
            <a:lvl4pPr algn="l">
              <a:defRPr sz="825" b="0">
                <a:solidFill>
                  <a:srgbClr val="231F20"/>
                </a:solidFill>
                <a:latin typeface="Arial"/>
                <a:ea typeface="Arial"/>
                <a:cs typeface="Arial"/>
              </a:defRPr>
            </a:lvl4pPr>
            <a:lvl5pPr algn="l">
              <a:defRPr sz="825" b="0">
                <a:solidFill>
                  <a:srgbClr val="231F20"/>
                </a:solidFill>
                <a:latin typeface="Arial"/>
                <a:ea typeface="Arial"/>
                <a:cs typeface="Arial"/>
              </a:defRPr>
            </a:lvl5pPr>
            <a:lvl6pPr algn="l">
              <a:defRPr sz="825" b="0">
                <a:solidFill>
                  <a:srgbClr val="231F20"/>
                </a:solidFill>
                <a:latin typeface="Arial"/>
                <a:ea typeface="Arial"/>
                <a:cs typeface="Arial"/>
              </a:defRPr>
            </a:lvl6pPr>
            <a:lvl7pPr algn="l">
              <a:defRPr sz="825" b="0">
                <a:solidFill>
                  <a:srgbClr val="231F20"/>
                </a:solidFill>
                <a:latin typeface="Arial"/>
                <a:ea typeface="Arial"/>
                <a:cs typeface="Arial"/>
              </a:defRPr>
            </a:lvl7pPr>
            <a:lvl8pPr algn="l">
              <a:defRPr sz="825" b="0">
                <a:solidFill>
                  <a:srgbClr val="231F20"/>
                </a:solidFill>
                <a:latin typeface="Arial"/>
                <a:ea typeface="Arial"/>
                <a:cs typeface="Arial"/>
              </a:defRPr>
            </a:lvl8pPr>
            <a:lvl9pPr algn="l">
              <a:defRPr sz="825" b="0">
                <a:solidFill>
                  <a:srgbClr val="231F20"/>
                </a:solidFill>
                <a:latin typeface="Arial"/>
                <a:ea typeface="Arial"/>
                <a:cs typeface="Arial"/>
              </a:defRPr>
            </a:lvl9pPr>
          </a:lstStyle>
          <a:p xmlns:a="http://schemas.openxmlformats.org/drawingml/2006/main">
            <a:pPr algn="l">
              <a:defRPr sz="825" b="0">
                <a:solidFill>
                  <a:srgbClr val="231F20"/>
                </a:solidFill>
                <a:latin typeface="Arial"/>
                <a:ea typeface="Arial"/>
                <a:cs typeface="Arial"/>
              </a:defRPr>
            </a:pPr>
            <a:r>
              <a:rPr sz="825" b="0">
                <a:solidFill>
                  <a:srgbClr val="231F20"/>
                </a:solidFill>
                <a:latin typeface="Arial"/>
                <a:ea typeface="Arial"/>
                <a:cs typeface="Arial"/>
              </a:rPr>
              <a:t>1</a:t>
            </a:r>
          </a:p>
        </p:txBody>
      </p:sp>
      <p:sp>
        <p:nvSpPr>
          <p:cNvPr id="344" name="text-1287">
            <a:extLst xmlns:a="http://schemas.openxmlformats.org/drawingml/2006/main">
              <a:ext uri="{FF2B5EF4-FFF2-40B4-BE49-F238E27FC236}">
                <a16:creationId xmlns:a16="http://schemas.microsoft.com/office/drawing/2014/main" id="{441E0A31-5597-42B7-B400-9583C131DD99}"/>
              </a:ext>
            </a:extLst>
          </p:cNvPr>
          <p:cNvSpPr>
            <a:spLocks xmlns:a="http://schemas.openxmlformats.org/drawingml/2006/main" noGrp="1"/>
          </p:cNvSpPr>
          <p:nvPr/>
        </p:nvSpPr>
        <p:spPr>
          <a:xfrm xmlns:a="http://schemas.openxmlformats.org/drawingml/2006/main">
            <a:off x="8624983" y="4645533"/>
            <a:ext cx="147161"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25" b="0">
                <a:solidFill>
                  <a:srgbClr val="231F20"/>
                </a:solidFill>
                <a:latin typeface="Yu Gothic"/>
                <a:ea typeface="Yu Gothic"/>
                <a:cs typeface="Yu Gothic"/>
              </a:defRPr>
            </a:defPPr>
            <a:lvl1pPr algn="l">
              <a:defRPr sz="825" b="0">
                <a:solidFill>
                  <a:srgbClr val="231F20"/>
                </a:solidFill>
                <a:latin typeface="Yu Gothic"/>
                <a:ea typeface="Yu Gothic"/>
                <a:cs typeface="Yu Gothic"/>
              </a:defRPr>
            </a:lvl1pPr>
            <a:lvl2pPr algn="l">
              <a:defRPr sz="825" b="0">
                <a:solidFill>
                  <a:srgbClr val="231F20"/>
                </a:solidFill>
                <a:latin typeface="Yu Gothic"/>
                <a:ea typeface="Yu Gothic"/>
                <a:cs typeface="Yu Gothic"/>
              </a:defRPr>
            </a:lvl2pPr>
            <a:lvl3pPr algn="l">
              <a:defRPr sz="825" b="0">
                <a:solidFill>
                  <a:srgbClr val="231F20"/>
                </a:solidFill>
                <a:latin typeface="Yu Gothic"/>
                <a:ea typeface="Yu Gothic"/>
                <a:cs typeface="Yu Gothic"/>
              </a:defRPr>
            </a:lvl3pPr>
            <a:lvl4pPr algn="l">
              <a:defRPr sz="825" b="0">
                <a:solidFill>
                  <a:srgbClr val="231F20"/>
                </a:solidFill>
                <a:latin typeface="Yu Gothic"/>
                <a:ea typeface="Yu Gothic"/>
                <a:cs typeface="Yu Gothic"/>
              </a:defRPr>
            </a:lvl4pPr>
            <a:lvl5pPr algn="l">
              <a:defRPr sz="825" b="0">
                <a:solidFill>
                  <a:srgbClr val="231F20"/>
                </a:solidFill>
                <a:latin typeface="Yu Gothic"/>
                <a:ea typeface="Yu Gothic"/>
                <a:cs typeface="Yu Gothic"/>
              </a:defRPr>
            </a:lvl5pPr>
            <a:lvl6pPr algn="l">
              <a:defRPr sz="825" b="0">
                <a:solidFill>
                  <a:srgbClr val="231F20"/>
                </a:solidFill>
                <a:latin typeface="Yu Gothic"/>
                <a:ea typeface="Yu Gothic"/>
                <a:cs typeface="Yu Gothic"/>
              </a:defRPr>
            </a:lvl6pPr>
            <a:lvl7pPr algn="l">
              <a:defRPr sz="825" b="0">
                <a:solidFill>
                  <a:srgbClr val="231F20"/>
                </a:solidFill>
                <a:latin typeface="Yu Gothic"/>
                <a:ea typeface="Yu Gothic"/>
                <a:cs typeface="Yu Gothic"/>
              </a:defRPr>
            </a:lvl7pPr>
            <a:lvl8pPr algn="l">
              <a:defRPr sz="825" b="0">
                <a:solidFill>
                  <a:srgbClr val="231F20"/>
                </a:solidFill>
                <a:latin typeface="Yu Gothic"/>
                <a:ea typeface="Yu Gothic"/>
                <a:cs typeface="Yu Gothic"/>
              </a:defRPr>
            </a:lvl8pPr>
            <a:lvl9pPr algn="l">
              <a:defRPr sz="825" b="0">
                <a:solidFill>
                  <a:srgbClr val="231F20"/>
                </a:solidFill>
                <a:latin typeface="Yu Gothic"/>
                <a:ea typeface="Yu Gothic"/>
                <a:cs typeface="Yu Gothic"/>
              </a:defRPr>
            </a:lvl9pPr>
          </a:lstStyle>
          <a:p xmlns:a="http://schemas.openxmlformats.org/drawingml/2006/main">
            <a:pPr algn="l">
              <a:defRPr sz="825" b="0">
                <a:solidFill>
                  <a:srgbClr val="231F20"/>
                </a:solidFill>
                <a:latin typeface="Yu Gothic"/>
                <a:ea typeface="Yu Gothic"/>
                <a:cs typeface="Yu Gothic"/>
              </a:defRPr>
            </a:pPr>
            <a:r>
              <a:rPr sz="825" b="0">
                <a:solidFill>
                  <a:srgbClr val="231F20"/>
                </a:solidFill>
                <a:latin typeface="Yu Gothic"/>
                <a:ea typeface="Yu Gothic"/>
                <a:cs typeface="Yu Gothic"/>
              </a:rPr>
              <a:t>…</a:t>
            </a:r>
          </a:p>
        </p:txBody>
      </p:sp>
      <p:sp>
        <p:nvSpPr>
          <p:cNvPr id="345" name="text-1288">
            <a:extLst xmlns:a="http://schemas.openxmlformats.org/drawingml/2006/main">
              <a:ext uri="{FF2B5EF4-FFF2-40B4-BE49-F238E27FC236}">
                <a16:creationId xmlns:a16="http://schemas.microsoft.com/office/drawing/2014/main" id="{E0771F01-B983-485A-A504-B5066B77107D}"/>
              </a:ext>
            </a:extLst>
          </p:cNvPr>
          <p:cNvSpPr>
            <a:spLocks xmlns:a="http://schemas.openxmlformats.org/drawingml/2006/main" noGrp="1"/>
          </p:cNvSpPr>
          <p:nvPr/>
        </p:nvSpPr>
        <p:spPr>
          <a:xfrm xmlns:a="http://schemas.openxmlformats.org/drawingml/2006/main">
            <a:off x="8311039" y="5334952"/>
            <a:ext cx="794671"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231F20"/>
                </a:solidFill>
                <a:latin typeface="Arial"/>
                <a:ea typeface="Arial"/>
                <a:cs typeface="Arial"/>
              </a:defRPr>
            </a:defPPr>
            <a:lvl1pPr algn="l">
              <a:defRPr sz="900" b="0">
                <a:solidFill>
                  <a:srgbClr val="231F20"/>
                </a:solidFill>
                <a:latin typeface="Arial"/>
                <a:ea typeface="Arial"/>
                <a:cs typeface="Arial"/>
              </a:defRPr>
            </a:lvl1pPr>
            <a:lvl2pPr algn="l">
              <a:defRPr sz="900" b="0">
                <a:solidFill>
                  <a:srgbClr val="231F20"/>
                </a:solidFill>
                <a:latin typeface="Arial"/>
                <a:ea typeface="Arial"/>
                <a:cs typeface="Arial"/>
              </a:defRPr>
            </a:lvl2pPr>
            <a:lvl3pPr algn="l">
              <a:defRPr sz="900" b="0">
                <a:solidFill>
                  <a:srgbClr val="231F20"/>
                </a:solidFill>
                <a:latin typeface="Arial"/>
                <a:ea typeface="Arial"/>
                <a:cs typeface="Arial"/>
              </a:defRPr>
            </a:lvl3pPr>
            <a:lvl4pPr algn="l">
              <a:defRPr sz="900" b="0">
                <a:solidFill>
                  <a:srgbClr val="231F20"/>
                </a:solidFill>
                <a:latin typeface="Arial"/>
                <a:ea typeface="Arial"/>
                <a:cs typeface="Arial"/>
              </a:defRPr>
            </a:lvl4pPr>
            <a:lvl5pPr algn="l">
              <a:defRPr sz="900" b="0">
                <a:solidFill>
                  <a:srgbClr val="231F20"/>
                </a:solidFill>
                <a:latin typeface="Arial"/>
                <a:ea typeface="Arial"/>
                <a:cs typeface="Arial"/>
              </a:defRPr>
            </a:lvl5pPr>
            <a:lvl6pPr algn="l">
              <a:defRPr sz="900" b="0">
                <a:solidFill>
                  <a:srgbClr val="231F20"/>
                </a:solidFill>
                <a:latin typeface="Arial"/>
                <a:ea typeface="Arial"/>
                <a:cs typeface="Arial"/>
              </a:defRPr>
            </a:lvl6pPr>
            <a:lvl7pPr algn="l">
              <a:defRPr sz="900" b="0">
                <a:solidFill>
                  <a:srgbClr val="231F20"/>
                </a:solidFill>
                <a:latin typeface="Arial"/>
                <a:ea typeface="Arial"/>
                <a:cs typeface="Arial"/>
              </a:defRPr>
            </a:lvl7pPr>
            <a:lvl8pPr algn="l">
              <a:defRPr sz="900" b="0">
                <a:solidFill>
                  <a:srgbClr val="231F20"/>
                </a:solidFill>
                <a:latin typeface="Arial"/>
                <a:ea typeface="Arial"/>
                <a:cs typeface="Arial"/>
              </a:defRPr>
            </a:lvl8pPr>
            <a:lvl9pPr algn="l">
              <a:defRPr sz="900" b="0">
                <a:solidFill>
                  <a:srgbClr val="231F20"/>
                </a:solidFill>
                <a:latin typeface="Arial"/>
                <a:ea typeface="Arial"/>
                <a:cs typeface="Arial"/>
              </a:defRPr>
            </a:lvl9pPr>
          </a:lstStyle>
          <a:p xmlns:a="http://schemas.openxmlformats.org/drawingml/2006/main">
            <a:pPr algn="l">
              <a:defRPr sz="900" b="0">
                <a:solidFill>
                  <a:srgbClr val="231F20"/>
                </a:solidFill>
                <a:latin typeface="Arial"/>
                <a:ea typeface="Arial"/>
                <a:cs typeface="Arial"/>
              </a:defRPr>
            </a:pPr>
            <a:r>
              <a:rPr sz="900" b="0">
                <a:solidFill>
                  <a:srgbClr val="231F20"/>
                </a:solidFill>
                <a:latin typeface="Arial"/>
                <a:ea typeface="Arial"/>
                <a:cs typeface="Arial"/>
              </a:rPr>
              <a:t>resultmuxW</a:t>
            </a:r>
          </a:p>
        </p:txBody>
      </p:sp>
      <p:sp>
        <p:nvSpPr>
          <p:cNvPr id="346" name="wire-1289">
            <a:extLst xmlns:a="http://schemas.openxmlformats.org/drawingml/2006/main">
              <a:ext uri="{FF2B5EF4-FFF2-40B4-BE49-F238E27FC236}">
                <a16:creationId xmlns:a16="http://schemas.microsoft.com/office/drawing/2014/main" id="{280BFC3E-2700-493C-8E64-926D8FF751DF}"/>
              </a:ext>
            </a:extLst>
          </p:cNvPr>
          <p:cNvSpPr>
            <a:spLocks xmlns:a="http://schemas.openxmlformats.org/drawingml/2006/main" noGrp="1"/>
          </p:cNvSpPr>
          <p:nvPr/>
        </p:nvSpPr>
        <p:spPr>
          <a:xfrm xmlns:a="http://schemas.openxmlformats.org/drawingml/2006/main">
            <a:off x="8781955" y="4752975"/>
            <a:ext cx="245269" cy="9525"/>
          </a:xfrm>
          <a:custGeom xmlns:a="http://schemas.openxmlformats.org/drawingml/2006/main">
            <a:pathLst>
              <a:path w="245269" h="9525">
                <a:moveTo>
                  <a:pt x="0" y="0"/>
                </a:moveTo>
                <a:lnTo>
                  <a:pt x="245269" y="0"/>
                </a:lnTo>
              </a:path>
            </a:pathLst>
          </a:custGeom>
          <a:noFill xmlns:a="http://schemas.openxmlformats.org/drawingml/2006/main"/>
          <a:ln xmlns:a="http://schemas.openxmlformats.org/drawingml/2006/main" w="19050">
            <a:solidFill>
              <a:srgbClr val="1572C3"/>
            </a:solidFill>
          </a:ln>
        </p:spPr>
      </p:sp>
      <p:sp>
        <p:nvSpPr>
          <p:cNvPr id="347" name="wire-1290">
            <a:extLst xmlns:a="http://schemas.openxmlformats.org/drawingml/2006/main">
              <a:ext uri="{FF2B5EF4-FFF2-40B4-BE49-F238E27FC236}">
                <a16:creationId xmlns:a16="http://schemas.microsoft.com/office/drawing/2014/main" id="{73B9B24B-721E-47E1-B513-5C730E5555ED}"/>
              </a:ext>
            </a:extLst>
          </p:cNvPr>
          <p:cNvSpPr>
            <a:spLocks xmlns:a="http://schemas.openxmlformats.org/drawingml/2006/main" noGrp="1"/>
          </p:cNvSpPr>
          <p:nvPr/>
        </p:nvSpPr>
        <p:spPr>
          <a:xfrm xmlns:a="http://schemas.openxmlformats.org/drawingml/2006/main">
            <a:off x="9027224" y="4752975"/>
            <a:ext cx="9525" cy="1199769"/>
          </a:xfrm>
          <a:custGeom xmlns:a="http://schemas.openxmlformats.org/drawingml/2006/main">
            <a:pathLst>
              <a:path w="9525" h="1199769">
                <a:moveTo>
                  <a:pt x="0" y="0"/>
                </a:moveTo>
                <a:lnTo>
                  <a:pt x="0" y="1199769"/>
                </a:lnTo>
              </a:path>
            </a:pathLst>
          </a:custGeom>
          <a:noFill xmlns:a="http://schemas.openxmlformats.org/drawingml/2006/main"/>
          <a:ln xmlns:a="http://schemas.openxmlformats.org/drawingml/2006/main" w="19050">
            <a:solidFill>
              <a:srgbClr val="1572C3"/>
            </a:solidFill>
          </a:ln>
        </p:spPr>
      </p:sp>
      <p:sp>
        <p:nvSpPr>
          <p:cNvPr id="348" name="wire-1291">
            <a:extLst xmlns:a="http://schemas.openxmlformats.org/drawingml/2006/main">
              <a:ext uri="{FF2B5EF4-FFF2-40B4-BE49-F238E27FC236}">
                <a16:creationId xmlns:a16="http://schemas.microsoft.com/office/drawing/2014/main" id="{87162B53-CDA8-4A83-AEF8-26435B551972}"/>
              </a:ext>
            </a:extLst>
          </p:cNvPr>
          <p:cNvSpPr>
            <a:spLocks xmlns:a="http://schemas.openxmlformats.org/drawingml/2006/main" noGrp="1"/>
          </p:cNvSpPr>
          <p:nvPr/>
        </p:nvSpPr>
        <p:spPr>
          <a:xfrm xmlns:a="http://schemas.openxmlformats.org/drawingml/2006/main">
            <a:off x="2552129" y="5952744"/>
            <a:ext cx="6475095" cy="9525"/>
          </a:xfrm>
          <a:custGeom xmlns:a="http://schemas.openxmlformats.org/drawingml/2006/main">
            <a:pathLst>
              <a:path w="6475095" h="9525">
                <a:moveTo>
                  <a:pt x="6475095" y="0"/>
                </a:moveTo>
                <a:lnTo>
                  <a:pt x="0" y="0"/>
                </a:lnTo>
              </a:path>
            </a:pathLst>
          </a:custGeom>
          <a:noFill xmlns:a="http://schemas.openxmlformats.org/drawingml/2006/main"/>
          <a:ln xmlns:a="http://schemas.openxmlformats.org/drawingml/2006/main" w="19050">
            <a:solidFill>
              <a:srgbClr val="1572C3"/>
            </a:solidFill>
          </a:ln>
        </p:spPr>
      </p:sp>
      <p:sp>
        <p:nvSpPr>
          <p:cNvPr id="349" name="wire-1292">
            <a:extLst xmlns:a="http://schemas.openxmlformats.org/drawingml/2006/main">
              <a:ext uri="{FF2B5EF4-FFF2-40B4-BE49-F238E27FC236}">
                <a16:creationId xmlns:a16="http://schemas.microsoft.com/office/drawing/2014/main" id="{95ED4F32-B454-4FA9-AA8A-0A895FA492D0}"/>
              </a:ext>
            </a:extLst>
          </p:cNvPr>
          <p:cNvSpPr>
            <a:spLocks xmlns:a="http://schemas.openxmlformats.org/drawingml/2006/main" noGrp="1"/>
          </p:cNvSpPr>
          <p:nvPr/>
        </p:nvSpPr>
        <p:spPr>
          <a:xfrm xmlns:a="http://schemas.openxmlformats.org/drawingml/2006/main">
            <a:off x="2552129" y="5200650"/>
            <a:ext cx="9525" cy="752094"/>
          </a:xfrm>
          <a:custGeom xmlns:a="http://schemas.openxmlformats.org/drawingml/2006/main">
            <a:pathLst>
              <a:path w="9525" h="752094">
                <a:moveTo>
                  <a:pt x="0" y="752094"/>
                </a:moveTo>
                <a:lnTo>
                  <a:pt x="0" y="0"/>
                </a:lnTo>
              </a:path>
            </a:pathLst>
          </a:custGeom>
          <a:noFill xmlns:a="http://schemas.openxmlformats.org/drawingml/2006/main"/>
          <a:ln xmlns:a="http://schemas.openxmlformats.org/drawingml/2006/main" w="19050">
            <a:solidFill>
              <a:srgbClr val="1572C3"/>
            </a:solidFill>
          </a:ln>
        </p:spPr>
      </p:sp>
      <p:sp>
        <p:nvSpPr>
          <p:cNvPr id="350" name="wire-1293">
            <a:extLst xmlns:a="http://schemas.openxmlformats.org/drawingml/2006/main">
              <a:ext uri="{FF2B5EF4-FFF2-40B4-BE49-F238E27FC236}">
                <a16:creationId xmlns:a16="http://schemas.microsoft.com/office/drawing/2014/main" id="{E5CFAE5A-A2EE-42C8-90F0-974F275C8B30}"/>
              </a:ext>
            </a:extLst>
          </p:cNvPr>
          <p:cNvSpPr>
            <a:spLocks xmlns:a="http://schemas.openxmlformats.org/drawingml/2006/main" noGrp="1"/>
          </p:cNvSpPr>
          <p:nvPr/>
        </p:nvSpPr>
        <p:spPr>
          <a:xfrm xmlns:a="http://schemas.openxmlformats.org/drawingml/2006/main">
            <a:off x="2552129" y="5200650"/>
            <a:ext cx="58865" cy="9525"/>
          </a:xfrm>
          <a:custGeom xmlns:a="http://schemas.openxmlformats.org/drawingml/2006/main">
            <a:pathLst>
              <a:path w="58865" h="9525">
                <a:moveTo>
                  <a:pt x="0" y="0"/>
                </a:moveTo>
                <a:lnTo>
                  <a:pt x="58865" y="0"/>
                </a:lnTo>
              </a:path>
            </a:pathLst>
          </a:custGeom>
          <a:noFill xmlns:a="http://schemas.openxmlformats.org/drawingml/2006/main"/>
          <a:ln xmlns:a="http://schemas.openxmlformats.org/drawingml/2006/main" w="19050">
            <a:solidFill>
              <a:srgbClr val="1572C3"/>
            </a:solidFill>
          </a:ln>
        </p:spPr>
      </p:sp>
      <p:sp>
        <p:nvSpPr>
          <p:cNvPr id="351" name="circuit-1294">
            <a:extLst xmlns:a="http://schemas.openxmlformats.org/drawingml/2006/main">
              <a:ext uri="{FF2B5EF4-FFF2-40B4-BE49-F238E27FC236}">
                <a16:creationId xmlns:a16="http://schemas.microsoft.com/office/drawing/2014/main" id="{204DAE61-EBB6-4E64-9627-864957850335}"/>
              </a:ext>
            </a:extLst>
          </p:cNvPr>
          <p:cNvSpPr>
            <a:spLocks xmlns:a="http://schemas.openxmlformats.org/drawingml/2006/main" noGrp="1"/>
          </p:cNvSpPr>
          <p:nvPr/>
        </p:nvSpPr>
        <p:spPr>
          <a:xfrm xmlns:a="http://schemas.openxmlformats.org/drawingml/2006/main">
            <a:off x="2561939" y="5181848"/>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352" name="text-1295">
            <a:extLst xmlns:a="http://schemas.openxmlformats.org/drawingml/2006/main">
              <a:ext uri="{FF2B5EF4-FFF2-40B4-BE49-F238E27FC236}">
                <a16:creationId xmlns:a16="http://schemas.microsoft.com/office/drawing/2014/main" id="{42554168-C920-4E7A-B2C0-FAA97E010A08}"/>
              </a:ext>
            </a:extLst>
          </p:cNvPr>
          <p:cNvSpPr>
            <a:spLocks xmlns:a="http://schemas.openxmlformats.org/drawingml/2006/main" noGrp="1"/>
          </p:cNvSpPr>
          <p:nvPr/>
        </p:nvSpPr>
        <p:spPr>
          <a:xfrm xmlns:a="http://schemas.openxmlformats.org/drawingml/2006/main">
            <a:off x="8154067" y="5764721"/>
            <a:ext cx="863346" cy="161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00" b="0">
                <a:solidFill>
                  <a:srgbClr val="1572C3"/>
                </a:solidFill>
                <a:latin typeface="Arial"/>
                <a:ea typeface="Arial"/>
                <a:cs typeface="Arial"/>
              </a:defRPr>
            </a:defPPr>
            <a:lvl1pPr algn="l">
              <a:defRPr sz="900" b="0">
                <a:solidFill>
                  <a:srgbClr val="1572C3"/>
                </a:solidFill>
                <a:latin typeface="Arial"/>
                <a:ea typeface="Arial"/>
                <a:cs typeface="Arial"/>
              </a:defRPr>
            </a:lvl1pPr>
            <a:lvl2pPr algn="l">
              <a:defRPr sz="900" b="0">
                <a:solidFill>
                  <a:srgbClr val="1572C3"/>
                </a:solidFill>
                <a:latin typeface="Arial"/>
                <a:ea typeface="Arial"/>
                <a:cs typeface="Arial"/>
              </a:defRPr>
            </a:lvl2pPr>
            <a:lvl3pPr algn="l">
              <a:defRPr sz="900" b="0">
                <a:solidFill>
                  <a:srgbClr val="1572C3"/>
                </a:solidFill>
                <a:latin typeface="Arial"/>
                <a:ea typeface="Arial"/>
                <a:cs typeface="Arial"/>
              </a:defRPr>
            </a:lvl3pPr>
            <a:lvl4pPr algn="l">
              <a:defRPr sz="900" b="0">
                <a:solidFill>
                  <a:srgbClr val="1572C3"/>
                </a:solidFill>
                <a:latin typeface="Arial"/>
                <a:ea typeface="Arial"/>
                <a:cs typeface="Arial"/>
              </a:defRPr>
            </a:lvl4pPr>
            <a:lvl5pPr algn="l">
              <a:defRPr sz="900" b="0">
                <a:solidFill>
                  <a:srgbClr val="1572C3"/>
                </a:solidFill>
                <a:latin typeface="Arial"/>
                <a:ea typeface="Arial"/>
                <a:cs typeface="Arial"/>
              </a:defRPr>
            </a:lvl5pPr>
            <a:lvl6pPr algn="l">
              <a:defRPr sz="900" b="0">
                <a:solidFill>
                  <a:srgbClr val="1572C3"/>
                </a:solidFill>
                <a:latin typeface="Arial"/>
                <a:ea typeface="Arial"/>
                <a:cs typeface="Arial"/>
              </a:defRPr>
            </a:lvl6pPr>
            <a:lvl7pPr algn="l">
              <a:defRPr sz="900" b="0">
                <a:solidFill>
                  <a:srgbClr val="1572C3"/>
                </a:solidFill>
                <a:latin typeface="Arial"/>
                <a:ea typeface="Arial"/>
                <a:cs typeface="Arial"/>
              </a:defRPr>
            </a:lvl7pPr>
            <a:lvl8pPr algn="l">
              <a:defRPr sz="900" b="0">
                <a:solidFill>
                  <a:srgbClr val="1572C3"/>
                </a:solidFill>
                <a:latin typeface="Arial"/>
                <a:ea typeface="Arial"/>
                <a:cs typeface="Arial"/>
              </a:defRPr>
            </a:lvl8pPr>
            <a:lvl9pPr algn="l">
              <a:defRPr sz="900" b="0">
                <a:solidFill>
                  <a:srgbClr val="1572C3"/>
                </a:solidFill>
                <a:latin typeface="Arial"/>
                <a:ea typeface="Arial"/>
                <a:cs typeface="Arial"/>
              </a:defRPr>
            </a:lvl9pPr>
          </a:lstStyle>
          <a:p xmlns:a="http://schemas.openxmlformats.org/drawingml/2006/main">
            <a:pPr algn="l">
              <a:defRPr sz="900" b="0">
                <a:solidFill>
                  <a:srgbClr val="1572C3"/>
                </a:solidFill>
                <a:latin typeface="Arial"/>
                <a:ea typeface="Arial"/>
                <a:cs typeface="Arial"/>
              </a:defRPr>
            </a:pPr>
            <a:r>
              <a:rPr sz="900" b="0">
                <a:solidFill>
                  <a:srgbClr val="1572C3"/>
                </a:solidFill>
                <a:latin typeface="Arial"/>
                <a:ea typeface="Arial"/>
                <a:cs typeface="Arial"/>
              </a:rPr>
              <a:t>ResultW</a:t>
            </a:r>
          </a:p>
        </p:txBody>
      </p:sp>
      <p:sp>
        <p:nvSpPr>
          <p:cNvPr id="353" name="wire-1296">
            <a:extLst xmlns:a="http://schemas.openxmlformats.org/drawingml/2006/main">
              <a:ext uri="{FF2B5EF4-FFF2-40B4-BE49-F238E27FC236}">
                <a16:creationId xmlns:a16="http://schemas.microsoft.com/office/drawing/2014/main" id="{3E86B9D4-9B89-42D7-9958-032D1D227D2D}"/>
              </a:ext>
            </a:extLst>
          </p:cNvPr>
          <p:cNvSpPr>
            <a:spLocks xmlns:a="http://schemas.openxmlformats.org/drawingml/2006/main" noGrp="1"/>
          </p:cNvSpPr>
          <p:nvPr/>
        </p:nvSpPr>
        <p:spPr>
          <a:xfrm xmlns:a="http://schemas.openxmlformats.org/drawingml/2006/main">
            <a:off x="4013930" y="5146929"/>
            <a:ext cx="9525" cy="805815"/>
          </a:xfrm>
          <a:custGeom xmlns:a="http://schemas.openxmlformats.org/drawingml/2006/main">
            <a:pathLst>
              <a:path w="9525" h="805815">
                <a:moveTo>
                  <a:pt x="0" y="805815"/>
                </a:moveTo>
                <a:lnTo>
                  <a:pt x="0" y="0"/>
                </a:lnTo>
              </a:path>
            </a:pathLst>
          </a:custGeom>
          <a:noFill xmlns:a="http://schemas.openxmlformats.org/drawingml/2006/main"/>
          <a:ln xmlns:a="http://schemas.openxmlformats.org/drawingml/2006/main" w="11430">
            <a:solidFill>
              <a:srgbClr val="231F20"/>
            </a:solidFill>
          </a:ln>
        </p:spPr>
      </p:sp>
      <p:sp>
        <p:nvSpPr>
          <p:cNvPr id="354" name="wire-1297">
            <a:extLst xmlns:a="http://schemas.openxmlformats.org/drawingml/2006/main">
              <a:ext uri="{FF2B5EF4-FFF2-40B4-BE49-F238E27FC236}">
                <a16:creationId xmlns:a16="http://schemas.microsoft.com/office/drawing/2014/main" id="{FDB37469-4381-46B6-9F68-D8B90CF61095}"/>
              </a:ext>
            </a:extLst>
          </p:cNvPr>
          <p:cNvSpPr>
            <a:spLocks xmlns:a="http://schemas.openxmlformats.org/drawingml/2006/main" noGrp="1"/>
          </p:cNvSpPr>
          <p:nvPr/>
        </p:nvSpPr>
        <p:spPr>
          <a:xfrm xmlns:a="http://schemas.openxmlformats.org/drawingml/2006/main">
            <a:off x="4013930" y="5146929"/>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1430">
            <a:solidFill>
              <a:srgbClr val="231F20"/>
            </a:solidFill>
          </a:ln>
        </p:spPr>
      </p:sp>
      <p:sp>
        <p:nvSpPr>
          <p:cNvPr id="355" name="circuit-1298">
            <a:extLst xmlns:a="http://schemas.openxmlformats.org/drawingml/2006/main">
              <a:ext uri="{FF2B5EF4-FFF2-40B4-BE49-F238E27FC236}">
                <a16:creationId xmlns:a16="http://schemas.microsoft.com/office/drawing/2014/main" id="{7861E1F3-AB97-4781-992F-4D90B6BE12E2}"/>
              </a:ext>
            </a:extLst>
          </p:cNvPr>
          <p:cNvSpPr>
            <a:spLocks xmlns:a="http://schemas.openxmlformats.org/drawingml/2006/main" noGrp="1"/>
          </p:cNvSpPr>
          <p:nvPr/>
        </p:nvSpPr>
        <p:spPr>
          <a:xfrm xmlns:a="http://schemas.openxmlformats.org/drawingml/2006/main">
            <a:off x="4092416" y="5128127"/>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56" name="">
            <a:extLst xmlns:a="http://schemas.openxmlformats.org/drawingml/2006/main">
              <a:ext uri="{FF2B5EF4-FFF2-40B4-BE49-F238E27FC236}">
                <a16:creationId xmlns:a16="http://schemas.microsoft.com/office/drawing/2014/main" id="{3E57C5ED-3692-4703-976C-E2B5C3C6AF0E}"/>
              </a:ext>
            </a:extLst>
          </p:cNvPr>
          <p:cNvSpPr>
            <a:spLocks xmlns:a="http://schemas.openxmlformats.org/drawingml/2006/main" noGrp="1"/>
          </p:cNvSpPr>
          <p:nvPr/>
        </p:nvSpPr>
        <p:spPr>
          <a:xfrm xmlns:a="http://schemas.openxmlformats.org/drawingml/2006/main">
            <a:off x="3999643" y="5938457"/>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7" name="wire-1299">
            <a:extLst xmlns:a="http://schemas.openxmlformats.org/drawingml/2006/main">
              <a:ext uri="{FF2B5EF4-FFF2-40B4-BE49-F238E27FC236}">
                <a16:creationId xmlns:a16="http://schemas.microsoft.com/office/drawing/2014/main" id="{B6E7E54A-7849-4A53-96A3-0B41087242B8}"/>
              </a:ext>
            </a:extLst>
          </p:cNvPr>
          <p:cNvSpPr>
            <a:spLocks xmlns:a="http://schemas.openxmlformats.org/drawingml/2006/main" noGrp="1"/>
          </p:cNvSpPr>
          <p:nvPr/>
        </p:nvSpPr>
        <p:spPr>
          <a:xfrm xmlns:a="http://schemas.openxmlformats.org/drawingml/2006/main">
            <a:off x="4013930" y="4699254"/>
            <a:ext cx="9525" cy="447675"/>
          </a:xfrm>
          <a:custGeom xmlns:a="http://schemas.openxmlformats.org/drawingml/2006/main">
            <a:pathLst>
              <a:path w="9525" h="447675">
                <a:moveTo>
                  <a:pt x="0" y="447675"/>
                </a:moveTo>
                <a:lnTo>
                  <a:pt x="0" y="0"/>
                </a:lnTo>
              </a:path>
            </a:pathLst>
          </a:custGeom>
          <a:noFill xmlns:a="http://schemas.openxmlformats.org/drawingml/2006/main"/>
          <a:ln xmlns:a="http://schemas.openxmlformats.org/drawingml/2006/main" w="11430">
            <a:solidFill>
              <a:srgbClr val="231F20"/>
            </a:solidFill>
          </a:ln>
        </p:spPr>
      </p:sp>
      <p:sp>
        <p:nvSpPr>
          <p:cNvPr id="358" name="wire-1300">
            <a:extLst xmlns:a="http://schemas.openxmlformats.org/drawingml/2006/main">
              <a:ext uri="{FF2B5EF4-FFF2-40B4-BE49-F238E27FC236}">
                <a16:creationId xmlns:a16="http://schemas.microsoft.com/office/drawing/2014/main" id="{B25BCF55-D20F-4DB1-9222-6A0F94216A42}"/>
              </a:ext>
            </a:extLst>
          </p:cNvPr>
          <p:cNvSpPr>
            <a:spLocks xmlns:a="http://schemas.openxmlformats.org/drawingml/2006/main" noGrp="1"/>
          </p:cNvSpPr>
          <p:nvPr/>
        </p:nvSpPr>
        <p:spPr>
          <a:xfrm xmlns:a="http://schemas.openxmlformats.org/drawingml/2006/main">
            <a:off x="4013930" y="4699254"/>
            <a:ext cx="127540" cy="9525"/>
          </a:xfrm>
          <a:custGeom xmlns:a="http://schemas.openxmlformats.org/drawingml/2006/main">
            <a:pathLst>
              <a:path w="127540" h="9525">
                <a:moveTo>
                  <a:pt x="0" y="0"/>
                </a:moveTo>
                <a:lnTo>
                  <a:pt x="127540" y="0"/>
                </a:lnTo>
              </a:path>
            </a:pathLst>
          </a:custGeom>
          <a:noFill xmlns:a="http://schemas.openxmlformats.org/drawingml/2006/main"/>
          <a:ln xmlns:a="http://schemas.openxmlformats.org/drawingml/2006/main" w="11430">
            <a:solidFill>
              <a:srgbClr val="231F20"/>
            </a:solidFill>
          </a:ln>
        </p:spPr>
      </p:sp>
      <p:sp>
        <p:nvSpPr>
          <p:cNvPr id="359" name="circuit-1301">
            <a:extLst xmlns:a="http://schemas.openxmlformats.org/drawingml/2006/main">
              <a:ext uri="{FF2B5EF4-FFF2-40B4-BE49-F238E27FC236}">
                <a16:creationId xmlns:a16="http://schemas.microsoft.com/office/drawing/2014/main" id="{27CCD0ED-46AB-4E13-AC9E-5E6245017870}"/>
              </a:ext>
            </a:extLst>
          </p:cNvPr>
          <p:cNvSpPr>
            <a:spLocks xmlns:a="http://schemas.openxmlformats.org/drawingml/2006/main" noGrp="1"/>
          </p:cNvSpPr>
          <p:nvPr/>
        </p:nvSpPr>
        <p:spPr>
          <a:xfrm xmlns:a="http://schemas.openxmlformats.org/drawingml/2006/main">
            <a:off x="4092416" y="468045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231F20"/>
          </a:solidFill>
          <a:ln xmlns:a="http://schemas.openxmlformats.org/drawingml/2006/main" w="4763">
            <a:solidFill>
              <a:srgbClr val="231F20"/>
            </a:solidFill>
          </a:ln>
        </p:spPr>
      </p:sp>
      <p:sp>
        <p:nvSpPr>
          <p:cNvPr id="360" name="">
            <a:extLst xmlns:a="http://schemas.openxmlformats.org/drawingml/2006/main">
              <a:ext uri="{FF2B5EF4-FFF2-40B4-BE49-F238E27FC236}">
                <a16:creationId xmlns:a16="http://schemas.microsoft.com/office/drawing/2014/main" id="{8B4ABB7F-29E9-417F-93E5-43CB51ABAD1C}"/>
              </a:ext>
            </a:extLst>
          </p:cNvPr>
          <p:cNvSpPr>
            <a:spLocks xmlns:a="http://schemas.openxmlformats.org/drawingml/2006/main" noGrp="1"/>
          </p:cNvSpPr>
          <p:nvPr/>
        </p:nvSpPr>
        <p:spPr>
          <a:xfrm xmlns:a="http://schemas.openxmlformats.org/drawingml/2006/main">
            <a:off x="3999643" y="5132641"/>
            <a:ext cx="28575" cy="28575"/>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61" name="block-1302">
            <a:extLst xmlns:a="http://schemas.openxmlformats.org/drawingml/2006/main">
              <a:ext uri="{FF2B5EF4-FFF2-40B4-BE49-F238E27FC236}">
                <a16:creationId xmlns:a16="http://schemas.microsoft.com/office/drawing/2014/main" id="{C53C2A72-0CEC-4191-8E4C-84F11F754D44}"/>
              </a:ext>
            </a:extLst>
          </p:cNvPr>
          <p:cNvSpPr>
            <a:spLocks xmlns:a="http://schemas.openxmlformats.org/drawingml/2006/main" noGrp="1"/>
          </p:cNvSpPr>
          <p:nvPr/>
        </p:nvSpPr>
        <p:spPr>
          <a:xfrm xmlns:a="http://schemas.openxmlformats.org/drawingml/2006/main">
            <a:off x="1090327" y="6033326"/>
            <a:ext cx="6808661" cy="205930"/>
          </a:xfrm>
          <a:prstGeom xmlns:a="http://schemas.openxmlformats.org/drawingml/2006/main" prst="rect">
            <a:avLst/>
          </a:prstGeom>
          <a:solidFill xmlns:a="http://schemas.openxmlformats.org/drawingml/2006/main">
            <a:srgbClr val="FFFFFF"/>
          </a:solidFill>
          <a:ln xmlns:a="http://schemas.openxmlformats.org/drawingml/2006/main" w="13335">
            <a:solidFill>
              <a:srgbClr val="231F20"/>
            </a:solidFill>
          </a:ln>
        </p:spPr>
      </p:sp>
      <p:sp>
        <p:nvSpPr>
          <p:cNvPr id="362" name="text-1303">
            <a:extLst xmlns:a="http://schemas.openxmlformats.org/drawingml/2006/main">
              <a:ext uri="{FF2B5EF4-FFF2-40B4-BE49-F238E27FC236}">
                <a16:creationId xmlns:a16="http://schemas.microsoft.com/office/drawing/2014/main" id="{66A093D1-F5DB-48F5-8E9B-8DAF30E5B43D}"/>
              </a:ext>
            </a:extLst>
          </p:cNvPr>
          <p:cNvSpPr>
            <a:spLocks xmlns:a="http://schemas.openxmlformats.org/drawingml/2006/main" noGrp="1"/>
          </p:cNvSpPr>
          <p:nvPr/>
        </p:nvSpPr>
        <p:spPr>
          <a:xfrm xmlns:a="http://schemas.openxmlformats.org/drawingml/2006/main">
            <a:off x="1119759" y="6042279"/>
            <a:ext cx="6749796" cy="18802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231F20"/>
                </a:solidFill>
                <a:latin typeface="Arial"/>
                <a:ea typeface="Arial"/>
                <a:cs typeface="Arial"/>
              </a:defRPr>
            </a:defPPr>
            <a:lvl1pPr algn="ctr">
              <a:defRPr sz="1125" b="1">
                <a:solidFill>
                  <a:srgbClr val="231F20"/>
                </a:solidFill>
                <a:latin typeface="Arial"/>
                <a:ea typeface="Arial"/>
                <a:cs typeface="Arial"/>
              </a:defRPr>
            </a:lvl1pPr>
            <a:lvl2pPr algn="ctr">
              <a:defRPr sz="1125" b="1">
                <a:solidFill>
                  <a:srgbClr val="231F20"/>
                </a:solidFill>
                <a:latin typeface="Arial"/>
                <a:ea typeface="Arial"/>
                <a:cs typeface="Arial"/>
              </a:defRPr>
            </a:lvl2pPr>
            <a:lvl3pPr algn="ctr">
              <a:defRPr sz="1125" b="1">
                <a:solidFill>
                  <a:srgbClr val="231F20"/>
                </a:solidFill>
                <a:latin typeface="Arial"/>
                <a:ea typeface="Arial"/>
                <a:cs typeface="Arial"/>
              </a:defRPr>
            </a:lvl3pPr>
            <a:lvl4pPr algn="ctr">
              <a:defRPr sz="1125" b="1">
                <a:solidFill>
                  <a:srgbClr val="231F20"/>
                </a:solidFill>
                <a:latin typeface="Arial"/>
                <a:ea typeface="Arial"/>
                <a:cs typeface="Arial"/>
              </a:defRPr>
            </a:lvl4pPr>
            <a:lvl5pPr algn="ctr">
              <a:defRPr sz="1125" b="1">
                <a:solidFill>
                  <a:srgbClr val="231F20"/>
                </a:solidFill>
                <a:latin typeface="Arial"/>
                <a:ea typeface="Arial"/>
                <a:cs typeface="Arial"/>
              </a:defRPr>
            </a:lvl5pPr>
            <a:lvl6pPr algn="ctr">
              <a:defRPr sz="1125" b="1">
                <a:solidFill>
                  <a:srgbClr val="231F20"/>
                </a:solidFill>
                <a:latin typeface="Arial"/>
                <a:ea typeface="Arial"/>
                <a:cs typeface="Arial"/>
              </a:defRPr>
            </a:lvl6pPr>
            <a:lvl7pPr algn="ctr">
              <a:defRPr sz="1125" b="1">
                <a:solidFill>
                  <a:srgbClr val="231F20"/>
                </a:solidFill>
                <a:latin typeface="Arial"/>
                <a:ea typeface="Arial"/>
                <a:cs typeface="Arial"/>
              </a:defRPr>
            </a:lvl7pPr>
            <a:lvl8pPr algn="ctr">
              <a:defRPr sz="1125" b="1">
                <a:solidFill>
                  <a:srgbClr val="231F20"/>
                </a:solidFill>
                <a:latin typeface="Arial"/>
                <a:ea typeface="Arial"/>
                <a:cs typeface="Arial"/>
              </a:defRPr>
            </a:lvl8pPr>
            <a:lvl9pPr algn="ctr">
              <a:defRPr sz="1125" b="1">
                <a:solidFill>
                  <a:srgbClr val="231F20"/>
                </a:solidFill>
                <a:latin typeface="Arial"/>
                <a:ea typeface="Arial"/>
                <a:cs typeface="Arial"/>
              </a:defRPr>
            </a:lvl9pPr>
          </a:lstStyle>
          <a:p xmlns:a="http://schemas.openxmlformats.org/drawingml/2006/main">
            <a:pPr algn="ctr">
              <a:defRPr sz="1125" b="1">
                <a:solidFill>
                  <a:srgbClr val="231F20"/>
                </a:solidFill>
                <a:latin typeface="Arial"/>
                <a:ea typeface="Arial"/>
                <a:cs typeface="Arial"/>
              </a:defRPr>
            </a:pPr>
            <a:r>
              <a:rPr sz="1125" b="1">
                <a:solidFill>
                  <a:srgbClr val="231F20"/>
                </a:solidFill>
                <a:latin typeface="Arial"/>
                <a:ea typeface="Arial"/>
                <a:cs typeface="Arial"/>
              </a:rPr>
              <a:t>hazard  (Stall / Flush)</a:t>
            </a:r>
          </a:p>
        </p:txBody>
      </p:sp>
      <p:sp>
        <p:nvSpPr>
          <p:cNvPr id="363" name="wire-1304">
            <a:extLst xmlns:a="http://schemas.openxmlformats.org/drawingml/2006/main">
              <a:ext uri="{FF2B5EF4-FFF2-40B4-BE49-F238E27FC236}">
                <a16:creationId xmlns:a16="http://schemas.microsoft.com/office/drawing/2014/main" id="{51D0BE90-0E5F-4EA3-AC48-4AA7095E5BDD}"/>
              </a:ext>
            </a:extLst>
          </p:cNvPr>
          <p:cNvSpPr>
            <a:spLocks xmlns:a="http://schemas.openxmlformats.org/drawingml/2006/main" noGrp="1"/>
          </p:cNvSpPr>
          <p:nvPr/>
        </p:nvSpPr>
        <p:spPr>
          <a:xfrm xmlns:a="http://schemas.openxmlformats.org/drawingml/2006/main">
            <a:off x="2404967" y="5997512"/>
            <a:ext cx="9525" cy="35814"/>
          </a:xfrm>
          <a:custGeom xmlns:a="http://schemas.openxmlformats.org/drawingml/2006/main">
            <a:pathLst>
              <a:path w="9525" h="35814">
                <a:moveTo>
                  <a:pt x="0" y="35814"/>
                </a:moveTo>
                <a:lnTo>
                  <a:pt x="0" y="0"/>
                </a:lnTo>
              </a:path>
            </a:pathLst>
          </a:custGeom>
          <a:noFill xmlns:a="http://schemas.openxmlformats.org/drawingml/2006/main"/>
          <a:ln xmlns:a="http://schemas.openxmlformats.org/drawingml/2006/main" w="8573">
            <a:solidFill>
              <a:srgbClr val="231F20"/>
            </a:solidFill>
          </a:ln>
        </p:spPr>
      </p:sp>
      <p:sp>
        <p:nvSpPr>
          <p:cNvPr id="364" name="wire-1305">
            <a:extLst xmlns:a="http://schemas.openxmlformats.org/drawingml/2006/main">
              <a:ext uri="{FF2B5EF4-FFF2-40B4-BE49-F238E27FC236}">
                <a16:creationId xmlns:a16="http://schemas.microsoft.com/office/drawing/2014/main" id="{07A32838-9F27-47CF-9B8D-BC21A472AE4C}"/>
              </a:ext>
            </a:extLst>
          </p:cNvPr>
          <p:cNvSpPr>
            <a:spLocks xmlns:a="http://schemas.openxmlformats.org/drawingml/2006/main" noGrp="1"/>
          </p:cNvSpPr>
          <p:nvPr/>
        </p:nvSpPr>
        <p:spPr>
          <a:xfrm xmlns:a="http://schemas.openxmlformats.org/drawingml/2006/main">
            <a:off x="2404967" y="5997512"/>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8573">
            <a:solidFill>
              <a:srgbClr val="231F20"/>
            </a:solidFill>
          </a:ln>
        </p:spPr>
      </p:sp>
      <p:sp>
        <p:nvSpPr>
          <p:cNvPr id="365" name="wire-1306">
            <a:extLst xmlns:a="http://schemas.openxmlformats.org/drawingml/2006/main">
              <a:ext uri="{FF2B5EF4-FFF2-40B4-BE49-F238E27FC236}">
                <a16:creationId xmlns:a16="http://schemas.microsoft.com/office/drawing/2014/main" id="{FDECA1CF-425E-4C44-86CA-CA29EFBBA5CD}"/>
              </a:ext>
            </a:extLst>
          </p:cNvPr>
          <p:cNvSpPr>
            <a:spLocks xmlns:a="http://schemas.openxmlformats.org/drawingml/2006/main" noGrp="1"/>
          </p:cNvSpPr>
          <p:nvPr/>
        </p:nvSpPr>
        <p:spPr>
          <a:xfrm xmlns:a="http://schemas.openxmlformats.org/drawingml/2006/main">
            <a:off x="2404967" y="5845302"/>
            <a:ext cx="9525" cy="152210"/>
          </a:xfrm>
          <a:custGeom xmlns:a="http://schemas.openxmlformats.org/drawingml/2006/main">
            <a:pathLst>
              <a:path w="9525" h="152210">
                <a:moveTo>
                  <a:pt x="0" y="152210"/>
                </a:moveTo>
                <a:lnTo>
                  <a:pt x="0" y="0"/>
                </a:lnTo>
              </a:path>
            </a:pathLst>
          </a:custGeom>
          <a:noFill xmlns:a="http://schemas.openxmlformats.org/drawingml/2006/main"/>
          <a:ln xmlns:a="http://schemas.openxmlformats.org/drawingml/2006/main" w="8573">
            <a:solidFill>
              <a:srgbClr val="231F20"/>
            </a:solidFill>
          </a:ln>
        </p:spPr>
      </p:sp>
      <p:sp>
        <p:nvSpPr>
          <p:cNvPr id="366" name="circuit-1307">
            <a:extLst xmlns:a="http://schemas.openxmlformats.org/drawingml/2006/main">
              <a:ext uri="{FF2B5EF4-FFF2-40B4-BE49-F238E27FC236}">
                <a16:creationId xmlns:a16="http://schemas.microsoft.com/office/drawing/2014/main" id="{C6A9F97A-3482-47E1-AAF9-7849BE1497DA}"/>
              </a:ext>
            </a:extLst>
          </p:cNvPr>
          <p:cNvSpPr>
            <a:spLocks xmlns:a="http://schemas.openxmlformats.org/drawingml/2006/main" noGrp="1"/>
          </p:cNvSpPr>
          <p:nvPr/>
        </p:nvSpPr>
        <p:spPr>
          <a:xfrm xmlns:a="http://schemas.openxmlformats.org/drawingml/2006/main">
            <a:off x="2384365" y="5845302"/>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231F20"/>
          </a:solidFill>
          <a:ln xmlns:a="http://schemas.openxmlformats.org/drawingml/2006/main" w="4763">
            <a:solidFill>
              <a:srgbClr val="231F20"/>
            </a:solidFill>
          </a:ln>
        </p:spPr>
      </p:sp>
      <p:sp>
        <p:nvSpPr>
          <p:cNvPr id="367" name="wire-1308">
            <a:extLst xmlns:a="http://schemas.openxmlformats.org/drawingml/2006/main">
              <a:ext uri="{FF2B5EF4-FFF2-40B4-BE49-F238E27FC236}">
                <a16:creationId xmlns:a16="http://schemas.microsoft.com/office/drawing/2014/main" id="{4C415162-D2F8-42AF-842B-01C270B2BC47}"/>
              </a:ext>
            </a:extLst>
          </p:cNvPr>
          <p:cNvSpPr>
            <a:spLocks xmlns:a="http://schemas.openxmlformats.org/drawingml/2006/main" noGrp="1"/>
          </p:cNvSpPr>
          <p:nvPr/>
        </p:nvSpPr>
        <p:spPr>
          <a:xfrm xmlns:a="http://schemas.openxmlformats.org/drawingml/2006/main">
            <a:off x="3856958" y="5988558"/>
            <a:ext cx="9525" cy="44767"/>
          </a:xfrm>
          <a:custGeom xmlns:a="http://schemas.openxmlformats.org/drawingml/2006/main">
            <a:pathLst>
              <a:path w="9525" h="44767">
                <a:moveTo>
                  <a:pt x="0" y="44767"/>
                </a:moveTo>
                <a:lnTo>
                  <a:pt x="0" y="0"/>
                </a:lnTo>
              </a:path>
            </a:pathLst>
          </a:custGeom>
          <a:noFill xmlns:a="http://schemas.openxmlformats.org/drawingml/2006/main"/>
          <a:ln xmlns:a="http://schemas.openxmlformats.org/drawingml/2006/main" w="8573">
            <a:solidFill>
              <a:srgbClr val="231F20"/>
            </a:solidFill>
          </a:ln>
        </p:spPr>
      </p:sp>
      <p:sp>
        <p:nvSpPr>
          <p:cNvPr id="368" name="wire-1309">
            <a:extLst xmlns:a="http://schemas.openxmlformats.org/drawingml/2006/main">
              <a:ext uri="{FF2B5EF4-FFF2-40B4-BE49-F238E27FC236}">
                <a16:creationId xmlns:a16="http://schemas.microsoft.com/office/drawing/2014/main" id="{D827378C-B91E-48B6-B95F-616A9B160ABE}"/>
              </a:ext>
            </a:extLst>
          </p:cNvPr>
          <p:cNvSpPr>
            <a:spLocks xmlns:a="http://schemas.openxmlformats.org/drawingml/2006/main" noGrp="1"/>
          </p:cNvSpPr>
          <p:nvPr/>
        </p:nvSpPr>
        <p:spPr>
          <a:xfrm xmlns:a="http://schemas.openxmlformats.org/drawingml/2006/main">
            <a:off x="3856958" y="5988558"/>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8573">
            <a:solidFill>
              <a:srgbClr val="231F20"/>
            </a:solidFill>
          </a:ln>
        </p:spPr>
      </p:sp>
      <p:sp>
        <p:nvSpPr>
          <p:cNvPr id="369" name="wire-1310">
            <a:extLst xmlns:a="http://schemas.openxmlformats.org/drawingml/2006/main">
              <a:ext uri="{FF2B5EF4-FFF2-40B4-BE49-F238E27FC236}">
                <a16:creationId xmlns:a16="http://schemas.microsoft.com/office/drawing/2014/main" id="{34C715BA-6D03-4675-9BA2-2A369366AE99}"/>
              </a:ext>
            </a:extLst>
          </p:cNvPr>
          <p:cNvSpPr>
            <a:spLocks xmlns:a="http://schemas.openxmlformats.org/drawingml/2006/main" noGrp="1"/>
          </p:cNvSpPr>
          <p:nvPr/>
        </p:nvSpPr>
        <p:spPr>
          <a:xfrm xmlns:a="http://schemas.openxmlformats.org/drawingml/2006/main">
            <a:off x="3856958" y="5800535"/>
            <a:ext cx="9525" cy="188024"/>
          </a:xfrm>
          <a:custGeom xmlns:a="http://schemas.openxmlformats.org/drawingml/2006/main">
            <a:pathLst>
              <a:path w="9525" h="188024">
                <a:moveTo>
                  <a:pt x="0" y="188024"/>
                </a:moveTo>
                <a:lnTo>
                  <a:pt x="0" y="0"/>
                </a:lnTo>
              </a:path>
            </a:pathLst>
          </a:custGeom>
          <a:noFill xmlns:a="http://schemas.openxmlformats.org/drawingml/2006/main"/>
          <a:ln xmlns:a="http://schemas.openxmlformats.org/drawingml/2006/main" w="8573">
            <a:solidFill>
              <a:srgbClr val="231F20"/>
            </a:solidFill>
          </a:ln>
        </p:spPr>
      </p:sp>
      <p:sp>
        <p:nvSpPr>
          <p:cNvPr id="370" name="circuit-1311">
            <a:extLst xmlns:a="http://schemas.openxmlformats.org/drawingml/2006/main">
              <a:ext uri="{FF2B5EF4-FFF2-40B4-BE49-F238E27FC236}">
                <a16:creationId xmlns:a16="http://schemas.microsoft.com/office/drawing/2014/main" id="{61D27952-5D57-44B7-BCB7-C2C5DBA8E023}"/>
              </a:ext>
            </a:extLst>
          </p:cNvPr>
          <p:cNvSpPr>
            <a:spLocks xmlns:a="http://schemas.openxmlformats.org/drawingml/2006/main" noGrp="1"/>
          </p:cNvSpPr>
          <p:nvPr/>
        </p:nvSpPr>
        <p:spPr>
          <a:xfrm xmlns:a="http://schemas.openxmlformats.org/drawingml/2006/main">
            <a:off x="3836356" y="580053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371" name="wire-1312">
            <a:extLst xmlns:a="http://schemas.openxmlformats.org/drawingml/2006/main">
              <a:ext uri="{FF2B5EF4-FFF2-40B4-BE49-F238E27FC236}">
                <a16:creationId xmlns:a16="http://schemas.microsoft.com/office/drawing/2014/main" id="{50E4899A-676E-4223-BDEC-E363375CCDF2}"/>
              </a:ext>
            </a:extLst>
          </p:cNvPr>
          <p:cNvSpPr>
            <a:spLocks xmlns:a="http://schemas.openxmlformats.org/drawingml/2006/main" noGrp="1"/>
          </p:cNvSpPr>
          <p:nvPr/>
        </p:nvSpPr>
        <p:spPr>
          <a:xfrm xmlns:a="http://schemas.openxmlformats.org/drawingml/2006/main">
            <a:off x="6044756" y="5979605"/>
            <a:ext cx="9525" cy="53721"/>
          </a:xfrm>
          <a:custGeom xmlns:a="http://schemas.openxmlformats.org/drawingml/2006/main">
            <a:pathLst>
              <a:path w="9525" h="53721">
                <a:moveTo>
                  <a:pt x="0" y="53721"/>
                </a:moveTo>
                <a:lnTo>
                  <a:pt x="0" y="0"/>
                </a:lnTo>
              </a:path>
            </a:pathLst>
          </a:custGeom>
          <a:noFill xmlns:a="http://schemas.openxmlformats.org/drawingml/2006/main"/>
          <a:ln xmlns:a="http://schemas.openxmlformats.org/drawingml/2006/main" w="8573">
            <a:solidFill>
              <a:srgbClr val="231F20"/>
            </a:solidFill>
          </a:ln>
        </p:spPr>
      </p:sp>
      <p:sp>
        <p:nvSpPr>
          <p:cNvPr id="372" name="wire-1313">
            <a:extLst xmlns:a="http://schemas.openxmlformats.org/drawingml/2006/main">
              <a:ext uri="{FF2B5EF4-FFF2-40B4-BE49-F238E27FC236}">
                <a16:creationId xmlns:a16="http://schemas.microsoft.com/office/drawing/2014/main" id="{B37BEC66-F93A-4AE4-ADB9-04FB34662E6C}"/>
              </a:ext>
            </a:extLst>
          </p:cNvPr>
          <p:cNvSpPr>
            <a:spLocks xmlns:a="http://schemas.openxmlformats.org/drawingml/2006/main" noGrp="1"/>
          </p:cNvSpPr>
          <p:nvPr/>
        </p:nvSpPr>
        <p:spPr>
          <a:xfrm xmlns:a="http://schemas.openxmlformats.org/drawingml/2006/main">
            <a:off x="6044756" y="5979605"/>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8573">
            <a:solidFill>
              <a:srgbClr val="231F20"/>
            </a:solidFill>
          </a:ln>
        </p:spPr>
      </p:sp>
      <p:sp>
        <p:nvSpPr>
          <p:cNvPr id="373" name="wire-1314">
            <a:extLst xmlns:a="http://schemas.openxmlformats.org/drawingml/2006/main">
              <a:ext uri="{FF2B5EF4-FFF2-40B4-BE49-F238E27FC236}">
                <a16:creationId xmlns:a16="http://schemas.microsoft.com/office/drawing/2014/main" id="{01EF1463-D686-4570-8AD9-402091CB851B}"/>
              </a:ext>
            </a:extLst>
          </p:cNvPr>
          <p:cNvSpPr>
            <a:spLocks xmlns:a="http://schemas.openxmlformats.org/drawingml/2006/main" noGrp="1"/>
          </p:cNvSpPr>
          <p:nvPr/>
        </p:nvSpPr>
        <p:spPr>
          <a:xfrm xmlns:a="http://schemas.openxmlformats.org/drawingml/2006/main">
            <a:off x="6044756" y="5800535"/>
            <a:ext cx="9525" cy="179070"/>
          </a:xfrm>
          <a:custGeom xmlns:a="http://schemas.openxmlformats.org/drawingml/2006/main">
            <a:pathLst>
              <a:path w="9525" h="179070">
                <a:moveTo>
                  <a:pt x="0" y="179070"/>
                </a:moveTo>
                <a:lnTo>
                  <a:pt x="0" y="0"/>
                </a:lnTo>
              </a:path>
            </a:pathLst>
          </a:custGeom>
          <a:noFill xmlns:a="http://schemas.openxmlformats.org/drawingml/2006/main"/>
          <a:ln xmlns:a="http://schemas.openxmlformats.org/drawingml/2006/main" w="8573">
            <a:solidFill>
              <a:srgbClr val="231F20"/>
            </a:solidFill>
          </a:ln>
        </p:spPr>
      </p:sp>
      <p:sp>
        <p:nvSpPr>
          <p:cNvPr id="374" name="circuit-1315">
            <a:extLst xmlns:a="http://schemas.openxmlformats.org/drawingml/2006/main">
              <a:ext uri="{FF2B5EF4-FFF2-40B4-BE49-F238E27FC236}">
                <a16:creationId xmlns:a16="http://schemas.microsoft.com/office/drawing/2014/main" id="{D25BD1C5-BFF1-4739-A89E-2AFE93C62724}"/>
              </a:ext>
            </a:extLst>
          </p:cNvPr>
          <p:cNvSpPr>
            <a:spLocks xmlns:a="http://schemas.openxmlformats.org/drawingml/2006/main" noGrp="1"/>
          </p:cNvSpPr>
          <p:nvPr/>
        </p:nvSpPr>
        <p:spPr>
          <a:xfrm xmlns:a="http://schemas.openxmlformats.org/drawingml/2006/main">
            <a:off x="6024153" y="580053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375" name="wire-1316">
            <a:extLst xmlns:a="http://schemas.openxmlformats.org/drawingml/2006/main">
              <a:ext uri="{FF2B5EF4-FFF2-40B4-BE49-F238E27FC236}">
                <a16:creationId xmlns:a16="http://schemas.microsoft.com/office/drawing/2014/main" id="{2A169CD3-C615-42CB-83D0-64ABDC6B9F12}"/>
              </a:ext>
            </a:extLst>
          </p:cNvPr>
          <p:cNvSpPr>
            <a:spLocks xmlns:a="http://schemas.openxmlformats.org/drawingml/2006/main" noGrp="1"/>
          </p:cNvSpPr>
          <p:nvPr/>
        </p:nvSpPr>
        <p:spPr>
          <a:xfrm xmlns:a="http://schemas.openxmlformats.org/drawingml/2006/main">
            <a:off x="7840123" y="5970651"/>
            <a:ext cx="9525" cy="62675"/>
          </a:xfrm>
          <a:custGeom xmlns:a="http://schemas.openxmlformats.org/drawingml/2006/main">
            <a:pathLst>
              <a:path w="9525" h="62675">
                <a:moveTo>
                  <a:pt x="0" y="62675"/>
                </a:moveTo>
                <a:lnTo>
                  <a:pt x="0" y="0"/>
                </a:lnTo>
              </a:path>
            </a:pathLst>
          </a:custGeom>
          <a:noFill xmlns:a="http://schemas.openxmlformats.org/drawingml/2006/main"/>
          <a:ln xmlns:a="http://schemas.openxmlformats.org/drawingml/2006/main" w="8573">
            <a:solidFill>
              <a:srgbClr val="231F20"/>
            </a:solidFill>
          </a:ln>
        </p:spPr>
      </p:sp>
      <p:sp>
        <p:nvSpPr>
          <p:cNvPr id="376" name="wire-1317">
            <a:extLst xmlns:a="http://schemas.openxmlformats.org/drawingml/2006/main">
              <a:ext uri="{FF2B5EF4-FFF2-40B4-BE49-F238E27FC236}">
                <a16:creationId xmlns:a16="http://schemas.microsoft.com/office/drawing/2014/main" id="{E9B7E19E-A1C0-47C2-95A3-5FDDD14517FE}"/>
              </a:ext>
            </a:extLst>
          </p:cNvPr>
          <p:cNvSpPr>
            <a:spLocks xmlns:a="http://schemas.openxmlformats.org/drawingml/2006/main" noGrp="1"/>
          </p:cNvSpPr>
          <p:nvPr/>
        </p:nvSpPr>
        <p:spPr>
          <a:xfrm xmlns:a="http://schemas.openxmlformats.org/drawingml/2006/main">
            <a:off x="7840123" y="5970651"/>
            <a:ext cx="588645" cy="9525"/>
          </a:xfrm>
          <a:custGeom xmlns:a="http://schemas.openxmlformats.org/drawingml/2006/main">
            <a:pathLst>
              <a:path w="588645" h="9525">
                <a:moveTo>
                  <a:pt x="0" y="0"/>
                </a:moveTo>
                <a:lnTo>
                  <a:pt x="588645" y="0"/>
                </a:lnTo>
              </a:path>
            </a:pathLst>
          </a:custGeom>
          <a:noFill xmlns:a="http://schemas.openxmlformats.org/drawingml/2006/main"/>
          <a:ln xmlns:a="http://schemas.openxmlformats.org/drawingml/2006/main" w="8573">
            <a:solidFill>
              <a:srgbClr val="231F20"/>
            </a:solidFill>
          </a:ln>
        </p:spPr>
      </p:sp>
      <p:sp>
        <p:nvSpPr>
          <p:cNvPr id="377" name="wire-1318">
            <a:extLst xmlns:a="http://schemas.openxmlformats.org/drawingml/2006/main">
              <a:ext uri="{FF2B5EF4-FFF2-40B4-BE49-F238E27FC236}">
                <a16:creationId xmlns:a16="http://schemas.microsoft.com/office/drawing/2014/main" id="{5E669B86-5CB5-4869-8FD6-7D05439ED0C0}"/>
              </a:ext>
            </a:extLst>
          </p:cNvPr>
          <p:cNvSpPr>
            <a:spLocks xmlns:a="http://schemas.openxmlformats.org/drawingml/2006/main" noGrp="1"/>
          </p:cNvSpPr>
          <p:nvPr/>
        </p:nvSpPr>
        <p:spPr>
          <a:xfrm xmlns:a="http://schemas.openxmlformats.org/drawingml/2006/main">
            <a:off x="8428768" y="5800535"/>
            <a:ext cx="9525" cy="170116"/>
          </a:xfrm>
          <a:custGeom xmlns:a="http://schemas.openxmlformats.org/drawingml/2006/main">
            <a:pathLst>
              <a:path w="9525" h="170116">
                <a:moveTo>
                  <a:pt x="0" y="170116"/>
                </a:moveTo>
                <a:lnTo>
                  <a:pt x="0" y="0"/>
                </a:lnTo>
              </a:path>
            </a:pathLst>
          </a:custGeom>
          <a:noFill xmlns:a="http://schemas.openxmlformats.org/drawingml/2006/main"/>
          <a:ln xmlns:a="http://schemas.openxmlformats.org/drawingml/2006/main" w="8573">
            <a:solidFill>
              <a:srgbClr val="231F20"/>
            </a:solidFill>
          </a:ln>
        </p:spPr>
      </p:sp>
      <p:sp>
        <p:nvSpPr>
          <p:cNvPr id="378" name="circuit-1319">
            <a:extLst xmlns:a="http://schemas.openxmlformats.org/drawingml/2006/main">
              <a:ext uri="{FF2B5EF4-FFF2-40B4-BE49-F238E27FC236}">
                <a16:creationId xmlns:a16="http://schemas.microsoft.com/office/drawing/2014/main" id="{F0602921-1A4F-47E9-8F57-0C592C4C0C88}"/>
              </a:ext>
            </a:extLst>
          </p:cNvPr>
          <p:cNvSpPr>
            <a:spLocks xmlns:a="http://schemas.openxmlformats.org/drawingml/2006/main" noGrp="1"/>
          </p:cNvSpPr>
          <p:nvPr/>
        </p:nvSpPr>
        <p:spPr>
          <a:xfrm xmlns:a="http://schemas.openxmlformats.org/drawingml/2006/main">
            <a:off x="8408165" y="580053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231F20"/>
          </a:solidFill>
          <a:ln xmlns:a="http://schemas.openxmlformats.org/drawingml/2006/main" w="4763">
            <a:solidFill>
              <a:srgbClr val="231F20"/>
            </a:solidFill>
          </a:ln>
        </p:spPr>
      </p:sp>
      <p:sp>
        <p:nvSpPr>
          <p:cNvPr id="379" name="text-1320">
            <a:extLst xmlns:a="http://schemas.openxmlformats.org/drawingml/2006/main">
              <a:ext uri="{FF2B5EF4-FFF2-40B4-BE49-F238E27FC236}">
                <a16:creationId xmlns:a16="http://schemas.microsoft.com/office/drawing/2014/main" id="{342BF903-672B-4CC4-92A3-61BC23FE826B}"/>
              </a:ext>
            </a:extLst>
          </p:cNvPr>
          <p:cNvSpPr>
            <a:spLocks xmlns:a="http://schemas.openxmlformats.org/drawingml/2006/main" noGrp="1"/>
          </p:cNvSpPr>
          <p:nvPr/>
        </p:nvSpPr>
        <p:spPr>
          <a:xfrm xmlns:a="http://schemas.openxmlformats.org/drawingml/2006/main">
            <a:off x="9821894" y="3732276"/>
            <a:ext cx="1520666" cy="2059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1572C3"/>
                </a:solidFill>
                <a:latin typeface="Arial"/>
                <a:ea typeface="Arial"/>
                <a:cs typeface="Arial"/>
              </a:defRPr>
            </a:defPPr>
            <a:lvl1pPr algn="ctr">
              <a:defRPr sz="1275" b="1">
                <a:solidFill>
                  <a:srgbClr val="1572C3"/>
                </a:solidFill>
                <a:latin typeface="Arial"/>
                <a:ea typeface="Arial"/>
                <a:cs typeface="Arial"/>
              </a:defRPr>
            </a:lvl1pPr>
            <a:lvl2pPr algn="ctr">
              <a:defRPr sz="1275" b="1">
                <a:solidFill>
                  <a:srgbClr val="1572C3"/>
                </a:solidFill>
                <a:latin typeface="Arial"/>
                <a:ea typeface="Arial"/>
                <a:cs typeface="Arial"/>
              </a:defRPr>
            </a:lvl2pPr>
            <a:lvl3pPr algn="ctr">
              <a:defRPr sz="1275" b="1">
                <a:solidFill>
                  <a:srgbClr val="1572C3"/>
                </a:solidFill>
                <a:latin typeface="Arial"/>
                <a:ea typeface="Arial"/>
                <a:cs typeface="Arial"/>
              </a:defRPr>
            </a:lvl3pPr>
            <a:lvl4pPr algn="ctr">
              <a:defRPr sz="1275" b="1">
                <a:solidFill>
                  <a:srgbClr val="1572C3"/>
                </a:solidFill>
                <a:latin typeface="Arial"/>
                <a:ea typeface="Arial"/>
                <a:cs typeface="Arial"/>
              </a:defRPr>
            </a:lvl4pPr>
            <a:lvl5pPr algn="ctr">
              <a:defRPr sz="1275" b="1">
                <a:solidFill>
                  <a:srgbClr val="1572C3"/>
                </a:solidFill>
                <a:latin typeface="Arial"/>
                <a:ea typeface="Arial"/>
                <a:cs typeface="Arial"/>
              </a:defRPr>
            </a:lvl5pPr>
            <a:lvl6pPr algn="ctr">
              <a:defRPr sz="1275" b="1">
                <a:solidFill>
                  <a:srgbClr val="1572C3"/>
                </a:solidFill>
                <a:latin typeface="Arial"/>
                <a:ea typeface="Arial"/>
                <a:cs typeface="Arial"/>
              </a:defRPr>
            </a:lvl6pPr>
            <a:lvl7pPr algn="ctr">
              <a:defRPr sz="1275" b="1">
                <a:solidFill>
                  <a:srgbClr val="1572C3"/>
                </a:solidFill>
                <a:latin typeface="Arial"/>
                <a:ea typeface="Arial"/>
                <a:cs typeface="Arial"/>
              </a:defRPr>
            </a:lvl7pPr>
            <a:lvl8pPr algn="ctr">
              <a:defRPr sz="1275" b="1">
                <a:solidFill>
                  <a:srgbClr val="1572C3"/>
                </a:solidFill>
                <a:latin typeface="Arial"/>
                <a:ea typeface="Arial"/>
                <a:cs typeface="Arial"/>
              </a:defRPr>
            </a:lvl8pPr>
            <a:lvl9pPr algn="ctr">
              <a:defRPr sz="1275" b="1">
                <a:solidFill>
                  <a:srgbClr val="1572C3"/>
                </a:solidFill>
                <a:latin typeface="Arial"/>
                <a:ea typeface="Arial"/>
                <a:cs typeface="Arial"/>
              </a:defRPr>
            </a:lvl9pPr>
          </a:lstStyle>
          <a:p xmlns:a="http://schemas.openxmlformats.org/drawingml/2006/main">
            <a:pPr algn="ctr">
              <a:defRPr sz="1275" b="1">
                <a:solidFill>
                  <a:srgbClr val="1572C3"/>
                </a:solidFill>
                <a:latin typeface="Arial"/>
                <a:ea typeface="Arial"/>
                <a:cs typeface="Arial"/>
              </a:defRPr>
            </a:pPr>
            <a:r>
              <a:rPr sz="1275" b="1">
                <a:solidFill>
                  <a:srgbClr val="1572C3"/>
                </a:solidFill>
                <a:latin typeface="Arial"/>
                <a:ea typeface="Arial"/>
                <a:cs typeface="Arial"/>
              </a:rPr>
              <a:t>EXT_IO</a:t>
            </a:r>
          </a:p>
        </p:txBody>
      </p:sp>
      <p:sp>
        <p:nvSpPr>
          <p:cNvPr id="380" name="block-1321">
            <a:extLst xmlns:a="http://schemas.openxmlformats.org/drawingml/2006/main">
              <a:ext uri="{FF2B5EF4-FFF2-40B4-BE49-F238E27FC236}">
                <a16:creationId xmlns:a16="http://schemas.microsoft.com/office/drawing/2014/main" id="{605A0784-0A8C-47A5-968D-7E169AECEB53}"/>
              </a:ext>
            </a:extLst>
          </p:cNvPr>
          <p:cNvSpPr>
            <a:spLocks xmlns:a="http://schemas.openxmlformats.org/drawingml/2006/main" noGrp="1"/>
          </p:cNvSpPr>
          <p:nvPr/>
        </p:nvSpPr>
        <p:spPr>
          <a:xfrm xmlns:a="http://schemas.openxmlformats.org/drawingml/2006/main">
            <a:off x="9821894" y="4090416"/>
            <a:ext cx="1608963" cy="340233"/>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81" name="text-1322">
            <a:extLst xmlns:a="http://schemas.openxmlformats.org/drawingml/2006/main">
              <a:ext uri="{FF2B5EF4-FFF2-40B4-BE49-F238E27FC236}">
                <a16:creationId xmlns:a16="http://schemas.microsoft.com/office/drawing/2014/main" id="{FACDF5CA-C69D-4ED6-9071-DD57430665D5}"/>
              </a:ext>
            </a:extLst>
          </p:cNvPr>
          <p:cNvSpPr>
            <a:spLocks xmlns:a="http://schemas.openxmlformats.org/drawingml/2006/main" noGrp="1"/>
          </p:cNvSpPr>
          <p:nvPr/>
        </p:nvSpPr>
        <p:spPr>
          <a:xfrm xmlns:a="http://schemas.openxmlformats.org/drawingml/2006/main">
            <a:off x="9851327" y="4099370"/>
            <a:ext cx="1550099" cy="3223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1">
                <a:solidFill>
                  <a:srgbClr val="1572C3"/>
                </a:solidFill>
                <a:latin typeface="Yu Gothic"/>
                <a:ea typeface="Yu Gothic"/>
                <a:cs typeface="Yu Gothic"/>
              </a:defRPr>
            </a:defPPr>
            <a:lvl1pPr algn="ctr">
              <a:defRPr sz="1350" b="1">
                <a:solidFill>
                  <a:srgbClr val="1572C3"/>
                </a:solidFill>
                <a:latin typeface="Yu Gothic"/>
                <a:ea typeface="Yu Gothic"/>
                <a:cs typeface="Yu Gothic"/>
              </a:defRPr>
            </a:lvl1pPr>
            <a:lvl2pPr algn="ctr">
              <a:defRPr sz="1350" b="1">
                <a:solidFill>
                  <a:srgbClr val="1572C3"/>
                </a:solidFill>
                <a:latin typeface="Yu Gothic"/>
                <a:ea typeface="Yu Gothic"/>
                <a:cs typeface="Yu Gothic"/>
              </a:defRPr>
            </a:lvl2pPr>
            <a:lvl3pPr algn="ctr">
              <a:defRPr sz="1350" b="1">
                <a:solidFill>
                  <a:srgbClr val="1572C3"/>
                </a:solidFill>
                <a:latin typeface="Yu Gothic"/>
                <a:ea typeface="Yu Gothic"/>
                <a:cs typeface="Yu Gothic"/>
              </a:defRPr>
            </a:lvl3pPr>
            <a:lvl4pPr algn="ctr">
              <a:defRPr sz="1350" b="1">
                <a:solidFill>
                  <a:srgbClr val="1572C3"/>
                </a:solidFill>
                <a:latin typeface="Yu Gothic"/>
                <a:ea typeface="Yu Gothic"/>
                <a:cs typeface="Yu Gothic"/>
              </a:defRPr>
            </a:lvl4pPr>
            <a:lvl5pPr algn="ctr">
              <a:defRPr sz="1350" b="1">
                <a:solidFill>
                  <a:srgbClr val="1572C3"/>
                </a:solidFill>
                <a:latin typeface="Yu Gothic"/>
                <a:ea typeface="Yu Gothic"/>
                <a:cs typeface="Yu Gothic"/>
              </a:defRPr>
            </a:lvl5pPr>
            <a:lvl6pPr algn="ctr">
              <a:defRPr sz="1350" b="1">
                <a:solidFill>
                  <a:srgbClr val="1572C3"/>
                </a:solidFill>
                <a:latin typeface="Yu Gothic"/>
                <a:ea typeface="Yu Gothic"/>
                <a:cs typeface="Yu Gothic"/>
              </a:defRPr>
            </a:lvl6pPr>
            <a:lvl7pPr algn="ctr">
              <a:defRPr sz="1350" b="1">
                <a:solidFill>
                  <a:srgbClr val="1572C3"/>
                </a:solidFill>
                <a:latin typeface="Yu Gothic"/>
                <a:ea typeface="Yu Gothic"/>
                <a:cs typeface="Yu Gothic"/>
              </a:defRPr>
            </a:lvl7pPr>
            <a:lvl8pPr algn="ctr">
              <a:defRPr sz="1350" b="1">
                <a:solidFill>
                  <a:srgbClr val="1572C3"/>
                </a:solidFill>
                <a:latin typeface="Yu Gothic"/>
                <a:ea typeface="Yu Gothic"/>
                <a:cs typeface="Yu Gothic"/>
              </a:defRPr>
            </a:lvl8pPr>
            <a:lvl9pPr algn="ctr">
              <a:defRPr sz="1350" b="1">
                <a:solidFill>
                  <a:srgbClr val="1572C3"/>
                </a:solidFill>
                <a:latin typeface="Yu Gothic"/>
                <a:ea typeface="Yu Gothic"/>
                <a:cs typeface="Yu Gothic"/>
              </a:defRPr>
            </a:lvl9pPr>
          </a:lstStyle>
          <a:p xmlns:a="http://schemas.openxmlformats.org/drawingml/2006/main">
            <a:pPr algn="ctr">
              <a:defRPr sz="1350" b="1">
                <a:solidFill>
                  <a:srgbClr val="1572C3"/>
                </a:solidFill>
                <a:latin typeface="Yu Gothic"/>
                <a:ea typeface="Yu Gothic"/>
                <a:cs typeface="Yu Gothic"/>
              </a:defRPr>
            </a:pPr>
            <a:r>
              <a:rPr sz="1350" b="1">
                <a:solidFill>
                  <a:srgbClr val="1572C3"/>
                </a:solidFill>
                <a:latin typeface="Yu Gothic"/>
                <a:ea typeface="Yu Gothic"/>
                <a:cs typeface="Yu Gothic"/>
              </a:rPr>
              <a:t>描画接続回路</a:t>
            </a:r>
          </a:p>
        </p:txBody>
      </p:sp>
      <p:sp>
        <p:nvSpPr>
          <p:cNvPr id="382" name="wire-1323">
            <a:extLst xmlns:a="http://schemas.openxmlformats.org/drawingml/2006/main">
              <a:ext uri="{FF2B5EF4-FFF2-40B4-BE49-F238E27FC236}">
                <a16:creationId xmlns:a16="http://schemas.microsoft.com/office/drawing/2014/main" id="{8B5B2F98-586F-41DC-A92B-35CF5D79990C}"/>
              </a:ext>
            </a:extLst>
          </p:cNvPr>
          <p:cNvSpPr>
            <a:spLocks xmlns:a="http://schemas.openxmlformats.org/drawingml/2006/main" noGrp="1"/>
          </p:cNvSpPr>
          <p:nvPr/>
        </p:nvSpPr>
        <p:spPr>
          <a:xfrm xmlns:a="http://schemas.openxmlformats.org/drawingml/2006/main">
            <a:off x="10498836" y="3991927"/>
            <a:ext cx="9525" cy="98489"/>
          </a:xfrm>
          <a:custGeom xmlns:a="http://schemas.openxmlformats.org/drawingml/2006/main">
            <a:pathLst>
              <a:path w="9525" h="98489">
                <a:moveTo>
                  <a:pt x="0" y="0"/>
                </a:moveTo>
                <a:lnTo>
                  <a:pt x="0" y="98489"/>
                </a:lnTo>
              </a:path>
            </a:pathLst>
          </a:custGeom>
          <a:noFill xmlns:a="http://schemas.openxmlformats.org/drawingml/2006/main"/>
          <a:ln xmlns:a="http://schemas.openxmlformats.org/drawingml/2006/main" w="19050">
            <a:solidFill>
              <a:srgbClr val="1572C3"/>
            </a:solidFill>
          </a:ln>
        </p:spPr>
      </p:sp>
      <p:sp>
        <p:nvSpPr>
          <p:cNvPr id="383" name="circuit-1324">
            <a:extLst xmlns:a="http://schemas.openxmlformats.org/drawingml/2006/main">
              <a:ext uri="{FF2B5EF4-FFF2-40B4-BE49-F238E27FC236}">
                <a16:creationId xmlns:a16="http://schemas.microsoft.com/office/drawing/2014/main" id="{4B2FB9C6-2AA6-4F81-A1CF-A4AF021531FE}"/>
              </a:ext>
            </a:extLst>
          </p:cNvPr>
          <p:cNvSpPr>
            <a:spLocks xmlns:a="http://schemas.openxmlformats.org/drawingml/2006/main" noGrp="1"/>
          </p:cNvSpPr>
          <p:nvPr/>
        </p:nvSpPr>
        <p:spPr>
          <a:xfrm xmlns:a="http://schemas.openxmlformats.org/drawingml/2006/main">
            <a:off x="10478233" y="4045649"/>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384" name="block-1325">
            <a:extLst xmlns:a="http://schemas.openxmlformats.org/drawingml/2006/main">
              <a:ext uri="{FF2B5EF4-FFF2-40B4-BE49-F238E27FC236}">
                <a16:creationId xmlns:a16="http://schemas.microsoft.com/office/drawing/2014/main" id="{3301A7A1-416F-4327-A1C4-A83EFC72526E}"/>
              </a:ext>
            </a:extLst>
          </p:cNvPr>
          <p:cNvSpPr>
            <a:spLocks xmlns:a="http://schemas.openxmlformats.org/drawingml/2006/main" noGrp="1"/>
          </p:cNvSpPr>
          <p:nvPr/>
        </p:nvSpPr>
        <p:spPr>
          <a:xfrm xmlns:a="http://schemas.openxmlformats.org/drawingml/2006/main">
            <a:off x="9821894" y="4654487"/>
            <a:ext cx="745617" cy="268605"/>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85" name="text-1326">
            <a:extLst xmlns:a="http://schemas.openxmlformats.org/drawingml/2006/main">
              <a:ext uri="{FF2B5EF4-FFF2-40B4-BE49-F238E27FC236}">
                <a16:creationId xmlns:a16="http://schemas.microsoft.com/office/drawing/2014/main" id="{D0857429-A7D2-4D33-B4A1-E791CD24C9B5}"/>
              </a:ext>
            </a:extLst>
          </p:cNvPr>
          <p:cNvSpPr>
            <a:spLocks xmlns:a="http://schemas.openxmlformats.org/drawingml/2006/main" noGrp="1"/>
          </p:cNvSpPr>
          <p:nvPr/>
        </p:nvSpPr>
        <p:spPr>
          <a:xfrm xmlns:a="http://schemas.openxmlformats.org/drawingml/2006/main">
            <a:off x="9851327" y="4663440"/>
            <a:ext cx="686753"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命令</a:t>
            </a:r>
          </a:p>
        </p:txBody>
      </p:sp>
      <p:sp>
        <p:nvSpPr>
          <p:cNvPr id="386" name="block-1327">
            <a:extLst xmlns:a="http://schemas.openxmlformats.org/drawingml/2006/main">
              <a:ext uri="{FF2B5EF4-FFF2-40B4-BE49-F238E27FC236}">
                <a16:creationId xmlns:a16="http://schemas.microsoft.com/office/drawing/2014/main" id="{3F1EDC01-A0A4-40B4-9C6E-8C7FE9E293FD}"/>
              </a:ext>
            </a:extLst>
          </p:cNvPr>
          <p:cNvSpPr>
            <a:spLocks xmlns:a="http://schemas.openxmlformats.org/drawingml/2006/main" noGrp="1"/>
          </p:cNvSpPr>
          <p:nvPr/>
        </p:nvSpPr>
        <p:spPr>
          <a:xfrm xmlns:a="http://schemas.openxmlformats.org/drawingml/2006/main">
            <a:off x="10685240" y="4654487"/>
            <a:ext cx="745617" cy="268605"/>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87" name="text-1328">
            <a:extLst xmlns:a="http://schemas.openxmlformats.org/drawingml/2006/main">
              <a:ext uri="{FF2B5EF4-FFF2-40B4-BE49-F238E27FC236}">
                <a16:creationId xmlns:a16="http://schemas.microsoft.com/office/drawing/2014/main" id="{0F69311A-B026-43E6-B17A-83E41BA0FED3}"/>
              </a:ext>
            </a:extLst>
          </p:cNvPr>
          <p:cNvSpPr>
            <a:spLocks xmlns:a="http://schemas.openxmlformats.org/drawingml/2006/main" noGrp="1"/>
          </p:cNvSpPr>
          <p:nvPr/>
        </p:nvSpPr>
        <p:spPr>
          <a:xfrm xmlns:a="http://schemas.openxmlformats.org/drawingml/2006/main">
            <a:off x="10714673" y="4663440"/>
            <a:ext cx="686753" cy="25069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00" b="1">
                <a:solidFill>
                  <a:srgbClr val="1572C3"/>
                </a:solidFill>
                <a:latin typeface="Yu Gothic"/>
                <a:ea typeface="Yu Gothic"/>
                <a:cs typeface="Yu Gothic"/>
              </a:defRPr>
            </a:defPPr>
            <a:lvl1pPr algn="ctr">
              <a:defRPr sz="1200" b="1">
                <a:solidFill>
                  <a:srgbClr val="1572C3"/>
                </a:solidFill>
                <a:latin typeface="Yu Gothic"/>
                <a:ea typeface="Yu Gothic"/>
                <a:cs typeface="Yu Gothic"/>
              </a:defRPr>
            </a:lvl1pPr>
            <a:lvl2pPr algn="ctr">
              <a:defRPr sz="1200" b="1">
                <a:solidFill>
                  <a:srgbClr val="1572C3"/>
                </a:solidFill>
                <a:latin typeface="Yu Gothic"/>
                <a:ea typeface="Yu Gothic"/>
                <a:cs typeface="Yu Gothic"/>
              </a:defRPr>
            </a:lvl2pPr>
            <a:lvl3pPr algn="ctr">
              <a:defRPr sz="1200" b="1">
                <a:solidFill>
                  <a:srgbClr val="1572C3"/>
                </a:solidFill>
                <a:latin typeface="Yu Gothic"/>
                <a:ea typeface="Yu Gothic"/>
                <a:cs typeface="Yu Gothic"/>
              </a:defRPr>
            </a:lvl3pPr>
            <a:lvl4pPr algn="ctr">
              <a:defRPr sz="1200" b="1">
                <a:solidFill>
                  <a:srgbClr val="1572C3"/>
                </a:solidFill>
                <a:latin typeface="Yu Gothic"/>
                <a:ea typeface="Yu Gothic"/>
                <a:cs typeface="Yu Gothic"/>
              </a:defRPr>
            </a:lvl4pPr>
            <a:lvl5pPr algn="ctr">
              <a:defRPr sz="1200" b="1">
                <a:solidFill>
                  <a:srgbClr val="1572C3"/>
                </a:solidFill>
                <a:latin typeface="Yu Gothic"/>
                <a:ea typeface="Yu Gothic"/>
                <a:cs typeface="Yu Gothic"/>
              </a:defRPr>
            </a:lvl5pPr>
            <a:lvl6pPr algn="ctr">
              <a:defRPr sz="1200" b="1">
                <a:solidFill>
                  <a:srgbClr val="1572C3"/>
                </a:solidFill>
                <a:latin typeface="Yu Gothic"/>
                <a:ea typeface="Yu Gothic"/>
                <a:cs typeface="Yu Gothic"/>
              </a:defRPr>
            </a:lvl6pPr>
            <a:lvl7pPr algn="ctr">
              <a:defRPr sz="1200" b="1">
                <a:solidFill>
                  <a:srgbClr val="1572C3"/>
                </a:solidFill>
                <a:latin typeface="Yu Gothic"/>
                <a:ea typeface="Yu Gothic"/>
                <a:cs typeface="Yu Gothic"/>
              </a:defRPr>
            </a:lvl7pPr>
            <a:lvl8pPr algn="ctr">
              <a:defRPr sz="1200" b="1">
                <a:solidFill>
                  <a:srgbClr val="1572C3"/>
                </a:solidFill>
                <a:latin typeface="Yu Gothic"/>
                <a:ea typeface="Yu Gothic"/>
                <a:cs typeface="Yu Gothic"/>
              </a:defRPr>
            </a:lvl8pPr>
            <a:lvl9pPr algn="ctr">
              <a:defRPr sz="1200" b="1">
                <a:solidFill>
                  <a:srgbClr val="1572C3"/>
                </a:solidFill>
                <a:latin typeface="Yu Gothic"/>
                <a:ea typeface="Yu Gothic"/>
                <a:cs typeface="Yu Gothic"/>
              </a:defRPr>
            </a:lvl9pPr>
          </a:lstStyle>
          <a:p xmlns:a="http://schemas.openxmlformats.org/drawingml/2006/main">
            <a:pPr algn="ctr">
              <a:defRPr sz="1200" b="1">
                <a:solidFill>
                  <a:srgbClr val="1572C3"/>
                </a:solidFill>
                <a:latin typeface="Yu Gothic"/>
                <a:ea typeface="Yu Gothic"/>
                <a:cs typeface="Yu Gothic"/>
              </a:defRPr>
            </a:pPr>
            <a:r>
              <a:rPr sz="1200" b="1">
                <a:solidFill>
                  <a:srgbClr val="1572C3"/>
                </a:solidFill>
                <a:latin typeface="Yu Gothic"/>
                <a:ea typeface="Yu Gothic"/>
                <a:cs typeface="Yu Gothic"/>
              </a:rPr>
              <a:t>応答</a:t>
            </a:r>
          </a:p>
        </p:txBody>
      </p:sp>
      <p:sp>
        <p:nvSpPr>
          <p:cNvPr id="388" name="text-1329">
            <a:extLst xmlns:a="http://schemas.openxmlformats.org/drawingml/2006/main">
              <a:ext uri="{FF2B5EF4-FFF2-40B4-BE49-F238E27FC236}">
                <a16:creationId xmlns:a16="http://schemas.microsoft.com/office/drawing/2014/main" id="{22EF14C0-20FE-4CD8-A14C-A43ED085616B}"/>
              </a:ext>
            </a:extLst>
          </p:cNvPr>
          <p:cNvSpPr>
            <a:spLocks xmlns:a="http://schemas.openxmlformats.org/drawingml/2006/main" noGrp="1"/>
          </p:cNvSpPr>
          <p:nvPr/>
        </p:nvSpPr>
        <p:spPr>
          <a:xfrm xmlns:a="http://schemas.openxmlformats.org/drawingml/2006/main">
            <a:off x="9821894" y="4457510"/>
            <a:ext cx="1608963" cy="19697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1">
                <a:solidFill>
                  <a:srgbClr val="1572C3"/>
                </a:solidFill>
                <a:latin typeface="Yu Gothic"/>
                <a:ea typeface="Yu Gothic"/>
                <a:cs typeface="Yu Gothic"/>
              </a:defRPr>
            </a:defPPr>
            <a:lvl1pPr algn="ctr">
              <a:defRPr sz="1125" b="1">
                <a:solidFill>
                  <a:srgbClr val="1572C3"/>
                </a:solidFill>
                <a:latin typeface="Yu Gothic"/>
                <a:ea typeface="Yu Gothic"/>
                <a:cs typeface="Yu Gothic"/>
              </a:defRPr>
            </a:lvl1pPr>
            <a:lvl2pPr algn="ctr">
              <a:defRPr sz="1125" b="1">
                <a:solidFill>
                  <a:srgbClr val="1572C3"/>
                </a:solidFill>
                <a:latin typeface="Yu Gothic"/>
                <a:ea typeface="Yu Gothic"/>
                <a:cs typeface="Yu Gothic"/>
              </a:defRPr>
            </a:lvl2pPr>
            <a:lvl3pPr algn="ctr">
              <a:defRPr sz="1125" b="1">
                <a:solidFill>
                  <a:srgbClr val="1572C3"/>
                </a:solidFill>
                <a:latin typeface="Yu Gothic"/>
                <a:ea typeface="Yu Gothic"/>
                <a:cs typeface="Yu Gothic"/>
              </a:defRPr>
            </a:lvl3pPr>
            <a:lvl4pPr algn="ctr">
              <a:defRPr sz="1125" b="1">
                <a:solidFill>
                  <a:srgbClr val="1572C3"/>
                </a:solidFill>
                <a:latin typeface="Yu Gothic"/>
                <a:ea typeface="Yu Gothic"/>
                <a:cs typeface="Yu Gothic"/>
              </a:defRPr>
            </a:lvl4pPr>
            <a:lvl5pPr algn="ctr">
              <a:defRPr sz="1125" b="1">
                <a:solidFill>
                  <a:srgbClr val="1572C3"/>
                </a:solidFill>
                <a:latin typeface="Yu Gothic"/>
                <a:ea typeface="Yu Gothic"/>
                <a:cs typeface="Yu Gothic"/>
              </a:defRPr>
            </a:lvl5pPr>
            <a:lvl6pPr algn="ctr">
              <a:defRPr sz="1125" b="1">
                <a:solidFill>
                  <a:srgbClr val="1572C3"/>
                </a:solidFill>
                <a:latin typeface="Yu Gothic"/>
                <a:ea typeface="Yu Gothic"/>
                <a:cs typeface="Yu Gothic"/>
              </a:defRPr>
            </a:lvl6pPr>
            <a:lvl7pPr algn="ctr">
              <a:defRPr sz="1125" b="1">
                <a:solidFill>
                  <a:srgbClr val="1572C3"/>
                </a:solidFill>
                <a:latin typeface="Yu Gothic"/>
                <a:ea typeface="Yu Gothic"/>
                <a:cs typeface="Yu Gothic"/>
              </a:defRPr>
            </a:lvl7pPr>
            <a:lvl8pPr algn="ctr">
              <a:defRPr sz="1125" b="1">
                <a:solidFill>
                  <a:srgbClr val="1572C3"/>
                </a:solidFill>
                <a:latin typeface="Yu Gothic"/>
                <a:ea typeface="Yu Gothic"/>
                <a:cs typeface="Yu Gothic"/>
              </a:defRPr>
            </a:lvl8pPr>
            <a:lvl9pPr algn="ctr">
              <a:defRPr sz="1125" b="1">
                <a:solidFill>
                  <a:srgbClr val="1572C3"/>
                </a:solidFill>
                <a:latin typeface="Yu Gothic"/>
                <a:ea typeface="Yu Gothic"/>
                <a:cs typeface="Yu Gothic"/>
              </a:defRPr>
            </a:lvl9pPr>
          </a:lstStyle>
          <a:p xmlns:a="http://schemas.openxmlformats.org/drawingml/2006/main">
            <a:pPr algn="ctr">
              <a:defRPr sz="1125" b="1">
                <a:solidFill>
                  <a:srgbClr val="1572C3"/>
                </a:solidFill>
                <a:latin typeface="Yu Gothic"/>
                <a:ea typeface="Yu Gothic"/>
                <a:cs typeface="Yu Gothic"/>
              </a:defRPr>
            </a:pPr>
            <a:r>
              <a:rPr sz="1125" b="1">
                <a:solidFill>
                  <a:srgbClr val="1572C3"/>
                </a:solidFill>
                <a:latin typeface="Yu Gothic"/>
                <a:ea typeface="Yu Gothic"/>
                <a:cs typeface="Yu Gothic"/>
              </a:rPr>
              <a:t>非同期FIFO</a:t>
            </a:r>
          </a:p>
        </p:txBody>
      </p:sp>
      <p:sp>
        <p:nvSpPr>
          <p:cNvPr id="389" name="wire-1330">
            <a:extLst xmlns:a="http://schemas.openxmlformats.org/drawingml/2006/main">
              <a:ext uri="{FF2B5EF4-FFF2-40B4-BE49-F238E27FC236}">
                <a16:creationId xmlns:a16="http://schemas.microsoft.com/office/drawing/2014/main" id="{B3D5C297-08D4-412F-AAA0-FED32A33BCB0}"/>
              </a:ext>
            </a:extLst>
          </p:cNvPr>
          <p:cNvSpPr>
            <a:spLocks xmlns:a="http://schemas.openxmlformats.org/drawingml/2006/main" noGrp="1"/>
          </p:cNvSpPr>
          <p:nvPr/>
        </p:nvSpPr>
        <p:spPr>
          <a:xfrm xmlns:a="http://schemas.openxmlformats.org/drawingml/2006/main">
            <a:off x="10175081" y="4430649"/>
            <a:ext cx="9525" cy="223838"/>
          </a:xfrm>
          <a:custGeom xmlns:a="http://schemas.openxmlformats.org/drawingml/2006/main">
            <a:pathLst>
              <a:path w="9525" h="223838">
                <a:moveTo>
                  <a:pt x="0" y="0"/>
                </a:moveTo>
                <a:lnTo>
                  <a:pt x="0" y="223838"/>
                </a:lnTo>
              </a:path>
            </a:pathLst>
          </a:custGeom>
          <a:noFill xmlns:a="http://schemas.openxmlformats.org/drawingml/2006/main"/>
          <a:ln xmlns:a="http://schemas.openxmlformats.org/drawingml/2006/main" w="16193">
            <a:solidFill>
              <a:srgbClr val="1572C3"/>
            </a:solidFill>
          </a:ln>
        </p:spPr>
      </p:sp>
      <p:sp>
        <p:nvSpPr>
          <p:cNvPr id="390" name="circuit-1331">
            <a:extLst xmlns:a="http://schemas.openxmlformats.org/drawingml/2006/main">
              <a:ext uri="{FF2B5EF4-FFF2-40B4-BE49-F238E27FC236}">
                <a16:creationId xmlns:a16="http://schemas.microsoft.com/office/drawing/2014/main" id="{11AE1982-37BB-4868-83DA-F70035C42150}"/>
              </a:ext>
            </a:extLst>
          </p:cNvPr>
          <p:cNvSpPr>
            <a:spLocks xmlns:a="http://schemas.openxmlformats.org/drawingml/2006/main" noGrp="1"/>
          </p:cNvSpPr>
          <p:nvPr/>
        </p:nvSpPr>
        <p:spPr>
          <a:xfrm xmlns:a="http://schemas.openxmlformats.org/drawingml/2006/main">
            <a:off x="10154479" y="4609719"/>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391" name="wire-1332">
            <a:extLst xmlns:a="http://schemas.openxmlformats.org/drawingml/2006/main">
              <a:ext uri="{FF2B5EF4-FFF2-40B4-BE49-F238E27FC236}">
                <a16:creationId xmlns:a16="http://schemas.microsoft.com/office/drawing/2014/main" id="{2FD91C3D-51FD-4BE6-98A4-7735E10F518F}"/>
              </a:ext>
            </a:extLst>
          </p:cNvPr>
          <p:cNvSpPr>
            <a:spLocks xmlns:a="http://schemas.openxmlformats.org/drawingml/2006/main" noGrp="1"/>
          </p:cNvSpPr>
          <p:nvPr/>
        </p:nvSpPr>
        <p:spPr>
          <a:xfrm xmlns:a="http://schemas.openxmlformats.org/drawingml/2006/main">
            <a:off x="11058049" y="4430649"/>
            <a:ext cx="9525" cy="223838"/>
          </a:xfrm>
          <a:custGeom xmlns:a="http://schemas.openxmlformats.org/drawingml/2006/main">
            <a:pathLst>
              <a:path w="9525" h="223838">
                <a:moveTo>
                  <a:pt x="0" y="223838"/>
                </a:moveTo>
                <a:lnTo>
                  <a:pt x="0" y="0"/>
                </a:lnTo>
              </a:path>
            </a:pathLst>
          </a:custGeom>
          <a:noFill xmlns:a="http://schemas.openxmlformats.org/drawingml/2006/main"/>
          <a:ln xmlns:a="http://schemas.openxmlformats.org/drawingml/2006/main" w="16193">
            <a:solidFill>
              <a:srgbClr val="1572C3"/>
            </a:solidFill>
          </a:ln>
        </p:spPr>
      </p:sp>
      <p:sp>
        <p:nvSpPr>
          <p:cNvPr id="392" name="circuit-1333">
            <a:extLst xmlns:a="http://schemas.openxmlformats.org/drawingml/2006/main">
              <a:ext uri="{FF2B5EF4-FFF2-40B4-BE49-F238E27FC236}">
                <a16:creationId xmlns:a16="http://schemas.microsoft.com/office/drawing/2014/main" id="{6EB1019E-BBB1-4084-BCC5-ABA9733F204E}"/>
              </a:ext>
            </a:extLst>
          </p:cNvPr>
          <p:cNvSpPr>
            <a:spLocks xmlns:a="http://schemas.openxmlformats.org/drawingml/2006/main" noGrp="1"/>
          </p:cNvSpPr>
          <p:nvPr/>
        </p:nvSpPr>
        <p:spPr>
          <a:xfrm xmlns:a="http://schemas.openxmlformats.org/drawingml/2006/main">
            <a:off x="11037446" y="4430649"/>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393" name="block-1334">
            <a:extLst xmlns:a="http://schemas.openxmlformats.org/drawingml/2006/main">
              <a:ext uri="{FF2B5EF4-FFF2-40B4-BE49-F238E27FC236}">
                <a16:creationId xmlns:a16="http://schemas.microsoft.com/office/drawing/2014/main" id="{24F4450F-256C-4A2E-A8C1-86EBAC40782C}"/>
              </a:ext>
            </a:extLst>
          </p:cNvPr>
          <p:cNvSpPr>
            <a:spLocks xmlns:a="http://schemas.openxmlformats.org/drawingml/2006/main" noGrp="1"/>
          </p:cNvSpPr>
          <p:nvPr/>
        </p:nvSpPr>
        <p:spPr>
          <a:xfrm xmlns:a="http://schemas.openxmlformats.org/drawingml/2006/main">
            <a:off x="9821894" y="5084255"/>
            <a:ext cx="1608963" cy="358140"/>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394" name="text-1335">
            <a:extLst xmlns:a="http://schemas.openxmlformats.org/drawingml/2006/main">
              <a:ext uri="{FF2B5EF4-FFF2-40B4-BE49-F238E27FC236}">
                <a16:creationId xmlns:a16="http://schemas.microsoft.com/office/drawing/2014/main" id="{9B53531B-DB68-4294-9463-46875DF52E46}"/>
              </a:ext>
            </a:extLst>
          </p:cNvPr>
          <p:cNvSpPr>
            <a:spLocks xmlns:a="http://schemas.openxmlformats.org/drawingml/2006/main" noGrp="1"/>
          </p:cNvSpPr>
          <p:nvPr/>
        </p:nvSpPr>
        <p:spPr>
          <a:xfrm xmlns:a="http://schemas.openxmlformats.org/drawingml/2006/main">
            <a:off x="9851327" y="5093208"/>
            <a:ext cx="1550099" cy="3402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描画回路</a:t>
            </a:r>
          </a:p>
        </p:txBody>
      </p:sp>
      <p:sp>
        <p:nvSpPr>
          <p:cNvPr id="395" name="wire-1336">
            <a:extLst xmlns:a="http://schemas.openxmlformats.org/drawingml/2006/main">
              <a:ext uri="{FF2B5EF4-FFF2-40B4-BE49-F238E27FC236}">
                <a16:creationId xmlns:a16="http://schemas.microsoft.com/office/drawing/2014/main" id="{A97CB0B3-C6B3-43DF-8412-8E69498AC81A}"/>
              </a:ext>
            </a:extLst>
          </p:cNvPr>
          <p:cNvSpPr>
            <a:spLocks xmlns:a="http://schemas.openxmlformats.org/drawingml/2006/main" noGrp="1"/>
          </p:cNvSpPr>
          <p:nvPr/>
        </p:nvSpPr>
        <p:spPr>
          <a:xfrm xmlns:a="http://schemas.openxmlformats.org/drawingml/2006/main">
            <a:off x="10175081" y="4923091"/>
            <a:ext cx="9525" cy="161163"/>
          </a:xfrm>
          <a:custGeom xmlns:a="http://schemas.openxmlformats.org/drawingml/2006/main">
            <a:pathLst>
              <a:path w="9525" h="161163">
                <a:moveTo>
                  <a:pt x="0" y="0"/>
                </a:moveTo>
                <a:lnTo>
                  <a:pt x="0" y="161163"/>
                </a:lnTo>
              </a:path>
            </a:pathLst>
          </a:custGeom>
          <a:noFill xmlns:a="http://schemas.openxmlformats.org/drawingml/2006/main"/>
          <a:ln xmlns:a="http://schemas.openxmlformats.org/drawingml/2006/main" w="16193">
            <a:solidFill>
              <a:srgbClr val="1572C3"/>
            </a:solidFill>
          </a:ln>
        </p:spPr>
      </p:sp>
      <p:sp>
        <p:nvSpPr>
          <p:cNvPr id="396" name="circuit-1337">
            <a:extLst xmlns:a="http://schemas.openxmlformats.org/drawingml/2006/main">
              <a:ext uri="{FF2B5EF4-FFF2-40B4-BE49-F238E27FC236}">
                <a16:creationId xmlns:a16="http://schemas.microsoft.com/office/drawing/2014/main" id="{141E8CD6-3500-43AC-A8BA-C4DE724CEED5}"/>
              </a:ext>
            </a:extLst>
          </p:cNvPr>
          <p:cNvSpPr>
            <a:spLocks xmlns:a="http://schemas.openxmlformats.org/drawingml/2006/main" noGrp="1"/>
          </p:cNvSpPr>
          <p:nvPr/>
        </p:nvSpPr>
        <p:spPr>
          <a:xfrm xmlns:a="http://schemas.openxmlformats.org/drawingml/2006/main">
            <a:off x="10154479" y="5039487"/>
            <a:ext cx="41205" cy="44768"/>
          </a:xfrm>
          <a:custGeom xmlns:a="http://schemas.openxmlformats.org/drawingml/2006/main">
            <a:pathLst>
              <a:path w="41205" h="44768">
                <a:moveTo>
                  <a:pt x="20603" y="44768"/>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397" name="wire-1338">
            <a:extLst xmlns:a="http://schemas.openxmlformats.org/drawingml/2006/main">
              <a:ext uri="{FF2B5EF4-FFF2-40B4-BE49-F238E27FC236}">
                <a16:creationId xmlns:a16="http://schemas.microsoft.com/office/drawing/2014/main" id="{2BD50B92-4495-4569-BD66-435EB3EB83AC}"/>
              </a:ext>
            </a:extLst>
          </p:cNvPr>
          <p:cNvSpPr>
            <a:spLocks xmlns:a="http://schemas.openxmlformats.org/drawingml/2006/main" noGrp="1"/>
          </p:cNvSpPr>
          <p:nvPr/>
        </p:nvSpPr>
        <p:spPr>
          <a:xfrm xmlns:a="http://schemas.openxmlformats.org/drawingml/2006/main">
            <a:off x="11058049" y="4923091"/>
            <a:ext cx="9525" cy="161163"/>
          </a:xfrm>
          <a:custGeom xmlns:a="http://schemas.openxmlformats.org/drawingml/2006/main">
            <a:pathLst>
              <a:path w="9525" h="161163">
                <a:moveTo>
                  <a:pt x="0" y="161163"/>
                </a:moveTo>
                <a:lnTo>
                  <a:pt x="0" y="0"/>
                </a:lnTo>
              </a:path>
            </a:pathLst>
          </a:custGeom>
          <a:noFill xmlns:a="http://schemas.openxmlformats.org/drawingml/2006/main"/>
          <a:ln xmlns:a="http://schemas.openxmlformats.org/drawingml/2006/main" w="16193">
            <a:solidFill>
              <a:srgbClr val="1572C3"/>
            </a:solidFill>
          </a:ln>
        </p:spPr>
      </p:sp>
      <p:sp>
        <p:nvSpPr>
          <p:cNvPr id="398" name="circuit-1339">
            <a:extLst xmlns:a="http://schemas.openxmlformats.org/drawingml/2006/main">
              <a:ext uri="{FF2B5EF4-FFF2-40B4-BE49-F238E27FC236}">
                <a16:creationId xmlns:a16="http://schemas.microsoft.com/office/drawing/2014/main" id="{73179226-81F5-489E-B5AC-D96443175748}"/>
              </a:ext>
            </a:extLst>
          </p:cNvPr>
          <p:cNvSpPr>
            <a:spLocks xmlns:a="http://schemas.openxmlformats.org/drawingml/2006/main" noGrp="1"/>
          </p:cNvSpPr>
          <p:nvPr/>
        </p:nvSpPr>
        <p:spPr>
          <a:xfrm xmlns:a="http://schemas.openxmlformats.org/drawingml/2006/main">
            <a:off x="11037446" y="4923091"/>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399" name="block-1340">
            <a:extLst xmlns:a="http://schemas.openxmlformats.org/drawingml/2006/main">
              <a:ext uri="{FF2B5EF4-FFF2-40B4-BE49-F238E27FC236}">
                <a16:creationId xmlns:a16="http://schemas.microsoft.com/office/drawing/2014/main" id="{082CCBFD-6D3E-4BAC-89A8-630F241B77CC}"/>
              </a:ext>
            </a:extLst>
          </p:cNvPr>
          <p:cNvSpPr>
            <a:spLocks xmlns:a="http://schemas.openxmlformats.org/drawingml/2006/main" noGrp="1"/>
          </p:cNvSpPr>
          <p:nvPr/>
        </p:nvSpPr>
        <p:spPr>
          <a:xfrm xmlns:a="http://schemas.openxmlformats.org/drawingml/2006/main">
            <a:off x="9821894" y="5782627"/>
            <a:ext cx="1608963" cy="313373"/>
          </a:xfrm>
          <a:prstGeom xmlns:a="http://schemas.openxmlformats.org/drawingml/2006/main" prst="rect">
            <a:avLst/>
          </a:prstGeom>
          <a:solidFill xmlns:a="http://schemas.openxmlformats.org/drawingml/2006/main">
            <a:srgbClr val="E5EBF8"/>
          </a:solidFill>
          <a:ln xmlns:a="http://schemas.openxmlformats.org/drawingml/2006/main" w="19050">
            <a:solidFill>
              <a:srgbClr val="1572C3"/>
            </a:solidFill>
          </a:ln>
        </p:spPr>
      </p:sp>
      <p:sp>
        <p:nvSpPr>
          <p:cNvPr id="400" name="text-1341">
            <a:extLst xmlns:a="http://schemas.openxmlformats.org/drawingml/2006/main">
              <a:ext uri="{FF2B5EF4-FFF2-40B4-BE49-F238E27FC236}">
                <a16:creationId xmlns:a16="http://schemas.microsoft.com/office/drawing/2014/main" id="{6825831A-08C0-4C3C-AD0A-510A82BAD346}"/>
              </a:ext>
            </a:extLst>
          </p:cNvPr>
          <p:cNvSpPr>
            <a:spLocks xmlns:a="http://schemas.openxmlformats.org/drawingml/2006/main" noGrp="1"/>
          </p:cNvSpPr>
          <p:nvPr/>
        </p:nvSpPr>
        <p:spPr>
          <a:xfrm xmlns:a="http://schemas.openxmlformats.org/drawingml/2006/main">
            <a:off x="9851327" y="5791581"/>
            <a:ext cx="1550099" cy="2954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1">
                <a:solidFill>
                  <a:srgbClr val="1572C3"/>
                </a:solidFill>
                <a:latin typeface="Yu Gothic"/>
                <a:ea typeface="Yu Gothic"/>
                <a:cs typeface="Yu Gothic"/>
              </a:defRPr>
            </a:defPPr>
            <a:lvl1pPr algn="ctr">
              <a:defRPr sz="1425" b="1">
                <a:solidFill>
                  <a:srgbClr val="1572C3"/>
                </a:solidFill>
                <a:latin typeface="Yu Gothic"/>
                <a:ea typeface="Yu Gothic"/>
                <a:cs typeface="Yu Gothic"/>
              </a:defRPr>
            </a:lvl1pPr>
            <a:lvl2pPr algn="ctr">
              <a:defRPr sz="1425" b="1">
                <a:solidFill>
                  <a:srgbClr val="1572C3"/>
                </a:solidFill>
                <a:latin typeface="Yu Gothic"/>
                <a:ea typeface="Yu Gothic"/>
                <a:cs typeface="Yu Gothic"/>
              </a:defRPr>
            </a:lvl2pPr>
            <a:lvl3pPr algn="ctr">
              <a:defRPr sz="1425" b="1">
                <a:solidFill>
                  <a:srgbClr val="1572C3"/>
                </a:solidFill>
                <a:latin typeface="Yu Gothic"/>
                <a:ea typeface="Yu Gothic"/>
                <a:cs typeface="Yu Gothic"/>
              </a:defRPr>
            </a:lvl3pPr>
            <a:lvl4pPr algn="ctr">
              <a:defRPr sz="1425" b="1">
                <a:solidFill>
                  <a:srgbClr val="1572C3"/>
                </a:solidFill>
                <a:latin typeface="Yu Gothic"/>
                <a:ea typeface="Yu Gothic"/>
                <a:cs typeface="Yu Gothic"/>
              </a:defRPr>
            </a:lvl4pPr>
            <a:lvl5pPr algn="ctr">
              <a:defRPr sz="1425" b="1">
                <a:solidFill>
                  <a:srgbClr val="1572C3"/>
                </a:solidFill>
                <a:latin typeface="Yu Gothic"/>
                <a:ea typeface="Yu Gothic"/>
                <a:cs typeface="Yu Gothic"/>
              </a:defRPr>
            </a:lvl5pPr>
            <a:lvl6pPr algn="ctr">
              <a:defRPr sz="1425" b="1">
                <a:solidFill>
                  <a:srgbClr val="1572C3"/>
                </a:solidFill>
                <a:latin typeface="Yu Gothic"/>
                <a:ea typeface="Yu Gothic"/>
                <a:cs typeface="Yu Gothic"/>
              </a:defRPr>
            </a:lvl6pPr>
            <a:lvl7pPr algn="ctr">
              <a:defRPr sz="1425" b="1">
                <a:solidFill>
                  <a:srgbClr val="1572C3"/>
                </a:solidFill>
                <a:latin typeface="Yu Gothic"/>
                <a:ea typeface="Yu Gothic"/>
                <a:cs typeface="Yu Gothic"/>
              </a:defRPr>
            </a:lvl7pPr>
            <a:lvl8pPr algn="ctr">
              <a:defRPr sz="1425" b="1">
                <a:solidFill>
                  <a:srgbClr val="1572C3"/>
                </a:solidFill>
                <a:latin typeface="Yu Gothic"/>
                <a:ea typeface="Yu Gothic"/>
                <a:cs typeface="Yu Gothic"/>
              </a:defRPr>
            </a:lvl8pPr>
            <a:lvl9pPr algn="ctr">
              <a:defRPr sz="1425" b="1">
                <a:solidFill>
                  <a:srgbClr val="1572C3"/>
                </a:solidFill>
                <a:latin typeface="Yu Gothic"/>
                <a:ea typeface="Yu Gothic"/>
                <a:cs typeface="Yu Gothic"/>
              </a:defRPr>
            </a:lvl9pPr>
          </a:lstStyle>
          <a:p xmlns:a="http://schemas.openxmlformats.org/drawingml/2006/main">
            <a:pPr algn="ctr">
              <a:defRPr sz="1425" b="1">
                <a:solidFill>
                  <a:srgbClr val="1572C3"/>
                </a:solidFill>
                <a:latin typeface="Yu Gothic"/>
                <a:ea typeface="Yu Gothic"/>
                <a:cs typeface="Yu Gothic"/>
              </a:defRPr>
            </a:pPr>
            <a:r>
              <a:rPr sz="1425" b="1">
                <a:solidFill>
                  <a:srgbClr val="1572C3"/>
                </a:solidFill>
                <a:latin typeface="Yu Gothic"/>
                <a:ea typeface="Yu Gothic"/>
                <a:cs typeface="Yu Gothic"/>
              </a:rPr>
              <a:t>表示回路</a:t>
            </a:r>
          </a:p>
        </p:txBody>
      </p:sp>
      <p:sp>
        <p:nvSpPr>
          <p:cNvPr id="401" name="wire-1342">
            <a:extLst xmlns:a="http://schemas.openxmlformats.org/drawingml/2006/main">
              <a:ext uri="{FF2B5EF4-FFF2-40B4-BE49-F238E27FC236}">
                <a16:creationId xmlns:a16="http://schemas.microsoft.com/office/drawing/2014/main" id="{3CD85B73-C1C7-4F61-92DD-B0F982AC7DE9}"/>
              </a:ext>
            </a:extLst>
          </p:cNvPr>
          <p:cNvSpPr>
            <a:spLocks xmlns:a="http://schemas.openxmlformats.org/drawingml/2006/main" noGrp="1"/>
          </p:cNvSpPr>
          <p:nvPr/>
        </p:nvSpPr>
        <p:spPr>
          <a:xfrm xmlns:a="http://schemas.openxmlformats.org/drawingml/2006/main">
            <a:off x="9910191" y="5442395"/>
            <a:ext cx="9525" cy="340233"/>
          </a:xfrm>
          <a:custGeom xmlns:a="http://schemas.openxmlformats.org/drawingml/2006/main">
            <a:pathLst>
              <a:path w="9525" h="340233">
                <a:moveTo>
                  <a:pt x="0" y="0"/>
                </a:moveTo>
                <a:lnTo>
                  <a:pt x="0" y="340233"/>
                </a:lnTo>
              </a:path>
            </a:pathLst>
          </a:custGeom>
          <a:noFill xmlns:a="http://schemas.openxmlformats.org/drawingml/2006/main"/>
          <a:ln xmlns:a="http://schemas.openxmlformats.org/drawingml/2006/main" w="14288">
            <a:solidFill>
              <a:srgbClr val="1572C3"/>
            </a:solidFill>
          </a:ln>
        </p:spPr>
      </p:sp>
      <p:sp>
        <p:nvSpPr>
          <p:cNvPr id="402" name="circuit-1343">
            <a:extLst xmlns:a="http://schemas.openxmlformats.org/drawingml/2006/main">
              <a:ext uri="{FF2B5EF4-FFF2-40B4-BE49-F238E27FC236}">
                <a16:creationId xmlns:a16="http://schemas.microsoft.com/office/drawing/2014/main" id="{B735ABDE-D60E-47C5-8E5C-4B9251A28278}"/>
              </a:ext>
            </a:extLst>
          </p:cNvPr>
          <p:cNvSpPr>
            <a:spLocks xmlns:a="http://schemas.openxmlformats.org/drawingml/2006/main" noGrp="1"/>
          </p:cNvSpPr>
          <p:nvPr/>
        </p:nvSpPr>
        <p:spPr>
          <a:xfrm xmlns:a="http://schemas.openxmlformats.org/drawingml/2006/main">
            <a:off x="9889588" y="5737860"/>
            <a:ext cx="41205" cy="44767"/>
          </a:xfrm>
          <a:custGeom xmlns:a="http://schemas.openxmlformats.org/drawingml/2006/main">
            <a:pathLst>
              <a:path w="41205" h="44767">
                <a:moveTo>
                  <a:pt x="20603" y="44767"/>
                </a:moveTo>
                <a:lnTo>
                  <a:pt x="41205" y="0"/>
                </a:lnTo>
                <a:lnTo>
                  <a:pt x="0" y="0"/>
                </a:lnTo>
                <a:close/>
              </a:path>
            </a:pathLst>
          </a:custGeom>
          <a:solidFill xmlns:a="http://schemas.openxmlformats.org/drawingml/2006/main">
            <a:srgbClr val="1572C3"/>
          </a:solidFill>
          <a:ln xmlns:a="http://schemas.openxmlformats.org/drawingml/2006/main" w="4763">
            <a:solidFill>
              <a:srgbClr val="1572C3"/>
            </a:solidFill>
          </a:ln>
        </p:spPr>
      </p:sp>
      <p:sp>
        <p:nvSpPr>
          <p:cNvPr id="403" name="wire-1344">
            <a:extLst xmlns:a="http://schemas.openxmlformats.org/drawingml/2006/main">
              <a:ext uri="{FF2B5EF4-FFF2-40B4-BE49-F238E27FC236}">
                <a16:creationId xmlns:a16="http://schemas.microsoft.com/office/drawing/2014/main" id="{1FAD15F7-17A8-4F9E-BC6E-D1B68B0415D6}"/>
              </a:ext>
            </a:extLst>
          </p:cNvPr>
          <p:cNvSpPr>
            <a:spLocks xmlns:a="http://schemas.openxmlformats.org/drawingml/2006/main" noGrp="1"/>
          </p:cNvSpPr>
          <p:nvPr/>
        </p:nvSpPr>
        <p:spPr>
          <a:xfrm xmlns:a="http://schemas.openxmlformats.org/drawingml/2006/main">
            <a:off x="11342561" y="5442395"/>
            <a:ext cx="9525" cy="340233"/>
          </a:xfrm>
          <a:custGeom xmlns:a="http://schemas.openxmlformats.org/drawingml/2006/main">
            <a:pathLst>
              <a:path w="9525" h="340233">
                <a:moveTo>
                  <a:pt x="0" y="340233"/>
                </a:moveTo>
                <a:lnTo>
                  <a:pt x="0" y="0"/>
                </a:lnTo>
              </a:path>
            </a:pathLst>
          </a:custGeom>
          <a:noFill xmlns:a="http://schemas.openxmlformats.org/drawingml/2006/main"/>
          <a:ln xmlns:a="http://schemas.openxmlformats.org/drawingml/2006/main" w="14288">
            <a:solidFill>
              <a:srgbClr val="1572C3"/>
            </a:solidFill>
          </a:ln>
        </p:spPr>
      </p:sp>
      <p:sp>
        <p:nvSpPr>
          <p:cNvPr id="404" name="circuit-1345">
            <a:extLst xmlns:a="http://schemas.openxmlformats.org/drawingml/2006/main">
              <a:ext uri="{FF2B5EF4-FFF2-40B4-BE49-F238E27FC236}">
                <a16:creationId xmlns:a16="http://schemas.microsoft.com/office/drawing/2014/main" id="{7BF57253-E1B0-44BF-A6B4-79C246FFC12B}"/>
              </a:ext>
            </a:extLst>
          </p:cNvPr>
          <p:cNvSpPr>
            <a:spLocks xmlns:a="http://schemas.openxmlformats.org/drawingml/2006/main" noGrp="1"/>
          </p:cNvSpPr>
          <p:nvPr/>
        </p:nvSpPr>
        <p:spPr>
          <a:xfrm xmlns:a="http://schemas.openxmlformats.org/drawingml/2006/main">
            <a:off x="11321958" y="5442395"/>
            <a:ext cx="41205" cy="44767"/>
          </a:xfrm>
          <a:custGeom xmlns:a="http://schemas.openxmlformats.org/drawingml/2006/main">
            <a:pathLst>
              <a:path w="41205" h="44767">
                <a:moveTo>
                  <a:pt x="20603" y="0"/>
                </a:moveTo>
                <a:lnTo>
                  <a:pt x="0" y="44767"/>
                </a:lnTo>
                <a:lnTo>
                  <a:pt x="41205" y="44767"/>
                </a:lnTo>
                <a:close/>
              </a:path>
            </a:pathLst>
          </a:custGeom>
          <a:solidFill xmlns:a="http://schemas.openxmlformats.org/drawingml/2006/main">
            <a:srgbClr val="1572C3"/>
          </a:solidFill>
          <a:ln xmlns:a="http://schemas.openxmlformats.org/drawingml/2006/main" w="4763">
            <a:solidFill>
              <a:srgbClr val="1572C3"/>
            </a:solidFill>
          </a:ln>
        </p:spPr>
      </p:sp>
      <p:sp>
        <p:nvSpPr>
          <p:cNvPr id="405" name="text-1346">
            <a:extLst xmlns:a="http://schemas.openxmlformats.org/drawingml/2006/main">
              <a:ext uri="{FF2B5EF4-FFF2-40B4-BE49-F238E27FC236}">
                <a16:creationId xmlns:a16="http://schemas.microsoft.com/office/drawing/2014/main" id="{8E607F0E-AFCD-4AAD-A283-54783DD5462A}"/>
              </a:ext>
            </a:extLst>
          </p:cNvPr>
          <p:cNvSpPr>
            <a:spLocks xmlns:a="http://schemas.openxmlformats.org/drawingml/2006/main" noGrp="1"/>
          </p:cNvSpPr>
          <p:nvPr/>
        </p:nvSpPr>
        <p:spPr>
          <a:xfrm xmlns:a="http://schemas.openxmlformats.org/drawingml/2006/main">
            <a:off x="9988677" y="5487162"/>
            <a:ext cx="1275398" cy="24174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50" b="0">
                <a:solidFill>
                  <a:srgbClr val="1572C3"/>
                </a:solidFill>
                <a:latin typeface="Yu Gothic"/>
                <a:ea typeface="Yu Gothic"/>
                <a:cs typeface="Yu Gothic"/>
              </a:defRPr>
            </a:defPPr>
            <a:lvl1pPr algn="ctr">
              <a:defRPr sz="1050" b="0">
                <a:solidFill>
                  <a:srgbClr val="1572C3"/>
                </a:solidFill>
                <a:latin typeface="Yu Gothic"/>
                <a:ea typeface="Yu Gothic"/>
                <a:cs typeface="Yu Gothic"/>
              </a:defRPr>
            </a:lvl1pPr>
            <a:lvl2pPr algn="ctr">
              <a:defRPr sz="1050" b="0">
                <a:solidFill>
                  <a:srgbClr val="1572C3"/>
                </a:solidFill>
                <a:latin typeface="Yu Gothic"/>
                <a:ea typeface="Yu Gothic"/>
                <a:cs typeface="Yu Gothic"/>
              </a:defRPr>
            </a:lvl2pPr>
            <a:lvl3pPr algn="ctr">
              <a:defRPr sz="1050" b="0">
                <a:solidFill>
                  <a:srgbClr val="1572C3"/>
                </a:solidFill>
                <a:latin typeface="Yu Gothic"/>
                <a:ea typeface="Yu Gothic"/>
                <a:cs typeface="Yu Gothic"/>
              </a:defRPr>
            </a:lvl3pPr>
            <a:lvl4pPr algn="ctr">
              <a:defRPr sz="1050" b="0">
                <a:solidFill>
                  <a:srgbClr val="1572C3"/>
                </a:solidFill>
                <a:latin typeface="Yu Gothic"/>
                <a:ea typeface="Yu Gothic"/>
                <a:cs typeface="Yu Gothic"/>
              </a:defRPr>
            </a:lvl4pPr>
            <a:lvl5pPr algn="ctr">
              <a:defRPr sz="1050" b="0">
                <a:solidFill>
                  <a:srgbClr val="1572C3"/>
                </a:solidFill>
                <a:latin typeface="Yu Gothic"/>
                <a:ea typeface="Yu Gothic"/>
                <a:cs typeface="Yu Gothic"/>
              </a:defRPr>
            </a:lvl5pPr>
            <a:lvl6pPr algn="ctr">
              <a:defRPr sz="1050" b="0">
                <a:solidFill>
                  <a:srgbClr val="1572C3"/>
                </a:solidFill>
                <a:latin typeface="Yu Gothic"/>
                <a:ea typeface="Yu Gothic"/>
                <a:cs typeface="Yu Gothic"/>
              </a:defRPr>
            </a:lvl6pPr>
            <a:lvl7pPr algn="ctr">
              <a:defRPr sz="1050" b="0">
                <a:solidFill>
                  <a:srgbClr val="1572C3"/>
                </a:solidFill>
                <a:latin typeface="Yu Gothic"/>
                <a:ea typeface="Yu Gothic"/>
                <a:cs typeface="Yu Gothic"/>
              </a:defRPr>
            </a:lvl7pPr>
            <a:lvl8pPr algn="ctr">
              <a:defRPr sz="1050" b="0">
                <a:solidFill>
                  <a:srgbClr val="1572C3"/>
                </a:solidFill>
                <a:latin typeface="Yu Gothic"/>
                <a:ea typeface="Yu Gothic"/>
                <a:cs typeface="Yu Gothic"/>
              </a:defRPr>
            </a:lvl8pPr>
            <a:lvl9pPr algn="ctr">
              <a:defRPr sz="1050" b="0">
                <a:solidFill>
                  <a:srgbClr val="1572C3"/>
                </a:solidFill>
                <a:latin typeface="Yu Gothic"/>
                <a:ea typeface="Yu Gothic"/>
                <a:cs typeface="Yu Gothic"/>
              </a:defRPr>
            </a:lvl9pPr>
          </a:lstStyle>
          <a:p xmlns:a="http://schemas.openxmlformats.org/drawingml/2006/main">
            <a:pPr algn="ctr">
              <a:defRPr sz="1050" b="0">
                <a:solidFill>
                  <a:srgbClr val="1572C3"/>
                </a:solidFill>
                <a:latin typeface="Yu Gothic"/>
                <a:ea typeface="Yu Gothic"/>
                <a:cs typeface="Yu Gothic"/>
              </a:defRPr>
            </a:pPr>
            <a:r>
              <a:rPr sz="1050" b="0">
                <a:solidFill>
                  <a:srgbClr val="1572C3"/>
                </a:solidFill>
                <a:latin typeface="Yu Gothic"/>
                <a:ea typeface="Yu Gothic"/>
                <a:cs typeface="Yu Gothic"/>
              </a:rPr>
              <a:t>表示先・完了</a:t>
            </a:r>
          </a:p>
        </p:txBody>
      </p:sp>
      <p:sp>
        <p:nvSpPr>
          <p:cNvPr id="406" name="wire-1347">
            <a:extLst xmlns:a="http://schemas.openxmlformats.org/drawingml/2006/main">
              <a:ext uri="{FF2B5EF4-FFF2-40B4-BE49-F238E27FC236}">
                <a16:creationId xmlns:a16="http://schemas.microsoft.com/office/drawing/2014/main" id="{2FE8241B-C2AC-44C5-B285-FFF9F3EE1F59}"/>
              </a:ext>
            </a:extLst>
          </p:cNvPr>
          <p:cNvSpPr>
            <a:spLocks xmlns:a="http://schemas.openxmlformats.org/drawingml/2006/main" noGrp="1"/>
          </p:cNvSpPr>
          <p:nvPr/>
        </p:nvSpPr>
        <p:spPr>
          <a:xfrm xmlns:a="http://schemas.openxmlformats.org/drawingml/2006/main">
            <a:off x="9674733" y="5236464"/>
            <a:ext cx="147161" cy="9525"/>
          </a:xfrm>
          <a:custGeom xmlns:a="http://schemas.openxmlformats.org/drawingml/2006/main">
            <a:pathLst>
              <a:path w="147161" h="9525">
                <a:moveTo>
                  <a:pt x="147161" y="0"/>
                </a:moveTo>
                <a:lnTo>
                  <a:pt x="0" y="0"/>
                </a:lnTo>
              </a:path>
            </a:pathLst>
          </a:custGeom>
          <a:noFill xmlns:a="http://schemas.openxmlformats.org/drawingml/2006/main"/>
          <a:ln xmlns:a="http://schemas.openxmlformats.org/drawingml/2006/main" w="17145">
            <a:solidFill>
              <a:srgbClr val="1572C3"/>
            </a:solidFill>
          </a:ln>
        </p:spPr>
      </p:sp>
      <p:sp>
        <p:nvSpPr>
          <p:cNvPr id="407" name="wire-1348">
            <a:extLst xmlns:a="http://schemas.openxmlformats.org/drawingml/2006/main">
              <a:ext uri="{FF2B5EF4-FFF2-40B4-BE49-F238E27FC236}">
                <a16:creationId xmlns:a16="http://schemas.microsoft.com/office/drawing/2014/main" id="{ED2EC900-4FB5-4DD4-B417-B67A45513EAF}"/>
              </a:ext>
            </a:extLst>
          </p:cNvPr>
          <p:cNvSpPr>
            <a:spLocks xmlns:a="http://schemas.openxmlformats.org/drawingml/2006/main" noGrp="1"/>
          </p:cNvSpPr>
          <p:nvPr/>
        </p:nvSpPr>
        <p:spPr>
          <a:xfrm xmlns:a="http://schemas.openxmlformats.org/drawingml/2006/main">
            <a:off x="9674733" y="3221927"/>
            <a:ext cx="9525" cy="2014538"/>
          </a:xfrm>
          <a:custGeom xmlns:a="http://schemas.openxmlformats.org/drawingml/2006/main">
            <a:pathLst>
              <a:path w="9525" h="2014538">
                <a:moveTo>
                  <a:pt x="0" y="2014538"/>
                </a:moveTo>
                <a:lnTo>
                  <a:pt x="0" y="0"/>
                </a:lnTo>
              </a:path>
            </a:pathLst>
          </a:custGeom>
          <a:noFill xmlns:a="http://schemas.openxmlformats.org/drawingml/2006/main"/>
          <a:ln xmlns:a="http://schemas.openxmlformats.org/drawingml/2006/main" w="17145">
            <a:solidFill>
              <a:srgbClr val="1572C3"/>
            </a:solidFill>
          </a:ln>
        </p:spPr>
      </p:sp>
      <p:sp>
        <p:nvSpPr>
          <p:cNvPr id="408" name="wire-1349">
            <a:extLst xmlns:a="http://schemas.openxmlformats.org/drawingml/2006/main">
              <a:ext uri="{FF2B5EF4-FFF2-40B4-BE49-F238E27FC236}">
                <a16:creationId xmlns:a16="http://schemas.microsoft.com/office/drawing/2014/main" id="{A3B136FA-E4C0-42E7-B7E2-56B46D81636D}"/>
              </a:ext>
            </a:extLst>
          </p:cNvPr>
          <p:cNvSpPr>
            <a:spLocks xmlns:a="http://schemas.openxmlformats.org/drawingml/2006/main" noGrp="1"/>
          </p:cNvSpPr>
          <p:nvPr/>
        </p:nvSpPr>
        <p:spPr>
          <a:xfrm xmlns:a="http://schemas.openxmlformats.org/drawingml/2006/main">
            <a:off x="9674733" y="3221927"/>
            <a:ext cx="588645" cy="9525"/>
          </a:xfrm>
          <a:custGeom xmlns:a="http://schemas.openxmlformats.org/drawingml/2006/main">
            <a:pathLst>
              <a:path w="588645" h="9525">
                <a:moveTo>
                  <a:pt x="0" y="0"/>
                </a:moveTo>
                <a:lnTo>
                  <a:pt x="588645" y="0"/>
                </a:lnTo>
              </a:path>
            </a:pathLst>
          </a:custGeom>
          <a:noFill xmlns:a="http://schemas.openxmlformats.org/drawingml/2006/main"/>
          <a:ln xmlns:a="http://schemas.openxmlformats.org/drawingml/2006/main" w="17145">
            <a:solidFill>
              <a:srgbClr val="1572C3"/>
            </a:solidFill>
          </a:ln>
        </p:spPr>
      </p:sp>
      <p:sp>
        <p:nvSpPr>
          <p:cNvPr id="409" name="wire-1350">
            <a:extLst xmlns:a="http://schemas.openxmlformats.org/drawingml/2006/main">
              <a:ext uri="{FF2B5EF4-FFF2-40B4-BE49-F238E27FC236}">
                <a16:creationId xmlns:a16="http://schemas.microsoft.com/office/drawing/2014/main" id="{4AD841AF-E8FE-4C0B-881F-B8E50FA5235E}"/>
              </a:ext>
            </a:extLst>
          </p:cNvPr>
          <p:cNvSpPr>
            <a:spLocks xmlns:a="http://schemas.openxmlformats.org/drawingml/2006/main" noGrp="1"/>
          </p:cNvSpPr>
          <p:nvPr/>
        </p:nvSpPr>
        <p:spPr>
          <a:xfrm xmlns:a="http://schemas.openxmlformats.org/drawingml/2006/main">
            <a:off x="10263378" y="3159252"/>
            <a:ext cx="9525" cy="62675"/>
          </a:xfrm>
          <a:custGeom xmlns:a="http://schemas.openxmlformats.org/drawingml/2006/main">
            <a:pathLst>
              <a:path w="9525" h="62675">
                <a:moveTo>
                  <a:pt x="0" y="62675"/>
                </a:moveTo>
                <a:lnTo>
                  <a:pt x="0" y="0"/>
                </a:lnTo>
              </a:path>
            </a:pathLst>
          </a:custGeom>
          <a:noFill xmlns:a="http://schemas.openxmlformats.org/drawingml/2006/main"/>
          <a:ln xmlns:a="http://schemas.openxmlformats.org/drawingml/2006/main" w="17145">
            <a:solidFill>
              <a:srgbClr val="1572C3"/>
            </a:solidFill>
          </a:ln>
        </p:spPr>
      </p:sp>
      <p:sp>
        <p:nvSpPr>
          <p:cNvPr id="410" name="circuit-1351">
            <a:extLst xmlns:a="http://schemas.openxmlformats.org/drawingml/2006/main">
              <a:ext uri="{FF2B5EF4-FFF2-40B4-BE49-F238E27FC236}">
                <a16:creationId xmlns:a16="http://schemas.microsoft.com/office/drawing/2014/main" id="{E949A9C2-7BFE-44CE-85F1-09B1613A9844}"/>
              </a:ext>
            </a:extLst>
          </p:cNvPr>
          <p:cNvSpPr>
            <a:spLocks xmlns:a="http://schemas.openxmlformats.org/drawingml/2006/main" noGrp="1"/>
          </p:cNvSpPr>
          <p:nvPr/>
        </p:nvSpPr>
        <p:spPr>
          <a:xfrm xmlns:a="http://schemas.openxmlformats.org/drawingml/2006/main">
            <a:off x="10242775" y="3159252"/>
            <a:ext cx="41205" cy="44768"/>
          </a:xfrm>
          <a:custGeom xmlns:a="http://schemas.openxmlformats.org/drawingml/2006/main">
            <a:pathLst>
              <a:path w="41205" h="44768">
                <a:moveTo>
                  <a:pt x="20603" y="0"/>
                </a:moveTo>
                <a:lnTo>
                  <a:pt x="0" y="44768"/>
                </a:lnTo>
                <a:lnTo>
                  <a:pt x="41205" y="44768"/>
                </a:lnTo>
                <a:close/>
              </a:path>
            </a:pathLst>
          </a:custGeom>
          <a:solidFill xmlns:a="http://schemas.openxmlformats.org/drawingml/2006/main">
            <a:srgbClr val="1572C3"/>
          </a:solidFill>
          <a:ln xmlns:a="http://schemas.openxmlformats.org/drawingml/2006/main" w="4763">
            <a:solidFill>
              <a:srgbClr val="1572C3"/>
            </a:solidFill>
          </a:ln>
        </p:spPr>
      </p:sp>
      <p:sp>
        <p:nvSpPr>
          <p:cNvPr id="411" name="wire-1352">
            <a:extLst xmlns:a="http://schemas.openxmlformats.org/drawingml/2006/main">
              <a:ext uri="{FF2B5EF4-FFF2-40B4-BE49-F238E27FC236}">
                <a16:creationId xmlns:a16="http://schemas.microsoft.com/office/drawing/2014/main" id="{6C03EE6B-F4B4-41B8-91C5-24134200854B}"/>
              </a:ext>
            </a:extLst>
          </p:cNvPr>
          <p:cNvSpPr>
            <a:spLocks xmlns:a="http://schemas.openxmlformats.org/drawingml/2006/main" noGrp="1"/>
          </p:cNvSpPr>
          <p:nvPr/>
        </p:nvSpPr>
        <p:spPr>
          <a:xfrm xmlns:a="http://schemas.openxmlformats.org/drawingml/2006/main">
            <a:off x="9674733" y="5236464"/>
            <a:ext cx="147161" cy="9525"/>
          </a:xfrm>
          <a:custGeom xmlns:a="http://schemas.openxmlformats.org/drawingml/2006/main">
            <a:pathLst>
              <a:path w="147161" h="9525">
                <a:moveTo>
                  <a:pt x="0" y="0"/>
                </a:moveTo>
                <a:lnTo>
                  <a:pt x="147161" y="0"/>
                </a:lnTo>
              </a:path>
            </a:pathLst>
          </a:custGeom>
          <a:noFill xmlns:a="http://schemas.openxmlformats.org/drawingml/2006/main"/>
          <a:ln xmlns:a="http://schemas.openxmlformats.org/drawingml/2006/main" w="17145">
            <a:solidFill>
              <a:srgbClr val="1572C3"/>
            </a:solidFill>
          </a:ln>
        </p:spPr>
      </p:sp>
      <p:sp>
        <p:nvSpPr>
          <p:cNvPr id="412" name="circuit-1353">
            <a:extLst xmlns:a="http://schemas.openxmlformats.org/drawingml/2006/main">
              <a:ext uri="{FF2B5EF4-FFF2-40B4-BE49-F238E27FC236}">
                <a16:creationId xmlns:a16="http://schemas.microsoft.com/office/drawing/2014/main" id="{EB73F738-A7C2-4A7E-B69F-1835C6EF98BC}"/>
              </a:ext>
            </a:extLst>
          </p:cNvPr>
          <p:cNvSpPr>
            <a:spLocks xmlns:a="http://schemas.openxmlformats.org/drawingml/2006/main" noGrp="1"/>
          </p:cNvSpPr>
          <p:nvPr/>
        </p:nvSpPr>
        <p:spPr>
          <a:xfrm xmlns:a="http://schemas.openxmlformats.org/drawingml/2006/main">
            <a:off x="9772841" y="5217662"/>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413" name="wire-1354">
            <a:extLst xmlns:a="http://schemas.openxmlformats.org/drawingml/2006/main">
              <a:ext uri="{FF2B5EF4-FFF2-40B4-BE49-F238E27FC236}">
                <a16:creationId xmlns:a16="http://schemas.microsoft.com/office/drawing/2014/main" id="{42BFEF52-06A5-42D8-BE8B-DDE45430E0BF}"/>
              </a:ext>
            </a:extLst>
          </p:cNvPr>
          <p:cNvSpPr>
            <a:spLocks xmlns:a="http://schemas.openxmlformats.org/drawingml/2006/main" noGrp="1"/>
          </p:cNvSpPr>
          <p:nvPr/>
        </p:nvSpPr>
        <p:spPr>
          <a:xfrm xmlns:a="http://schemas.openxmlformats.org/drawingml/2006/main">
            <a:off x="10753916" y="3159252"/>
            <a:ext cx="9525" cy="71628"/>
          </a:xfrm>
          <a:custGeom xmlns:a="http://schemas.openxmlformats.org/drawingml/2006/main">
            <a:pathLst>
              <a:path w="9525" h="71628">
                <a:moveTo>
                  <a:pt x="0" y="0"/>
                </a:moveTo>
                <a:lnTo>
                  <a:pt x="0" y="71628"/>
                </a:lnTo>
              </a:path>
            </a:pathLst>
          </a:custGeom>
          <a:noFill xmlns:a="http://schemas.openxmlformats.org/drawingml/2006/main"/>
          <a:ln xmlns:a="http://schemas.openxmlformats.org/drawingml/2006/main" w="16193">
            <a:solidFill>
              <a:srgbClr val="1572C3"/>
            </a:solidFill>
          </a:ln>
        </p:spPr>
      </p:sp>
      <p:sp>
        <p:nvSpPr>
          <p:cNvPr id="414" name="wire-1355">
            <a:extLst xmlns:a="http://schemas.openxmlformats.org/drawingml/2006/main">
              <a:ext uri="{FF2B5EF4-FFF2-40B4-BE49-F238E27FC236}">
                <a16:creationId xmlns:a16="http://schemas.microsoft.com/office/drawing/2014/main" id="{78B42A31-9DCE-4BE3-B76B-E311FDDCCE22}"/>
              </a:ext>
            </a:extLst>
          </p:cNvPr>
          <p:cNvSpPr>
            <a:spLocks xmlns:a="http://schemas.openxmlformats.org/drawingml/2006/main" noGrp="1"/>
          </p:cNvSpPr>
          <p:nvPr/>
        </p:nvSpPr>
        <p:spPr>
          <a:xfrm xmlns:a="http://schemas.openxmlformats.org/drawingml/2006/main">
            <a:off x="10753916" y="3230880"/>
            <a:ext cx="745617" cy="9525"/>
          </a:xfrm>
          <a:custGeom xmlns:a="http://schemas.openxmlformats.org/drawingml/2006/main">
            <a:pathLst>
              <a:path w="745617" h="9525">
                <a:moveTo>
                  <a:pt x="0" y="0"/>
                </a:moveTo>
                <a:lnTo>
                  <a:pt x="745617" y="0"/>
                </a:lnTo>
              </a:path>
            </a:pathLst>
          </a:custGeom>
          <a:noFill xmlns:a="http://schemas.openxmlformats.org/drawingml/2006/main"/>
          <a:ln xmlns:a="http://schemas.openxmlformats.org/drawingml/2006/main" w="16193">
            <a:solidFill>
              <a:srgbClr val="1572C3"/>
            </a:solidFill>
          </a:ln>
        </p:spPr>
      </p:sp>
      <p:sp>
        <p:nvSpPr>
          <p:cNvPr id="415" name="wire-1356">
            <a:extLst xmlns:a="http://schemas.openxmlformats.org/drawingml/2006/main">
              <a:ext uri="{FF2B5EF4-FFF2-40B4-BE49-F238E27FC236}">
                <a16:creationId xmlns:a16="http://schemas.microsoft.com/office/drawing/2014/main" id="{AAAF117B-6F41-4BA0-8BA0-3F9CBA1CE26D}"/>
              </a:ext>
            </a:extLst>
          </p:cNvPr>
          <p:cNvSpPr>
            <a:spLocks xmlns:a="http://schemas.openxmlformats.org/drawingml/2006/main" noGrp="1"/>
          </p:cNvSpPr>
          <p:nvPr/>
        </p:nvSpPr>
        <p:spPr>
          <a:xfrm xmlns:a="http://schemas.openxmlformats.org/drawingml/2006/main">
            <a:off x="11499533" y="3230880"/>
            <a:ext cx="9525" cy="2712911"/>
          </a:xfrm>
          <a:custGeom xmlns:a="http://schemas.openxmlformats.org/drawingml/2006/main">
            <a:pathLst>
              <a:path w="9525" h="2712911">
                <a:moveTo>
                  <a:pt x="0" y="0"/>
                </a:moveTo>
                <a:lnTo>
                  <a:pt x="0" y="2712911"/>
                </a:lnTo>
              </a:path>
            </a:pathLst>
          </a:custGeom>
          <a:noFill xmlns:a="http://schemas.openxmlformats.org/drawingml/2006/main"/>
          <a:ln xmlns:a="http://schemas.openxmlformats.org/drawingml/2006/main" w="16193">
            <a:solidFill>
              <a:srgbClr val="1572C3"/>
            </a:solidFill>
          </a:ln>
        </p:spPr>
      </p:sp>
      <p:sp>
        <p:nvSpPr>
          <p:cNvPr id="416" name="wire-1357">
            <a:extLst xmlns:a="http://schemas.openxmlformats.org/drawingml/2006/main">
              <a:ext uri="{FF2B5EF4-FFF2-40B4-BE49-F238E27FC236}">
                <a16:creationId xmlns:a16="http://schemas.microsoft.com/office/drawing/2014/main" id="{07C4DCBB-0470-4540-80C4-4051AC6C0159}"/>
              </a:ext>
            </a:extLst>
          </p:cNvPr>
          <p:cNvSpPr>
            <a:spLocks xmlns:a="http://schemas.openxmlformats.org/drawingml/2006/main" noGrp="1"/>
          </p:cNvSpPr>
          <p:nvPr/>
        </p:nvSpPr>
        <p:spPr>
          <a:xfrm xmlns:a="http://schemas.openxmlformats.org/drawingml/2006/main">
            <a:off x="11430857" y="5943791"/>
            <a:ext cx="68675" cy="9525"/>
          </a:xfrm>
          <a:custGeom xmlns:a="http://schemas.openxmlformats.org/drawingml/2006/main">
            <a:pathLst>
              <a:path w="68675" h="9525">
                <a:moveTo>
                  <a:pt x="68675" y="0"/>
                </a:moveTo>
                <a:lnTo>
                  <a:pt x="0" y="0"/>
                </a:lnTo>
              </a:path>
            </a:pathLst>
          </a:custGeom>
          <a:noFill xmlns:a="http://schemas.openxmlformats.org/drawingml/2006/main"/>
          <a:ln xmlns:a="http://schemas.openxmlformats.org/drawingml/2006/main" w="16193">
            <a:solidFill>
              <a:srgbClr val="1572C3"/>
            </a:solidFill>
          </a:ln>
        </p:spPr>
      </p:sp>
      <p:sp>
        <p:nvSpPr>
          <p:cNvPr id="417" name="circuit-1358">
            <a:extLst xmlns:a="http://schemas.openxmlformats.org/drawingml/2006/main">
              <a:ext uri="{FF2B5EF4-FFF2-40B4-BE49-F238E27FC236}">
                <a16:creationId xmlns:a16="http://schemas.microsoft.com/office/drawing/2014/main" id="{BA22B374-2D70-4789-A892-D30FD84A4EC4}"/>
              </a:ext>
            </a:extLst>
          </p:cNvPr>
          <p:cNvSpPr>
            <a:spLocks xmlns:a="http://schemas.openxmlformats.org/drawingml/2006/main" noGrp="1"/>
          </p:cNvSpPr>
          <p:nvPr/>
        </p:nvSpPr>
        <p:spPr>
          <a:xfrm xmlns:a="http://schemas.openxmlformats.org/drawingml/2006/main">
            <a:off x="11430857" y="5924988"/>
            <a:ext cx="49054" cy="37605"/>
          </a:xfrm>
          <a:custGeom xmlns:a="http://schemas.openxmlformats.org/drawingml/2006/main">
            <a:pathLst>
              <a:path w="49054" h="37605">
                <a:moveTo>
                  <a:pt x="0" y="18802"/>
                </a:moveTo>
                <a:lnTo>
                  <a:pt x="49054" y="37605"/>
                </a:lnTo>
                <a:lnTo>
                  <a:pt x="49054" y="0"/>
                </a:lnTo>
                <a:close/>
              </a:path>
            </a:pathLst>
          </a:custGeom>
          <a:solidFill xmlns:a="http://schemas.openxmlformats.org/drawingml/2006/main">
            <a:srgbClr val="1572C3"/>
          </a:solidFill>
          <a:ln xmlns:a="http://schemas.openxmlformats.org/drawingml/2006/main" w="4763">
            <a:solidFill>
              <a:srgbClr val="1572C3"/>
            </a:solidFill>
          </a:ln>
        </p:spPr>
      </p:sp>
      <p:sp>
        <p:nvSpPr>
          <p:cNvPr id="418" name="wire-1359">
            <a:extLst xmlns:a="http://schemas.openxmlformats.org/drawingml/2006/main">
              <a:ext uri="{FF2B5EF4-FFF2-40B4-BE49-F238E27FC236}">
                <a16:creationId xmlns:a16="http://schemas.microsoft.com/office/drawing/2014/main" id="{67B57BA2-3CBE-4232-BEF6-3CAA2CB945DB}"/>
              </a:ext>
            </a:extLst>
          </p:cNvPr>
          <p:cNvSpPr>
            <a:spLocks xmlns:a="http://schemas.openxmlformats.org/drawingml/2006/main" noGrp="1"/>
          </p:cNvSpPr>
          <p:nvPr/>
        </p:nvSpPr>
        <p:spPr>
          <a:xfrm xmlns:a="http://schemas.openxmlformats.org/drawingml/2006/main">
            <a:off x="10626376" y="6096000"/>
            <a:ext cx="9525" cy="134303"/>
          </a:xfrm>
          <a:custGeom xmlns:a="http://schemas.openxmlformats.org/drawingml/2006/main">
            <a:pathLst>
              <a:path w="9525" h="134303">
                <a:moveTo>
                  <a:pt x="0" y="0"/>
                </a:moveTo>
                <a:lnTo>
                  <a:pt x="0" y="134303"/>
                </a:lnTo>
              </a:path>
            </a:pathLst>
          </a:custGeom>
          <a:noFill xmlns:a="http://schemas.openxmlformats.org/drawingml/2006/main"/>
          <a:ln xmlns:a="http://schemas.openxmlformats.org/drawingml/2006/main" w="19050">
            <a:solidFill>
              <a:srgbClr val="1572C3"/>
            </a:solidFill>
          </a:ln>
        </p:spPr>
      </p:sp>
      <p:sp>
        <p:nvSpPr>
          <p:cNvPr id="419" name="wire-1360">
            <a:extLst xmlns:a="http://schemas.openxmlformats.org/drawingml/2006/main">
              <a:ext uri="{FF2B5EF4-FFF2-40B4-BE49-F238E27FC236}">
                <a16:creationId xmlns:a16="http://schemas.microsoft.com/office/drawing/2014/main" id="{EF296476-B563-4C2D-AF73-258388CAB917}"/>
              </a:ext>
            </a:extLst>
          </p:cNvPr>
          <p:cNvSpPr>
            <a:spLocks xmlns:a="http://schemas.openxmlformats.org/drawingml/2006/main" noGrp="1"/>
          </p:cNvSpPr>
          <p:nvPr/>
        </p:nvSpPr>
        <p:spPr>
          <a:xfrm xmlns:a="http://schemas.openxmlformats.org/drawingml/2006/main">
            <a:off x="10626376" y="6230303"/>
            <a:ext cx="794671" cy="9525"/>
          </a:xfrm>
          <a:custGeom xmlns:a="http://schemas.openxmlformats.org/drawingml/2006/main">
            <a:pathLst>
              <a:path w="794671" h="9525">
                <a:moveTo>
                  <a:pt x="0" y="0"/>
                </a:moveTo>
                <a:lnTo>
                  <a:pt x="794671" y="0"/>
                </a:lnTo>
              </a:path>
            </a:pathLst>
          </a:custGeom>
          <a:noFill xmlns:a="http://schemas.openxmlformats.org/drawingml/2006/main"/>
          <a:ln xmlns:a="http://schemas.openxmlformats.org/drawingml/2006/main" w="19050">
            <a:solidFill>
              <a:srgbClr val="1572C3"/>
            </a:solidFill>
          </a:ln>
        </p:spPr>
      </p:sp>
      <p:sp>
        <p:nvSpPr>
          <p:cNvPr id="420" name="circuit-1361">
            <a:extLst xmlns:a="http://schemas.openxmlformats.org/drawingml/2006/main">
              <a:ext uri="{FF2B5EF4-FFF2-40B4-BE49-F238E27FC236}">
                <a16:creationId xmlns:a16="http://schemas.microsoft.com/office/drawing/2014/main" id="{6C46823B-19DC-4CE1-9E14-190681E64806}"/>
              </a:ext>
            </a:extLst>
          </p:cNvPr>
          <p:cNvSpPr>
            <a:spLocks xmlns:a="http://schemas.openxmlformats.org/drawingml/2006/main" noGrp="1"/>
          </p:cNvSpPr>
          <p:nvPr/>
        </p:nvSpPr>
        <p:spPr>
          <a:xfrm xmlns:a="http://schemas.openxmlformats.org/drawingml/2006/main">
            <a:off x="11371993" y="6211500"/>
            <a:ext cx="49054" cy="37605"/>
          </a:xfrm>
          <a:custGeom xmlns:a="http://schemas.openxmlformats.org/drawingml/2006/main">
            <a:pathLst>
              <a:path w="49054" h="37605">
                <a:moveTo>
                  <a:pt x="49054" y="18802"/>
                </a:moveTo>
                <a:lnTo>
                  <a:pt x="0" y="0"/>
                </a:lnTo>
                <a:lnTo>
                  <a:pt x="0" y="37605"/>
                </a:lnTo>
                <a:close/>
              </a:path>
            </a:pathLst>
          </a:custGeom>
          <a:solidFill xmlns:a="http://schemas.openxmlformats.org/drawingml/2006/main">
            <a:srgbClr val="1572C3"/>
          </a:solidFill>
          <a:ln xmlns:a="http://schemas.openxmlformats.org/drawingml/2006/main" w="4763">
            <a:solidFill>
              <a:srgbClr val="1572C3"/>
            </a:solidFill>
          </a:ln>
        </p:spPr>
      </p:sp>
      <p:sp>
        <p:nvSpPr>
          <p:cNvPr id="421" name="text-1362">
            <a:extLst xmlns:a="http://schemas.openxmlformats.org/drawingml/2006/main">
              <a:ext uri="{FF2B5EF4-FFF2-40B4-BE49-F238E27FC236}">
                <a16:creationId xmlns:a16="http://schemas.microsoft.com/office/drawing/2014/main" id="{CE573173-0380-4A7A-99C4-C31C1C43101A}"/>
              </a:ext>
            </a:extLst>
          </p:cNvPr>
          <p:cNvSpPr>
            <a:spLocks xmlns:a="http://schemas.openxmlformats.org/drawingml/2006/main" noGrp="1"/>
          </p:cNvSpPr>
          <p:nvPr/>
        </p:nvSpPr>
        <p:spPr>
          <a:xfrm xmlns:a="http://schemas.openxmlformats.org/drawingml/2006/main">
            <a:off x="9821894" y="6230303"/>
            <a:ext cx="1618774" cy="2059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1">
                <a:solidFill>
                  <a:srgbClr val="1572C3"/>
                </a:solidFill>
                <a:latin typeface="Arial"/>
                <a:ea typeface="Arial"/>
                <a:cs typeface="Arial"/>
              </a:defRPr>
            </a:defPPr>
            <a:lvl1pPr algn="ctr">
              <a:defRPr sz="1275" b="1">
                <a:solidFill>
                  <a:srgbClr val="1572C3"/>
                </a:solidFill>
                <a:latin typeface="Arial"/>
                <a:ea typeface="Arial"/>
                <a:cs typeface="Arial"/>
              </a:defRPr>
            </a:lvl1pPr>
            <a:lvl2pPr algn="ctr">
              <a:defRPr sz="1275" b="1">
                <a:solidFill>
                  <a:srgbClr val="1572C3"/>
                </a:solidFill>
                <a:latin typeface="Arial"/>
                <a:ea typeface="Arial"/>
                <a:cs typeface="Arial"/>
              </a:defRPr>
            </a:lvl2pPr>
            <a:lvl3pPr algn="ctr">
              <a:defRPr sz="1275" b="1">
                <a:solidFill>
                  <a:srgbClr val="1572C3"/>
                </a:solidFill>
                <a:latin typeface="Arial"/>
                <a:ea typeface="Arial"/>
                <a:cs typeface="Arial"/>
              </a:defRPr>
            </a:lvl3pPr>
            <a:lvl4pPr algn="ctr">
              <a:defRPr sz="1275" b="1">
                <a:solidFill>
                  <a:srgbClr val="1572C3"/>
                </a:solidFill>
                <a:latin typeface="Arial"/>
                <a:ea typeface="Arial"/>
                <a:cs typeface="Arial"/>
              </a:defRPr>
            </a:lvl4pPr>
            <a:lvl5pPr algn="ctr">
              <a:defRPr sz="1275" b="1">
                <a:solidFill>
                  <a:srgbClr val="1572C3"/>
                </a:solidFill>
                <a:latin typeface="Arial"/>
                <a:ea typeface="Arial"/>
                <a:cs typeface="Arial"/>
              </a:defRPr>
            </a:lvl5pPr>
            <a:lvl6pPr algn="ctr">
              <a:defRPr sz="1275" b="1">
                <a:solidFill>
                  <a:srgbClr val="1572C3"/>
                </a:solidFill>
                <a:latin typeface="Arial"/>
                <a:ea typeface="Arial"/>
                <a:cs typeface="Arial"/>
              </a:defRPr>
            </a:lvl6pPr>
            <a:lvl7pPr algn="ctr">
              <a:defRPr sz="1275" b="1">
                <a:solidFill>
                  <a:srgbClr val="1572C3"/>
                </a:solidFill>
                <a:latin typeface="Arial"/>
                <a:ea typeface="Arial"/>
                <a:cs typeface="Arial"/>
              </a:defRPr>
            </a:lvl7pPr>
            <a:lvl8pPr algn="ctr">
              <a:defRPr sz="1275" b="1">
                <a:solidFill>
                  <a:srgbClr val="1572C3"/>
                </a:solidFill>
                <a:latin typeface="Arial"/>
                <a:ea typeface="Arial"/>
                <a:cs typeface="Arial"/>
              </a:defRPr>
            </a:lvl8pPr>
            <a:lvl9pPr algn="ctr">
              <a:defRPr sz="1275" b="1">
                <a:solidFill>
                  <a:srgbClr val="1572C3"/>
                </a:solidFill>
                <a:latin typeface="Arial"/>
                <a:ea typeface="Arial"/>
                <a:cs typeface="Arial"/>
              </a:defRPr>
            </a:lvl9pPr>
          </a:lstStyle>
          <a:p xmlns:a="http://schemas.openxmlformats.org/drawingml/2006/main">
            <a:pPr algn="ctr">
              <a:defRPr sz="1275" b="1">
                <a:solidFill>
                  <a:srgbClr val="1572C3"/>
                </a:solidFill>
                <a:latin typeface="Arial"/>
                <a:ea typeface="Arial"/>
                <a:cs typeface="Arial"/>
              </a:defRPr>
            </a:pPr>
            <a:r>
              <a:rPr sz="1275" b="1">
                <a:solidFill>
                  <a:srgbClr val="1572C3"/>
                </a:solidFill>
                <a:latin typeface="Arial"/>
                <a:ea typeface="Arial"/>
                <a:cs typeface="Arial"/>
              </a:rPr>
              <a:t>HDMI OUT</a:t>
            </a:r>
          </a:p>
        </p:txBody>
      </p:sp>
    </p:spTree>
    <p:extLst>
      <p:ext uri="{BB962C8B-B14F-4D97-AF65-F5344CB8AC3E}">
        <p14:creationId xmlns:p14="http://schemas.microsoft.com/office/powerpoint/2010/main" val="331482674"/>
      </p:ext>
    </p:extLst>
  </p:cSld>
</p:sld>
</file>

<file path=ppt/slides/slide13.xml><?xml version="1.0" encoding="utf-8"?>
<p:sld xmlns:p="http://schemas.openxmlformats.org/presentationml/2006/main" show="0">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6" name="text-1363">
            <a:extLst xmlns:a="http://schemas.openxmlformats.org/drawingml/2006/main">
              <a:ext uri="{FF2B5EF4-FFF2-40B4-BE49-F238E27FC236}">
                <a16:creationId xmlns:a16="http://schemas.microsoft.com/office/drawing/2014/main" id="{E7A2125B-8626-4C85-8A7D-1898ED83078F}"/>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13</a:t>
            </a:r>
          </a:p>
        </p:txBody>
      </p:sp>
      <p:sp>
        <p:nvSpPr>
          <p:cNvPr id="2" name="text-1364">
            <a:extLst xmlns:a="http://schemas.openxmlformats.org/drawingml/2006/main">
              <a:ext uri="{FF2B5EF4-FFF2-40B4-BE49-F238E27FC236}">
                <a16:creationId xmlns:a16="http://schemas.microsoft.com/office/drawing/2014/main" id="{F86EC4F2-4650-46F8-A6C2-9F32024B3C74}"/>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質問用：DDCAを教材に挙げる授業の広がり</a:t>
            </a:r>
          </a:p>
        </p:txBody>
      </p:sp>
      <p:sp>
        <p:nvSpPr>
          <p:cNvPr id="3" name="text-1365">
            <a:extLst xmlns:a="http://schemas.openxmlformats.org/drawingml/2006/main">
              <a:ext uri="{FF2B5EF4-FFF2-40B4-BE49-F238E27FC236}">
                <a16:creationId xmlns:a16="http://schemas.microsoft.com/office/drawing/2014/main" id="{692E4FD6-7D3C-4C34-B4A3-8ACDCA2383B3}"/>
              </a:ext>
            </a:extLst>
          </p:cNvPr>
          <p:cNvSpPr>
            <a:spLocks xmlns:a="http://schemas.openxmlformats.org/drawingml/2006/main" noGrp="1"/>
          </p:cNvSpPr>
          <p:nvPr/>
        </p:nvSpPr>
        <p:spPr>
          <a:xfrm xmlns:a="http://schemas.openxmlformats.org/drawingml/2006/main">
            <a:off x="11277600" y="6515100"/>
            <a:ext cx="304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13</a:t>
            </a:r>
          </a:p>
        </p:txBody>
      </p:sp>
      <p:sp>
        <p:nvSpPr>
          <p:cNvPr id="4" name="text-1366">
            <a:extLst xmlns:a="http://schemas.openxmlformats.org/drawingml/2006/main">
              <a:ext uri="{FF2B5EF4-FFF2-40B4-BE49-F238E27FC236}">
                <a16:creationId xmlns:a16="http://schemas.microsoft.com/office/drawing/2014/main" id="{9A91C605-2BDB-4A7A-AA57-202E95303CA4}"/>
              </a:ext>
            </a:extLst>
          </p:cNvPr>
          <p:cNvSpPr>
            <a:spLocks xmlns:a="http://schemas.openxmlformats.org/drawingml/2006/main" noGrp="1"/>
          </p:cNvSpPr>
          <p:nvPr/>
        </p:nvSpPr>
        <p:spPr>
          <a:xfrm xmlns:a="http://schemas.openxmlformats.org/drawingml/2006/main">
            <a:off x="609600" y="11239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231F20"/>
                </a:solidFill>
                <a:latin typeface="Yu Gothic"/>
                <a:ea typeface="Yu Gothic"/>
                <a:cs typeface="Yu Gothic"/>
              </a:defRPr>
            </a:defPPr>
            <a:lvl1pPr algn="l">
              <a:defRPr sz="1950" b="1">
                <a:solidFill>
                  <a:srgbClr val="231F20"/>
                </a:solidFill>
                <a:latin typeface="Yu Gothic"/>
                <a:ea typeface="Yu Gothic"/>
                <a:cs typeface="Yu Gothic"/>
              </a:defRPr>
            </a:lvl1pPr>
            <a:lvl2pPr algn="l">
              <a:defRPr sz="1950" b="1">
                <a:solidFill>
                  <a:srgbClr val="231F20"/>
                </a:solidFill>
                <a:latin typeface="Yu Gothic"/>
                <a:ea typeface="Yu Gothic"/>
                <a:cs typeface="Yu Gothic"/>
              </a:defRPr>
            </a:lvl2pPr>
            <a:lvl3pPr algn="l">
              <a:defRPr sz="1950" b="1">
                <a:solidFill>
                  <a:srgbClr val="231F20"/>
                </a:solidFill>
                <a:latin typeface="Yu Gothic"/>
                <a:ea typeface="Yu Gothic"/>
                <a:cs typeface="Yu Gothic"/>
              </a:defRPr>
            </a:lvl3pPr>
            <a:lvl4pPr algn="l">
              <a:defRPr sz="1950" b="1">
                <a:solidFill>
                  <a:srgbClr val="231F20"/>
                </a:solidFill>
                <a:latin typeface="Yu Gothic"/>
                <a:ea typeface="Yu Gothic"/>
                <a:cs typeface="Yu Gothic"/>
              </a:defRPr>
            </a:lvl4pPr>
            <a:lvl5pPr algn="l">
              <a:defRPr sz="1950" b="1">
                <a:solidFill>
                  <a:srgbClr val="231F20"/>
                </a:solidFill>
                <a:latin typeface="Yu Gothic"/>
                <a:ea typeface="Yu Gothic"/>
                <a:cs typeface="Yu Gothic"/>
              </a:defRPr>
            </a:lvl5pPr>
            <a:lvl6pPr algn="l">
              <a:defRPr sz="1950" b="1">
                <a:solidFill>
                  <a:srgbClr val="231F20"/>
                </a:solidFill>
                <a:latin typeface="Yu Gothic"/>
                <a:ea typeface="Yu Gothic"/>
                <a:cs typeface="Yu Gothic"/>
              </a:defRPr>
            </a:lvl6pPr>
            <a:lvl7pPr algn="l">
              <a:defRPr sz="1950" b="1">
                <a:solidFill>
                  <a:srgbClr val="231F20"/>
                </a:solidFill>
                <a:latin typeface="Yu Gothic"/>
                <a:ea typeface="Yu Gothic"/>
                <a:cs typeface="Yu Gothic"/>
              </a:defRPr>
            </a:lvl7pPr>
            <a:lvl8pPr algn="l">
              <a:defRPr sz="1950" b="1">
                <a:solidFill>
                  <a:srgbClr val="231F20"/>
                </a:solidFill>
                <a:latin typeface="Yu Gothic"/>
                <a:ea typeface="Yu Gothic"/>
                <a:cs typeface="Yu Gothic"/>
              </a:defRPr>
            </a:lvl8pPr>
            <a:lvl9pPr algn="l">
              <a:defRPr sz="1950" b="1">
                <a:solidFill>
                  <a:srgbClr val="231F20"/>
                </a:solidFill>
                <a:latin typeface="Yu Gothic"/>
                <a:ea typeface="Yu Gothic"/>
                <a:cs typeface="Yu Gothic"/>
              </a:defRPr>
            </a:lvl9pPr>
          </a:lstStyle>
          <a:p xmlns:a="http://schemas.openxmlformats.org/drawingml/2006/main">
            <a:pPr algn="l">
              <a:defRPr sz="1950" b="1">
                <a:solidFill>
                  <a:srgbClr val="231F20"/>
                </a:solidFill>
                <a:latin typeface="Yu Gothic"/>
                <a:ea typeface="Yu Gothic"/>
                <a:cs typeface="Yu Gothic"/>
              </a:defRPr>
            </a:pPr>
            <a:r>
              <a:rPr sz="1950" b="1">
                <a:solidFill>
                  <a:srgbClr val="231F20"/>
                </a:solidFill>
                <a:latin typeface="Yu Gothic"/>
                <a:ea typeface="Yu Gothic"/>
                <a:cs typeface="Yu Gothic"/>
              </a:rPr>
              <a:t>教科書・参考書への掲載例（過去の指定を含む）</a:t>
            </a:r>
          </a:p>
        </p:txBody>
      </p:sp>
      <p:sp>
        <p:nvSpPr>
          <p:cNvPr id="5" name="ddca-prefecture-01">
            <a:extLst xmlns:a="http://schemas.openxmlformats.org/drawingml/2006/main">
              <a:ext uri="{FF2B5EF4-FFF2-40B4-BE49-F238E27FC236}">
                <a16:creationId xmlns:a16="http://schemas.microsoft.com/office/drawing/2014/main" id="{DF9C7445-E7E7-4519-8B53-8B2950818D46}"/>
              </a:ext>
            </a:extLst>
          </p:cNvPr>
          <p:cNvSpPr>
            <a:spLocks xmlns:a="http://schemas.openxmlformats.org/drawingml/2006/main" noGrp="1"/>
          </p:cNvSpPr>
          <p:nvPr/>
        </p:nvSpPr>
        <p:spPr>
          <a:xfrm xmlns:a="http://schemas.openxmlformats.org/drawingml/2006/main">
            <a:off x="4066775" y="1543050"/>
            <a:ext cx="1240022" cy="1054132"/>
          </a:xfrm>
          <a:custGeom xmlns:a="http://schemas.openxmlformats.org/drawingml/2006/main">
            <a:pathLst>
              <a:path w="5210175" h="4429125">
                <a:moveTo>
                  <a:pt x="4048125" y="1857375"/>
                </a:moveTo>
                <a:lnTo>
                  <a:pt x="2190750" y="0"/>
                </a:lnTo>
                <a:lnTo>
                  <a:pt x="1619250" y="0"/>
                </a:lnTo>
                <a:lnTo>
                  <a:pt x="1533525" y="85725"/>
                </a:lnTo>
                <a:lnTo>
                  <a:pt x="1533525" y="1609725"/>
                </a:lnTo>
                <a:lnTo>
                  <a:pt x="1333500" y="1809750"/>
                </a:lnTo>
                <a:lnTo>
                  <a:pt x="1333500" y="2324100"/>
                </a:lnTo>
                <a:lnTo>
                  <a:pt x="866775" y="2790825"/>
                </a:lnTo>
                <a:lnTo>
                  <a:pt x="352425" y="2790825"/>
                </a:lnTo>
                <a:lnTo>
                  <a:pt x="285750" y="2857500"/>
                </a:lnTo>
                <a:lnTo>
                  <a:pt x="285750" y="3800475"/>
                </a:lnTo>
                <a:lnTo>
                  <a:pt x="0" y="4086225"/>
                </a:lnTo>
                <a:lnTo>
                  <a:pt x="0" y="4133850"/>
                </a:lnTo>
                <a:lnTo>
                  <a:pt x="295275" y="4429125"/>
                </a:lnTo>
                <a:lnTo>
                  <a:pt x="381000" y="4429125"/>
                </a:lnTo>
                <a:lnTo>
                  <a:pt x="657225" y="4152900"/>
                </a:lnTo>
                <a:lnTo>
                  <a:pt x="1228725" y="4152900"/>
                </a:lnTo>
                <a:lnTo>
                  <a:pt x="1238250" y="4143375"/>
                </a:lnTo>
                <a:lnTo>
                  <a:pt x="1238250" y="3990975"/>
                </a:lnTo>
                <a:lnTo>
                  <a:pt x="1038225" y="3790950"/>
                </a:lnTo>
                <a:lnTo>
                  <a:pt x="895350" y="3790950"/>
                </a:lnTo>
                <a:lnTo>
                  <a:pt x="838200" y="3733800"/>
                </a:lnTo>
                <a:lnTo>
                  <a:pt x="838200" y="3476625"/>
                </a:lnTo>
                <a:lnTo>
                  <a:pt x="838200" y="3467100"/>
                </a:lnTo>
                <a:lnTo>
                  <a:pt x="847725" y="3467100"/>
                </a:lnTo>
                <a:lnTo>
                  <a:pt x="1352550" y="3467100"/>
                </a:lnTo>
                <a:lnTo>
                  <a:pt x="1704975" y="3819525"/>
                </a:lnTo>
                <a:lnTo>
                  <a:pt x="2038350" y="3486150"/>
                </a:lnTo>
                <a:lnTo>
                  <a:pt x="2114550" y="3486150"/>
                </a:lnTo>
                <a:lnTo>
                  <a:pt x="3048000" y="4419600"/>
                </a:lnTo>
                <a:lnTo>
                  <a:pt x="3324225" y="4419600"/>
                </a:lnTo>
                <a:lnTo>
                  <a:pt x="4314825" y="3429000"/>
                </a:lnTo>
                <a:lnTo>
                  <a:pt x="5191125" y="3429000"/>
                </a:lnTo>
                <a:lnTo>
                  <a:pt x="5200650" y="3419475"/>
                </a:lnTo>
                <a:lnTo>
                  <a:pt x="5200650" y="3238500"/>
                </a:lnTo>
                <a:lnTo>
                  <a:pt x="5029200" y="3067050"/>
                </a:lnTo>
                <a:lnTo>
                  <a:pt x="5029200" y="2266950"/>
                </a:lnTo>
                <a:lnTo>
                  <a:pt x="5210175" y="2085975"/>
                </a:lnTo>
                <a:lnTo>
                  <a:pt x="5210175" y="1924050"/>
                </a:lnTo>
                <a:lnTo>
                  <a:pt x="5143500" y="1857375"/>
                </a:lnTo>
                <a:close/>
              </a:path>
            </a:pathLst>
          </a:custGeom>
          <a:solidFill xmlns:a="http://schemas.openxmlformats.org/drawingml/2006/main">
            <a:srgbClr val="D55E00"/>
          </a:solidFill>
          <a:ln xmlns:a="http://schemas.openxmlformats.org/drawingml/2006/main" w="0">
            <a:noFill/>
          </a:ln>
        </p:spPr>
      </p:sp>
      <p:sp>
        <p:nvSpPr>
          <p:cNvPr id="6" name="ddca-boundary-01">
            <a:extLst xmlns:a="http://schemas.openxmlformats.org/drawingml/2006/main">
              <a:ext uri="{FF2B5EF4-FFF2-40B4-BE49-F238E27FC236}">
                <a16:creationId xmlns:a16="http://schemas.microsoft.com/office/drawing/2014/main" id="{C8E6C3DA-A0BA-492C-97A5-E67B3C165107}"/>
              </a:ext>
            </a:extLst>
          </p:cNvPr>
          <p:cNvSpPr>
            <a:spLocks xmlns:a="http://schemas.openxmlformats.org/drawingml/2006/main" noGrp="1"/>
          </p:cNvSpPr>
          <p:nvPr/>
        </p:nvSpPr>
        <p:spPr>
          <a:xfrm xmlns:a="http://schemas.openxmlformats.org/drawingml/2006/main">
            <a:off x="4066775" y="1543050"/>
            <a:ext cx="1240022" cy="1054132"/>
          </a:xfrm>
          <a:custGeom xmlns:a="http://schemas.openxmlformats.org/drawingml/2006/main">
            <a:pathLst>
              <a:path w="5210175" h="4429125">
                <a:moveTo>
                  <a:pt x="4048125" y="1857375"/>
                </a:moveTo>
                <a:lnTo>
                  <a:pt x="2190750" y="0"/>
                </a:lnTo>
                <a:lnTo>
                  <a:pt x="1619250" y="0"/>
                </a:lnTo>
                <a:lnTo>
                  <a:pt x="1533525" y="85725"/>
                </a:lnTo>
                <a:lnTo>
                  <a:pt x="1533525" y="1609725"/>
                </a:lnTo>
                <a:lnTo>
                  <a:pt x="1333500" y="1809750"/>
                </a:lnTo>
                <a:lnTo>
                  <a:pt x="1333500" y="2324100"/>
                </a:lnTo>
                <a:lnTo>
                  <a:pt x="866775" y="2790825"/>
                </a:lnTo>
                <a:lnTo>
                  <a:pt x="352425" y="2790825"/>
                </a:lnTo>
                <a:lnTo>
                  <a:pt x="285750" y="2857500"/>
                </a:lnTo>
                <a:lnTo>
                  <a:pt x="285750" y="3800475"/>
                </a:lnTo>
                <a:lnTo>
                  <a:pt x="0" y="4086225"/>
                </a:lnTo>
                <a:lnTo>
                  <a:pt x="0" y="4133850"/>
                </a:lnTo>
                <a:lnTo>
                  <a:pt x="295275" y="4429125"/>
                </a:lnTo>
                <a:lnTo>
                  <a:pt x="381000" y="4429125"/>
                </a:lnTo>
                <a:lnTo>
                  <a:pt x="657225" y="4152900"/>
                </a:lnTo>
                <a:lnTo>
                  <a:pt x="1228725" y="4152900"/>
                </a:lnTo>
                <a:lnTo>
                  <a:pt x="1238250" y="4143375"/>
                </a:lnTo>
                <a:lnTo>
                  <a:pt x="1238250" y="3990975"/>
                </a:lnTo>
                <a:lnTo>
                  <a:pt x="1038225" y="3790950"/>
                </a:lnTo>
                <a:lnTo>
                  <a:pt x="895350" y="3790950"/>
                </a:lnTo>
                <a:lnTo>
                  <a:pt x="838200" y="3733800"/>
                </a:lnTo>
                <a:lnTo>
                  <a:pt x="838200" y="3476625"/>
                </a:lnTo>
                <a:lnTo>
                  <a:pt x="838200" y="3467100"/>
                </a:lnTo>
                <a:lnTo>
                  <a:pt x="847725" y="3467100"/>
                </a:lnTo>
                <a:lnTo>
                  <a:pt x="1352550" y="3467100"/>
                </a:lnTo>
                <a:lnTo>
                  <a:pt x="1704975" y="3819525"/>
                </a:lnTo>
                <a:lnTo>
                  <a:pt x="2038350" y="3486150"/>
                </a:lnTo>
                <a:lnTo>
                  <a:pt x="2114550" y="3486150"/>
                </a:lnTo>
                <a:lnTo>
                  <a:pt x="3048000" y="4419600"/>
                </a:lnTo>
                <a:lnTo>
                  <a:pt x="3324225" y="4419600"/>
                </a:lnTo>
                <a:lnTo>
                  <a:pt x="4314825" y="3429000"/>
                </a:lnTo>
                <a:lnTo>
                  <a:pt x="5191125" y="3429000"/>
                </a:lnTo>
                <a:lnTo>
                  <a:pt x="5200650" y="3419475"/>
                </a:lnTo>
                <a:lnTo>
                  <a:pt x="5200650" y="3238500"/>
                </a:lnTo>
                <a:lnTo>
                  <a:pt x="5029200" y="3067050"/>
                </a:lnTo>
                <a:lnTo>
                  <a:pt x="5029200" y="2266950"/>
                </a:lnTo>
                <a:lnTo>
                  <a:pt x="5210175" y="2085975"/>
                </a:lnTo>
                <a:lnTo>
                  <a:pt x="5210175" y="1924050"/>
                </a:lnTo>
                <a:lnTo>
                  <a:pt x="5143500" y="1857375"/>
                </a:lnTo>
                <a:close/>
              </a:path>
            </a:pathLst>
          </a:custGeom>
          <a:noFill xmlns:a="http://schemas.openxmlformats.org/drawingml/2006/main"/>
          <a:ln xmlns:a="http://schemas.openxmlformats.org/drawingml/2006/main" w="11430">
            <a:solidFill>
              <a:srgbClr val="FFFFFF"/>
            </a:solidFill>
          </a:ln>
        </p:spPr>
      </p:sp>
      <p:sp>
        <p:nvSpPr>
          <p:cNvPr id="7" name="ddca-prefecture-02">
            <a:extLst xmlns:a="http://schemas.openxmlformats.org/drawingml/2006/main">
              <a:ext uri="{FF2B5EF4-FFF2-40B4-BE49-F238E27FC236}">
                <a16:creationId xmlns:a16="http://schemas.microsoft.com/office/drawing/2014/main" id="{319129E9-8C69-4015-9BF4-F2752ADBAFCB}"/>
              </a:ext>
            </a:extLst>
          </p:cNvPr>
          <p:cNvSpPr>
            <a:spLocks xmlns:a="http://schemas.openxmlformats.org/drawingml/2006/main" noGrp="1"/>
          </p:cNvSpPr>
          <p:nvPr/>
        </p:nvSpPr>
        <p:spPr>
          <a:xfrm xmlns:a="http://schemas.openxmlformats.org/drawingml/2006/main">
            <a:off x="4012368" y="2622118"/>
            <a:ext cx="682352" cy="487394"/>
          </a:xfrm>
          <a:custGeom xmlns:a="http://schemas.openxmlformats.org/drawingml/2006/main">
            <a:pathLst>
              <a:path w="2867025" h="2047875">
                <a:moveTo>
                  <a:pt x="2352675" y="361950"/>
                </a:moveTo>
                <a:lnTo>
                  <a:pt x="1990725" y="0"/>
                </a:lnTo>
                <a:lnTo>
                  <a:pt x="1447800" y="0"/>
                </a:lnTo>
                <a:lnTo>
                  <a:pt x="1381125" y="66675"/>
                </a:lnTo>
                <a:lnTo>
                  <a:pt x="1381125" y="352425"/>
                </a:lnTo>
                <a:lnTo>
                  <a:pt x="1447800" y="419100"/>
                </a:lnTo>
                <a:lnTo>
                  <a:pt x="1762125" y="419100"/>
                </a:lnTo>
                <a:lnTo>
                  <a:pt x="1771650" y="419100"/>
                </a:lnTo>
                <a:lnTo>
                  <a:pt x="1771650" y="428625"/>
                </a:lnTo>
                <a:lnTo>
                  <a:pt x="1771650" y="904875"/>
                </a:lnTo>
                <a:lnTo>
                  <a:pt x="1724025" y="952500"/>
                </a:lnTo>
                <a:lnTo>
                  <a:pt x="1076325" y="952500"/>
                </a:lnTo>
                <a:lnTo>
                  <a:pt x="1066800" y="952500"/>
                </a:lnTo>
                <a:lnTo>
                  <a:pt x="1066800" y="942975"/>
                </a:lnTo>
                <a:lnTo>
                  <a:pt x="1066800" y="447675"/>
                </a:lnTo>
                <a:lnTo>
                  <a:pt x="1009650" y="390525"/>
                </a:lnTo>
                <a:lnTo>
                  <a:pt x="581025" y="390525"/>
                </a:lnTo>
                <a:lnTo>
                  <a:pt x="504825" y="466725"/>
                </a:lnTo>
                <a:lnTo>
                  <a:pt x="504825" y="923925"/>
                </a:lnTo>
                <a:lnTo>
                  <a:pt x="0" y="1428750"/>
                </a:lnTo>
                <a:lnTo>
                  <a:pt x="0" y="1628775"/>
                </a:lnTo>
                <a:lnTo>
                  <a:pt x="9525" y="1638300"/>
                </a:lnTo>
                <a:lnTo>
                  <a:pt x="1323975" y="1638300"/>
                </a:lnTo>
                <a:lnTo>
                  <a:pt x="1390650" y="1704975"/>
                </a:lnTo>
                <a:lnTo>
                  <a:pt x="1390650" y="2038350"/>
                </a:lnTo>
                <a:lnTo>
                  <a:pt x="1400175" y="2047875"/>
                </a:lnTo>
                <a:lnTo>
                  <a:pt x="1466850" y="2047875"/>
                </a:lnTo>
                <a:lnTo>
                  <a:pt x="1885950" y="1628775"/>
                </a:lnTo>
                <a:lnTo>
                  <a:pt x="2857500" y="1628775"/>
                </a:lnTo>
                <a:lnTo>
                  <a:pt x="2867025" y="1619250"/>
                </a:lnTo>
                <a:lnTo>
                  <a:pt x="2352675" y="1104900"/>
                </a:lnTo>
                <a:close/>
              </a:path>
            </a:pathLst>
          </a:custGeom>
          <a:solidFill xmlns:a="http://schemas.openxmlformats.org/drawingml/2006/main">
            <a:srgbClr val="E3E5E7"/>
          </a:solidFill>
          <a:ln xmlns:a="http://schemas.openxmlformats.org/drawingml/2006/main" w="0">
            <a:noFill/>
          </a:ln>
        </p:spPr>
      </p:sp>
      <p:sp>
        <p:nvSpPr>
          <p:cNvPr id="8" name="ddca-boundary-02">
            <a:extLst xmlns:a="http://schemas.openxmlformats.org/drawingml/2006/main">
              <a:ext uri="{FF2B5EF4-FFF2-40B4-BE49-F238E27FC236}">
                <a16:creationId xmlns:a16="http://schemas.microsoft.com/office/drawing/2014/main" id="{AA8A9F73-CD7D-4FD9-B11C-D4D9FDC1A07B}"/>
              </a:ext>
            </a:extLst>
          </p:cNvPr>
          <p:cNvSpPr>
            <a:spLocks xmlns:a="http://schemas.openxmlformats.org/drawingml/2006/main" noGrp="1"/>
          </p:cNvSpPr>
          <p:nvPr/>
        </p:nvSpPr>
        <p:spPr>
          <a:xfrm xmlns:a="http://schemas.openxmlformats.org/drawingml/2006/main">
            <a:off x="4012368" y="2622118"/>
            <a:ext cx="682352" cy="487394"/>
          </a:xfrm>
          <a:custGeom xmlns:a="http://schemas.openxmlformats.org/drawingml/2006/main">
            <a:pathLst>
              <a:path w="2867025" h="2047875">
                <a:moveTo>
                  <a:pt x="2352675" y="361950"/>
                </a:moveTo>
                <a:lnTo>
                  <a:pt x="1990725" y="0"/>
                </a:lnTo>
                <a:lnTo>
                  <a:pt x="1447800" y="0"/>
                </a:lnTo>
                <a:lnTo>
                  <a:pt x="1381125" y="66675"/>
                </a:lnTo>
                <a:lnTo>
                  <a:pt x="1381125" y="352425"/>
                </a:lnTo>
                <a:lnTo>
                  <a:pt x="1447800" y="419100"/>
                </a:lnTo>
                <a:lnTo>
                  <a:pt x="1762125" y="419100"/>
                </a:lnTo>
                <a:lnTo>
                  <a:pt x="1771650" y="419100"/>
                </a:lnTo>
                <a:lnTo>
                  <a:pt x="1771650" y="428625"/>
                </a:lnTo>
                <a:lnTo>
                  <a:pt x="1771650" y="904875"/>
                </a:lnTo>
                <a:lnTo>
                  <a:pt x="1724025" y="952500"/>
                </a:lnTo>
                <a:lnTo>
                  <a:pt x="1076325" y="952500"/>
                </a:lnTo>
                <a:lnTo>
                  <a:pt x="1066800" y="952500"/>
                </a:lnTo>
                <a:lnTo>
                  <a:pt x="1066800" y="942975"/>
                </a:lnTo>
                <a:lnTo>
                  <a:pt x="1066800" y="447675"/>
                </a:lnTo>
                <a:lnTo>
                  <a:pt x="1009650" y="390525"/>
                </a:lnTo>
                <a:lnTo>
                  <a:pt x="581025" y="390525"/>
                </a:lnTo>
                <a:lnTo>
                  <a:pt x="504825" y="466725"/>
                </a:lnTo>
                <a:lnTo>
                  <a:pt x="504825" y="923925"/>
                </a:lnTo>
                <a:lnTo>
                  <a:pt x="0" y="1428750"/>
                </a:lnTo>
                <a:lnTo>
                  <a:pt x="0" y="1628775"/>
                </a:lnTo>
                <a:lnTo>
                  <a:pt x="9525" y="1638300"/>
                </a:lnTo>
                <a:lnTo>
                  <a:pt x="1323975" y="1638300"/>
                </a:lnTo>
                <a:lnTo>
                  <a:pt x="1390650" y="1704975"/>
                </a:lnTo>
                <a:lnTo>
                  <a:pt x="1390650" y="2038350"/>
                </a:lnTo>
                <a:lnTo>
                  <a:pt x="1400175" y="2047875"/>
                </a:lnTo>
                <a:lnTo>
                  <a:pt x="1466850" y="2047875"/>
                </a:lnTo>
                <a:lnTo>
                  <a:pt x="1885950" y="1628775"/>
                </a:lnTo>
                <a:lnTo>
                  <a:pt x="2857500" y="1628775"/>
                </a:lnTo>
                <a:lnTo>
                  <a:pt x="2867025" y="1619250"/>
                </a:lnTo>
                <a:lnTo>
                  <a:pt x="2352675" y="1104900"/>
                </a:lnTo>
                <a:close/>
              </a:path>
            </a:pathLst>
          </a:custGeom>
          <a:noFill xmlns:a="http://schemas.openxmlformats.org/drawingml/2006/main"/>
          <a:ln xmlns:a="http://schemas.openxmlformats.org/drawingml/2006/main" w="11430">
            <a:solidFill>
              <a:srgbClr val="FFFFFF"/>
            </a:solidFill>
          </a:ln>
        </p:spPr>
      </p:sp>
      <p:sp>
        <p:nvSpPr>
          <p:cNvPr id="9" name="ddca-prefecture-03">
            <a:extLst xmlns:a="http://schemas.openxmlformats.org/drawingml/2006/main">
              <a:ext uri="{FF2B5EF4-FFF2-40B4-BE49-F238E27FC236}">
                <a16:creationId xmlns:a16="http://schemas.microsoft.com/office/drawing/2014/main" id="{8A366217-8747-4491-8C4B-F90251033134}"/>
              </a:ext>
            </a:extLst>
          </p:cNvPr>
          <p:cNvSpPr>
            <a:spLocks xmlns:a="http://schemas.openxmlformats.org/drawingml/2006/main" noGrp="1"/>
          </p:cNvSpPr>
          <p:nvPr/>
        </p:nvSpPr>
        <p:spPr>
          <a:xfrm xmlns:a="http://schemas.openxmlformats.org/drawingml/2006/main">
            <a:off x="4343343" y="3009767"/>
            <a:ext cx="353644" cy="442055"/>
          </a:xfrm>
          <a:custGeom xmlns:a="http://schemas.openxmlformats.org/drawingml/2006/main">
            <a:pathLst>
              <a:path w="1485900" h="1857375">
                <a:moveTo>
                  <a:pt x="1485900" y="9525"/>
                </a:moveTo>
                <a:lnTo>
                  <a:pt x="1476375" y="0"/>
                </a:lnTo>
                <a:lnTo>
                  <a:pt x="1466850" y="0"/>
                </a:lnTo>
                <a:lnTo>
                  <a:pt x="495300" y="0"/>
                </a:lnTo>
                <a:lnTo>
                  <a:pt x="76200" y="419100"/>
                </a:lnTo>
                <a:lnTo>
                  <a:pt x="9525" y="419100"/>
                </a:lnTo>
                <a:lnTo>
                  <a:pt x="0" y="428625"/>
                </a:lnTo>
                <a:lnTo>
                  <a:pt x="0" y="1847850"/>
                </a:lnTo>
                <a:lnTo>
                  <a:pt x="9525" y="1857375"/>
                </a:lnTo>
                <a:lnTo>
                  <a:pt x="1476375" y="1857375"/>
                </a:lnTo>
                <a:lnTo>
                  <a:pt x="1485900" y="1847850"/>
                </a:lnTo>
                <a:close/>
              </a:path>
            </a:pathLst>
          </a:custGeom>
          <a:solidFill xmlns:a="http://schemas.openxmlformats.org/drawingml/2006/main">
            <a:srgbClr val="E3E5E7"/>
          </a:solidFill>
          <a:ln xmlns:a="http://schemas.openxmlformats.org/drawingml/2006/main" w="0">
            <a:noFill/>
          </a:ln>
        </p:spPr>
      </p:sp>
      <p:sp>
        <p:nvSpPr>
          <p:cNvPr id="10" name="ddca-boundary-03">
            <a:extLst xmlns:a="http://schemas.openxmlformats.org/drawingml/2006/main">
              <a:ext uri="{FF2B5EF4-FFF2-40B4-BE49-F238E27FC236}">
                <a16:creationId xmlns:a16="http://schemas.microsoft.com/office/drawing/2014/main" id="{EF499765-D5E1-47C6-B9F1-4BD0E98D3955}"/>
              </a:ext>
            </a:extLst>
          </p:cNvPr>
          <p:cNvSpPr>
            <a:spLocks xmlns:a="http://schemas.openxmlformats.org/drawingml/2006/main" noGrp="1"/>
          </p:cNvSpPr>
          <p:nvPr/>
        </p:nvSpPr>
        <p:spPr>
          <a:xfrm xmlns:a="http://schemas.openxmlformats.org/drawingml/2006/main">
            <a:off x="4343343" y="3009767"/>
            <a:ext cx="353644" cy="442055"/>
          </a:xfrm>
          <a:custGeom xmlns:a="http://schemas.openxmlformats.org/drawingml/2006/main">
            <a:pathLst>
              <a:path w="1485900" h="1857375">
                <a:moveTo>
                  <a:pt x="1485900" y="9525"/>
                </a:moveTo>
                <a:lnTo>
                  <a:pt x="1476375" y="0"/>
                </a:lnTo>
                <a:lnTo>
                  <a:pt x="1466850" y="0"/>
                </a:lnTo>
                <a:lnTo>
                  <a:pt x="495300" y="0"/>
                </a:lnTo>
                <a:lnTo>
                  <a:pt x="76200" y="419100"/>
                </a:lnTo>
                <a:lnTo>
                  <a:pt x="9525" y="419100"/>
                </a:lnTo>
                <a:lnTo>
                  <a:pt x="0" y="428625"/>
                </a:lnTo>
                <a:lnTo>
                  <a:pt x="0" y="1847850"/>
                </a:lnTo>
                <a:lnTo>
                  <a:pt x="9525" y="1857375"/>
                </a:lnTo>
                <a:lnTo>
                  <a:pt x="1476375" y="1857375"/>
                </a:lnTo>
                <a:lnTo>
                  <a:pt x="1485900" y="1847850"/>
                </a:lnTo>
                <a:close/>
              </a:path>
            </a:pathLst>
          </a:custGeom>
          <a:noFill xmlns:a="http://schemas.openxmlformats.org/drawingml/2006/main"/>
          <a:ln xmlns:a="http://schemas.openxmlformats.org/drawingml/2006/main" w="11430">
            <a:solidFill>
              <a:srgbClr val="FFFFFF"/>
            </a:solidFill>
          </a:ln>
        </p:spPr>
      </p:sp>
      <p:sp>
        <p:nvSpPr>
          <p:cNvPr id="11" name="ddca-prefecture-04">
            <a:extLst xmlns:a="http://schemas.openxmlformats.org/drawingml/2006/main">
              <a:ext uri="{FF2B5EF4-FFF2-40B4-BE49-F238E27FC236}">
                <a16:creationId xmlns:a16="http://schemas.microsoft.com/office/drawing/2014/main" id="{71EA5905-99DD-472D-9EFB-F92DEF27E3E2}"/>
              </a:ext>
            </a:extLst>
          </p:cNvPr>
          <p:cNvSpPr>
            <a:spLocks xmlns:a="http://schemas.openxmlformats.org/drawingml/2006/main" noGrp="1"/>
          </p:cNvSpPr>
          <p:nvPr/>
        </p:nvSpPr>
        <p:spPr>
          <a:xfrm xmlns:a="http://schemas.openxmlformats.org/drawingml/2006/main">
            <a:off x="4343343" y="3451822"/>
            <a:ext cx="353644" cy="353644"/>
          </a:xfrm>
          <a:custGeom xmlns:a="http://schemas.openxmlformats.org/drawingml/2006/main">
            <a:pathLst>
              <a:path w="1485900" h="1485900">
                <a:moveTo>
                  <a:pt x="1485900" y="9525"/>
                </a:moveTo>
                <a:lnTo>
                  <a:pt x="1476375" y="0"/>
                </a:lnTo>
                <a:lnTo>
                  <a:pt x="9525" y="0"/>
                </a:lnTo>
                <a:lnTo>
                  <a:pt x="0" y="9525"/>
                </a:lnTo>
                <a:lnTo>
                  <a:pt x="0" y="171450"/>
                </a:lnTo>
                <a:lnTo>
                  <a:pt x="0" y="180975"/>
                </a:lnTo>
                <a:lnTo>
                  <a:pt x="0" y="190500"/>
                </a:lnTo>
                <a:lnTo>
                  <a:pt x="0" y="1476375"/>
                </a:lnTo>
                <a:lnTo>
                  <a:pt x="9525" y="1485900"/>
                </a:lnTo>
                <a:lnTo>
                  <a:pt x="1209675" y="1485900"/>
                </a:lnTo>
                <a:lnTo>
                  <a:pt x="1219200" y="1476375"/>
                </a:lnTo>
                <a:lnTo>
                  <a:pt x="1219200" y="866775"/>
                </a:lnTo>
                <a:lnTo>
                  <a:pt x="1485900" y="600075"/>
                </a:lnTo>
                <a:close/>
              </a:path>
            </a:pathLst>
          </a:custGeom>
          <a:solidFill xmlns:a="http://schemas.openxmlformats.org/drawingml/2006/main">
            <a:srgbClr val="E3E5E7"/>
          </a:solidFill>
          <a:ln xmlns:a="http://schemas.openxmlformats.org/drawingml/2006/main" w="0">
            <a:noFill/>
          </a:ln>
        </p:spPr>
      </p:sp>
      <p:sp>
        <p:nvSpPr>
          <p:cNvPr id="12" name="ddca-boundary-04">
            <a:extLst xmlns:a="http://schemas.openxmlformats.org/drawingml/2006/main">
              <a:ext uri="{FF2B5EF4-FFF2-40B4-BE49-F238E27FC236}">
                <a16:creationId xmlns:a16="http://schemas.microsoft.com/office/drawing/2014/main" id="{F3D34205-A66A-4124-B762-5C17C96CA624}"/>
              </a:ext>
            </a:extLst>
          </p:cNvPr>
          <p:cNvSpPr>
            <a:spLocks xmlns:a="http://schemas.openxmlformats.org/drawingml/2006/main" noGrp="1"/>
          </p:cNvSpPr>
          <p:nvPr/>
        </p:nvSpPr>
        <p:spPr>
          <a:xfrm xmlns:a="http://schemas.openxmlformats.org/drawingml/2006/main">
            <a:off x="4343343" y="3451822"/>
            <a:ext cx="353644" cy="353644"/>
          </a:xfrm>
          <a:custGeom xmlns:a="http://schemas.openxmlformats.org/drawingml/2006/main">
            <a:pathLst>
              <a:path w="1485900" h="1485900">
                <a:moveTo>
                  <a:pt x="1485900" y="9525"/>
                </a:moveTo>
                <a:lnTo>
                  <a:pt x="1476375" y="0"/>
                </a:lnTo>
                <a:lnTo>
                  <a:pt x="9525" y="0"/>
                </a:lnTo>
                <a:lnTo>
                  <a:pt x="0" y="9525"/>
                </a:lnTo>
                <a:lnTo>
                  <a:pt x="0" y="171450"/>
                </a:lnTo>
                <a:lnTo>
                  <a:pt x="0" y="180975"/>
                </a:lnTo>
                <a:lnTo>
                  <a:pt x="0" y="190500"/>
                </a:lnTo>
                <a:lnTo>
                  <a:pt x="0" y="1476375"/>
                </a:lnTo>
                <a:lnTo>
                  <a:pt x="9525" y="1485900"/>
                </a:lnTo>
                <a:lnTo>
                  <a:pt x="1209675" y="1485900"/>
                </a:lnTo>
                <a:lnTo>
                  <a:pt x="1219200" y="1476375"/>
                </a:lnTo>
                <a:lnTo>
                  <a:pt x="1219200" y="866775"/>
                </a:lnTo>
                <a:lnTo>
                  <a:pt x="1485900" y="600075"/>
                </a:lnTo>
                <a:close/>
              </a:path>
            </a:pathLst>
          </a:custGeom>
          <a:noFill xmlns:a="http://schemas.openxmlformats.org/drawingml/2006/main"/>
          <a:ln xmlns:a="http://schemas.openxmlformats.org/drawingml/2006/main" w="11430">
            <a:solidFill>
              <a:srgbClr val="FFFFFF"/>
            </a:solidFill>
          </a:ln>
        </p:spPr>
      </p:sp>
      <p:sp>
        <p:nvSpPr>
          <p:cNvPr id="13" name="ddca-prefecture-05">
            <a:extLst xmlns:a="http://schemas.openxmlformats.org/drawingml/2006/main">
              <a:ext uri="{FF2B5EF4-FFF2-40B4-BE49-F238E27FC236}">
                <a16:creationId xmlns:a16="http://schemas.microsoft.com/office/drawing/2014/main" id="{41461BBE-EA09-403F-923D-77248DC91D0A}"/>
              </a:ext>
            </a:extLst>
          </p:cNvPr>
          <p:cNvSpPr>
            <a:spLocks xmlns:a="http://schemas.openxmlformats.org/drawingml/2006/main" noGrp="1"/>
          </p:cNvSpPr>
          <p:nvPr/>
        </p:nvSpPr>
        <p:spPr>
          <a:xfrm xmlns:a="http://schemas.openxmlformats.org/drawingml/2006/main">
            <a:off x="3967029" y="3012034"/>
            <a:ext cx="376314" cy="482860"/>
          </a:xfrm>
          <a:custGeom xmlns:a="http://schemas.openxmlformats.org/drawingml/2006/main">
            <a:pathLst>
              <a:path w="1581150" h="2028825">
                <a:moveTo>
                  <a:pt x="1581150" y="66675"/>
                </a:moveTo>
                <a:lnTo>
                  <a:pt x="1514475" y="0"/>
                </a:lnTo>
                <a:lnTo>
                  <a:pt x="200025" y="0"/>
                </a:lnTo>
                <a:lnTo>
                  <a:pt x="190500" y="9525"/>
                </a:lnTo>
                <a:lnTo>
                  <a:pt x="190500" y="485775"/>
                </a:lnTo>
                <a:lnTo>
                  <a:pt x="180975" y="495300"/>
                </a:lnTo>
                <a:lnTo>
                  <a:pt x="180975" y="504825"/>
                </a:lnTo>
                <a:lnTo>
                  <a:pt x="0" y="685800"/>
                </a:lnTo>
                <a:lnTo>
                  <a:pt x="0" y="923925"/>
                </a:lnTo>
                <a:lnTo>
                  <a:pt x="190500" y="1114425"/>
                </a:lnTo>
                <a:lnTo>
                  <a:pt x="190500" y="2019300"/>
                </a:lnTo>
                <a:lnTo>
                  <a:pt x="200025" y="2028825"/>
                </a:lnTo>
                <a:lnTo>
                  <a:pt x="1571625" y="2028825"/>
                </a:lnTo>
                <a:lnTo>
                  <a:pt x="1581150" y="2019300"/>
                </a:lnTo>
                <a:lnTo>
                  <a:pt x="1581150" y="1857375"/>
                </a:lnTo>
                <a:lnTo>
                  <a:pt x="1581150" y="1847850"/>
                </a:lnTo>
                <a:lnTo>
                  <a:pt x="1581150" y="1838325"/>
                </a:lnTo>
                <a:lnTo>
                  <a:pt x="1581150" y="419100"/>
                </a:lnTo>
                <a:lnTo>
                  <a:pt x="1581150" y="409575"/>
                </a:lnTo>
                <a:lnTo>
                  <a:pt x="1581150" y="400050"/>
                </a:lnTo>
                <a:close/>
              </a:path>
            </a:pathLst>
          </a:custGeom>
          <a:solidFill xmlns:a="http://schemas.openxmlformats.org/drawingml/2006/main">
            <a:srgbClr val="E3E5E7"/>
          </a:solidFill>
          <a:ln xmlns:a="http://schemas.openxmlformats.org/drawingml/2006/main" w="0">
            <a:noFill/>
          </a:ln>
        </p:spPr>
      </p:sp>
      <p:sp>
        <p:nvSpPr>
          <p:cNvPr id="14" name="ddca-boundary-05">
            <a:extLst xmlns:a="http://schemas.openxmlformats.org/drawingml/2006/main">
              <a:ext uri="{FF2B5EF4-FFF2-40B4-BE49-F238E27FC236}">
                <a16:creationId xmlns:a16="http://schemas.microsoft.com/office/drawing/2014/main" id="{7EEE1777-1F68-45DD-953F-8E3807E05D30}"/>
              </a:ext>
            </a:extLst>
          </p:cNvPr>
          <p:cNvSpPr>
            <a:spLocks xmlns:a="http://schemas.openxmlformats.org/drawingml/2006/main" noGrp="1"/>
          </p:cNvSpPr>
          <p:nvPr/>
        </p:nvSpPr>
        <p:spPr>
          <a:xfrm xmlns:a="http://schemas.openxmlformats.org/drawingml/2006/main">
            <a:off x="3967029" y="3012034"/>
            <a:ext cx="376314" cy="482860"/>
          </a:xfrm>
          <a:custGeom xmlns:a="http://schemas.openxmlformats.org/drawingml/2006/main">
            <a:pathLst>
              <a:path w="1581150" h="2028825">
                <a:moveTo>
                  <a:pt x="1581150" y="66675"/>
                </a:moveTo>
                <a:lnTo>
                  <a:pt x="1514475" y="0"/>
                </a:lnTo>
                <a:lnTo>
                  <a:pt x="200025" y="0"/>
                </a:lnTo>
                <a:lnTo>
                  <a:pt x="190500" y="9525"/>
                </a:lnTo>
                <a:lnTo>
                  <a:pt x="190500" y="485775"/>
                </a:lnTo>
                <a:lnTo>
                  <a:pt x="180975" y="495300"/>
                </a:lnTo>
                <a:lnTo>
                  <a:pt x="180975" y="504825"/>
                </a:lnTo>
                <a:lnTo>
                  <a:pt x="0" y="685800"/>
                </a:lnTo>
                <a:lnTo>
                  <a:pt x="0" y="923925"/>
                </a:lnTo>
                <a:lnTo>
                  <a:pt x="190500" y="1114425"/>
                </a:lnTo>
                <a:lnTo>
                  <a:pt x="190500" y="2019300"/>
                </a:lnTo>
                <a:lnTo>
                  <a:pt x="200025" y="2028825"/>
                </a:lnTo>
                <a:lnTo>
                  <a:pt x="1571625" y="2028825"/>
                </a:lnTo>
                <a:lnTo>
                  <a:pt x="1581150" y="2019300"/>
                </a:lnTo>
                <a:lnTo>
                  <a:pt x="1581150" y="1857375"/>
                </a:lnTo>
                <a:lnTo>
                  <a:pt x="1581150" y="1847850"/>
                </a:lnTo>
                <a:lnTo>
                  <a:pt x="1581150" y="1838325"/>
                </a:lnTo>
                <a:lnTo>
                  <a:pt x="1581150" y="419100"/>
                </a:lnTo>
                <a:lnTo>
                  <a:pt x="1581150" y="409575"/>
                </a:lnTo>
                <a:lnTo>
                  <a:pt x="1581150" y="400050"/>
                </a:lnTo>
                <a:close/>
              </a:path>
            </a:pathLst>
          </a:custGeom>
          <a:noFill xmlns:a="http://schemas.openxmlformats.org/drawingml/2006/main"/>
          <a:ln xmlns:a="http://schemas.openxmlformats.org/drawingml/2006/main" w="11430">
            <a:solidFill>
              <a:srgbClr val="FFFFFF"/>
            </a:solidFill>
          </a:ln>
        </p:spPr>
      </p:sp>
      <p:sp>
        <p:nvSpPr>
          <p:cNvPr id="15" name="ddca-prefecture-06">
            <a:extLst xmlns:a="http://schemas.openxmlformats.org/drawingml/2006/main">
              <a:ext uri="{FF2B5EF4-FFF2-40B4-BE49-F238E27FC236}">
                <a16:creationId xmlns:a16="http://schemas.microsoft.com/office/drawing/2014/main" id="{58A2AFEC-B50C-41A6-A8B7-A17B1A6E0BC0}"/>
              </a:ext>
            </a:extLst>
          </p:cNvPr>
          <p:cNvSpPr>
            <a:spLocks xmlns:a="http://schemas.openxmlformats.org/drawingml/2006/main" noGrp="1"/>
          </p:cNvSpPr>
          <p:nvPr/>
        </p:nvSpPr>
        <p:spPr>
          <a:xfrm xmlns:a="http://schemas.openxmlformats.org/drawingml/2006/main">
            <a:off x="4012368" y="3494894"/>
            <a:ext cx="330975" cy="383115"/>
          </a:xfrm>
          <a:custGeom xmlns:a="http://schemas.openxmlformats.org/drawingml/2006/main">
            <a:pathLst>
              <a:path w="1390650" h="1609725">
                <a:moveTo>
                  <a:pt x="1390650" y="9525"/>
                </a:moveTo>
                <a:lnTo>
                  <a:pt x="1381125" y="0"/>
                </a:lnTo>
                <a:lnTo>
                  <a:pt x="9525" y="0"/>
                </a:lnTo>
                <a:lnTo>
                  <a:pt x="0" y="9525"/>
                </a:lnTo>
                <a:lnTo>
                  <a:pt x="0" y="752475"/>
                </a:lnTo>
                <a:lnTo>
                  <a:pt x="9525" y="762000"/>
                </a:lnTo>
                <a:lnTo>
                  <a:pt x="304800" y="762000"/>
                </a:lnTo>
                <a:lnTo>
                  <a:pt x="352425" y="809625"/>
                </a:lnTo>
                <a:lnTo>
                  <a:pt x="352425" y="1600200"/>
                </a:lnTo>
                <a:lnTo>
                  <a:pt x="361950" y="1609725"/>
                </a:lnTo>
                <a:lnTo>
                  <a:pt x="1381125" y="1609725"/>
                </a:lnTo>
                <a:lnTo>
                  <a:pt x="1390650" y="1600200"/>
                </a:lnTo>
                <a:lnTo>
                  <a:pt x="1390650" y="1314450"/>
                </a:lnTo>
                <a:lnTo>
                  <a:pt x="1390650" y="1304925"/>
                </a:lnTo>
                <a:lnTo>
                  <a:pt x="1390650" y="1295400"/>
                </a:lnTo>
                <a:close/>
              </a:path>
            </a:pathLst>
          </a:custGeom>
          <a:solidFill xmlns:a="http://schemas.openxmlformats.org/drawingml/2006/main">
            <a:srgbClr val="E3E5E7"/>
          </a:solidFill>
          <a:ln xmlns:a="http://schemas.openxmlformats.org/drawingml/2006/main" w="0">
            <a:noFill/>
          </a:ln>
        </p:spPr>
      </p:sp>
      <p:sp>
        <p:nvSpPr>
          <p:cNvPr id="16" name="ddca-boundary-06">
            <a:extLst xmlns:a="http://schemas.openxmlformats.org/drawingml/2006/main">
              <a:ext uri="{FF2B5EF4-FFF2-40B4-BE49-F238E27FC236}">
                <a16:creationId xmlns:a16="http://schemas.microsoft.com/office/drawing/2014/main" id="{D86D7F25-5239-4450-B603-5AF55DDACB46}"/>
              </a:ext>
            </a:extLst>
          </p:cNvPr>
          <p:cNvSpPr>
            <a:spLocks xmlns:a="http://schemas.openxmlformats.org/drawingml/2006/main" noGrp="1"/>
          </p:cNvSpPr>
          <p:nvPr/>
        </p:nvSpPr>
        <p:spPr>
          <a:xfrm xmlns:a="http://schemas.openxmlformats.org/drawingml/2006/main">
            <a:off x="4012368" y="3494894"/>
            <a:ext cx="330975" cy="383115"/>
          </a:xfrm>
          <a:custGeom xmlns:a="http://schemas.openxmlformats.org/drawingml/2006/main">
            <a:pathLst>
              <a:path w="1390650" h="1609725">
                <a:moveTo>
                  <a:pt x="1390650" y="9525"/>
                </a:moveTo>
                <a:lnTo>
                  <a:pt x="1381125" y="0"/>
                </a:lnTo>
                <a:lnTo>
                  <a:pt x="9525" y="0"/>
                </a:lnTo>
                <a:lnTo>
                  <a:pt x="0" y="9525"/>
                </a:lnTo>
                <a:lnTo>
                  <a:pt x="0" y="752475"/>
                </a:lnTo>
                <a:lnTo>
                  <a:pt x="9525" y="762000"/>
                </a:lnTo>
                <a:lnTo>
                  <a:pt x="304800" y="762000"/>
                </a:lnTo>
                <a:lnTo>
                  <a:pt x="352425" y="809625"/>
                </a:lnTo>
                <a:lnTo>
                  <a:pt x="352425" y="1600200"/>
                </a:lnTo>
                <a:lnTo>
                  <a:pt x="361950" y="1609725"/>
                </a:lnTo>
                <a:lnTo>
                  <a:pt x="1381125" y="1609725"/>
                </a:lnTo>
                <a:lnTo>
                  <a:pt x="1390650" y="1600200"/>
                </a:lnTo>
                <a:lnTo>
                  <a:pt x="1390650" y="1314450"/>
                </a:lnTo>
                <a:lnTo>
                  <a:pt x="1390650" y="1304925"/>
                </a:lnTo>
                <a:lnTo>
                  <a:pt x="1390650" y="1295400"/>
                </a:lnTo>
                <a:close/>
              </a:path>
            </a:pathLst>
          </a:custGeom>
          <a:noFill xmlns:a="http://schemas.openxmlformats.org/drawingml/2006/main"/>
          <a:ln xmlns:a="http://schemas.openxmlformats.org/drawingml/2006/main" w="11430">
            <a:solidFill>
              <a:srgbClr val="FFFFFF"/>
            </a:solidFill>
          </a:ln>
        </p:spPr>
      </p:sp>
      <p:sp>
        <p:nvSpPr>
          <p:cNvPr id="17" name="ddca-prefecture-07">
            <a:extLst xmlns:a="http://schemas.openxmlformats.org/drawingml/2006/main">
              <a:ext uri="{FF2B5EF4-FFF2-40B4-BE49-F238E27FC236}">
                <a16:creationId xmlns:a16="http://schemas.microsoft.com/office/drawing/2014/main" id="{E017FFFC-9409-4897-AC9E-17B01918F182}"/>
              </a:ext>
            </a:extLst>
          </p:cNvPr>
          <p:cNvSpPr>
            <a:spLocks xmlns:a="http://schemas.openxmlformats.org/drawingml/2006/main" noGrp="1"/>
          </p:cNvSpPr>
          <p:nvPr/>
        </p:nvSpPr>
        <p:spPr>
          <a:xfrm xmlns:a="http://schemas.openxmlformats.org/drawingml/2006/main">
            <a:off x="4003300" y="3805466"/>
            <a:ext cx="630212" cy="326441"/>
          </a:xfrm>
          <a:custGeom xmlns:a="http://schemas.openxmlformats.org/drawingml/2006/main">
            <a:pathLst>
              <a:path w="2647950" h="1371600">
                <a:moveTo>
                  <a:pt x="2647950" y="9525"/>
                </a:moveTo>
                <a:lnTo>
                  <a:pt x="2638425" y="0"/>
                </a:lnTo>
                <a:lnTo>
                  <a:pt x="1438275" y="0"/>
                </a:lnTo>
                <a:lnTo>
                  <a:pt x="1428750" y="9525"/>
                </a:lnTo>
                <a:lnTo>
                  <a:pt x="1428750" y="295275"/>
                </a:lnTo>
                <a:lnTo>
                  <a:pt x="1428750" y="304800"/>
                </a:lnTo>
                <a:lnTo>
                  <a:pt x="1419225" y="304800"/>
                </a:lnTo>
                <a:lnTo>
                  <a:pt x="400050" y="304800"/>
                </a:lnTo>
                <a:lnTo>
                  <a:pt x="390525" y="304800"/>
                </a:lnTo>
                <a:lnTo>
                  <a:pt x="0" y="695325"/>
                </a:lnTo>
                <a:lnTo>
                  <a:pt x="0" y="1352550"/>
                </a:lnTo>
                <a:lnTo>
                  <a:pt x="9525" y="1362075"/>
                </a:lnTo>
                <a:lnTo>
                  <a:pt x="809625" y="1362075"/>
                </a:lnTo>
                <a:lnTo>
                  <a:pt x="819150" y="1352550"/>
                </a:lnTo>
                <a:lnTo>
                  <a:pt x="819150" y="1247775"/>
                </a:lnTo>
                <a:lnTo>
                  <a:pt x="876300" y="1190625"/>
                </a:lnTo>
                <a:lnTo>
                  <a:pt x="1895475" y="1190625"/>
                </a:lnTo>
                <a:lnTo>
                  <a:pt x="1943100" y="1238250"/>
                </a:lnTo>
                <a:lnTo>
                  <a:pt x="1943100" y="1362075"/>
                </a:lnTo>
                <a:lnTo>
                  <a:pt x="1952625" y="1371600"/>
                </a:lnTo>
                <a:lnTo>
                  <a:pt x="2638425" y="1371600"/>
                </a:lnTo>
                <a:lnTo>
                  <a:pt x="2647950" y="1362075"/>
                </a:lnTo>
                <a:close/>
              </a:path>
            </a:pathLst>
          </a:custGeom>
          <a:solidFill xmlns:a="http://schemas.openxmlformats.org/drawingml/2006/main">
            <a:srgbClr val="E3E5E7"/>
          </a:solidFill>
          <a:ln xmlns:a="http://schemas.openxmlformats.org/drawingml/2006/main" w="0">
            <a:noFill/>
          </a:ln>
        </p:spPr>
      </p:sp>
      <p:sp>
        <p:nvSpPr>
          <p:cNvPr id="18" name="ddca-boundary-07">
            <a:extLst xmlns:a="http://schemas.openxmlformats.org/drawingml/2006/main">
              <a:ext uri="{FF2B5EF4-FFF2-40B4-BE49-F238E27FC236}">
                <a16:creationId xmlns:a16="http://schemas.microsoft.com/office/drawing/2014/main" id="{780A05F7-F0EA-4998-9DFF-CAD9F64CBE67}"/>
              </a:ext>
            </a:extLst>
          </p:cNvPr>
          <p:cNvSpPr>
            <a:spLocks xmlns:a="http://schemas.openxmlformats.org/drawingml/2006/main" noGrp="1"/>
          </p:cNvSpPr>
          <p:nvPr/>
        </p:nvSpPr>
        <p:spPr>
          <a:xfrm xmlns:a="http://schemas.openxmlformats.org/drawingml/2006/main">
            <a:off x="4003300" y="3805466"/>
            <a:ext cx="630212" cy="326441"/>
          </a:xfrm>
          <a:custGeom xmlns:a="http://schemas.openxmlformats.org/drawingml/2006/main">
            <a:pathLst>
              <a:path w="2647950" h="1371600">
                <a:moveTo>
                  <a:pt x="2647950" y="9525"/>
                </a:moveTo>
                <a:lnTo>
                  <a:pt x="2638425" y="0"/>
                </a:lnTo>
                <a:lnTo>
                  <a:pt x="1438275" y="0"/>
                </a:lnTo>
                <a:lnTo>
                  <a:pt x="1428750" y="9525"/>
                </a:lnTo>
                <a:lnTo>
                  <a:pt x="1428750" y="295275"/>
                </a:lnTo>
                <a:lnTo>
                  <a:pt x="1428750" y="304800"/>
                </a:lnTo>
                <a:lnTo>
                  <a:pt x="1419225" y="304800"/>
                </a:lnTo>
                <a:lnTo>
                  <a:pt x="400050" y="304800"/>
                </a:lnTo>
                <a:lnTo>
                  <a:pt x="390525" y="304800"/>
                </a:lnTo>
                <a:lnTo>
                  <a:pt x="0" y="695325"/>
                </a:lnTo>
                <a:lnTo>
                  <a:pt x="0" y="1352550"/>
                </a:lnTo>
                <a:lnTo>
                  <a:pt x="9525" y="1362075"/>
                </a:lnTo>
                <a:lnTo>
                  <a:pt x="809625" y="1362075"/>
                </a:lnTo>
                <a:lnTo>
                  <a:pt x="819150" y="1352550"/>
                </a:lnTo>
                <a:lnTo>
                  <a:pt x="819150" y="1247775"/>
                </a:lnTo>
                <a:lnTo>
                  <a:pt x="876300" y="1190625"/>
                </a:lnTo>
                <a:lnTo>
                  <a:pt x="1895475" y="1190625"/>
                </a:lnTo>
                <a:lnTo>
                  <a:pt x="1943100" y="1238250"/>
                </a:lnTo>
                <a:lnTo>
                  <a:pt x="1943100" y="1362075"/>
                </a:lnTo>
                <a:lnTo>
                  <a:pt x="1952625" y="1371600"/>
                </a:lnTo>
                <a:lnTo>
                  <a:pt x="2638425" y="1371600"/>
                </a:lnTo>
                <a:lnTo>
                  <a:pt x="2647950" y="1362075"/>
                </a:lnTo>
                <a:close/>
              </a:path>
            </a:pathLst>
          </a:custGeom>
          <a:noFill xmlns:a="http://schemas.openxmlformats.org/drawingml/2006/main"/>
          <a:ln xmlns:a="http://schemas.openxmlformats.org/drawingml/2006/main" w="11430">
            <a:solidFill>
              <a:srgbClr val="FFFFFF"/>
            </a:solidFill>
          </a:ln>
        </p:spPr>
      </p:sp>
      <p:sp>
        <p:nvSpPr>
          <p:cNvPr id="19" name="ddca-prefecture-08">
            <a:extLst xmlns:a="http://schemas.openxmlformats.org/drawingml/2006/main">
              <a:ext uri="{FF2B5EF4-FFF2-40B4-BE49-F238E27FC236}">
                <a16:creationId xmlns:a16="http://schemas.microsoft.com/office/drawing/2014/main" id="{F8D28B40-067D-455D-BE4E-FBA7D135521B}"/>
              </a:ext>
            </a:extLst>
          </p:cNvPr>
          <p:cNvSpPr>
            <a:spLocks xmlns:a="http://schemas.openxmlformats.org/drawingml/2006/main" noGrp="1"/>
          </p:cNvSpPr>
          <p:nvPr/>
        </p:nvSpPr>
        <p:spPr>
          <a:xfrm xmlns:a="http://schemas.openxmlformats.org/drawingml/2006/main">
            <a:off x="4347877" y="4131907"/>
            <a:ext cx="394449" cy="398983"/>
          </a:xfrm>
          <a:custGeom xmlns:a="http://schemas.openxmlformats.org/drawingml/2006/main">
            <a:pathLst>
              <a:path w="1657350" h="1676400">
                <a:moveTo>
                  <a:pt x="1200150" y="9525"/>
                </a:moveTo>
                <a:lnTo>
                  <a:pt x="1190625" y="0"/>
                </a:lnTo>
                <a:lnTo>
                  <a:pt x="504825" y="0"/>
                </a:lnTo>
                <a:lnTo>
                  <a:pt x="495300" y="9525"/>
                </a:lnTo>
                <a:lnTo>
                  <a:pt x="495300" y="1076325"/>
                </a:lnTo>
                <a:lnTo>
                  <a:pt x="447675" y="1123950"/>
                </a:lnTo>
                <a:lnTo>
                  <a:pt x="9525" y="1123950"/>
                </a:lnTo>
                <a:lnTo>
                  <a:pt x="0" y="1133475"/>
                </a:lnTo>
                <a:lnTo>
                  <a:pt x="0" y="1181100"/>
                </a:lnTo>
                <a:lnTo>
                  <a:pt x="495300" y="1676400"/>
                </a:lnTo>
                <a:lnTo>
                  <a:pt x="504825" y="1676400"/>
                </a:lnTo>
                <a:lnTo>
                  <a:pt x="1647825" y="1676400"/>
                </a:lnTo>
                <a:lnTo>
                  <a:pt x="1657350" y="1666875"/>
                </a:lnTo>
                <a:lnTo>
                  <a:pt x="1657350" y="1609725"/>
                </a:lnTo>
                <a:lnTo>
                  <a:pt x="1200150" y="1152525"/>
                </a:lnTo>
                <a:close/>
              </a:path>
            </a:pathLst>
          </a:custGeom>
          <a:solidFill xmlns:a="http://schemas.openxmlformats.org/drawingml/2006/main">
            <a:srgbClr val="00856B"/>
          </a:solidFill>
          <a:ln xmlns:a="http://schemas.openxmlformats.org/drawingml/2006/main" w="0">
            <a:noFill/>
          </a:ln>
        </p:spPr>
      </p:sp>
      <p:sp>
        <p:nvSpPr>
          <p:cNvPr id="20" name="ddca-boundary-08">
            <a:extLst xmlns:a="http://schemas.openxmlformats.org/drawingml/2006/main">
              <a:ext uri="{FF2B5EF4-FFF2-40B4-BE49-F238E27FC236}">
                <a16:creationId xmlns:a16="http://schemas.microsoft.com/office/drawing/2014/main" id="{2A8626E0-3C45-4F2F-9F91-83BE20389A0B}"/>
              </a:ext>
            </a:extLst>
          </p:cNvPr>
          <p:cNvSpPr>
            <a:spLocks xmlns:a="http://schemas.openxmlformats.org/drawingml/2006/main" noGrp="1"/>
          </p:cNvSpPr>
          <p:nvPr/>
        </p:nvSpPr>
        <p:spPr>
          <a:xfrm xmlns:a="http://schemas.openxmlformats.org/drawingml/2006/main">
            <a:off x="4347877" y="4131907"/>
            <a:ext cx="394449" cy="398983"/>
          </a:xfrm>
          <a:custGeom xmlns:a="http://schemas.openxmlformats.org/drawingml/2006/main">
            <a:pathLst>
              <a:path w="1657350" h="1676400">
                <a:moveTo>
                  <a:pt x="1200150" y="9525"/>
                </a:moveTo>
                <a:lnTo>
                  <a:pt x="1190625" y="0"/>
                </a:lnTo>
                <a:lnTo>
                  <a:pt x="504825" y="0"/>
                </a:lnTo>
                <a:lnTo>
                  <a:pt x="495300" y="9525"/>
                </a:lnTo>
                <a:lnTo>
                  <a:pt x="495300" y="1076325"/>
                </a:lnTo>
                <a:lnTo>
                  <a:pt x="447675" y="1123950"/>
                </a:lnTo>
                <a:lnTo>
                  <a:pt x="9525" y="1123950"/>
                </a:lnTo>
                <a:lnTo>
                  <a:pt x="0" y="1133475"/>
                </a:lnTo>
                <a:lnTo>
                  <a:pt x="0" y="1181100"/>
                </a:lnTo>
                <a:lnTo>
                  <a:pt x="495300" y="1676400"/>
                </a:lnTo>
                <a:lnTo>
                  <a:pt x="504825" y="1676400"/>
                </a:lnTo>
                <a:lnTo>
                  <a:pt x="1647825" y="1676400"/>
                </a:lnTo>
                <a:lnTo>
                  <a:pt x="1657350" y="1666875"/>
                </a:lnTo>
                <a:lnTo>
                  <a:pt x="1657350" y="1609725"/>
                </a:lnTo>
                <a:lnTo>
                  <a:pt x="1200150" y="1152525"/>
                </a:lnTo>
                <a:close/>
              </a:path>
            </a:pathLst>
          </a:custGeom>
          <a:noFill xmlns:a="http://schemas.openxmlformats.org/drawingml/2006/main"/>
          <a:ln xmlns:a="http://schemas.openxmlformats.org/drawingml/2006/main" w="11430">
            <a:solidFill>
              <a:srgbClr val="FFFFFF"/>
            </a:solidFill>
          </a:ln>
        </p:spPr>
      </p:sp>
      <p:sp>
        <p:nvSpPr>
          <p:cNvPr id="21" name="ddca-prefecture-09">
            <a:extLst xmlns:a="http://schemas.openxmlformats.org/drawingml/2006/main">
              <a:ext uri="{FF2B5EF4-FFF2-40B4-BE49-F238E27FC236}">
                <a16:creationId xmlns:a16="http://schemas.microsoft.com/office/drawing/2014/main" id="{6CF177A8-C0D9-48F4-B0F6-6A9234C77513}"/>
              </a:ext>
            </a:extLst>
          </p:cNvPr>
          <p:cNvSpPr>
            <a:spLocks xmlns:a="http://schemas.openxmlformats.org/drawingml/2006/main" noGrp="1"/>
          </p:cNvSpPr>
          <p:nvPr/>
        </p:nvSpPr>
        <p:spPr>
          <a:xfrm xmlns:a="http://schemas.openxmlformats.org/drawingml/2006/main">
            <a:off x="4198258" y="4088835"/>
            <a:ext cx="267500" cy="310572"/>
          </a:xfrm>
          <a:custGeom xmlns:a="http://schemas.openxmlformats.org/drawingml/2006/main">
            <a:pathLst>
              <a:path w="1123950" h="1304925">
                <a:moveTo>
                  <a:pt x="1123950" y="47625"/>
                </a:moveTo>
                <a:lnTo>
                  <a:pt x="1076325" y="0"/>
                </a:lnTo>
                <a:lnTo>
                  <a:pt x="57150" y="0"/>
                </a:lnTo>
                <a:lnTo>
                  <a:pt x="0" y="57150"/>
                </a:lnTo>
                <a:lnTo>
                  <a:pt x="0" y="161925"/>
                </a:lnTo>
                <a:lnTo>
                  <a:pt x="0" y="171450"/>
                </a:lnTo>
                <a:lnTo>
                  <a:pt x="0" y="180975"/>
                </a:lnTo>
                <a:lnTo>
                  <a:pt x="0" y="714375"/>
                </a:lnTo>
                <a:lnTo>
                  <a:pt x="495300" y="1209675"/>
                </a:lnTo>
                <a:lnTo>
                  <a:pt x="495300" y="1295400"/>
                </a:lnTo>
                <a:lnTo>
                  <a:pt x="504825" y="1304925"/>
                </a:lnTo>
                <a:lnTo>
                  <a:pt x="619125" y="1304925"/>
                </a:lnTo>
                <a:lnTo>
                  <a:pt x="628650" y="1304925"/>
                </a:lnTo>
                <a:lnTo>
                  <a:pt x="638175" y="1304925"/>
                </a:lnTo>
                <a:lnTo>
                  <a:pt x="1076325" y="1304925"/>
                </a:lnTo>
                <a:lnTo>
                  <a:pt x="1123950" y="1257300"/>
                </a:lnTo>
                <a:lnTo>
                  <a:pt x="1123950" y="190500"/>
                </a:lnTo>
                <a:lnTo>
                  <a:pt x="1123950" y="180975"/>
                </a:lnTo>
                <a:lnTo>
                  <a:pt x="1123950" y="171450"/>
                </a:lnTo>
                <a:close/>
              </a:path>
            </a:pathLst>
          </a:custGeom>
          <a:solidFill xmlns:a="http://schemas.openxmlformats.org/drawingml/2006/main">
            <a:srgbClr val="E3E5E7"/>
          </a:solidFill>
          <a:ln xmlns:a="http://schemas.openxmlformats.org/drawingml/2006/main" w="0">
            <a:noFill/>
          </a:ln>
        </p:spPr>
      </p:sp>
      <p:sp>
        <p:nvSpPr>
          <p:cNvPr id="22" name="ddca-boundary-09">
            <a:extLst xmlns:a="http://schemas.openxmlformats.org/drawingml/2006/main">
              <a:ext uri="{FF2B5EF4-FFF2-40B4-BE49-F238E27FC236}">
                <a16:creationId xmlns:a16="http://schemas.microsoft.com/office/drawing/2014/main" id="{2F2CDC26-8155-4D49-B011-0D7CCC8D06C9}"/>
              </a:ext>
            </a:extLst>
          </p:cNvPr>
          <p:cNvSpPr>
            <a:spLocks xmlns:a="http://schemas.openxmlformats.org/drawingml/2006/main" noGrp="1"/>
          </p:cNvSpPr>
          <p:nvPr/>
        </p:nvSpPr>
        <p:spPr>
          <a:xfrm xmlns:a="http://schemas.openxmlformats.org/drawingml/2006/main">
            <a:off x="4198258" y="4088835"/>
            <a:ext cx="267500" cy="310572"/>
          </a:xfrm>
          <a:custGeom xmlns:a="http://schemas.openxmlformats.org/drawingml/2006/main">
            <a:pathLst>
              <a:path w="1123950" h="1304925">
                <a:moveTo>
                  <a:pt x="1123950" y="47625"/>
                </a:moveTo>
                <a:lnTo>
                  <a:pt x="1076325" y="0"/>
                </a:lnTo>
                <a:lnTo>
                  <a:pt x="57150" y="0"/>
                </a:lnTo>
                <a:lnTo>
                  <a:pt x="0" y="57150"/>
                </a:lnTo>
                <a:lnTo>
                  <a:pt x="0" y="161925"/>
                </a:lnTo>
                <a:lnTo>
                  <a:pt x="0" y="171450"/>
                </a:lnTo>
                <a:lnTo>
                  <a:pt x="0" y="180975"/>
                </a:lnTo>
                <a:lnTo>
                  <a:pt x="0" y="714375"/>
                </a:lnTo>
                <a:lnTo>
                  <a:pt x="495300" y="1209675"/>
                </a:lnTo>
                <a:lnTo>
                  <a:pt x="495300" y="1295400"/>
                </a:lnTo>
                <a:lnTo>
                  <a:pt x="504825" y="1304925"/>
                </a:lnTo>
                <a:lnTo>
                  <a:pt x="619125" y="1304925"/>
                </a:lnTo>
                <a:lnTo>
                  <a:pt x="628650" y="1304925"/>
                </a:lnTo>
                <a:lnTo>
                  <a:pt x="638175" y="1304925"/>
                </a:lnTo>
                <a:lnTo>
                  <a:pt x="1076325" y="1304925"/>
                </a:lnTo>
                <a:lnTo>
                  <a:pt x="1123950" y="1257300"/>
                </a:lnTo>
                <a:lnTo>
                  <a:pt x="1123950" y="190500"/>
                </a:lnTo>
                <a:lnTo>
                  <a:pt x="1123950" y="180975"/>
                </a:lnTo>
                <a:lnTo>
                  <a:pt x="1123950" y="171450"/>
                </a:lnTo>
                <a:close/>
              </a:path>
            </a:pathLst>
          </a:custGeom>
          <a:noFill xmlns:a="http://schemas.openxmlformats.org/drawingml/2006/main"/>
          <a:ln xmlns:a="http://schemas.openxmlformats.org/drawingml/2006/main" w="11430">
            <a:solidFill>
              <a:srgbClr val="FFFFFF"/>
            </a:solidFill>
          </a:ln>
        </p:spPr>
      </p:sp>
      <p:sp>
        <p:nvSpPr>
          <p:cNvPr id="23" name="ddca-prefecture-10">
            <a:extLst xmlns:a="http://schemas.openxmlformats.org/drawingml/2006/main">
              <a:ext uri="{FF2B5EF4-FFF2-40B4-BE49-F238E27FC236}">
                <a16:creationId xmlns:a16="http://schemas.microsoft.com/office/drawing/2014/main" id="{A63FC942-C09D-430D-A54E-07876B20288E}"/>
              </a:ext>
            </a:extLst>
          </p:cNvPr>
          <p:cNvSpPr>
            <a:spLocks xmlns:a="http://schemas.openxmlformats.org/drawingml/2006/main" noGrp="1"/>
          </p:cNvSpPr>
          <p:nvPr/>
        </p:nvSpPr>
        <p:spPr>
          <a:xfrm xmlns:a="http://schemas.openxmlformats.org/drawingml/2006/main">
            <a:off x="3844614" y="4129640"/>
            <a:ext cx="471526" cy="378581"/>
          </a:xfrm>
          <a:custGeom xmlns:a="http://schemas.openxmlformats.org/drawingml/2006/main">
            <a:pathLst>
              <a:path w="1981200" h="1590675">
                <a:moveTo>
                  <a:pt x="1485900" y="9525"/>
                </a:moveTo>
                <a:lnTo>
                  <a:pt x="1476375" y="0"/>
                </a:lnTo>
                <a:lnTo>
                  <a:pt x="676275" y="0"/>
                </a:lnTo>
                <a:lnTo>
                  <a:pt x="666750" y="0"/>
                </a:lnTo>
                <a:lnTo>
                  <a:pt x="104775" y="561975"/>
                </a:lnTo>
                <a:lnTo>
                  <a:pt x="0" y="666750"/>
                </a:lnTo>
                <a:lnTo>
                  <a:pt x="0" y="942975"/>
                </a:lnTo>
                <a:lnTo>
                  <a:pt x="647700" y="1590675"/>
                </a:lnTo>
                <a:lnTo>
                  <a:pt x="666750" y="1590675"/>
                </a:lnTo>
                <a:lnTo>
                  <a:pt x="676275" y="1590675"/>
                </a:lnTo>
                <a:lnTo>
                  <a:pt x="685800" y="1590675"/>
                </a:lnTo>
                <a:lnTo>
                  <a:pt x="704850" y="1590675"/>
                </a:lnTo>
                <a:lnTo>
                  <a:pt x="1162050" y="1133475"/>
                </a:lnTo>
                <a:lnTo>
                  <a:pt x="1971675" y="1133475"/>
                </a:lnTo>
                <a:lnTo>
                  <a:pt x="1981200" y="1123950"/>
                </a:lnTo>
                <a:lnTo>
                  <a:pt x="1981200" y="1038225"/>
                </a:lnTo>
                <a:lnTo>
                  <a:pt x="1485900" y="542925"/>
                </a:lnTo>
                <a:close/>
              </a:path>
            </a:pathLst>
          </a:custGeom>
          <a:solidFill xmlns:a="http://schemas.openxmlformats.org/drawingml/2006/main">
            <a:srgbClr val="E3E5E7"/>
          </a:solidFill>
          <a:ln xmlns:a="http://schemas.openxmlformats.org/drawingml/2006/main" w="0">
            <a:noFill/>
          </a:ln>
        </p:spPr>
      </p:sp>
      <p:sp>
        <p:nvSpPr>
          <p:cNvPr id="24" name="ddca-boundary-10">
            <a:extLst xmlns:a="http://schemas.openxmlformats.org/drawingml/2006/main">
              <a:ext uri="{FF2B5EF4-FFF2-40B4-BE49-F238E27FC236}">
                <a16:creationId xmlns:a16="http://schemas.microsoft.com/office/drawing/2014/main" id="{769BBECF-5412-429F-95B0-97C798205CBA}"/>
              </a:ext>
            </a:extLst>
          </p:cNvPr>
          <p:cNvSpPr>
            <a:spLocks xmlns:a="http://schemas.openxmlformats.org/drawingml/2006/main" noGrp="1"/>
          </p:cNvSpPr>
          <p:nvPr/>
        </p:nvSpPr>
        <p:spPr>
          <a:xfrm xmlns:a="http://schemas.openxmlformats.org/drawingml/2006/main">
            <a:off x="3844614" y="4129640"/>
            <a:ext cx="471526" cy="378581"/>
          </a:xfrm>
          <a:custGeom xmlns:a="http://schemas.openxmlformats.org/drawingml/2006/main">
            <a:pathLst>
              <a:path w="1981200" h="1590675">
                <a:moveTo>
                  <a:pt x="1485900" y="9525"/>
                </a:moveTo>
                <a:lnTo>
                  <a:pt x="1476375" y="0"/>
                </a:lnTo>
                <a:lnTo>
                  <a:pt x="676275" y="0"/>
                </a:lnTo>
                <a:lnTo>
                  <a:pt x="666750" y="0"/>
                </a:lnTo>
                <a:lnTo>
                  <a:pt x="104775" y="561975"/>
                </a:lnTo>
                <a:lnTo>
                  <a:pt x="0" y="666750"/>
                </a:lnTo>
                <a:lnTo>
                  <a:pt x="0" y="942975"/>
                </a:lnTo>
                <a:lnTo>
                  <a:pt x="647700" y="1590675"/>
                </a:lnTo>
                <a:lnTo>
                  <a:pt x="666750" y="1590675"/>
                </a:lnTo>
                <a:lnTo>
                  <a:pt x="676275" y="1590675"/>
                </a:lnTo>
                <a:lnTo>
                  <a:pt x="685800" y="1590675"/>
                </a:lnTo>
                <a:lnTo>
                  <a:pt x="704850" y="1590675"/>
                </a:lnTo>
                <a:lnTo>
                  <a:pt x="1162050" y="1133475"/>
                </a:lnTo>
                <a:lnTo>
                  <a:pt x="1971675" y="1133475"/>
                </a:lnTo>
                <a:lnTo>
                  <a:pt x="1981200" y="1123950"/>
                </a:lnTo>
                <a:lnTo>
                  <a:pt x="1981200" y="1038225"/>
                </a:lnTo>
                <a:lnTo>
                  <a:pt x="1485900" y="542925"/>
                </a:lnTo>
                <a:close/>
              </a:path>
            </a:pathLst>
          </a:custGeom>
          <a:noFill xmlns:a="http://schemas.openxmlformats.org/drawingml/2006/main"/>
          <a:ln xmlns:a="http://schemas.openxmlformats.org/drawingml/2006/main" w="11430">
            <a:solidFill>
              <a:srgbClr val="FFFFFF"/>
            </a:solidFill>
          </a:ln>
        </p:spPr>
      </p:sp>
      <p:sp>
        <p:nvSpPr>
          <p:cNvPr id="25" name="ddca-prefecture-11">
            <a:extLst xmlns:a="http://schemas.openxmlformats.org/drawingml/2006/main">
              <a:ext uri="{FF2B5EF4-FFF2-40B4-BE49-F238E27FC236}">
                <a16:creationId xmlns:a16="http://schemas.microsoft.com/office/drawing/2014/main" id="{A5E15F1D-953A-4BC4-AC55-53F92DC0CCDC}"/>
              </a:ext>
            </a:extLst>
          </p:cNvPr>
          <p:cNvSpPr>
            <a:spLocks xmlns:a="http://schemas.openxmlformats.org/drawingml/2006/main" noGrp="1"/>
          </p:cNvSpPr>
          <p:nvPr/>
        </p:nvSpPr>
        <p:spPr>
          <a:xfrm xmlns:a="http://schemas.openxmlformats.org/drawingml/2006/main">
            <a:off x="4005567" y="4399407"/>
            <a:ext cx="460191" cy="190424"/>
          </a:xfrm>
          <a:custGeom xmlns:a="http://schemas.openxmlformats.org/drawingml/2006/main">
            <a:pathLst>
              <a:path w="1933575" h="800100">
                <a:moveTo>
                  <a:pt x="1438275" y="9525"/>
                </a:moveTo>
                <a:lnTo>
                  <a:pt x="1428750" y="0"/>
                </a:lnTo>
                <a:lnTo>
                  <a:pt x="1314450" y="0"/>
                </a:lnTo>
                <a:lnTo>
                  <a:pt x="1304925" y="0"/>
                </a:lnTo>
                <a:lnTo>
                  <a:pt x="1295400" y="0"/>
                </a:lnTo>
                <a:lnTo>
                  <a:pt x="485775" y="0"/>
                </a:lnTo>
                <a:lnTo>
                  <a:pt x="28575" y="457200"/>
                </a:lnTo>
                <a:lnTo>
                  <a:pt x="9525" y="457200"/>
                </a:lnTo>
                <a:lnTo>
                  <a:pt x="0" y="466725"/>
                </a:lnTo>
                <a:lnTo>
                  <a:pt x="0" y="790575"/>
                </a:lnTo>
                <a:lnTo>
                  <a:pt x="9525" y="800100"/>
                </a:lnTo>
                <a:lnTo>
                  <a:pt x="381000" y="800100"/>
                </a:lnTo>
                <a:lnTo>
                  <a:pt x="390525" y="800100"/>
                </a:lnTo>
                <a:lnTo>
                  <a:pt x="400050" y="800100"/>
                </a:lnTo>
                <a:lnTo>
                  <a:pt x="1924050" y="800100"/>
                </a:lnTo>
                <a:lnTo>
                  <a:pt x="1933575" y="790575"/>
                </a:lnTo>
                <a:lnTo>
                  <a:pt x="1933575" y="561975"/>
                </a:lnTo>
                <a:lnTo>
                  <a:pt x="1933575" y="552450"/>
                </a:lnTo>
                <a:lnTo>
                  <a:pt x="1438275" y="57150"/>
                </a:lnTo>
                <a:close/>
              </a:path>
            </a:pathLst>
          </a:custGeom>
          <a:solidFill xmlns:a="http://schemas.openxmlformats.org/drawingml/2006/main">
            <a:srgbClr val="E3E5E7"/>
          </a:solidFill>
          <a:ln xmlns:a="http://schemas.openxmlformats.org/drawingml/2006/main" w="0">
            <a:noFill/>
          </a:ln>
        </p:spPr>
      </p:sp>
      <p:sp>
        <p:nvSpPr>
          <p:cNvPr id="26" name="ddca-boundary-11">
            <a:extLst xmlns:a="http://schemas.openxmlformats.org/drawingml/2006/main">
              <a:ext uri="{FF2B5EF4-FFF2-40B4-BE49-F238E27FC236}">
                <a16:creationId xmlns:a16="http://schemas.microsoft.com/office/drawing/2014/main" id="{44661E31-64F8-4252-9203-FB29C2911FB9}"/>
              </a:ext>
            </a:extLst>
          </p:cNvPr>
          <p:cNvSpPr>
            <a:spLocks xmlns:a="http://schemas.openxmlformats.org/drawingml/2006/main" noGrp="1"/>
          </p:cNvSpPr>
          <p:nvPr/>
        </p:nvSpPr>
        <p:spPr>
          <a:xfrm xmlns:a="http://schemas.openxmlformats.org/drawingml/2006/main">
            <a:off x="4005567" y="4399407"/>
            <a:ext cx="460191" cy="190424"/>
          </a:xfrm>
          <a:custGeom xmlns:a="http://schemas.openxmlformats.org/drawingml/2006/main">
            <a:pathLst>
              <a:path w="1933575" h="800100">
                <a:moveTo>
                  <a:pt x="1438275" y="9525"/>
                </a:moveTo>
                <a:lnTo>
                  <a:pt x="1428750" y="0"/>
                </a:lnTo>
                <a:lnTo>
                  <a:pt x="1314450" y="0"/>
                </a:lnTo>
                <a:lnTo>
                  <a:pt x="1304925" y="0"/>
                </a:lnTo>
                <a:lnTo>
                  <a:pt x="1295400" y="0"/>
                </a:lnTo>
                <a:lnTo>
                  <a:pt x="485775" y="0"/>
                </a:lnTo>
                <a:lnTo>
                  <a:pt x="28575" y="457200"/>
                </a:lnTo>
                <a:lnTo>
                  <a:pt x="9525" y="457200"/>
                </a:lnTo>
                <a:lnTo>
                  <a:pt x="0" y="466725"/>
                </a:lnTo>
                <a:lnTo>
                  <a:pt x="0" y="790575"/>
                </a:lnTo>
                <a:lnTo>
                  <a:pt x="9525" y="800100"/>
                </a:lnTo>
                <a:lnTo>
                  <a:pt x="381000" y="800100"/>
                </a:lnTo>
                <a:lnTo>
                  <a:pt x="390525" y="800100"/>
                </a:lnTo>
                <a:lnTo>
                  <a:pt x="400050" y="800100"/>
                </a:lnTo>
                <a:lnTo>
                  <a:pt x="1924050" y="800100"/>
                </a:lnTo>
                <a:lnTo>
                  <a:pt x="1933575" y="790575"/>
                </a:lnTo>
                <a:lnTo>
                  <a:pt x="1933575" y="561975"/>
                </a:lnTo>
                <a:lnTo>
                  <a:pt x="1933575" y="552450"/>
                </a:lnTo>
                <a:lnTo>
                  <a:pt x="1438275" y="57150"/>
                </a:lnTo>
                <a:close/>
              </a:path>
            </a:pathLst>
          </a:custGeom>
          <a:noFill xmlns:a="http://schemas.openxmlformats.org/drawingml/2006/main"/>
          <a:ln xmlns:a="http://schemas.openxmlformats.org/drawingml/2006/main" w="11430">
            <a:solidFill>
              <a:srgbClr val="FFFFFF"/>
            </a:solidFill>
          </a:ln>
        </p:spPr>
      </p:sp>
      <p:sp>
        <p:nvSpPr>
          <p:cNvPr id="27" name="ddca-prefecture-12">
            <a:extLst xmlns:a="http://schemas.openxmlformats.org/drawingml/2006/main">
              <a:ext uri="{FF2B5EF4-FFF2-40B4-BE49-F238E27FC236}">
                <a16:creationId xmlns:a16="http://schemas.microsoft.com/office/drawing/2014/main" id="{49248F5C-E47A-436D-9A8C-D3C88BF3BE4E}"/>
              </a:ext>
            </a:extLst>
          </p:cNvPr>
          <p:cNvSpPr>
            <a:spLocks xmlns:a="http://schemas.openxmlformats.org/drawingml/2006/main" noGrp="1"/>
          </p:cNvSpPr>
          <p:nvPr/>
        </p:nvSpPr>
        <p:spPr>
          <a:xfrm xmlns:a="http://schemas.openxmlformats.org/drawingml/2006/main">
            <a:off x="4465758" y="4530890"/>
            <a:ext cx="276568" cy="471526"/>
          </a:xfrm>
          <a:custGeom xmlns:a="http://schemas.openxmlformats.org/drawingml/2006/main">
            <a:pathLst>
              <a:path w="1162050" h="1981200">
                <a:moveTo>
                  <a:pt x="1162050" y="9525"/>
                </a:moveTo>
                <a:lnTo>
                  <a:pt x="1152525" y="0"/>
                </a:lnTo>
                <a:lnTo>
                  <a:pt x="9525" y="0"/>
                </a:lnTo>
                <a:lnTo>
                  <a:pt x="0" y="9525"/>
                </a:lnTo>
                <a:lnTo>
                  <a:pt x="0" y="238125"/>
                </a:lnTo>
                <a:lnTo>
                  <a:pt x="0" y="247650"/>
                </a:lnTo>
                <a:lnTo>
                  <a:pt x="0" y="257175"/>
                </a:lnTo>
                <a:lnTo>
                  <a:pt x="0" y="714375"/>
                </a:lnTo>
                <a:lnTo>
                  <a:pt x="9525" y="723900"/>
                </a:lnTo>
                <a:lnTo>
                  <a:pt x="171450" y="561975"/>
                </a:lnTo>
                <a:lnTo>
                  <a:pt x="219075" y="561975"/>
                </a:lnTo>
                <a:lnTo>
                  <a:pt x="428625" y="771525"/>
                </a:lnTo>
                <a:lnTo>
                  <a:pt x="428625" y="838200"/>
                </a:lnTo>
                <a:lnTo>
                  <a:pt x="85725" y="1181100"/>
                </a:lnTo>
                <a:lnTo>
                  <a:pt x="85725" y="1971675"/>
                </a:lnTo>
                <a:lnTo>
                  <a:pt x="95250" y="1981200"/>
                </a:lnTo>
                <a:lnTo>
                  <a:pt x="314325" y="1981200"/>
                </a:lnTo>
                <a:lnTo>
                  <a:pt x="1162050" y="1133475"/>
                </a:lnTo>
                <a:close/>
              </a:path>
            </a:pathLst>
          </a:custGeom>
          <a:solidFill xmlns:a="http://schemas.openxmlformats.org/drawingml/2006/main">
            <a:srgbClr val="E3E5E7"/>
          </a:solidFill>
          <a:ln xmlns:a="http://schemas.openxmlformats.org/drawingml/2006/main" w="0">
            <a:noFill/>
          </a:ln>
        </p:spPr>
      </p:sp>
      <p:sp>
        <p:nvSpPr>
          <p:cNvPr id="28" name="ddca-boundary-12">
            <a:extLst xmlns:a="http://schemas.openxmlformats.org/drawingml/2006/main">
              <a:ext uri="{FF2B5EF4-FFF2-40B4-BE49-F238E27FC236}">
                <a16:creationId xmlns:a16="http://schemas.microsoft.com/office/drawing/2014/main" id="{B1EC2500-F602-4791-8826-31EDA1FFAA48}"/>
              </a:ext>
            </a:extLst>
          </p:cNvPr>
          <p:cNvSpPr>
            <a:spLocks xmlns:a="http://schemas.openxmlformats.org/drawingml/2006/main" noGrp="1"/>
          </p:cNvSpPr>
          <p:nvPr/>
        </p:nvSpPr>
        <p:spPr>
          <a:xfrm xmlns:a="http://schemas.openxmlformats.org/drawingml/2006/main">
            <a:off x="4465758" y="4530890"/>
            <a:ext cx="276568" cy="471526"/>
          </a:xfrm>
          <a:custGeom xmlns:a="http://schemas.openxmlformats.org/drawingml/2006/main">
            <a:pathLst>
              <a:path w="1162050" h="1981200">
                <a:moveTo>
                  <a:pt x="1162050" y="9525"/>
                </a:moveTo>
                <a:lnTo>
                  <a:pt x="1152525" y="0"/>
                </a:lnTo>
                <a:lnTo>
                  <a:pt x="9525" y="0"/>
                </a:lnTo>
                <a:lnTo>
                  <a:pt x="0" y="9525"/>
                </a:lnTo>
                <a:lnTo>
                  <a:pt x="0" y="238125"/>
                </a:lnTo>
                <a:lnTo>
                  <a:pt x="0" y="247650"/>
                </a:lnTo>
                <a:lnTo>
                  <a:pt x="0" y="257175"/>
                </a:lnTo>
                <a:lnTo>
                  <a:pt x="0" y="714375"/>
                </a:lnTo>
                <a:lnTo>
                  <a:pt x="9525" y="723900"/>
                </a:lnTo>
                <a:lnTo>
                  <a:pt x="171450" y="561975"/>
                </a:lnTo>
                <a:lnTo>
                  <a:pt x="219075" y="561975"/>
                </a:lnTo>
                <a:lnTo>
                  <a:pt x="428625" y="771525"/>
                </a:lnTo>
                <a:lnTo>
                  <a:pt x="428625" y="838200"/>
                </a:lnTo>
                <a:lnTo>
                  <a:pt x="85725" y="1181100"/>
                </a:lnTo>
                <a:lnTo>
                  <a:pt x="85725" y="1971675"/>
                </a:lnTo>
                <a:lnTo>
                  <a:pt x="95250" y="1981200"/>
                </a:lnTo>
                <a:lnTo>
                  <a:pt x="314325" y="1981200"/>
                </a:lnTo>
                <a:lnTo>
                  <a:pt x="1162050" y="1133475"/>
                </a:lnTo>
                <a:close/>
              </a:path>
            </a:pathLst>
          </a:custGeom>
          <a:noFill xmlns:a="http://schemas.openxmlformats.org/drawingml/2006/main"/>
          <a:ln xmlns:a="http://schemas.openxmlformats.org/drawingml/2006/main" w="11430">
            <a:solidFill>
              <a:srgbClr val="FFFFFF"/>
            </a:solidFill>
          </a:ln>
        </p:spPr>
      </p:sp>
      <p:sp>
        <p:nvSpPr>
          <p:cNvPr id="29" name="ddca-prefecture-13">
            <a:extLst xmlns:a="http://schemas.openxmlformats.org/drawingml/2006/main">
              <a:ext uri="{FF2B5EF4-FFF2-40B4-BE49-F238E27FC236}">
                <a16:creationId xmlns:a16="http://schemas.microsoft.com/office/drawing/2014/main" id="{489781A9-1FD4-45FC-9450-DC9C9131D2C9}"/>
              </a:ext>
            </a:extLst>
          </p:cNvPr>
          <p:cNvSpPr>
            <a:spLocks xmlns:a="http://schemas.openxmlformats.org/drawingml/2006/main" noGrp="1"/>
          </p:cNvSpPr>
          <p:nvPr/>
        </p:nvSpPr>
        <p:spPr>
          <a:xfrm xmlns:a="http://schemas.openxmlformats.org/drawingml/2006/main">
            <a:off x="4098512" y="4589831"/>
            <a:ext cx="367246" cy="154153"/>
          </a:xfrm>
          <a:custGeom xmlns:a="http://schemas.openxmlformats.org/drawingml/2006/main">
            <a:pathLst>
              <a:path w="1543050" h="647700">
                <a:moveTo>
                  <a:pt x="1543050" y="9525"/>
                </a:moveTo>
                <a:lnTo>
                  <a:pt x="1533525" y="0"/>
                </a:lnTo>
                <a:lnTo>
                  <a:pt x="9525" y="0"/>
                </a:lnTo>
                <a:lnTo>
                  <a:pt x="0" y="9525"/>
                </a:lnTo>
                <a:lnTo>
                  <a:pt x="0" y="438150"/>
                </a:lnTo>
                <a:lnTo>
                  <a:pt x="9525" y="447675"/>
                </a:lnTo>
                <a:lnTo>
                  <a:pt x="1181100" y="447675"/>
                </a:lnTo>
                <a:lnTo>
                  <a:pt x="1381125" y="647700"/>
                </a:lnTo>
                <a:lnTo>
                  <a:pt x="1543050" y="485775"/>
                </a:lnTo>
                <a:lnTo>
                  <a:pt x="1543050" y="476250"/>
                </a:lnTo>
                <a:lnTo>
                  <a:pt x="1543050" y="466725"/>
                </a:lnTo>
                <a:close/>
              </a:path>
            </a:pathLst>
          </a:custGeom>
          <a:solidFill xmlns:a="http://schemas.openxmlformats.org/drawingml/2006/main">
            <a:srgbClr val="E3E5E7"/>
          </a:solidFill>
          <a:ln xmlns:a="http://schemas.openxmlformats.org/drawingml/2006/main" w="0">
            <a:noFill/>
          </a:ln>
        </p:spPr>
      </p:sp>
      <p:sp>
        <p:nvSpPr>
          <p:cNvPr id="30" name="ddca-band-13-kosen-0">
            <a:extLst xmlns:a="http://schemas.openxmlformats.org/drawingml/2006/main">
              <a:ext uri="{FF2B5EF4-FFF2-40B4-BE49-F238E27FC236}">
                <a16:creationId xmlns:a16="http://schemas.microsoft.com/office/drawing/2014/main" id="{8F9BA2F6-D56C-4D4B-BA42-02951AA71A11}"/>
              </a:ext>
            </a:extLst>
          </p:cNvPr>
          <p:cNvSpPr>
            <a:spLocks xmlns:a="http://schemas.openxmlformats.org/drawingml/2006/main" noGrp="1"/>
          </p:cNvSpPr>
          <p:nvPr/>
        </p:nvSpPr>
        <p:spPr>
          <a:xfrm xmlns:a="http://schemas.openxmlformats.org/drawingml/2006/main">
            <a:off x="4098512" y="4589831"/>
            <a:ext cx="61208" cy="106547"/>
          </a:xfrm>
          <a:custGeom xmlns:a="http://schemas.openxmlformats.org/drawingml/2006/main">
            <a:pathLst>
              <a:path w="257175" h="447675">
                <a:moveTo>
                  <a:pt x="257175" y="0"/>
                </a:moveTo>
                <a:lnTo>
                  <a:pt x="9525" y="0"/>
                </a:lnTo>
                <a:lnTo>
                  <a:pt x="0" y="9525"/>
                </a:lnTo>
                <a:lnTo>
                  <a:pt x="0" y="438150"/>
                </a:lnTo>
                <a:lnTo>
                  <a:pt x="9525" y="447675"/>
                </a:lnTo>
                <a:lnTo>
                  <a:pt x="257175" y="447675"/>
                </a:lnTo>
                <a:close/>
              </a:path>
            </a:pathLst>
          </a:custGeom>
          <a:solidFill xmlns:a="http://schemas.openxmlformats.org/drawingml/2006/main">
            <a:srgbClr val="1572C3"/>
          </a:solidFill>
          <a:ln xmlns:a="http://schemas.openxmlformats.org/drawingml/2006/main" w="0">
            <a:noFill/>
          </a:ln>
        </p:spPr>
      </p:sp>
      <p:sp>
        <p:nvSpPr>
          <p:cNvPr id="31" name="ddca-band-13-undergraduate-1">
            <a:extLst xmlns:a="http://schemas.openxmlformats.org/drawingml/2006/main">
              <a:ext uri="{FF2B5EF4-FFF2-40B4-BE49-F238E27FC236}">
                <a16:creationId xmlns:a16="http://schemas.microsoft.com/office/drawing/2014/main" id="{78A80D87-D13B-45C2-8B32-FAB19E5BC4B8}"/>
              </a:ext>
            </a:extLst>
          </p:cNvPr>
          <p:cNvSpPr>
            <a:spLocks xmlns:a="http://schemas.openxmlformats.org/drawingml/2006/main" noGrp="1"/>
          </p:cNvSpPr>
          <p:nvPr/>
        </p:nvSpPr>
        <p:spPr>
          <a:xfrm xmlns:a="http://schemas.openxmlformats.org/drawingml/2006/main">
            <a:off x="4159720" y="4589831"/>
            <a:ext cx="61208" cy="106547"/>
          </a:xfrm>
          <a:custGeom xmlns:a="http://schemas.openxmlformats.org/drawingml/2006/main">
            <a:pathLst>
              <a:path w="257175" h="447675">
                <a:moveTo>
                  <a:pt x="257175" y="0"/>
                </a:moveTo>
                <a:lnTo>
                  <a:pt x="0" y="0"/>
                </a:lnTo>
                <a:lnTo>
                  <a:pt x="0" y="447675"/>
                </a:lnTo>
                <a:lnTo>
                  <a:pt x="257175" y="447675"/>
                </a:lnTo>
                <a:close/>
              </a:path>
            </a:pathLst>
          </a:custGeom>
          <a:solidFill xmlns:a="http://schemas.openxmlformats.org/drawingml/2006/main">
            <a:srgbClr val="D55E00"/>
          </a:solidFill>
          <a:ln xmlns:a="http://schemas.openxmlformats.org/drawingml/2006/main" w="0">
            <a:noFill/>
          </a:ln>
        </p:spPr>
      </p:sp>
      <p:sp>
        <p:nvSpPr>
          <p:cNvPr id="32" name="ddca-band-13-graduate-2">
            <a:extLst xmlns:a="http://schemas.openxmlformats.org/drawingml/2006/main">
              <a:ext uri="{FF2B5EF4-FFF2-40B4-BE49-F238E27FC236}">
                <a16:creationId xmlns:a16="http://schemas.microsoft.com/office/drawing/2014/main" id="{11DDF257-FBBF-4AA9-B8A9-A5FEE5B04067}"/>
              </a:ext>
            </a:extLst>
          </p:cNvPr>
          <p:cNvSpPr>
            <a:spLocks xmlns:a="http://schemas.openxmlformats.org/drawingml/2006/main" noGrp="1"/>
          </p:cNvSpPr>
          <p:nvPr/>
        </p:nvSpPr>
        <p:spPr>
          <a:xfrm xmlns:a="http://schemas.openxmlformats.org/drawingml/2006/main">
            <a:off x="4220928" y="4589831"/>
            <a:ext cx="61208" cy="106547"/>
          </a:xfrm>
          <a:custGeom xmlns:a="http://schemas.openxmlformats.org/drawingml/2006/main">
            <a:pathLst>
              <a:path w="257175" h="447675">
                <a:moveTo>
                  <a:pt x="257175" y="0"/>
                </a:moveTo>
                <a:lnTo>
                  <a:pt x="0" y="0"/>
                </a:lnTo>
                <a:lnTo>
                  <a:pt x="0" y="447675"/>
                </a:lnTo>
                <a:lnTo>
                  <a:pt x="257175" y="447675"/>
                </a:lnTo>
                <a:close/>
              </a:path>
            </a:pathLst>
          </a:custGeom>
          <a:solidFill xmlns:a="http://schemas.openxmlformats.org/drawingml/2006/main">
            <a:srgbClr val="00856B"/>
          </a:solidFill>
          <a:ln xmlns:a="http://schemas.openxmlformats.org/drawingml/2006/main" w="0">
            <a:noFill/>
          </a:ln>
        </p:spPr>
      </p:sp>
      <p:sp>
        <p:nvSpPr>
          <p:cNvPr id="33" name="ddca-band-13-kosen-3">
            <a:extLst xmlns:a="http://schemas.openxmlformats.org/drawingml/2006/main">
              <a:ext uri="{FF2B5EF4-FFF2-40B4-BE49-F238E27FC236}">
                <a16:creationId xmlns:a16="http://schemas.microsoft.com/office/drawing/2014/main" id="{F52B8E4A-F873-474B-9E1D-D0DAC9CA81B5}"/>
              </a:ext>
            </a:extLst>
          </p:cNvPr>
          <p:cNvSpPr>
            <a:spLocks xmlns:a="http://schemas.openxmlformats.org/drawingml/2006/main" noGrp="1"/>
          </p:cNvSpPr>
          <p:nvPr/>
        </p:nvSpPr>
        <p:spPr>
          <a:xfrm xmlns:a="http://schemas.openxmlformats.org/drawingml/2006/main">
            <a:off x="4282135" y="4589831"/>
            <a:ext cx="61208" cy="106547"/>
          </a:xfrm>
          <a:custGeom xmlns:a="http://schemas.openxmlformats.org/drawingml/2006/main">
            <a:pathLst>
              <a:path w="257175" h="447675">
                <a:moveTo>
                  <a:pt x="257175" y="0"/>
                </a:moveTo>
                <a:lnTo>
                  <a:pt x="0" y="0"/>
                </a:lnTo>
                <a:lnTo>
                  <a:pt x="0" y="447675"/>
                </a:lnTo>
                <a:lnTo>
                  <a:pt x="257175" y="447675"/>
                </a:lnTo>
                <a:close/>
              </a:path>
            </a:pathLst>
          </a:custGeom>
          <a:solidFill xmlns:a="http://schemas.openxmlformats.org/drawingml/2006/main">
            <a:srgbClr val="1572C3"/>
          </a:solidFill>
          <a:ln xmlns:a="http://schemas.openxmlformats.org/drawingml/2006/main" w="0">
            <a:noFill/>
          </a:ln>
        </p:spPr>
      </p:sp>
      <p:sp>
        <p:nvSpPr>
          <p:cNvPr id="34" name="ddca-band-13-undergraduate-4">
            <a:extLst xmlns:a="http://schemas.openxmlformats.org/drawingml/2006/main">
              <a:ext uri="{FF2B5EF4-FFF2-40B4-BE49-F238E27FC236}">
                <a16:creationId xmlns:a16="http://schemas.microsoft.com/office/drawing/2014/main" id="{E3ACA97E-EF65-4462-A2F4-D8E4DAF08B4B}"/>
              </a:ext>
            </a:extLst>
          </p:cNvPr>
          <p:cNvSpPr>
            <a:spLocks xmlns:a="http://schemas.openxmlformats.org/drawingml/2006/main" noGrp="1"/>
          </p:cNvSpPr>
          <p:nvPr/>
        </p:nvSpPr>
        <p:spPr>
          <a:xfrm xmlns:a="http://schemas.openxmlformats.org/drawingml/2006/main">
            <a:off x="4343343" y="4589831"/>
            <a:ext cx="61208" cy="131483"/>
          </a:xfrm>
          <a:custGeom xmlns:a="http://schemas.openxmlformats.org/drawingml/2006/main">
            <a:pathLst>
              <a:path w="257175" h="552450">
                <a:moveTo>
                  <a:pt x="257175" y="0"/>
                </a:moveTo>
                <a:lnTo>
                  <a:pt x="0" y="0"/>
                </a:lnTo>
                <a:lnTo>
                  <a:pt x="0" y="447675"/>
                </a:lnTo>
                <a:lnTo>
                  <a:pt x="152400" y="447675"/>
                </a:lnTo>
                <a:lnTo>
                  <a:pt x="257175" y="552450"/>
                </a:lnTo>
                <a:close/>
              </a:path>
            </a:pathLst>
          </a:custGeom>
          <a:solidFill xmlns:a="http://schemas.openxmlformats.org/drawingml/2006/main">
            <a:srgbClr val="D55E00"/>
          </a:solidFill>
          <a:ln xmlns:a="http://schemas.openxmlformats.org/drawingml/2006/main" w="0">
            <a:noFill/>
          </a:ln>
        </p:spPr>
      </p:sp>
      <p:sp>
        <p:nvSpPr>
          <p:cNvPr id="35" name="ddca-band-13-graduate-5">
            <a:extLst xmlns:a="http://schemas.openxmlformats.org/drawingml/2006/main">
              <a:ext uri="{FF2B5EF4-FFF2-40B4-BE49-F238E27FC236}">
                <a16:creationId xmlns:a16="http://schemas.microsoft.com/office/drawing/2014/main" id="{35C7CA03-7365-416F-9842-0D007C8123B4}"/>
              </a:ext>
            </a:extLst>
          </p:cNvPr>
          <p:cNvSpPr>
            <a:spLocks xmlns:a="http://schemas.openxmlformats.org/drawingml/2006/main" noGrp="1"/>
          </p:cNvSpPr>
          <p:nvPr/>
        </p:nvSpPr>
        <p:spPr>
          <a:xfrm xmlns:a="http://schemas.openxmlformats.org/drawingml/2006/main">
            <a:off x="4404551" y="4589831"/>
            <a:ext cx="61208" cy="154153"/>
          </a:xfrm>
          <a:custGeom xmlns:a="http://schemas.openxmlformats.org/drawingml/2006/main">
            <a:pathLst>
              <a:path w="257175" h="647700">
                <a:moveTo>
                  <a:pt x="257175" y="9525"/>
                </a:moveTo>
                <a:lnTo>
                  <a:pt x="247650" y="0"/>
                </a:lnTo>
                <a:lnTo>
                  <a:pt x="0" y="0"/>
                </a:lnTo>
                <a:lnTo>
                  <a:pt x="0" y="552450"/>
                </a:lnTo>
                <a:lnTo>
                  <a:pt x="95250" y="647700"/>
                </a:lnTo>
                <a:lnTo>
                  <a:pt x="257175" y="485775"/>
                </a:lnTo>
                <a:lnTo>
                  <a:pt x="257175" y="476250"/>
                </a:lnTo>
                <a:lnTo>
                  <a:pt x="257175" y="466725"/>
                </a:lnTo>
                <a:close/>
              </a:path>
            </a:pathLst>
          </a:custGeom>
          <a:solidFill xmlns:a="http://schemas.openxmlformats.org/drawingml/2006/main">
            <a:srgbClr val="00856B"/>
          </a:solidFill>
          <a:ln xmlns:a="http://schemas.openxmlformats.org/drawingml/2006/main" w="0">
            <a:noFill/>
          </a:ln>
        </p:spPr>
      </p:sp>
      <p:sp>
        <p:nvSpPr>
          <p:cNvPr id="36" name="ddca-boundary-13">
            <a:extLst xmlns:a="http://schemas.openxmlformats.org/drawingml/2006/main">
              <a:ext uri="{FF2B5EF4-FFF2-40B4-BE49-F238E27FC236}">
                <a16:creationId xmlns:a16="http://schemas.microsoft.com/office/drawing/2014/main" id="{B2D36E24-35D9-42A7-9F59-A84D2FBD646F}"/>
              </a:ext>
            </a:extLst>
          </p:cNvPr>
          <p:cNvSpPr>
            <a:spLocks xmlns:a="http://schemas.openxmlformats.org/drawingml/2006/main" noGrp="1"/>
          </p:cNvSpPr>
          <p:nvPr/>
        </p:nvSpPr>
        <p:spPr>
          <a:xfrm xmlns:a="http://schemas.openxmlformats.org/drawingml/2006/main">
            <a:off x="4098512" y="4589831"/>
            <a:ext cx="367246" cy="154153"/>
          </a:xfrm>
          <a:custGeom xmlns:a="http://schemas.openxmlformats.org/drawingml/2006/main">
            <a:pathLst>
              <a:path w="1543050" h="647700">
                <a:moveTo>
                  <a:pt x="1543050" y="9525"/>
                </a:moveTo>
                <a:lnTo>
                  <a:pt x="1533525" y="0"/>
                </a:lnTo>
                <a:lnTo>
                  <a:pt x="9525" y="0"/>
                </a:lnTo>
                <a:lnTo>
                  <a:pt x="0" y="9525"/>
                </a:lnTo>
                <a:lnTo>
                  <a:pt x="0" y="438150"/>
                </a:lnTo>
                <a:lnTo>
                  <a:pt x="9525" y="447675"/>
                </a:lnTo>
                <a:lnTo>
                  <a:pt x="1181100" y="447675"/>
                </a:lnTo>
                <a:lnTo>
                  <a:pt x="1381125" y="647700"/>
                </a:lnTo>
                <a:lnTo>
                  <a:pt x="1543050" y="485775"/>
                </a:lnTo>
                <a:lnTo>
                  <a:pt x="1543050" y="476250"/>
                </a:lnTo>
                <a:lnTo>
                  <a:pt x="1543050" y="466725"/>
                </a:lnTo>
                <a:close/>
              </a:path>
            </a:pathLst>
          </a:custGeom>
          <a:noFill xmlns:a="http://schemas.openxmlformats.org/drawingml/2006/main"/>
          <a:ln xmlns:a="http://schemas.openxmlformats.org/drawingml/2006/main" w="11430">
            <a:solidFill>
              <a:srgbClr val="FFFFFF"/>
            </a:solidFill>
          </a:ln>
        </p:spPr>
      </p:sp>
      <p:sp>
        <p:nvSpPr>
          <p:cNvPr id="37" name="ddca-prefecture-14">
            <a:extLst xmlns:a="http://schemas.openxmlformats.org/drawingml/2006/main">
              <a:ext uri="{FF2B5EF4-FFF2-40B4-BE49-F238E27FC236}">
                <a16:creationId xmlns:a16="http://schemas.microsoft.com/office/drawing/2014/main" id="{A38036A7-772B-431B-900C-487E6CDEAE55}"/>
              </a:ext>
            </a:extLst>
          </p:cNvPr>
          <p:cNvSpPr>
            <a:spLocks xmlns:a="http://schemas.openxmlformats.org/drawingml/2006/main" noGrp="1"/>
          </p:cNvSpPr>
          <p:nvPr/>
        </p:nvSpPr>
        <p:spPr>
          <a:xfrm xmlns:a="http://schemas.openxmlformats.org/drawingml/2006/main">
            <a:off x="4098512" y="4696377"/>
            <a:ext cx="328708" cy="208559"/>
          </a:xfrm>
          <a:custGeom xmlns:a="http://schemas.openxmlformats.org/drawingml/2006/main">
            <a:pathLst>
              <a:path w="1381125" h="876300">
                <a:moveTo>
                  <a:pt x="1381125" y="200025"/>
                </a:moveTo>
                <a:lnTo>
                  <a:pt x="1181100" y="0"/>
                </a:lnTo>
                <a:lnTo>
                  <a:pt x="9525" y="0"/>
                </a:lnTo>
                <a:lnTo>
                  <a:pt x="0" y="9525"/>
                </a:lnTo>
                <a:lnTo>
                  <a:pt x="0" y="304800"/>
                </a:lnTo>
                <a:lnTo>
                  <a:pt x="0" y="314325"/>
                </a:lnTo>
                <a:lnTo>
                  <a:pt x="0" y="323850"/>
                </a:lnTo>
                <a:lnTo>
                  <a:pt x="0" y="819150"/>
                </a:lnTo>
                <a:lnTo>
                  <a:pt x="57150" y="876300"/>
                </a:lnTo>
                <a:lnTo>
                  <a:pt x="285750" y="876300"/>
                </a:lnTo>
                <a:lnTo>
                  <a:pt x="295275" y="876300"/>
                </a:lnTo>
                <a:lnTo>
                  <a:pt x="304800" y="876300"/>
                </a:lnTo>
                <a:lnTo>
                  <a:pt x="1219200" y="876300"/>
                </a:lnTo>
                <a:lnTo>
                  <a:pt x="1228725" y="866775"/>
                </a:lnTo>
                <a:lnTo>
                  <a:pt x="1228725" y="352425"/>
                </a:lnTo>
                <a:close/>
              </a:path>
            </a:pathLst>
          </a:custGeom>
          <a:solidFill xmlns:a="http://schemas.openxmlformats.org/drawingml/2006/main">
            <a:srgbClr val="E3E5E7"/>
          </a:solidFill>
          <a:ln xmlns:a="http://schemas.openxmlformats.org/drawingml/2006/main" w="0">
            <a:noFill/>
          </a:ln>
        </p:spPr>
      </p:sp>
      <p:sp>
        <p:nvSpPr>
          <p:cNvPr id="38" name="ddca-band-14-undergraduate-0">
            <a:extLst xmlns:a="http://schemas.openxmlformats.org/drawingml/2006/main">
              <a:ext uri="{FF2B5EF4-FFF2-40B4-BE49-F238E27FC236}">
                <a16:creationId xmlns:a16="http://schemas.microsoft.com/office/drawing/2014/main" id="{DD092558-3008-4E1E-9E39-747493C0038E}"/>
              </a:ext>
            </a:extLst>
          </p:cNvPr>
          <p:cNvSpPr>
            <a:spLocks xmlns:a="http://schemas.openxmlformats.org/drawingml/2006/main" noGrp="1"/>
          </p:cNvSpPr>
          <p:nvPr/>
        </p:nvSpPr>
        <p:spPr>
          <a:xfrm xmlns:a="http://schemas.openxmlformats.org/drawingml/2006/main">
            <a:off x="4098512" y="4696377"/>
            <a:ext cx="82177" cy="208559"/>
          </a:xfrm>
          <a:custGeom xmlns:a="http://schemas.openxmlformats.org/drawingml/2006/main">
            <a:pathLst>
              <a:path w="345281" h="876300">
                <a:moveTo>
                  <a:pt x="345281" y="0"/>
                </a:moveTo>
                <a:lnTo>
                  <a:pt x="9525" y="0"/>
                </a:lnTo>
                <a:lnTo>
                  <a:pt x="0" y="9525"/>
                </a:lnTo>
                <a:lnTo>
                  <a:pt x="0" y="304800"/>
                </a:lnTo>
                <a:lnTo>
                  <a:pt x="0" y="314325"/>
                </a:lnTo>
                <a:lnTo>
                  <a:pt x="0" y="323850"/>
                </a:lnTo>
                <a:lnTo>
                  <a:pt x="0" y="819150"/>
                </a:lnTo>
                <a:lnTo>
                  <a:pt x="57150" y="876300"/>
                </a:lnTo>
                <a:lnTo>
                  <a:pt x="285750" y="876300"/>
                </a:lnTo>
                <a:lnTo>
                  <a:pt x="295275" y="876300"/>
                </a:lnTo>
                <a:lnTo>
                  <a:pt x="304800" y="876300"/>
                </a:lnTo>
                <a:lnTo>
                  <a:pt x="345281" y="876300"/>
                </a:lnTo>
                <a:close/>
              </a:path>
            </a:pathLst>
          </a:custGeom>
          <a:solidFill xmlns:a="http://schemas.openxmlformats.org/drawingml/2006/main">
            <a:srgbClr val="D55E00"/>
          </a:solidFill>
          <a:ln xmlns:a="http://schemas.openxmlformats.org/drawingml/2006/main" w="0">
            <a:noFill/>
          </a:ln>
        </p:spPr>
      </p:sp>
      <p:sp>
        <p:nvSpPr>
          <p:cNvPr id="39" name="ddca-band-14-graduate-1">
            <a:extLst xmlns:a="http://schemas.openxmlformats.org/drawingml/2006/main">
              <a:ext uri="{FF2B5EF4-FFF2-40B4-BE49-F238E27FC236}">
                <a16:creationId xmlns:a16="http://schemas.microsoft.com/office/drawing/2014/main" id="{633DC816-FEC4-49EE-BFCB-FD6760A14A60}"/>
              </a:ext>
            </a:extLst>
          </p:cNvPr>
          <p:cNvSpPr>
            <a:spLocks xmlns:a="http://schemas.openxmlformats.org/drawingml/2006/main" noGrp="1"/>
          </p:cNvSpPr>
          <p:nvPr/>
        </p:nvSpPr>
        <p:spPr>
          <a:xfrm xmlns:a="http://schemas.openxmlformats.org/drawingml/2006/main">
            <a:off x="4180689" y="4696377"/>
            <a:ext cx="82177" cy="208559"/>
          </a:xfrm>
          <a:custGeom xmlns:a="http://schemas.openxmlformats.org/drawingml/2006/main">
            <a:pathLst>
              <a:path w="345281" h="876300">
                <a:moveTo>
                  <a:pt x="345281" y="0"/>
                </a:moveTo>
                <a:lnTo>
                  <a:pt x="0" y="0"/>
                </a:lnTo>
                <a:lnTo>
                  <a:pt x="0" y="876300"/>
                </a:lnTo>
                <a:lnTo>
                  <a:pt x="345281" y="876300"/>
                </a:lnTo>
                <a:close/>
              </a:path>
            </a:pathLst>
          </a:custGeom>
          <a:solidFill xmlns:a="http://schemas.openxmlformats.org/drawingml/2006/main">
            <a:srgbClr val="00856B"/>
          </a:solidFill>
          <a:ln xmlns:a="http://schemas.openxmlformats.org/drawingml/2006/main" w="0">
            <a:noFill/>
          </a:ln>
        </p:spPr>
      </p:sp>
      <p:sp>
        <p:nvSpPr>
          <p:cNvPr id="40" name="ddca-band-14-undergraduate-2">
            <a:extLst xmlns:a="http://schemas.openxmlformats.org/drawingml/2006/main">
              <a:ext uri="{FF2B5EF4-FFF2-40B4-BE49-F238E27FC236}">
                <a16:creationId xmlns:a16="http://schemas.microsoft.com/office/drawing/2014/main" id="{1903830D-ACBD-4C27-A3EA-C89D5FD42B30}"/>
              </a:ext>
            </a:extLst>
          </p:cNvPr>
          <p:cNvSpPr>
            <a:spLocks xmlns:a="http://schemas.openxmlformats.org/drawingml/2006/main" noGrp="1"/>
          </p:cNvSpPr>
          <p:nvPr/>
        </p:nvSpPr>
        <p:spPr>
          <a:xfrm xmlns:a="http://schemas.openxmlformats.org/drawingml/2006/main">
            <a:off x="4262866" y="4696377"/>
            <a:ext cx="82177" cy="208559"/>
          </a:xfrm>
          <a:custGeom xmlns:a="http://schemas.openxmlformats.org/drawingml/2006/main">
            <a:pathLst>
              <a:path w="345281" h="876300">
                <a:moveTo>
                  <a:pt x="345281" y="0"/>
                </a:moveTo>
                <a:lnTo>
                  <a:pt x="0" y="0"/>
                </a:lnTo>
                <a:lnTo>
                  <a:pt x="0" y="876300"/>
                </a:lnTo>
                <a:lnTo>
                  <a:pt x="345281" y="876300"/>
                </a:lnTo>
                <a:close/>
              </a:path>
            </a:pathLst>
          </a:custGeom>
          <a:solidFill xmlns:a="http://schemas.openxmlformats.org/drawingml/2006/main">
            <a:srgbClr val="D55E00"/>
          </a:solidFill>
          <a:ln xmlns:a="http://schemas.openxmlformats.org/drawingml/2006/main" w="0">
            <a:noFill/>
          </a:ln>
        </p:spPr>
      </p:sp>
      <p:sp>
        <p:nvSpPr>
          <p:cNvPr id="41" name="ddca-band-14-graduate-3">
            <a:extLst xmlns:a="http://schemas.openxmlformats.org/drawingml/2006/main">
              <a:ext uri="{FF2B5EF4-FFF2-40B4-BE49-F238E27FC236}">
                <a16:creationId xmlns:a16="http://schemas.microsoft.com/office/drawing/2014/main" id="{50C58534-DDB6-49D1-8187-9334A468F031}"/>
              </a:ext>
            </a:extLst>
          </p:cNvPr>
          <p:cNvSpPr>
            <a:spLocks xmlns:a="http://schemas.openxmlformats.org/drawingml/2006/main" noGrp="1"/>
          </p:cNvSpPr>
          <p:nvPr/>
        </p:nvSpPr>
        <p:spPr>
          <a:xfrm xmlns:a="http://schemas.openxmlformats.org/drawingml/2006/main">
            <a:off x="4345043" y="4696377"/>
            <a:ext cx="82177" cy="208559"/>
          </a:xfrm>
          <a:custGeom xmlns:a="http://schemas.openxmlformats.org/drawingml/2006/main">
            <a:pathLst>
              <a:path w="345281" h="876300">
                <a:moveTo>
                  <a:pt x="345281" y="200025"/>
                </a:moveTo>
                <a:lnTo>
                  <a:pt x="145256" y="0"/>
                </a:lnTo>
                <a:lnTo>
                  <a:pt x="0" y="0"/>
                </a:lnTo>
                <a:lnTo>
                  <a:pt x="0" y="876300"/>
                </a:lnTo>
                <a:lnTo>
                  <a:pt x="183356" y="876300"/>
                </a:lnTo>
                <a:lnTo>
                  <a:pt x="192881" y="866775"/>
                </a:lnTo>
                <a:lnTo>
                  <a:pt x="192881" y="352425"/>
                </a:lnTo>
                <a:close/>
              </a:path>
            </a:pathLst>
          </a:custGeom>
          <a:solidFill xmlns:a="http://schemas.openxmlformats.org/drawingml/2006/main">
            <a:srgbClr val="00856B"/>
          </a:solidFill>
          <a:ln xmlns:a="http://schemas.openxmlformats.org/drawingml/2006/main" w="0">
            <a:noFill/>
          </a:ln>
        </p:spPr>
      </p:sp>
      <p:sp>
        <p:nvSpPr>
          <p:cNvPr id="42" name="ddca-boundary-14">
            <a:extLst xmlns:a="http://schemas.openxmlformats.org/drawingml/2006/main">
              <a:ext uri="{FF2B5EF4-FFF2-40B4-BE49-F238E27FC236}">
                <a16:creationId xmlns:a16="http://schemas.microsoft.com/office/drawing/2014/main" id="{8DA13B4D-36BA-4BCD-9690-B614F437E7C6}"/>
              </a:ext>
            </a:extLst>
          </p:cNvPr>
          <p:cNvSpPr>
            <a:spLocks xmlns:a="http://schemas.openxmlformats.org/drawingml/2006/main" noGrp="1"/>
          </p:cNvSpPr>
          <p:nvPr/>
        </p:nvSpPr>
        <p:spPr>
          <a:xfrm xmlns:a="http://schemas.openxmlformats.org/drawingml/2006/main">
            <a:off x="4098512" y="4696377"/>
            <a:ext cx="328708" cy="208559"/>
          </a:xfrm>
          <a:custGeom xmlns:a="http://schemas.openxmlformats.org/drawingml/2006/main">
            <a:pathLst>
              <a:path w="1381125" h="876300">
                <a:moveTo>
                  <a:pt x="1381125" y="200025"/>
                </a:moveTo>
                <a:lnTo>
                  <a:pt x="1181100" y="0"/>
                </a:lnTo>
                <a:lnTo>
                  <a:pt x="9525" y="0"/>
                </a:lnTo>
                <a:lnTo>
                  <a:pt x="0" y="9525"/>
                </a:lnTo>
                <a:lnTo>
                  <a:pt x="0" y="304800"/>
                </a:lnTo>
                <a:lnTo>
                  <a:pt x="0" y="314325"/>
                </a:lnTo>
                <a:lnTo>
                  <a:pt x="0" y="323850"/>
                </a:lnTo>
                <a:lnTo>
                  <a:pt x="0" y="819150"/>
                </a:lnTo>
                <a:lnTo>
                  <a:pt x="57150" y="876300"/>
                </a:lnTo>
                <a:lnTo>
                  <a:pt x="285750" y="876300"/>
                </a:lnTo>
                <a:lnTo>
                  <a:pt x="295275" y="876300"/>
                </a:lnTo>
                <a:lnTo>
                  <a:pt x="304800" y="876300"/>
                </a:lnTo>
                <a:lnTo>
                  <a:pt x="1219200" y="876300"/>
                </a:lnTo>
                <a:lnTo>
                  <a:pt x="1228725" y="866775"/>
                </a:lnTo>
                <a:lnTo>
                  <a:pt x="1228725" y="352425"/>
                </a:lnTo>
                <a:close/>
              </a:path>
            </a:pathLst>
          </a:custGeom>
          <a:noFill xmlns:a="http://schemas.openxmlformats.org/drawingml/2006/main"/>
          <a:ln xmlns:a="http://schemas.openxmlformats.org/drawingml/2006/main" w="11430">
            <a:solidFill>
              <a:srgbClr val="FFFFFF"/>
            </a:solidFill>
          </a:ln>
        </p:spPr>
      </p:sp>
      <p:sp>
        <p:nvSpPr>
          <p:cNvPr id="43" name="ddca-prefecture-15">
            <a:extLst xmlns:a="http://schemas.openxmlformats.org/drawingml/2006/main">
              <a:ext uri="{FF2B5EF4-FFF2-40B4-BE49-F238E27FC236}">
                <a16:creationId xmlns:a16="http://schemas.microsoft.com/office/drawing/2014/main" id="{CC040D92-9A36-4D20-A0DE-96B71B4BD370}"/>
              </a:ext>
            </a:extLst>
          </p:cNvPr>
          <p:cNvSpPr>
            <a:spLocks xmlns:a="http://schemas.openxmlformats.org/drawingml/2006/main" noGrp="1"/>
          </p:cNvSpPr>
          <p:nvPr/>
        </p:nvSpPr>
        <p:spPr>
          <a:xfrm xmlns:a="http://schemas.openxmlformats.org/drawingml/2006/main">
            <a:off x="3554444" y="3630911"/>
            <a:ext cx="541801" cy="632479"/>
          </a:xfrm>
          <a:custGeom xmlns:a="http://schemas.openxmlformats.org/drawingml/2006/main">
            <a:pathLst>
              <a:path w="2276475" h="2657475">
                <a:moveTo>
                  <a:pt x="647700" y="57150"/>
                </a:moveTo>
                <a:lnTo>
                  <a:pt x="590550" y="0"/>
                </a:lnTo>
                <a:lnTo>
                  <a:pt x="542925" y="0"/>
                </a:lnTo>
                <a:lnTo>
                  <a:pt x="200025" y="342900"/>
                </a:lnTo>
                <a:lnTo>
                  <a:pt x="200025" y="400050"/>
                </a:lnTo>
                <a:lnTo>
                  <a:pt x="304800" y="504825"/>
                </a:lnTo>
                <a:lnTo>
                  <a:pt x="304800" y="600075"/>
                </a:lnTo>
                <a:lnTo>
                  <a:pt x="247650" y="657225"/>
                </a:lnTo>
                <a:lnTo>
                  <a:pt x="247650" y="685800"/>
                </a:lnTo>
                <a:lnTo>
                  <a:pt x="295275" y="733425"/>
                </a:lnTo>
                <a:lnTo>
                  <a:pt x="323850" y="733425"/>
                </a:lnTo>
                <a:lnTo>
                  <a:pt x="666750" y="390525"/>
                </a:lnTo>
                <a:lnTo>
                  <a:pt x="666750" y="333375"/>
                </a:lnTo>
                <a:lnTo>
                  <a:pt x="571500" y="238125"/>
                </a:lnTo>
                <a:lnTo>
                  <a:pt x="571500" y="190500"/>
                </a:lnTo>
                <a:lnTo>
                  <a:pt x="647700" y="114300"/>
                </a:lnTo>
                <a:close/>
              </a:path>
              <a:path w="2276475" h="2657475">
                <a:moveTo>
                  <a:pt x="2276475" y="238125"/>
                </a:moveTo>
                <a:lnTo>
                  <a:pt x="2228850" y="190500"/>
                </a:lnTo>
                <a:lnTo>
                  <a:pt x="1933575" y="190500"/>
                </a:lnTo>
                <a:lnTo>
                  <a:pt x="1924050" y="190500"/>
                </a:lnTo>
                <a:lnTo>
                  <a:pt x="295275" y="1819275"/>
                </a:lnTo>
                <a:lnTo>
                  <a:pt x="9525" y="1819275"/>
                </a:lnTo>
                <a:lnTo>
                  <a:pt x="0" y="1828800"/>
                </a:lnTo>
                <a:lnTo>
                  <a:pt x="0" y="2200275"/>
                </a:lnTo>
                <a:lnTo>
                  <a:pt x="9525" y="2209800"/>
                </a:lnTo>
                <a:lnTo>
                  <a:pt x="876300" y="2209800"/>
                </a:lnTo>
                <a:lnTo>
                  <a:pt x="1323975" y="2657475"/>
                </a:lnTo>
                <a:lnTo>
                  <a:pt x="1885950" y="2095500"/>
                </a:lnTo>
                <a:lnTo>
                  <a:pt x="1885950" y="2085975"/>
                </a:lnTo>
                <a:lnTo>
                  <a:pt x="1885950" y="1428750"/>
                </a:lnTo>
                <a:lnTo>
                  <a:pt x="2276475" y="1038225"/>
                </a:lnTo>
                <a:lnTo>
                  <a:pt x="2276475" y="1028700"/>
                </a:lnTo>
                <a:close/>
              </a:path>
            </a:pathLst>
          </a:custGeom>
          <a:solidFill xmlns:a="http://schemas.openxmlformats.org/drawingml/2006/main">
            <a:srgbClr val="D55E00"/>
          </a:solidFill>
          <a:ln xmlns:a="http://schemas.openxmlformats.org/drawingml/2006/main" w="0">
            <a:noFill/>
          </a:ln>
        </p:spPr>
      </p:sp>
      <p:sp>
        <p:nvSpPr>
          <p:cNvPr id="44" name="ddca-boundary-15">
            <a:extLst xmlns:a="http://schemas.openxmlformats.org/drawingml/2006/main">
              <a:ext uri="{FF2B5EF4-FFF2-40B4-BE49-F238E27FC236}">
                <a16:creationId xmlns:a16="http://schemas.microsoft.com/office/drawing/2014/main" id="{ED224805-FA63-400C-880C-BC7BD6FCC44F}"/>
              </a:ext>
            </a:extLst>
          </p:cNvPr>
          <p:cNvSpPr>
            <a:spLocks xmlns:a="http://schemas.openxmlformats.org/drawingml/2006/main" noGrp="1"/>
          </p:cNvSpPr>
          <p:nvPr/>
        </p:nvSpPr>
        <p:spPr>
          <a:xfrm xmlns:a="http://schemas.openxmlformats.org/drawingml/2006/main">
            <a:off x="3554444" y="3630911"/>
            <a:ext cx="541801" cy="632479"/>
          </a:xfrm>
          <a:custGeom xmlns:a="http://schemas.openxmlformats.org/drawingml/2006/main">
            <a:pathLst>
              <a:path w="2276475" h="2657475">
                <a:moveTo>
                  <a:pt x="647700" y="57150"/>
                </a:moveTo>
                <a:lnTo>
                  <a:pt x="590550" y="0"/>
                </a:lnTo>
                <a:lnTo>
                  <a:pt x="542925" y="0"/>
                </a:lnTo>
                <a:lnTo>
                  <a:pt x="200025" y="342900"/>
                </a:lnTo>
                <a:lnTo>
                  <a:pt x="200025" y="400050"/>
                </a:lnTo>
                <a:lnTo>
                  <a:pt x="304800" y="504825"/>
                </a:lnTo>
                <a:lnTo>
                  <a:pt x="304800" y="600075"/>
                </a:lnTo>
                <a:lnTo>
                  <a:pt x="247650" y="657225"/>
                </a:lnTo>
                <a:lnTo>
                  <a:pt x="247650" y="685800"/>
                </a:lnTo>
                <a:lnTo>
                  <a:pt x="295275" y="733425"/>
                </a:lnTo>
                <a:lnTo>
                  <a:pt x="323850" y="733425"/>
                </a:lnTo>
                <a:lnTo>
                  <a:pt x="666750" y="390525"/>
                </a:lnTo>
                <a:lnTo>
                  <a:pt x="666750" y="333375"/>
                </a:lnTo>
                <a:lnTo>
                  <a:pt x="571500" y="238125"/>
                </a:lnTo>
                <a:lnTo>
                  <a:pt x="571500" y="190500"/>
                </a:lnTo>
                <a:lnTo>
                  <a:pt x="647700" y="114300"/>
                </a:lnTo>
                <a:close/>
              </a:path>
              <a:path w="2276475" h="2657475">
                <a:moveTo>
                  <a:pt x="2276475" y="238125"/>
                </a:moveTo>
                <a:lnTo>
                  <a:pt x="2228850" y="190500"/>
                </a:lnTo>
                <a:lnTo>
                  <a:pt x="1933575" y="190500"/>
                </a:lnTo>
                <a:lnTo>
                  <a:pt x="1924050" y="190500"/>
                </a:lnTo>
                <a:lnTo>
                  <a:pt x="295275" y="1819275"/>
                </a:lnTo>
                <a:lnTo>
                  <a:pt x="9525" y="1819275"/>
                </a:lnTo>
                <a:lnTo>
                  <a:pt x="0" y="1828800"/>
                </a:lnTo>
                <a:lnTo>
                  <a:pt x="0" y="2200275"/>
                </a:lnTo>
                <a:lnTo>
                  <a:pt x="9525" y="2209800"/>
                </a:lnTo>
                <a:lnTo>
                  <a:pt x="876300" y="2209800"/>
                </a:lnTo>
                <a:lnTo>
                  <a:pt x="1323975" y="2657475"/>
                </a:lnTo>
                <a:lnTo>
                  <a:pt x="1885950" y="2095500"/>
                </a:lnTo>
                <a:lnTo>
                  <a:pt x="1885950" y="2085975"/>
                </a:lnTo>
                <a:lnTo>
                  <a:pt x="1885950" y="1428750"/>
                </a:lnTo>
                <a:lnTo>
                  <a:pt x="2276475" y="1038225"/>
                </a:lnTo>
                <a:lnTo>
                  <a:pt x="2276475" y="1028700"/>
                </a:lnTo>
                <a:close/>
              </a:path>
            </a:pathLst>
          </a:custGeom>
          <a:noFill xmlns:a="http://schemas.openxmlformats.org/drawingml/2006/main"/>
          <a:ln xmlns:a="http://schemas.openxmlformats.org/drawingml/2006/main" w="11430">
            <a:solidFill>
              <a:srgbClr val="FFFFFF"/>
            </a:solidFill>
          </a:ln>
        </p:spPr>
      </p:sp>
      <p:sp>
        <p:nvSpPr>
          <p:cNvPr id="45" name="ddca-prefecture-16">
            <a:extLst xmlns:a="http://schemas.openxmlformats.org/drawingml/2006/main">
              <a:ext uri="{FF2B5EF4-FFF2-40B4-BE49-F238E27FC236}">
                <a16:creationId xmlns:a16="http://schemas.microsoft.com/office/drawing/2014/main" id="{ED683E67-03E0-41AB-B7D7-428AF9B20F1E}"/>
              </a:ext>
            </a:extLst>
          </p:cNvPr>
          <p:cNvSpPr>
            <a:spLocks xmlns:a="http://schemas.openxmlformats.org/drawingml/2006/main" noGrp="1"/>
          </p:cNvSpPr>
          <p:nvPr/>
        </p:nvSpPr>
        <p:spPr>
          <a:xfrm xmlns:a="http://schemas.openxmlformats.org/drawingml/2006/main">
            <a:off x="3205334" y="4057098"/>
            <a:ext cx="349110" cy="269767"/>
          </a:xfrm>
          <a:custGeom xmlns:a="http://schemas.openxmlformats.org/drawingml/2006/main">
            <a:pathLst>
              <a:path w="1466850" h="1133475">
                <a:moveTo>
                  <a:pt x="438150" y="9525"/>
                </a:moveTo>
                <a:lnTo>
                  <a:pt x="428625" y="0"/>
                </a:lnTo>
                <a:lnTo>
                  <a:pt x="47625" y="0"/>
                </a:lnTo>
                <a:lnTo>
                  <a:pt x="0" y="47625"/>
                </a:lnTo>
                <a:lnTo>
                  <a:pt x="0" y="1123950"/>
                </a:lnTo>
                <a:lnTo>
                  <a:pt x="9525" y="1133475"/>
                </a:lnTo>
                <a:lnTo>
                  <a:pt x="1209675" y="1133475"/>
                </a:lnTo>
                <a:lnTo>
                  <a:pt x="1219200" y="1133475"/>
                </a:lnTo>
                <a:lnTo>
                  <a:pt x="1228725" y="1133475"/>
                </a:lnTo>
                <a:lnTo>
                  <a:pt x="1457325" y="1133475"/>
                </a:lnTo>
                <a:lnTo>
                  <a:pt x="1466850" y="1123950"/>
                </a:lnTo>
                <a:lnTo>
                  <a:pt x="1466850" y="428625"/>
                </a:lnTo>
                <a:lnTo>
                  <a:pt x="1466850" y="419100"/>
                </a:lnTo>
                <a:lnTo>
                  <a:pt x="1466850" y="409575"/>
                </a:lnTo>
                <a:lnTo>
                  <a:pt x="1466850" y="38100"/>
                </a:lnTo>
                <a:lnTo>
                  <a:pt x="1457325" y="28575"/>
                </a:lnTo>
                <a:lnTo>
                  <a:pt x="1257300" y="28575"/>
                </a:lnTo>
                <a:lnTo>
                  <a:pt x="895350" y="390525"/>
                </a:lnTo>
                <a:lnTo>
                  <a:pt x="447675" y="390525"/>
                </a:lnTo>
                <a:lnTo>
                  <a:pt x="438150" y="390525"/>
                </a:lnTo>
                <a:lnTo>
                  <a:pt x="438150" y="381000"/>
                </a:lnTo>
                <a:close/>
              </a:path>
            </a:pathLst>
          </a:custGeom>
          <a:solidFill xmlns:a="http://schemas.openxmlformats.org/drawingml/2006/main">
            <a:srgbClr val="E3E5E7"/>
          </a:solidFill>
          <a:ln xmlns:a="http://schemas.openxmlformats.org/drawingml/2006/main" w="0">
            <a:noFill/>
          </a:ln>
        </p:spPr>
      </p:sp>
      <p:sp>
        <p:nvSpPr>
          <p:cNvPr id="46" name="ddca-boundary-16">
            <a:extLst xmlns:a="http://schemas.openxmlformats.org/drawingml/2006/main">
              <a:ext uri="{FF2B5EF4-FFF2-40B4-BE49-F238E27FC236}">
                <a16:creationId xmlns:a16="http://schemas.microsoft.com/office/drawing/2014/main" id="{E75503AA-81C4-45B4-90B4-C68805237804}"/>
              </a:ext>
            </a:extLst>
          </p:cNvPr>
          <p:cNvSpPr>
            <a:spLocks xmlns:a="http://schemas.openxmlformats.org/drawingml/2006/main" noGrp="1"/>
          </p:cNvSpPr>
          <p:nvPr/>
        </p:nvSpPr>
        <p:spPr>
          <a:xfrm xmlns:a="http://schemas.openxmlformats.org/drawingml/2006/main">
            <a:off x="3205334" y="4057098"/>
            <a:ext cx="349110" cy="269767"/>
          </a:xfrm>
          <a:custGeom xmlns:a="http://schemas.openxmlformats.org/drawingml/2006/main">
            <a:pathLst>
              <a:path w="1466850" h="1133475">
                <a:moveTo>
                  <a:pt x="438150" y="9525"/>
                </a:moveTo>
                <a:lnTo>
                  <a:pt x="428625" y="0"/>
                </a:lnTo>
                <a:lnTo>
                  <a:pt x="47625" y="0"/>
                </a:lnTo>
                <a:lnTo>
                  <a:pt x="0" y="47625"/>
                </a:lnTo>
                <a:lnTo>
                  <a:pt x="0" y="1123950"/>
                </a:lnTo>
                <a:lnTo>
                  <a:pt x="9525" y="1133475"/>
                </a:lnTo>
                <a:lnTo>
                  <a:pt x="1209675" y="1133475"/>
                </a:lnTo>
                <a:lnTo>
                  <a:pt x="1219200" y="1133475"/>
                </a:lnTo>
                <a:lnTo>
                  <a:pt x="1228725" y="1133475"/>
                </a:lnTo>
                <a:lnTo>
                  <a:pt x="1457325" y="1133475"/>
                </a:lnTo>
                <a:lnTo>
                  <a:pt x="1466850" y="1123950"/>
                </a:lnTo>
                <a:lnTo>
                  <a:pt x="1466850" y="428625"/>
                </a:lnTo>
                <a:lnTo>
                  <a:pt x="1466850" y="419100"/>
                </a:lnTo>
                <a:lnTo>
                  <a:pt x="1466850" y="409575"/>
                </a:lnTo>
                <a:lnTo>
                  <a:pt x="1466850" y="38100"/>
                </a:lnTo>
                <a:lnTo>
                  <a:pt x="1457325" y="28575"/>
                </a:lnTo>
                <a:lnTo>
                  <a:pt x="1257300" y="28575"/>
                </a:lnTo>
                <a:lnTo>
                  <a:pt x="895350" y="390525"/>
                </a:lnTo>
                <a:lnTo>
                  <a:pt x="447675" y="390525"/>
                </a:lnTo>
                <a:lnTo>
                  <a:pt x="438150" y="390525"/>
                </a:lnTo>
                <a:lnTo>
                  <a:pt x="438150" y="381000"/>
                </a:lnTo>
                <a:close/>
              </a:path>
            </a:pathLst>
          </a:custGeom>
          <a:noFill xmlns:a="http://schemas.openxmlformats.org/drawingml/2006/main"/>
          <a:ln xmlns:a="http://schemas.openxmlformats.org/drawingml/2006/main" w="11430">
            <a:solidFill>
              <a:srgbClr val="FFFFFF"/>
            </a:solidFill>
          </a:ln>
        </p:spPr>
      </p:sp>
      <p:sp>
        <p:nvSpPr>
          <p:cNvPr id="47" name="ddca-prefecture-17">
            <a:extLst xmlns:a="http://schemas.openxmlformats.org/drawingml/2006/main">
              <a:ext uri="{FF2B5EF4-FFF2-40B4-BE49-F238E27FC236}">
                <a16:creationId xmlns:a16="http://schemas.microsoft.com/office/drawing/2014/main" id="{587B0006-B0CD-4008-B9E5-6E17FC71EB71}"/>
              </a:ext>
            </a:extLst>
          </p:cNvPr>
          <p:cNvSpPr>
            <a:spLocks xmlns:a="http://schemas.openxmlformats.org/drawingml/2006/main" noGrp="1"/>
          </p:cNvSpPr>
          <p:nvPr/>
        </p:nvSpPr>
        <p:spPr>
          <a:xfrm xmlns:a="http://schemas.openxmlformats.org/drawingml/2006/main">
            <a:off x="3033046" y="3857606"/>
            <a:ext cx="396716" cy="510064"/>
          </a:xfrm>
          <a:custGeom xmlns:a="http://schemas.openxmlformats.org/drawingml/2006/main">
            <a:pathLst>
              <a:path w="1666875" h="2143125">
                <a:moveTo>
                  <a:pt x="1666875" y="47625"/>
                </a:moveTo>
                <a:lnTo>
                  <a:pt x="1619250" y="0"/>
                </a:lnTo>
                <a:lnTo>
                  <a:pt x="914400" y="0"/>
                </a:lnTo>
                <a:lnTo>
                  <a:pt x="476250" y="438150"/>
                </a:lnTo>
                <a:lnTo>
                  <a:pt x="476250" y="1257300"/>
                </a:lnTo>
                <a:lnTo>
                  <a:pt x="0" y="1733550"/>
                </a:lnTo>
                <a:lnTo>
                  <a:pt x="9525" y="1743075"/>
                </a:lnTo>
                <a:lnTo>
                  <a:pt x="171450" y="1743075"/>
                </a:lnTo>
                <a:lnTo>
                  <a:pt x="571500" y="2143125"/>
                </a:lnTo>
                <a:lnTo>
                  <a:pt x="714375" y="2143125"/>
                </a:lnTo>
                <a:lnTo>
                  <a:pt x="723900" y="2133600"/>
                </a:lnTo>
                <a:lnTo>
                  <a:pt x="723900" y="1981200"/>
                </a:lnTo>
                <a:lnTo>
                  <a:pt x="723900" y="1971675"/>
                </a:lnTo>
                <a:lnTo>
                  <a:pt x="723900" y="1962150"/>
                </a:lnTo>
                <a:lnTo>
                  <a:pt x="723900" y="885825"/>
                </a:lnTo>
                <a:lnTo>
                  <a:pt x="771525" y="838200"/>
                </a:lnTo>
                <a:lnTo>
                  <a:pt x="1152525" y="838200"/>
                </a:lnTo>
                <a:lnTo>
                  <a:pt x="1162050" y="828675"/>
                </a:lnTo>
                <a:lnTo>
                  <a:pt x="1162050" y="742950"/>
                </a:lnTo>
                <a:lnTo>
                  <a:pt x="1666875" y="238125"/>
                </a:lnTo>
                <a:close/>
              </a:path>
            </a:pathLst>
          </a:custGeom>
          <a:solidFill xmlns:a="http://schemas.openxmlformats.org/drawingml/2006/main">
            <a:srgbClr val="E3E5E7"/>
          </a:solidFill>
          <a:ln xmlns:a="http://schemas.openxmlformats.org/drawingml/2006/main" w="0">
            <a:noFill/>
          </a:ln>
        </p:spPr>
      </p:sp>
      <p:sp>
        <p:nvSpPr>
          <p:cNvPr id="48" name="ddca-band-17-undergraduate-0">
            <a:extLst xmlns:a="http://schemas.openxmlformats.org/drawingml/2006/main">
              <a:ext uri="{FF2B5EF4-FFF2-40B4-BE49-F238E27FC236}">
                <a16:creationId xmlns:a16="http://schemas.microsoft.com/office/drawing/2014/main" id="{4FB561EE-3854-45AB-BC9B-132C8DDB2B0D}"/>
              </a:ext>
            </a:extLst>
          </p:cNvPr>
          <p:cNvSpPr>
            <a:spLocks xmlns:a="http://schemas.openxmlformats.org/drawingml/2006/main" noGrp="1"/>
          </p:cNvSpPr>
          <p:nvPr/>
        </p:nvSpPr>
        <p:spPr>
          <a:xfrm xmlns:a="http://schemas.openxmlformats.org/drawingml/2006/main">
            <a:off x="3033046" y="4171012"/>
            <a:ext cx="99179" cy="159820"/>
          </a:xfrm>
          <a:custGeom xmlns:a="http://schemas.openxmlformats.org/drawingml/2006/main">
            <a:pathLst>
              <a:path w="416719" h="671513">
                <a:moveTo>
                  <a:pt x="416719" y="0"/>
                </a:moveTo>
                <a:lnTo>
                  <a:pt x="0" y="416719"/>
                </a:lnTo>
                <a:lnTo>
                  <a:pt x="9525" y="426244"/>
                </a:lnTo>
                <a:lnTo>
                  <a:pt x="171450" y="426244"/>
                </a:lnTo>
                <a:lnTo>
                  <a:pt x="416719" y="671513"/>
                </a:lnTo>
                <a:close/>
              </a:path>
            </a:pathLst>
          </a:custGeom>
          <a:solidFill xmlns:a="http://schemas.openxmlformats.org/drawingml/2006/main">
            <a:srgbClr val="D55E00"/>
          </a:solidFill>
          <a:ln xmlns:a="http://schemas.openxmlformats.org/drawingml/2006/main" w="0">
            <a:noFill/>
          </a:ln>
        </p:spPr>
      </p:sp>
      <p:sp>
        <p:nvSpPr>
          <p:cNvPr id="49" name="ddca-band-17-graduate-1">
            <a:extLst xmlns:a="http://schemas.openxmlformats.org/drawingml/2006/main">
              <a:ext uri="{FF2B5EF4-FFF2-40B4-BE49-F238E27FC236}">
                <a16:creationId xmlns:a16="http://schemas.microsoft.com/office/drawing/2014/main" id="{DE9E5CF2-2593-4439-A84B-04E5CE1049DA}"/>
              </a:ext>
            </a:extLst>
          </p:cNvPr>
          <p:cNvSpPr>
            <a:spLocks xmlns:a="http://schemas.openxmlformats.org/drawingml/2006/main" noGrp="1"/>
          </p:cNvSpPr>
          <p:nvPr/>
        </p:nvSpPr>
        <p:spPr>
          <a:xfrm xmlns:a="http://schemas.openxmlformats.org/drawingml/2006/main">
            <a:off x="3132225" y="3876875"/>
            <a:ext cx="99179" cy="490795"/>
          </a:xfrm>
          <a:custGeom xmlns:a="http://schemas.openxmlformats.org/drawingml/2006/main">
            <a:pathLst>
              <a:path w="416719" h="2062163">
                <a:moveTo>
                  <a:pt x="416719" y="0"/>
                </a:moveTo>
                <a:lnTo>
                  <a:pt x="59531" y="357188"/>
                </a:lnTo>
                <a:lnTo>
                  <a:pt x="59531" y="1176338"/>
                </a:lnTo>
                <a:lnTo>
                  <a:pt x="0" y="1235869"/>
                </a:lnTo>
                <a:lnTo>
                  <a:pt x="0" y="1907381"/>
                </a:lnTo>
                <a:lnTo>
                  <a:pt x="154781" y="2062163"/>
                </a:lnTo>
                <a:lnTo>
                  <a:pt x="297656" y="2062163"/>
                </a:lnTo>
                <a:lnTo>
                  <a:pt x="307181" y="2052638"/>
                </a:lnTo>
                <a:lnTo>
                  <a:pt x="307181" y="1900238"/>
                </a:lnTo>
                <a:lnTo>
                  <a:pt x="307181" y="1890713"/>
                </a:lnTo>
                <a:lnTo>
                  <a:pt x="307181" y="1881188"/>
                </a:lnTo>
                <a:lnTo>
                  <a:pt x="307181" y="804863"/>
                </a:lnTo>
                <a:lnTo>
                  <a:pt x="354806" y="757238"/>
                </a:lnTo>
                <a:lnTo>
                  <a:pt x="416719" y="757238"/>
                </a:lnTo>
                <a:close/>
              </a:path>
            </a:pathLst>
          </a:custGeom>
          <a:solidFill xmlns:a="http://schemas.openxmlformats.org/drawingml/2006/main">
            <a:srgbClr val="00856B"/>
          </a:solidFill>
          <a:ln xmlns:a="http://schemas.openxmlformats.org/drawingml/2006/main" w="0">
            <a:noFill/>
          </a:ln>
        </p:spPr>
      </p:sp>
      <p:sp>
        <p:nvSpPr>
          <p:cNvPr id="50" name="ddca-band-17-undergraduate-2">
            <a:extLst xmlns:a="http://schemas.openxmlformats.org/drawingml/2006/main">
              <a:ext uri="{FF2B5EF4-FFF2-40B4-BE49-F238E27FC236}">
                <a16:creationId xmlns:a16="http://schemas.microsoft.com/office/drawing/2014/main" id="{3497BF1E-BFF7-4E5D-87AA-354822FE56BF}"/>
              </a:ext>
            </a:extLst>
          </p:cNvPr>
          <p:cNvSpPr>
            <a:spLocks xmlns:a="http://schemas.openxmlformats.org/drawingml/2006/main" noGrp="1"/>
          </p:cNvSpPr>
          <p:nvPr/>
        </p:nvSpPr>
        <p:spPr>
          <a:xfrm xmlns:a="http://schemas.openxmlformats.org/drawingml/2006/main">
            <a:off x="3231404" y="3857606"/>
            <a:ext cx="99179" cy="199492"/>
          </a:xfrm>
          <a:custGeom xmlns:a="http://schemas.openxmlformats.org/drawingml/2006/main">
            <a:pathLst>
              <a:path w="416719" h="838200">
                <a:moveTo>
                  <a:pt x="416719" y="0"/>
                </a:moveTo>
                <a:lnTo>
                  <a:pt x="80963" y="0"/>
                </a:lnTo>
                <a:lnTo>
                  <a:pt x="0" y="80963"/>
                </a:lnTo>
                <a:lnTo>
                  <a:pt x="0" y="838200"/>
                </a:lnTo>
                <a:lnTo>
                  <a:pt x="319088" y="838200"/>
                </a:lnTo>
                <a:lnTo>
                  <a:pt x="328613" y="828675"/>
                </a:lnTo>
                <a:lnTo>
                  <a:pt x="328613" y="742950"/>
                </a:lnTo>
                <a:lnTo>
                  <a:pt x="416719" y="654844"/>
                </a:lnTo>
                <a:close/>
              </a:path>
            </a:pathLst>
          </a:custGeom>
          <a:solidFill xmlns:a="http://schemas.openxmlformats.org/drawingml/2006/main">
            <a:srgbClr val="D55E00"/>
          </a:solidFill>
          <a:ln xmlns:a="http://schemas.openxmlformats.org/drawingml/2006/main" w="0">
            <a:noFill/>
          </a:ln>
        </p:spPr>
      </p:sp>
      <p:sp>
        <p:nvSpPr>
          <p:cNvPr id="51" name="ddca-band-17-graduate-3">
            <a:extLst xmlns:a="http://schemas.openxmlformats.org/drawingml/2006/main">
              <a:ext uri="{FF2B5EF4-FFF2-40B4-BE49-F238E27FC236}">
                <a16:creationId xmlns:a16="http://schemas.microsoft.com/office/drawing/2014/main" id="{AECFF4F5-0FFD-4433-A6BA-C316A28E88CF}"/>
              </a:ext>
            </a:extLst>
          </p:cNvPr>
          <p:cNvSpPr>
            <a:spLocks xmlns:a="http://schemas.openxmlformats.org/drawingml/2006/main" noGrp="1"/>
          </p:cNvSpPr>
          <p:nvPr/>
        </p:nvSpPr>
        <p:spPr>
          <a:xfrm xmlns:a="http://schemas.openxmlformats.org/drawingml/2006/main">
            <a:off x="3330583" y="3857606"/>
            <a:ext cx="99179" cy="155853"/>
          </a:xfrm>
          <a:custGeom xmlns:a="http://schemas.openxmlformats.org/drawingml/2006/main">
            <a:pathLst>
              <a:path w="416719" h="654844">
                <a:moveTo>
                  <a:pt x="416719" y="47625"/>
                </a:moveTo>
                <a:lnTo>
                  <a:pt x="369094" y="0"/>
                </a:lnTo>
                <a:lnTo>
                  <a:pt x="0" y="0"/>
                </a:lnTo>
                <a:lnTo>
                  <a:pt x="0" y="654844"/>
                </a:lnTo>
                <a:lnTo>
                  <a:pt x="416719" y="238125"/>
                </a:lnTo>
                <a:close/>
              </a:path>
            </a:pathLst>
          </a:custGeom>
          <a:solidFill xmlns:a="http://schemas.openxmlformats.org/drawingml/2006/main">
            <a:srgbClr val="00856B"/>
          </a:solidFill>
          <a:ln xmlns:a="http://schemas.openxmlformats.org/drawingml/2006/main" w="0">
            <a:noFill/>
          </a:ln>
        </p:spPr>
      </p:sp>
      <p:sp>
        <p:nvSpPr>
          <p:cNvPr id="52" name="ddca-boundary-17">
            <a:extLst xmlns:a="http://schemas.openxmlformats.org/drawingml/2006/main">
              <a:ext uri="{FF2B5EF4-FFF2-40B4-BE49-F238E27FC236}">
                <a16:creationId xmlns:a16="http://schemas.microsoft.com/office/drawing/2014/main" id="{C36AD657-403D-415D-9C5C-DCA65F7158D7}"/>
              </a:ext>
            </a:extLst>
          </p:cNvPr>
          <p:cNvSpPr>
            <a:spLocks xmlns:a="http://schemas.openxmlformats.org/drawingml/2006/main" noGrp="1"/>
          </p:cNvSpPr>
          <p:nvPr/>
        </p:nvSpPr>
        <p:spPr>
          <a:xfrm xmlns:a="http://schemas.openxmlformats.org/drawingml/2006/main">
            <a:off x="3033046" y="3857606"/>
            <a:ext cx="396716" cy="510064"/>
          </a:xfrm>
          <a:custGeom xmlns:a="http://schemas.openxmlformats.org/drawingml/2006/main">
            <a:pathLst>
              <a:path w="1666875" h="2143125">
                <a:moveTo>
                  <a:pt x="1666875" y="47625"/>
                </a:moveTo>
                <a:lnTo>
                  <a:pt x="1619250" y="0"/>
                </a:lnTo>
                <a:lnTo>
                  <a:pt x="914400" y="0"/>
                </a:lnTo>
                <a:lnTo>
                  <a:pt x="476250" y="438150"/>
                </a:lnTo>
                <a:lnTo>
                  <a:pt x="476250" y="1257300"/>
                </a:lnTo>
                <a:lnTo>
                  <a:pt x="0" y="1733550"/>
                </a:lnTo>
                <a:lnTo>
                  <a:pt x="9525" y="1743075"/>
                </a:lnTo>
                <a:lnTo>
                  <a:pt x="171450" y="1743075"/>
                </a:lnTo>
                <a:lnTo>
                  <a:pt x="571500" y="2143125"/>
                </a:lnTo>
                <a:lnTo>
                  <a:pt x="714375" y="2143125"/>
                </a:lnTo>
                <a:lnTo>
                  <a:pt x="723900" y="2133600"/>
                </a:lnTo>
                <a:lnTo>
                  <a:pt x="723900" y="1981200"/>
                </a:lnTo>
                <a:lnTo>
                  <a:pt x="723900" y="1971675"/>
                </a:lnTo>
                <a:lnTo>
                  <a:pt x="723900" y="1962150"/>
                </a:lnTo>
                <a:lnTo>
                  <a:pt x="723900" y="885825"/>
                </a:lnTo>
                <a:lnTo>
                  <a:pt x="771525" y="838200"/>
                </a:lnTo>
                <a:lnTo>
                  <a:pt x="1152525" y="838200"/>
                </a:lnTo>
                <a:lnTo>
                  <a:pt x="1162050" y="828675"/>
                </a:lnTo>
                <a:lnTo>
                  <a:pt x="1162050" y="742950"/>
                </a:lnTo>
                <a:lnTo>
                  <a:pt x="1666875" y="238125"/>
                </a:lnTo>
                <a:close/>
              </a:path>
            </a:pathLst>
          </a:custGeom>
          <a:noFill xmlns:a="http://schemas.openxmlformats.org/drawingml/2006/main"/>
          <a:ln xmlns:a="http://schemas.openxmlformats.org/drawingml/2006/main" w="11430">
            <a:solidFill>
              <a:srgbClr val="FFFFFF"/>
            </a:solidFill>
          </a:ln>
        </p:spPr>
      </p:sp>
      <p:sp>
        <p:nvSpPr>
          <p:cNvPr id="53" name="ddca-prefecture-18">
            <a:extLst xmlns:a="http://schemas.openxmlformats.org/drawingml/2006/main">
              <a:ext uri="{FF2B5EF4-FFF2-40B4-BE49-F238E27FC236}">
                <a16:creationId xmlns:a16="http://schemas.microsoft.com/office/drawing/2014/main" id="{E50C1E5E-4B42-46A2-899D-A47AD72B393E}"/>
              </a:ext>
            </a:extLst>
          </p:cNvPr>
          <p:cNvSpPr>
            <a:spLocks xmlns:a="http://schemas.openxmlformats.org/drawingml/2006/main" noGrp="1"/>
          </p:cNvSpPr>
          <p:nvPr/>
        </p:nvSpPr>
        <p:spPr>
          <a:xfrm xmlns:a="http://schemas.openxmlformats.org/drawingml/2006/main">
            <a:off x="2785948" y="4272458"/>
            <a:ext cx="419386" cy="362712"/>
          </a:xfrm>
          <a:custGeom xmlns:a="http://schemas.openxmlformats.org/drawingml/2006/main">
            <a:pathLst>
              <a:path w="1762125" h="1524000">
                <a:moveTo>
                  <a:pt x="1609725" y="400050"/>
                </a:moveTo>
                <a:lnTo>
                  <a:pt x="1209675" y="0"/>
                </a:lnTo>
                <a:lnTo>
                  <a:pt x="1047750" y="0"/>
                </a:lnTo>
                <a:lnTo>
                  <a:pt x="1038225" y="0"/>
                </a:lnTo>
                <a:lnTo>
                  <a:pt x="1028700" y="0"/>
                </a:lnTo>
                <a:lnTo>
                  <a:pt x="476250" y="552450"/>
                </a:lnTo>
                <a:lnTo>
                  <a:pt x="476250" y="923925"/>
                </a:lnTo>
                <a:lnTo>
                  <a:pt x="0" y="1400175"/>
                </a:lnTo>
                <a:lnTo>
                  <a:pt x="123825" y="1524000"/>
                </a:lnTo>
                <a:lnTo>
                  <a:pt x="333375" y="1524000"/>
                </a:lnTo>
                <a:lnTo>
                  <a:pt x="866775" y="990600"/>
                </a:lnTo>
                <a:lnTo>
                  <a:pt x="1419225" y="990600"/>
                </a:lnTo>
                <a:lnTo>
                  <a:pt x="1428750" y="990600"/>
                </a:lnTo>
                <a:lnTo>
                  <a:pt x="1438275" y="990600"/>
                </a:lnTo>
                <a:lnTo>
                  <a:pt x="1704975" y="990600"/>
                </a:lnTo>
                <a:lnTo>
                  <a:pt x="1762125" y="933450"/>
                </a:lnTo>
                <a:lnTo>
                  <a:pt x="1762125" y="409575"/>
                </a:lnTo>
                <a:lnTo>
                  <a:pt x="1752600" y="400050"/>
                </a:lnTo>
                <a:close/>
              </a:path>
            </a:pathLst>
          </a:custGeom>
          <a:solidFill xmlns:a="http://schemas.openxmlformats.org/drawingml/2006/main">
            <a:srgbClr val="E3E5E7"/>
          </a:solidFill>
          <a:ln xmlns:a="http://schemas.openxmlformats.org/drawingml/2006/main" w="0">
            <a:noFill/>
          </a:ln>
        </p:spPr>
      </p:sp>
      <p:sp>
        <p:nvSpPr>
          <p:cNvPr id="54" name="ddca-boundary-18">
            <a:extLst xmlns:a="http://schemas.openxmlformats.org/drawingml/2006/main">
              <a:ext uri="{FF2B5EF4-FFF2-40B4-BE49-F238E27FC236}">
                <a16:creationId xmlns:a16="http://schemas.microsoft.com/office/drawing/2014/main" id="{C75AED69-F4C0-4083-B1E5-518B103301E6}"/>
              </a:ext>
            </a:extLst>
          </p:cNvPr>
          <p:cNvSpPr>
            <a:spLocks xmlns:a="http://schemas.openxmlformats.org/drawingml/2006/main" noGrp="1"/>
          </p:cNvSpPr>
          <p:nvPr/>
        </p:nvSpPr>
        <p:spPr>
          <a:xfrm xmlns:a="http://schemas.openxmlformats.org/drawingml/2006/main">
            <a:off x="2785948" y="4272458"/>
            <a:ext cx="419386" cy="362712"/>
          </a:xfrm>
          <a:custGeom xmlns:a="http://schemas.openxmlformats.org/drawingml/2006/main">
            <a:pathLst>
              <a:path w="1762125" h="1524000">
                <a:moveTo>
                  <a:pt x="1609725" y="400050"/>
                </a:moveTo>
                <a:lnTo>
                  <a:pt x="1209675" y="0"/>
                </a:lnTo>
                <a:lnTo>
                  <a:pt x="1047750" y="0"/>
                </a:lnTo>
                <a:lnTo>
                  <a:pt x="1038225" y="0"/>
                </a:lnTo>
                <a:lnTo>
                  <a:pt x="1028700" y="0"/>
                </a:lnTo>
                <a:lnTo>
                  <a:pt x="476250" y="552450"/>
                </a:lnTo>
                <a:lnTo>
                  <a:pt x="476250" y="923925"/>
                </a:lnTo>
                <a:lnTo>
                  <a:pt x="0" y="1400175"/>
                </a:lnTo>
                <a:lnTo>
                  <a:pt x="123825" y="1524000"/>
                </a:lnTo>
                <a:lnTo>
                  <a:pt x="333375" y="1524000"/>
                </a:lnTo>
                <a:lnTo>
                  <a:pt x="866775" y="990600"/>
                </a:lnTo>
                <a:lnTo>
                  <a:pt x="1419225" y="990600"/>
                </a:lnTo>
                <a:lnTo>
                  <a:pt x="1428750" y="990600"/>
                </a:lnTo>
                <a:lnTo>
                  <a:pt x="1438275" y="990600"/>
                </a:lnTo>
                <a:lnTo>
                  <a:pt x="1704975" y="990600"/>
                </a:lnTo>
                <a:lnTo>
                  <a:pt x="1762125" y="933450"/>
                </a:lnTo>
                <a:lnTo>
                  <a:pt x="1762125" y="409575"/>
                </a:lnTo>
                <a:lnTo>
                  <a:pt x="1752600" y="400050"/>
                </a:lnTo>
                <a:close/>
              </a:path>
            </a:pathLst>
          </a:custGeom>
          <a:noFill xmlns:a="http://schemas.openxmlformats.org/drawingml/2006/main"/>
          <a:ln xmlns:a="http://schemas.openxmlformats.org/drawingml/2006/main" w="11430">
            <a:solidFill>
              <a:srgbClr val="FFFFFF"/>
            </a:solidFill>
          </a:ln>
        </p:spPr>
      </p:sp>
      <p:sp>
        <p:nvSpPr>
          <p:cNvPr id="55" name="ddca-prefecture-19">
            <a:extLst xmlns:a="http://schemas.openxmlformats.org/drawingml/2006/main">
              <a:ext uri="{FF2B5EF4-FFF2-40B4-BE49-F238E27FC236}">
                <a16:creationId xmlns:a16="http://schemas.microsoft.com/office/drawing/2014/main" id="{5CCAD2C8-B2DF-40F3-A50F-F0EECA1CEE41}"/>
              </a:ext>
            </a:extLst>
          </p:cNvPr>
          <p:cNvSpPr>
            <a:spLocks xmlns:a="http://schemas.openxmlformats.org/drawingml/2006/main" noGrp="1"/>
          </p:cNvSpPr>
          <p:nvPr/>
        </p:nvSpPr>
        <p:spPr>
          <a:xfrm xmlns:a="http://schemas.openxmlformats.org/drawingml/2006/main">
            <a:off x="3817410" y="4589831"/>
            <a:ext cx="281102" cy="222161"/>
          </a:xfrm>
          <a:custGeom xmlns:a="http://schemas.openxmlformats.org/drawingml/2006/main">
            <a:pathLst>
              <a:path w="1181100" h="933450">
                <a:moveTo>
                  <a:pt x="1181100" y="9525"/>
                </a:moveTo>
                <a:lnTo>
                  <a:pt x="1171575" y="0"/>
                </a:lnTo>
                <a:lnTo>
                  <a:pt x="800100" y="0"/>
                </a:lnTo>
                <a:lnTo>
                  <a:pt x="790575" y="0"/>
                </a:lnTo>
                <a:lnTo>
                  <a:pt x="781050" y="0"/>
                </a:lnTo>
                <a:lnTo>
                  <a:pt x="57150" y="0"/>
                </a:lnTo>
                <a:lnTo>
                  <a:pt x="0" y="57150"/>
                </a:lnTo>
                <a:lnTo>
                  <a:pt x="0" y="628650"/>
                </a:lnTo>
                <a:lnTo>
                  <a:pt x="0" y="638175"/>
                </a:lnTo>
                <a:lnTo>
                  <a:pt x="0" y="647700"/>
                </a:lnTo>
                <a:lnTo>
                  <a:pt x="0" y="876300"/>
                </a:lnTo>
                <a:lnTo>
                  <a:pt x="57150" y="933450"/>
                </a:lnTo>
                <a:lnTo>
                  <a:pt x="457200" y="933450"/>
                </a:lnTo>
                <a:lnTo>
                  <a:pt x="514350" y="876300"/>
                </a:lnTo>
                <a:lnTo>
                  <a:pt x="514350" y="771525"/>
                </a:lnTo>
                <a:lnTo>
                  <a:pt x="514350" y="762000"/>
                </a:lnTo>
                <a:lnTo>
                  <a:pt x="523875" y="762000"/>
                </a:lnTo>
                <a:lnTo>
                  <a:pt x="1171575" y="762000"/>
                </a:lnTo>
                <a:lnTo>
                  <a:pt x="1181100" y="752475"/>
                </a:lnTo>
                <a:lnTo>
                  <a:pt x="1181100" y="457200"/>
                </a:lnTo>
                <a:lnTo>
                  <a:pt x="1181100" y="447675"/>
                </a:lnTo>
                <a:lnTo>
                  <a:pt x="1181100" y="438150"/>
                </a:lnTo>
                <a:close/>
              </a:path>
            </a:pathLst>
          </a:custGeom>
          <a:solidFill xmlns:a="http://schemas.openxmlformats.org/drawingml/2006/main">
            <a:srgbClr val="E3E5E7"/>
          </a:solidFill>
          <a:ln xmlns:a="http://schemas.openxmlformats.org/drawingml/2006/main" w="0">
            <a:noFill/>
          </a:ln>
        </p:spPr>
      </p:sp>
      <p:sp>
        <p:nvSpPr>
          <p:cNvPr id="56" name="ddca-boundary-19">
            <a:extLst xmlns:a="http://schemas.openxmlformats.org/drawingml/2006/main">
              <a:ext uri="{FF2B5EF4-FFF2-40B4-BE49-F238E27FC236}">
                <a16:creationId xmlns:a16="http://schemas.microsoft.com/office/drawing/2014/main" id="{D7D4AB88-7BEF-461C-B941-67E23B7C4F24}"/>
              </a:ext>
            </a:extLst>
          </p:cNvPr>
          <p:cNvSpPr>
            <a:spLocks xmlns:a="http://schemas.openxmlformats.org/drawingml/2006/main" noGrp="1"/>
          </p:cNvSpPr>
          <p:nvPr/>
        </p:nvSpPr>
        <p:spPr>
          <a:xfrm xmlns:a="http://schemas.openxmlformats.org/drawingml/2006/main">
            <a:off x="3817410" y="4589831"/>
            <a:ext cx="281102" cy="222161"/>
          </a:xfrm>
          <a:custGeom xmlns:a="http://schemas.openxmlformats.org/drawingml/2006/main">
            <a:pathLst>
              <a:path w="1181100" h="933450">
                <a:moveTo>
                  <a:pt x="1181100" y="9525"/>
                </a:moveTo>
                <a:lnTo>
                  <a:pt x="1171575" y="0"/>
                </a:lnTo>
                <a:lnTo>
                  <a:pt x="800100" y="0"/>
                </a:lnTo>
                <a:lnTo>
                  <a:pt x="790575" y="0"/>
                </a:lnTo>
                <a:lnTo>
                  <a:pt x="781050" y="0"/>
                </a:lnTo>
                <a:lnTo>
                  <a:pt x="57150" y="0"/>
                </a:lnTo>
                <a:lnTo>
                  <a:pt x="0" y="57150"/>
                </a:lnTo>
                <a:lnTo>
                  <a:pt x="0" y="628650"/>
                </a:lnTo>
                <a:lnTo>
                  <a:pt x="0" y="638175"/>
                </a:lnTo>
                <a:lnTo>
                  <a:pt x="0" y="647700"/>
                </a:lnTo>
                <a:lnTo>
                  <a:pt x="0" y="876300"/>
                </a:lnTo>
                <a:lnTo>
                  <a:pt x="57150" y="933450"/>
                </a:lnTo>
                <a:lnTo>
                  <a:pt x="457200" y="933450"/>
                </a:lnTo>
                <a:lnTo>
                  <a:pt x="514350" y="876300"/>
                </a:lnTo>
                <a:lnTo>
                  <a:pt x="514350" y="771525"/>
                </a:lnTo>
                <a:lnTo>
                  <a:pt x="514350" y="762000"/>
                </a:lnTo>
                <a:lnTo>
                  <a:pt x="523875" y="762000"/>
                </a:lnTo>
                <a:lnTo>
                  <a:pt x="1171575" y="762000"/>
                </a:lnTo>
                <a:lnTo>
                  <a:pt x="1181100" y="752475"/>
                </a:lnTo>
                <a:lnTo>
                  <a:pt x="1181100" y="457200"/>
                </a:lnTo>
                <a:lnTo>
                  <a:pt x="1181100" y="447675"/>
                </a:lnTo>
                <a:lnTo>
                  <a:pt x="1181100" y="438150"/>
                </a:lnTo>
                <a:close/>
              </a:path>
            </a:pathLst>
          </a:custGeom>
          <a:noFill xmlns:a="http://schemas.openxmlformats.org/drawingml/2006/main"/>
          <a:ln xmlns:a="http://schemas.openxmlformats.org/drawingml/2006/main" w="11430">
            <a:solidFill>
              <a:srgbClr val="FFFFFF"/>
            </a:solidFill>
          </a:ln>
        </p:spPr>
      </p:sp>
      <p:sp>
        <p:nvSpPr>
          <p:cNvPr id="57" name="ddca-prefecture-20">
            <a:extLst xmlns:a="http://schemas.openxmlformats.org/drawingml/2006/main">
              <a:ext uri="{FF2B5EF4-FFF2-40B4-BE49-F238E27FC236}">
                <a16:creationId xmlns:a16="http://schemas.microsoft.com/office/drawing/2014/main" id="{43F4404D-2DE1-4617-A1B2-62B03CCE18C2}"/>
              </a:ext>
            </a:extLst>
          </p:cNvPr>
          <p:cNvSpPr>
            <a:spLocks xmlns:a="http://schemas.openxmlformats.org/drawingml/2006/main" noGrp="1"/>
          </p:cNvSpPr>
          <p:nvPr/>
        </p:nvSpPr>
        <p:spPr>
          <a:xfrm xmlns:a="http://schemas.openxmlformats.org/drawingml/2006/main">
            <a:off x="3495504" y="4156843"/>
            <a:ext cx="510064" cy="584873"/>
          </a:xfrm>
          <a:custGeom xmlns:a="http://schemas.openxmlformats.org/drawingml/2006/main">
            <a:pathLst>
              <a:path w="2143125" h="2457450">
                <a:moveTo>
                  <a:pt x="1571625" y="447675"/>
                </a:moveTo>
                <a:lnTo>
                  <a:pt x="1123950" y="0"/>
                </a:lnTo>
                <a:lnTo>
                  <a:pt x="257175" y="0"/>
                </a:lnTo>
                <a:lnTo>
                  <a:pt x="247650" y="9525"/>
                </a:lnTo>
                <a:lnTo>
                  <a:pt x="247650" y="704850"/>
                </a:lnTo>
                <a:lnTo>
                  <a:pt x="247650" y="714375"/>
                </a:lnTo>
                <a:lnTo>
                  <a:pt x="238125" y="714375"/>
                </a:lnTo>
                <a:lnTo>
                  <a:pt x="9525" y="714375"/>
                </a:lnTo>
                <a:lnTo>
                  <a:pt x="0" y="723900"/>
                </a:lnTo>
                <a:lnTo>
                  <a:pt x="0" y="2447925"/>
                </a:lnTo>
                <a:lnTo>
                  <a:pt x="9525" y="2457450"/>
                </a:lnTo>
                <a:lnTo>
                  <a:pt x="552450" y="2457450"/>
                </a:lnTo>
                <a:lnTo>
                  <a:pt x="561975" y="2457450"/>
                </a:lnTo>
                <a:lnTo>
                  <a:pt x="571500" y="2457450"/>
                </a:lnTo>
                <a:lnTo>
                  <a:pt x="1343025" y="2457450"/>
                </a:lnTo>
                <a:lnTo>
                  <a:pt x="1352550" y="2447925"/>
                </a:lnTo>
                <a:lnTo>
                  <a:pt x="1352550" y="1876425"/>
                </a:lnTo>
                <a:lnTo>
                  <a:pt x="1409700" y="1819275"/>
                </a:lnTo>
                <a:lnTo>
                  <a:pt x="2133600" y="1819275"/>
                </a:lnTo>
                <a:lnTo>
                  <a:pt x="2143125" y="1809750"/>
                </a:lnTo>
                <a:lnTo>
                  <a:pt x="2143125" y="1485900"/>
                </a:lnTo>
                <a:lnTo>
                  <a:pt x="2133600" y="1476375"/>
                </a:lnTo>
                <a:lnTo>
                  <a:pt x="2114550" y="1476375"/>
                </a:lnTo>
                <a:lnTo>
                  <a:pt x="1466850" y="828675"/>
                </a:lnTo>
                <a:lnTo>
                  <a:pt x="1466850" y="552450"/>
                </a:lnTo>
                <a:close/>
              </a:path>
            </a:pathLst>
          </a:custGeom>
          <a:solidFill xmlns:a="http://schemas.openxmlformats.org/drawingml/2006/main">
            <a:srgbClr val="E3E5E7"/>
          </a:solidFill>
          <a:ln xmlns:a="http://schemas.openxmlformats.org/drawingml/2006/main" w="0">
            <a:noFill/>
          </a:ln>
        </p:spPr>
      </p:sp>
      <p:sp>
        <p:nvSpPr>
          <p:cNvPr id="58" name="ddca-boundary-20">
            <a:extLst xmlns:a="http://schemas.openxmlformats.org/drawingml/2006/main">
              <a:ext uri="{FF2B5EF4-FFF2-40B4-BE49-F238E27FC236}">
                <a16:creationId xmlns:a16="http://schemas.microsoft.com/office/drawing/2014/main" id="{0CAA4056-CFF6-4B3F-871A-3998BB2561C4}"/>
              </a:ext>
            </a:extLst>
          </p:cNvPr>
          <p:cNvSpPr>
            <a:spLocks xmlns:a="http://schemas.openxmlformats.org/drawingml/2006/main" noGrp="1"/>
          </p:cNvSpPr>
          <p:nvPr/>
        </p:nvSpPr>
        <p:spPr>
          <a:xfrm xmlns:a="http://schemas.openxmlformats.org/drawingml/2006/main">
            <a:off x="3495504" y="4156843"/>
            <a:ext cx="510064" cy="584873"/>
          </a:xfrm>
          <a:custGeom xmlns:a="http://schemas.openxmlformats.org/drawingml/2006/main">
            <a:pathLst>
              <a:path w="2143125" h="2457450">
                <a:moveTo>
                  <a:pt x="1571625" y="447675"/>
                </a:moveTo>
                <a:lnTo>
                  <a:pt x="1123950" y="0"/>
                </a:lnTo>
                <a:lnTo>
                  <a:pt x="257175" y="0"/>
                </a:lnTo>
                <a:lnTo>
                  <a:pt x="247650" y="9525"/>
                </a:lnTo>
                <a:lnTo>
                  <a:pt x="247650" y="704850"/>
                </a:lnTo>
                <a:lnTo>
                  <a:pt x="247650" y="714375"/>
                </a:lnTo>
                <a:lnTo>
                  <a:pt x="238125" y="714375"/>
                </a:lnTo>
                <a:lnTo>
                  <a:pt x="9525" y="714375"/>
                </a:lnTo>
                <a:lnTo>
                  <a:pt x="0" y="723900"/>
                </a:lnTo>
                <a:lnTo>
                  <a:pt x="0" y="2447925"/>
                </a:lnTo>
                <a:lnTo>
                  <a:pt x="9525" y="2457450"/>
                </a:lnTo>
                <a:lnTo>
                  <a:pt x="552450" y="2457450"/>
                </a:lnTo>
                <a:lnTo>
                  <a:pt x="561975" y="2457450"/>
                </a:lnTo>
                <a:lnTo>
                  <a:pt x="571500" y="2457450"/>
                </a:lnTo>
                <a:lnTo>
                  <a:pt x="1343025" y="2457450"/>
                </a:lnTo>
                <a:lnTo>
                  <a:pt x="1352550" y="2447925"/>
                </a:lnTo>
                <a:lnTo>
                  <a:pt x="1352550" y="1876425"/>
                </a:lnTo>
                <a:lnTo>
                  <a:pt x="1409700" y="1819275"/>
                </a:lnTo>
                <a:lnTo>
                  <a:pt x="2133600" y="1819275"/>
                </a:lnTo>
                <a:lnTo>
                  <a:pt x="2143125" y="1809750"/>
                </a:lnTo>
                <a:lnTo>
                  <a:pt x="2143125" y="1485900"/>
                </a:lnTo>
                <a:lnTo>
                  <a:pt x="2133600" y="1476375"/>
                </a:lnTo>
                <a:lnTo>
                  <a:pt x="2114550" y="1476375"/>
                </a:lnTo>
                <a:lnTo>
                  <a:pt x="1466850" y="828675"/>
                </a:lnTo>
                <a:lnTo>
                  <a:pt x="1466850" y="552450"/>
                </a:lnTo>
                <a:close/>
              </a:path>
            </a:pathLst>
          </a:custGeom>
          <a:noFill xmlns:a="http://schemas.openxmlformats.org/drawingml/2006/main"/>
          <a:ln xmlns:a="http://schemas.openxmlformats.org/drawingml/2006/main" w="11430">
            <a:solidFill>
              <a:srgbClr val="FFFFFF"/>
            </a:solidFill>
          </a:ln>
        </p:spPr>
      </p:sp>
      <p:sp>
        <p:nvSpPr>
          <p:cNvPr id="59" name="ddca-prefecture-21">
            <a:extLst xmlns:a="http://schemas.openxmlformats.org/drawingml/2006/main">
              <a:ext uri="{FF2B5EF4-FFF2-40B4-BE49-F238E27FC236}">
                <a16:creationId xmlns:a16="http://schemas.microsoft.com/office/drawing/2014/main" id="{AC8C3B0A-AA9A-4D45-BFE0-27573E76E401}"/>
              </a:ext>
            </a:extLst>
          </p:cNvPr>
          <p:cNvSpPr>
            <a:spLocks xmlns:a="http://schemas.openxmlformats.org/drawingml/2006/main" noGrp="1"/>
          </p:cNvSpPr>
          <p:nvPr/>
        </p:nvSpPr>
        <p:spPr>
          <a:xfrm xmlns:a="http://schemas.openxmlformats.org/drawingml/2006/main">
            <a:off x="3125991" y="4326865"/>
            <a:ext cx="369513" cy="528199"/>
          </a:xfrm>
          <a:custGeom xmlns:a="http://schemas.openxmlformats.org/drawingml/2006/main">
            <a:pathLst>
              <a:path w="1552575" h="2219325">
                <a:moveTo>
                  <a:pt x="1552575" y="9525"/>
                </a:moveTo>
                <a:lnTo>
                  <a:pt x="1543050" y="0"/>
                </a:lnTo>
                <a:lnTo>
                  <a:pt x="342900" y="0"/>
                </a:lnTo>
                <a:lnTo>
                  <a:pt x="333375" y="9525"/>
                </a:lnTo>
                <a:lnTo>
                  <a:pt x="333375" y="161925"/>
                </a:lnTo>
                <a:lnTo>
                  <a:pt x="333375" y="171450"/>
                </a:lnTo>
                <a:lnTo>
                  <a:pt x="333375" y="180975"/>
                </a:lnTo>
                <a:lnTo>
                  <a:pt x="333375" y="704850"/>
                </a:lnTo>
                <a:lnTo>
                  <a:pt x="276225" y="762000"/>
                </a:lnTo>
                <a:lnTo>
                  <a:pt x="9525" y="762000"/>
                </a:lnTo>
                <a:lnTo>
                  <a:pt x="0" y="771525"/>
                </a:lnTo>
                <a:lnTo>
                  <a:pt x="0" y="1438275"/>
                </a:lnTo>
                <a:lnTo>
                  <a:pt x="295275" y="1733550"/>
                </a:lnTo>
                <a:lnTo>
                  <a:pt x="781050" y="2219325"/>
                </a:lnTo>
                <a:lnTo>
                  <a:pt x="1257300" y="1743075"/>
                </a:lnTo>
                <a:lnTo>
                  <a:pt x="1543050" y="1743075"/>
                </a:lnTo>
                <a:lnTo>
                  <a:pt x="1552575" y="1733550"/>
                </a:lnTo>
                <a:close/>
              </a:path>
            </a:pathLst>
          </a:custGeom>
          <a:solidFill xmlns:a="http://schemas.openxmlformats.org/drawingml/2006/main">
            <a:srgbClr val="E3E5E7"/>
          </a:solidFill>
          <a:ln xmlns:a="http://schemas.openxmlformats.org/drawingml/2006/main" w="0">
            <a:noFill/>
          </a:ln>
        </p:spPr>
      </p:sp>
      <p:sp>
        <p:nvSpPr>
          <p:cNvPr id="60" name="ddca-boundary-21">
            <a:extLst xmlns:a="http://schemas.openxmlformats.org/drawingml/2006/main">
              <a:ext uri="{FF2B5EF4-FFF2-40B4-BE49-F238E27FC236}">
                <a16:creationId xmlns:a16="http://schemas.microsoft.com/office/drawing/2014/main" id="{A5BF3351-252F-4AA6-8EB3-ADC9CE84E972}"/>
              </a:ext>
            </a:extLst>
          </p:cNvPr>
          <p:cNvSpPr>
            <a:spLocks xmlns:a="http://schemas.openxmlformats.org/drawingml/2006/main" noGrp="1"/>
          </p:cNvSpPr>
          <p:nvPr/>
        </p:nvSpPr>
        <p:spPr>
          <a:xfrm xmlns:a="http://schemas.openxmlformats.org/drawingml/2006/main">
            <a:off x="3125991" y="4326865"/>
            <a:ext cx="369513" cy="528199"/>
          </a:xfrm>
          <a:custGeom xmlns:a="http://schemas.openxmlformats.org/drawingml/2006/main">
            <a:pathLst>
              <a:path w="1552575" h="2219325">
                <a:moveTo>
                  <a:pt x="1552575" y="9525"/>
                </a:moveTo>
                <a:lnTo>
                  <a:pt x="1543050" y="0"/>
                </a:lnTo>
                <a:lnTo>
                  <a:pt x="342900" y="0"/>
                </a:lnTo>
                <a:lnTo>
                  <a:pt x="333375" y="9525"/>
                </a:lnTo>
                <a:lnTo>
                  <a:pt x="333375" y="161925"/>
                </a:lnTo>
                <a:lnTo>
                  <a:pt x="333375" y="171450"/>
                </a:lnTo>
                <a:lnTo>
                  <a:pt x="333375" y="180975"/>
                </a:lnTo>
                <a:lnTo>
                  <a:pt x="333375" y="704850"/>
                </a:lnTo>
                <a:lnTo>
                  <a:pt x="276225" y="762000"/>
                </a:lnTo>
                <a:lnTo>
                  <a:pt x="9525" y="762000"/>
                </a:lnTo>
                <a:lnTo>
                  <a:pt x="0" y="771525"/>
                </a:lnTo>
                <a:lnTo>
                  <a:pt x="0" y="1438275"/>
                </a:lnTo>
                <a:lnTo>
                  <a:pt x="295275" y="1733550"/>
                </a:lnTo>
                <a:lnTo>
                  <a:pt x="781050" y="2219325"/>
                </a:lnTo>
                <a:lnTo>
                  <a:pt x="1257300" y="1743075"/>
                </a:lnTo>
                <a:lnTo>
                  <a:pt x="1543050" y="1743075"/>
                </a:lnTo>
                <a:lnTo>
                  <a:pt x="1552575" y="1733550"/>
                </a:lnTo>
                <a:close/>
              </a:path>
            </a:pathLst>
          </a:custGeom>
          <a:noFill xmlns:a="http://schemas.openxmlformats.org/drawingml/2006/main"/>
          <a:ln xmlns:a="http://schemas.openxmlformats.org/drawingml/2006/main" w="11430">
            <a:solidFill>
              <a:srgbClr val="FFFFFF"/>
            </a:solidFill>
          </a:ln>
        </p:spPr>
      </p:sp>
      <p:sp>
        <p:nvSpPr>
          <p:cNvPr id="61" name="ddca-prefecture-22">
            <a:extLst xmlns:a="http://schemas.openxmlformats.org/drawingml/2006/main">
              <a:ext uri="{FF2B5EF4-FFF2-40B4-BE49-F238E27FC236}">
                <a16:creationId xmlns:a16="http://schemas.microsoft.com/office/drawing/2014/main" id="{4C048EFE-DA09-4E6E-A3C8-5278DDE7F190}"/>
              </a:ext>
            </a:extLst>
          </p:cNvPr>
          <p:cNvSpPr>
            <a:spLocks xmlns:a="http://schemas.openxmlformats.org/drawingml/2006/main" noGrp="1"/>
          </p:cNvSpPr>
          <p:nvPr/>
        </p:nvSpPr>
        <p:spPr>
          <a:xfrm xmlns:a="http://schemas.openxmlformats.org/drawingml/2006/main">
            <a:off x="3629254" y="4741716"/>
            <a:ext cx="539534" cy="410318"/>
          </a:xfrm>
          <a:custGeom xmlns:a="http://schemas.openxmlformats.org/drawingml/2006/main">
            <a:pathLst>
              <a:path w="2266950" h="1724025">
                <a:moveTo>
                  <a:pt x="790575" y="9525"/>
                </a:moveTo>
                <a:lnTo>
                  <a:pt x="781050" y="0"/>
                </a:lnTo>
                <a:lnTo>
                  <a:pt x="9525" y="0"/>
                </a:lnTo>
                <a:lnTo>
                  <a:pt x="0" y="9525"/>
                </a:lnTo>
                <a:lnTo>
                  <a:pt x="0" y="1200150"/>
                </a:lnTo>
                <a:lnTo>
                  <a:pt x="9525" y="1209675"/>
                </a:lnTo>
                <a:lnTo>
                  <a:pt x="752475" y="1209675"/>
                </a:lnTo>
                <a:lnTo>
                  <a:pt x="1219200" y="742950"/>
                </a:lnTo>
                <a:lnTo>
                  <a:pt x="1504950" y="742950"/>
                </a:lnTo>
                <a:lnTo>
                  <a:pt x="1514475" y="742950"/>
                </a:lnTo>
                <a:lnTo>
                  <a:pt x="1514475" y="752475"/>
                </a:lnTo>
                <a:lnTo>
                  <a:pt x="1514475" y="1657350"/>
                </a:lnTo>
                <a:lnTo>
                  <a:pt x="1581150" y="1724025"/>
                </a:lnTo>
                <a:lnTo>
                  <a:pt x="1885950" y="1724025"/>
                </a:lnTo>
                <a:lnTo>
                  <a:pt x="2266950" y="1343025"/>
                </a:lnTo>
                <a:lnTo>
                  <a:pt x="2266950" y="695325"/>
                </a:lnTo>
                <a:lnTo>
                  <a:pt x="2257425" y="685800"/>
                </a:lnTo>
                <a:lnTo>
                  <a:pt x="2028825" y="685800"/>
                </a:lnTo>
                <a:lnTo>
                  <a:pt x="1971675" y="628650"/>
                </a:lnTo>
                <a:lnTo>
                  <a:pt x="1971675" y="133350"/>
                </a:lnTo>
                <a:lnTo>
                  <a:pt x="1962150" y="123825"/>
                </a:lnTo>
                <a:lnTo>
                  <a:pt x="1314450" y="123825"/>
                </a:lnTo>
                <a:lnTo>
                  <a:pt x="1304925" y="133350"/>
                </a:lnTo>
                <a:lnTo>
                  <a:pt x="1304925" y="238125"/>
                </a:lnTo>
                <a:lnTo>
                  <a:pt x="1247775" y="295275"/>
                </a:lnTo>
                <a:lnTo>
                  <a:pt x="847725" y="295275"/>
                </a:lnTo>
                <a:lnTo>
                  <a:pt x="790575" y="238125"/>
                </a:lnTo>
                <a:close/>
              </a:path>
            </a:pathLst>
          </a:custGeom>
          <a:solidFill xmlns:a="http://schemas.openxmlformats.org/drawingml/2006/main">
            <a:srgbClr val="E3E5E7"/>
          </a:solidFill>
          <a:ln xmlns:a="http://schemas.openxmlformats.org/drawingml/2006/main" w="0">
            <a:noFill/>
          </a:ln>
        </p:spPr>
      </p:sp>
      <p:sp>
        <p:nvSpPr>
          <p:cNvPr id="62" name="ddca-boundary-22">
            <a:extLst xmlns:a="http://schemas.openxmlformats.org/drawingml/2006/main">
              <a:ext uri="{FF2B5EF4-FFF2-40B4-BE49-F238E27FC236}">
                <a16:creationId xmlns:a16="http://schemas.microsoft.com/office/drawing/2014/main" id="{F685FE54-0924-4AFB-8730-F987AAAFE427}"/>
              </a:ext>
            </a:extLst>
          </p:cNvPr>
          <p:cNvSpPr>
            <a:spLocks xmlns:a="http://schemas.openxmlformats.org/drawingml/2006/main" noGrp="1"/>
          </p:cNvSpPr>
          <p:nvPr/>
        </p:nvSpPr>
        <p:spPr>
          <a:xfrm xmlns:a="http://schemas.openxmlformats.org/drawingml/2006/main">
            <a:off x="3629254" y="4741716"/>
            <a:ext cx="539534" cy="410318"/>
          </a:xfrm>
          <a:custGeom xmlns:a="http://schemas.openxmlformats.org/drawingml/2006/main">
            <a:pathLst>
              <a:path w="2266950" h="1724025">
                <a:moveTo>
                  <a:pt x="790575" y="9525"/>
                </a:moveTo>
                <a:lnTo>
                  <a:pt x="781050" y="0"/>
                </a:lnTo>
                <a:lnTo>
                  <a:pt x="9525" y="0"/>
                </a:lnTo>
                <a:lnTo>
                  <a:pt x="0" y="9525"/>
                </a:lnTo>
                <a:lnTo>
                  <a:pt x="0" y="1200150"/>
                </a:lnTo>
                <a:lnTo>
                  <a:pt x="9525" y="1209675"/>
                </a:lnTo>
                <a:lnTo>
                  <a:pt x="752475" y="1209675"/>
                </a:lnTo>
                <a:lnTo>
                  <a:pt x="1219200" y="742950"/>
                </a:lnTo>
                <a:lnTo>
                  <a:pt x="1504950" y="742950"/>
                </a:lnTo>
                <a:lnTo>
                  <a:pt x="1514475" y="742950"/>
                </a:lnTo>
                <a:lnTo>
                  <a:pt x="1514475" y="752475"/>
                </a:lnTo>
                <a:lnTo>
                  <a:pt x="1514475" y="1657350"/>
                </a:lnTo>
                <a:lnTo>
                  <a:pt x="1581150" y="1724025"/>
                </a:lnTo>
                <a:lnTo>
                  <a:pt x="1885950" y="1724025"/>
                </a:lnTo>
                <a:lnTo>
                  <a:pt x="2266950" y="1343025"/>
                </a:lnTo>
                <a:lnTo>
                  <a:pt x="2266950" y="695325"/>
                </a:lnTo>
                <a:lnTo>
                  <a:pt x="2257425" y="685800"/>
                </a:lnTo>
                <a:lnTo>
                  <a:pt x="2028825" y="685800"/>
                </a:lnTo>
                <a:lnTo>
                  <a:pt x="1971675" y="628650"/>
                </a:lnTo>
                <a:lnTo>
                  <a:pt x="1971675" y="133350"/>
                </a:lnTo>
                <a:lnTo>
                  <a:pt x="1962150" y="123825"/>
                </a:lnTo>
                <a:lnTo>
                  <a:pt x="1314450" y="123825"/>
                </a:lnTo>
                <a:lnTo>
                  <a:pt x="1304925" y="133350"/>
                </a:lnTo>
                <a:lnTo>
                  <a:pt x="1304925" y="238125"/>
                </a:lnTo>
                <a:lnTo>
                  <a:pt x="1247775" y="295275"/>
                </a:lnTo>
                <a:lnTo>
                  <a:pt x="847725" y="295275"/>
                </a:lnTo>
                <a:lnTo>
                  <a:pt x="790575" y="238125"/>
                </a:lnTo>
                <a:close/>
              </a:path>
            </a:pathLst>
          </a:custGeom>
          <a:noFill xmlns:a="http://schemas.openxmlformats.org/drawingml/2006/main"/>
          <a:ln xmlns:a="http://schemas.openxmlformats.org/drawingml/2006/main" w="11430">
            <a:solidFill>
              <a:srgbClr val="FFFFFF"/>
            </a:solidFill>
          </a:ln>
        </p:spPr>
      </p:sp>
      <p:sp>
        <p:nvSpPr>
          <p:cNvPr id="63" name="ddca-prefecture-23">
            <a:extLst xmlns:a="http://schemas.openxmlformats.org/drawingml/2006/main">
              <a:ext uri="{FF2B5EF4-FFF2-40B4-BE49-F238E27FC236}">
                <a16:creationId xmlns:a16="http://schemas.microsoft.com/office/drawing/2014/main" id="{CA27A39B-E3FD-470F-9058-EF52A661AFF3}"/>
              </a:ext>
            </a:extLst>
          </p:cNvPr>
          <p:cNvSpPr>
            <a:spLocks xmlns:a="http://schemas.openxmlformats.org/drawingml/2006/main" noGrp="1"/>
          </p:cNvSpPr>
          <p:nvPr/>
        </p:nvSpPr>
        <p:spPr>
          <a:xfrm xmlns:a="http://schemas.openxmlformats.org/drawingml/2006/main">
            <a:off x="3311881" y="4741716"/>
            <a:ext cx="317373" cy="287903"/>
          </a:xfrm>
          <a:custGeom xmlns:a="http://schemas.openxmlformats.org/drawingml/2006/main">
            <a:pathLst>
              <a:path w="1333500" h="1209675">
                <a:moveTo>
                  <a:pt x="0" y="476250"/>
                </a:moveTo>
                <a:lnTo>
                  <a:pt x="180975" y="657225"/>
                </a:lnTo>
                <a:lnTo>
                  <a:pt x="180975" y="704850"/>
                </a:lnTo>
                <a:lnTo>
                  <a:pt x="190500" y="714375"/>
                </a:lnTo>
                <a:lnTo>
                  <a:pt x="466725" y="714375"/>
                </a:lnTo>
                <a:lnTo>
                  <a:pt x="476250" y="714375"/>
                </a:lnTo>
                <a:lnTo>
                  <a:pt x="476250" y="723900"/>
                </a:lnTo>
                <a:lnTo>
                  <a:pt x="476250" y="1200150"/>
                </a:lnTo>
                <a:lnTo>
                  <a:pt x="485775" y="1209675"/>
                </a:lnTo>
                <a:lnTo>
                  <a:pt x="1323975" y="1209675"/>
                </a:lnTo>
                <a:lnTo>
                  <a:pt x="1333500" y="1200150"/>
                </a:lnTo>
                <a:lnTo>
                  <a:pt x="1333500" y="9525"/>
                </a:lnTo>
                <a:lnTo>
                  <a:pt x="1323975" y="0"/>
                </a:lnTo>
                <a:lnTo>
                  <a:pt x="781050" y="0"/>
                </a:lnTo>
                <a:lnTo>
                  <a:pt x="771525" y="0"/>
                </a:lnTo>
                <a:lnTo>
                  <a:pt x="762000" y="0"/>
                </a:lnTo>
                <a:lnTo>
                  <a:pt x="476250" y="0"/>
                </a:lnTo>
                <a:close/>
              </a:path>
            </a:pathLst>
          </a:custGeom>
          <a:solidFill xmlns:a="http://schemas.openxmlformats.org/drawingml/2006/main">
            <a:srgbClr val="1572C3"/>
          </a:solidFill>
          <a:ln xmlns:a="http://schemas.openxmlformats.org/drawingml/2006/main" w="0">
            <a:noFill/>
          </a:ln>
        </p:spPr>
      </p:sp>
      <p:sp>
        <p:nvSpPr>
          <p:cNvPr id="64" name="ddca-boundary-23">
            <a:extLst xmlns:a="http://schemas.openxmlformats.org/drawingml/2006/main">
              <a:ext uri="{FF2B5EF4-FFF2-40B4-BE49-F238E27FC236}">
                <a16:creationId xmlns:a16="http://schemas.microsoft.com/office/drawing/2014/main" id="{0D8BE788-5CF9-4871-8992-351B79161C67}"/>
              </a:ext>
            </a:extLst>
          </p:cNvPr>
          <p:cNvSpPr>
            <a:spLocks xmlns:a="http://schemas.openxmlformats.org/drawingml/2006/main" noGrp="1"/>
          </p:cNvSpPr>
          <p:nvPr/>
        </p:nvSpPr>
        <p:spPr>
          <a:xfrm xmlns:a="http://schemas.openxmlformats.org/drawingml/2006/main">
            <a:off x="3311881" y="4741716"/>
            <a:ext cx="317373" cy="287903"/>
          </a:xfrm>
          <a:custGeom xmlns:a="http://schemas.openxmlformats.org/drawingml/2006/main">
            <a:pathLst>
              <a:path w="1333500" h="1209675">
                <a:moveTo>
                  <a:pt x="0" y="476250"/>
                </a:moveTo>
                <a:lnTo>
                  <a:pt x="180975" y="657225"/>
                </a:lnTo>
                <a:lnTo>
                  <a:pt x="180975" y="704850"/>
                </a:lnTo>
                <a:lnTo>
                  <a:pt x="190500" y="714375"/>
                </a:lnTo>
                <a:lnTo>
                  <a:pt x="466725" y="714375"/>
                </a:lnTo>
                <a:lnTo>
                  <a:pt x="476250" y="714375"/>
                </a:lnTo>
                <a:lnTo>
                  <a:pt x="476250" y="723900"/>
                </a:lnTo>
                <a:lnTo>
                  <a:pt x="476250" y="1200150"/>
                </a:lnTo>
                <a:lnTo>
                  <a:pt x="485775" y="1209675"/>
                </a:lnTo>
                <a:lnTo>
                  <a:pt x="1323975" y="1209675"/>
                </a:lnTo>
                <a:lnTo>
                  <a:pt x="1333500" y="1200150"/>
                </a:lnTo>
                <a:lnTo>
                  <a:pt x="1333500" y="9525"/>
                </a:lnTo>
                <a:lnTo>
                  <a:pt x="1323975" y="0"/>
                </a:lnTo>
                <a:lnTo>
                  <a:pt x="781050" y="0"/>
                </a:lnTo>
                <a:lnTo>
                  <a:pt x="771525" y="0"/>
                </a:lnTo>
                <a:lnTo>
                  <a:pt x="762000" y="0"/>
                </a:lnTo>
                <a:lnTo>
                  <a:pt x="476250" y="0"/>
                </a:lnTo>
                <a:close/>
              </a:path>
            </a:pathLst>
          </a:custGeom>
          <a:noFill xmlns:a="http://schemas.openxmlformats.org/drawingml/2006/main"/>
          <a:ln xmlns:a="http://schemas.openxmlformats.org/drawingml/2006/main" w="11430">
            <a:solidFill>
              <a:srgbClr val="FFFFFF"/>
            </a:solidFill>
          </a:ln>
        </p:spPr>
      </p:sp>
      <p:sp>
        <p:nvSpPr>
          <p:cNvPr id="65" name="ddca-prefecture-24">
            <a:extLst xmlns:a="http://schemas.openxmlformats.org/drawingml/2006/main">
              <a:ext uri="{FF2B5EF4-FFF2-40B4-BE49-F238E27FC236}">
                <a16:creationId xmlns:a16="http://schemas.microsoft.com/office/drawing/2014/main" id="{CF6FBF06-E2C3-47E2-9F52-E96D630E86D2}"/>
              </a:ext>
            </a:extLst>
          </p:cNvPr>
          <p:cNvSpPr>
            <a:spLocks xmlns:a="http://schemas.openxmlformats.org/drawingml/2006/main" noGrp="1"/>
          </p:cNvSpPr>
          <p:nvPr/>
        </p:nvSpPr>
        <p:spPr>
          <a:xfrm xmlns:a="http://schemas.openxmlformats.org/drawingml/2006/main">
            <a:off x="3069317" y="4739450"/>
            <a:ext cx="317373" cy="618877"/>
          </a:xfrm>
          <a:custGeom xmlns:a="http://schemas.openxmlformats.org/drawingml/2006/main">
            <a:pathLst>
              <a:path w="1333500" h="2600325">
                <a:moveTo>
                  <a:pt x="1019175" y="485775"/>
                </a:moveTo>
                <a:lnTo>
                  <a:pt x="533400" y="0"/>
                </a:lnTo>
                <a:lnTo>
                  <a:pt x="76200" y="457200"/>
                </a:lnTo>
                <a:lnTo>
                  <a:pt x="76200" y="466725"/>
                </a:lnTo>
                <a:lnTo>
                  <a:pt x="76200" y="571500"/>
                </a:lnTo>
                <a:lnTo>
                  <a:pt x="85725" y="581025"/>
                </a:lnTo>
                <a:lnTo>
                  <a:pt x="152400" y="581025"/>
                </a:lnTo>
                <a:lnTo>
                  <a:pt x="285750" y="714375"/>
                </a:lnTo>
                <a:lnTo>
                  <a:pt x="285750" y="1981200"/>
                </a:lnTo>
                <a:lnTo>
                  <a:pt x="0" y="2266950"/>
                </a:lnTo>
                <a:lnTo>
                  <a:pt x="333375" y="2600325"/>
                </a:lnTo>
                <a:lnTo>
                  <a:pt x="742950" y="2190750"/>
                </a:lnTo>
                <a:lnTo>
                  <a:pt x="1323975" y="2190750"/>
                </a:lnTo>
                <a:lnTo>
                  <a:pt x="1333500" y="2181225"/>
                </a:lnTo>
                <a:lnTo>
                  <a:pt x="1333500" y="1752600"/>
                </a:lnTo>
                <a:lnTo>
                  <a:pt x="971550" y="1390650"/>
                </a:lnTo>
                <a:lnTo>
                  <a:pt x="971550" y="781050"/>
                </a:lnTo>
                <a:lnTo>
                  <a:pt x="1028700" y="723900"/>
                </a:lnTo>
                <a:lnTo>
                  <a:pt x="1190625" y="723900"/>
                </a:lnTo>
                <a:lnTo>
                  <a:pt x="1200150" y="714375"/>
                </a:lnTo>
                <a:lnTo>
                  <a:pt x="1200150" y="666750"/>
                </a:lnTo>
                <a:close/>
              </a:path>
            </a:pathLst>
          </a:custGeom>
          <a:solidFill xmlns:a="http://schemas.openxmlformats.org/drawingml/2006/main">
            <a:srgbClr val="1572C3"/>
          </a:solidFill>
          <a:ln xmlns:a="http://schemas.openxmlformats.org/drawingml/2006/main" w="0">
            <a:noFill/>
          </a:ln>
        </p:spPr>
      </p:sp>
      <p:sp>
        <p:nvSpPr>
          <p:cNvPr id="66" name="ddca-boundary-24">
            <a:extLst xmlns:a="http://schemas.openxmlformats.org/drawingml/2006/main">
              <a:ext uri="{FF2B5EF4-FFF2-40B4-BE49-F238E27FC236}">
                <a16:creationId xmlns:a16="http://schemas.microsoft.com/office/drawing/2014/main" id="{B83D25D4-40C5-4423-9044-1338FF135D32}"/>
              </a:ext>
            </a:extLst>
          </p:cNvPr>
          <p:cNvSpPr>
            <a:spLocks xmlns:a="http://schemas.openxmlformats.org/drawingml/2006/main" noGrp="1"/>
          </p:cNvSpPr>
          <p:nvPr/>
        </p:nvSpPr>
        <p:spPr>
          <a:xfrm xmlns:a="http://schemas.openxmlformats.org/drawingml/2006/main">
            <a:off x="3069317" y="4739450"/>
            <a:ext cx="317373" cy="618877"/>
          </a:xfrm>
          <a:custGeom xmlns:a="http://schemas.openxmlformats.org/drawingml/2006/main">
            <a:pathLst>
              <a:path w="1333500" h="2600325">
                <a:moveTo>
                  <a:pt x="1019175" y="485775"/>
                </a:moveTo>
                <a:lnTo>
                  <a:pt x="533400" y="0"/>
                </a:lnTo>
                <a:lnTo>
                  <a:pt x="76200" y="457200"/>
                </a:lnTo>
                <a:lnTo>
                  <a:pt x="76200" y="466725"/>
                </a:lnTo>
                <a:lnTo>
                  <a:pt x="76200" y="571500"/>
                </a:lnTo>
                <a:lnTo>
                  <a:pt x="85725" y="581025"/>
                </a:lnTo>
                <a:lnTo>
                  <a:pt x="152400" y="581025"/>
                </a:lnTo>
                <a:lnTo>
                  <a:pt x="285750" y="714375"/>
                </a:lnTo>
                <a:lnTo>
                  <a:pt x="285750" y="1981200"/>
                </a:lnTo>
                <a:lnTo>
                  <a:pt x="0" y="2266950"/>
                </a:lnTo>
                <a:lnTo>
                  <a:pt x="333375" y="2600325"/>
                </a:lnTo>
                <a:lnTo>
                  <a:pt x="742950" y="2190750"/>
                </a:lnTo>
                <a:lnTo>
                  <a:pt x="1323975" y="2190750"/>
                </a:lnTo>
                <a:lnTo>
                  <a:pt x="1333500" y="2181225"/>
                </a:lnTo>
                <a:lnTo>
                  <a:pt x="1333500" y="1752600"/>
                </a:lnTo>
                <a:lnTo>
                  <a:pt x="971550" y="1390650"/>
                </a:lnTo>
                <a:lnTo>
                  <a:pt x="971550" y="781050"/>
                </a:lnTo>
                <a:lnTo>
                  <a:pt x="1028700" y="723900"/>
                </a:lnTo>
                <a:lnTo>
                  <a:pt x="1190625" y="723900"/>
                </a:lnTo>
                <a:lnTo>
                  <a:pt x="1200150" y="714375"/>
                </a:lnTo>
                <a:lnTo>
                  <a:pt x="1200150" y="666750"/>
                </a:lnTo>
                <a:close/>
              </a:path>
            </a:pathLst>
          </a:custGeom>
          <a:noFill xmlns:a="http://schemas.openxmlformats.org/drawingml/2006/main"/>
          <a:ln xmlns:a="http://schemas.openxmlformats.org/drawingml/2006/main" w="11430">
            <a:solidFill>
              <a:srgbClr val="FFFFFF"/>
            </a:solidFill>
          </a:ln>
        </p:spPr>
      </p:sp>
      <p:sp>
        <p:nvSpPr>
          <p:cNvPr id="67" name="ddca-prefecture-25">
            <a:extLst xmlns:a="http://schemas.openxmlformats.org/drawingml/2006/main">
              <a:ext uri="{FF2B5EF4-FFF2-40B4-BE49-F238E27FC236}">
                <a16:creationId xmlns:a16="http://schemas.microsoft.com/office/drawing/2014/main" id="{BB72B3B8-DB1E-4971-B801-0CB2DD2C8A33}"/>
              </a:ext>
            </a:extLst>
          </p:cNvPr>
          <p:cNvSpPr>
            <a:spLocks xmlns:a="http://schemas.openxmlformats.org/drawingml/2006/main" noGrp="1"/>
          </p:cNvSpPr>
          <p:nvPr/>
        </p:nvSpPr>
        <p:spPr>
          <a:xfrm xmlns:a="http://schemas.openxmlformats.org/drawingml/2006/main">
            <a:off x="2865291" y="4508221"/>
            <a:ext cx="330975" cy="340042"/>
          </a:xfrm>
          <a:custGeom xmlns:a="http://schemas.openxmlformats.org/drawingml/2006/main">
            <a:pathLst>
              <a:path w="1390650" h="1428750">
                <a:moveTo>
                  <a:pt x="1095375" y="9525"/>
                </a:moveTo>
                <a:lnTo>
                  <a:pt x="1085850" y="0"/>
                </a:lnTo>
                <a:lnTo>
                  <a:pt x="533400" y="0"/>
                </a:lnTo>
                <a:lnTo>
                  <a:pt x="0" y="533400"/>
                </a:lnTo>
                <a:lnTo>
                  <a:pt x="895350" y="1428750"/>
                </a:lnTo>
                <a:lnTo>
                  <a:pt x="923925" y="1428750"/>
                </a:lnTo>
                <a:lnTo>
                  <a:pt x="933450" y="1428750"/>
                </a:lnTo>
                <a:lnTo>
                  <a:pt x="1390650" y="971550"/>
                </a:lnTo>
                <a:lnTo>
                  <a:pt x="1095375" y="676275"/>
                </a:lnTo>
                <a:close/>
              </a:path>
            </a:pathLst>
          </a:custGeom>
          <a:solidFill xmlns:a="http://schemas.openxmlformats.org/drawingml/2006/main">
            <a:srgbClr val="E3E5E7"/>
          </a:solidFill>
          <a:ln xmlns:a="http://schemas.openxmlformats.org/drawingml/2006/main" w="0">
            <a:noFill/>
          </a:ln>
        </p:spPr>
      </p:sp>
      <p:sp>
        <p:nvSpPr>
          <p:cNvPr id="68" name="ddca-boundary-25">
            <a:extLst xmlns:a="http://schemas.openxmlformats.org/drawingml/2006/main">
              <a:ext uri="{FF2B5EF4-FFF2-40B4-BE49-F238E27FC236}">
                <a16:creationId xmlns:a16="http://schemas.microsoft.com/office/drawing/2014/main" id="{DEA30D2B-0551-469A-9F84-20E46F209E8F}"/>
              </a:ext>
            </a:extLst>
          </p:cNvPr>
          <p:cNvSpPr>
            <a:spLocks xmlns:a="http://schemas.openxmlformats.org/drawingml/2006/main" noGrp="1"/>
          </p:cNvSpPr>
          <p:nvPr/>
        </p:nvSpPr>
        <p:spPr>
          <a:xfrm xmlns:a="http://schemas.openxmlformats.org/drawingml/2006/main">
            <a:off x="2865291" y="4508221"/>
            <a:ext cx="330975" cy="340042"/>
          </a:xfrm>
          <a:custGeom xmlns:a="http://schemas.openxmlformats.org/drawingml/2006/main">
            <a:pathLst>
              <a:path w="1390650" h="1428750">
                <a:moveTo>
                  <a:pt x="1095375" y="9525"/>
                </a:moveTo>
                <a:lnTo>
                  <a:pt x="1085850" y="0"/>
                </a:lnTo>
                <a:lnTo>
                  <a:pt x="533400" y="0"/>
                </a:lnTo>
                <a:lnTo>
                  <a:pt x="0" y="533400"/>
                </a:lnTo>
                <a:lnTo>
                  <a:pt x="895350" y="1428750"/>
                </a:lnTo>
                <a:lnTo>
                  <a:pt x="923925" y="1428750"/>
                </a:lnTo>
                <a:lnTo>
                  <a:pt x="933450" y="1428750"/>
                </a:lnTo>
                <a:lnTo>
                  <a:pt x="1390650" y="971550"/>
                </a:lnTo>
                <a:lnTo>
                  <a:pt x="1095375" y="676275"/>
                </a:lnTo>
                <a:close/>
              </a:path>
            </a:pathLst>
          </a:custGeom>
          <a:noFill xmlns:a="http://schemas.openxmlformats.org/drawingml/2006/main"/>
          <a:ln xmlns:a="http://schemas.openxmlformats.org/drawingml/2006/main" w="11430">
            <a:solidFill>
              <a:srgbClr val="FFFFFF"/>
            </a:solidFill>
          </a:ln>
        </p:spPr>
      </p:sp>
      <p:sp>
        <p:nvSpPr>
          <p:cNvPr id="69" name="ddca-prefecture-26">
            <a:extLst xmlns:a="http://schemas.openxmlformats.org/drawingml/2006/main">
              <a:ext uri="{FF2B5EF4-FFF2-40B4-BE49-F238E27FC236}">
                <a16:creationId xmlns:a16="http://schemas.microsoft.com/office/drawing/2014/main" id="{873749F9-AC08-4DC7-8601-CB307F187BBF}"/>
              </a:ext>
            </a:extLst>
          </p:cNvPr>
          <p:cNvSpPr>
            <a:spLocks xmlns:a="http://schemas.openxmlformats.org/drawingml/2006/main" noGrp="1"/>
          </p:cNvSpPr>
          <p:nvPr/>
        </p:nvSpPr>
        <p:spPr>
          <a:xfrm xmlns:a="http://schemas.openxmlformats.org/drawingml/2006/main">
            <a:off x="2640863" y="4530890"/>
            <a:ext cx="446589" cy="346843"/>
          </a:xfrm>
          <a:custGeom xmlns:a="http://schemas.openxmlformats.org/drawingml/2006/main">
            <a:pathLst>
              <a:path w="1876425" h="1457325">
                <a:moveTo>
                  <a:pt x="609600" y="314325"/>
                </a:moveTo>
                <a:lnTo>
                  <a:pt x="295275" y="0"/>
                </a:lnTo>
                <a:lnTo>
                  <a:pt x="9525" y="0"/>
                </a:lnTo>
                <a:lnTo>
                  <a:pt x="0" y="9525"/>
                </a:lnTo>
                <a:lnTo>
                  <a:pt x="0" y="514350"/>
                </a:lnTo>
                <a:lnTo>
                  <a:pt x="571500" y="1085850"/>
                </a:lnTo>
                <a:lnTo>
                  <a:pt x="581025" y="1085850"/>
                </a:lnTo>
                <a:lnTo>
                  <a:pt x="1009650" y="1085850"/>
                </a:lnTo>
                <a:lnTo>
                  <a:pt x="1381125" y="1457325"/>
                </a:lnTo>
                <a:lnTo>
                  <a:pt x="1390650" y="1457325"/>
                </a:lnTo>
                <a:lnTo>
                  <a:pt x="1866900" y="1457325"/>
                </a:lnTo>
                <a:lnTo>
                  <a:pt x="1876425" y="1447800"/>
                </a:lnTo>
                <a:lnTo>
                  <a:pt x="1876425" y="1343025"/>
                </a:lnTo>
                <a:lnTo>
                  <a:pt x="1866900" y="1333500"/>
                </a:lnTo>
                <a:lnTo>
                  <a:pt x="1838325" y="1333500"/>
                </a:lnTo>
                <a:lnTo>
                  <a:pt x="942975" y="438150"/>
                </a:lnTo>
                <a:lnTo>
                  <a:pt x="733425" y="438150"/>
                </a:lnTo>
                <a:close/>
              </a:path>
            </a:pathLst>
          </a:custGeom>
          <a:solidFill xmlns:a="http://schemas.openxmlformats.org/drawingml/2006/main">
            <a:srgbClr val="D55E00"/>
          </a:solidFill>
          <a:ln xmlns:a="http://schemas.openxmlformats.org/drawingml/2006/main" w="0">
            <a:noFill/>
          </a:ln>
        </p:spPr>
      </p:sp>
      <p:sp>
        <p:nvSpPr>
          <p:cNvPr id="70" name="ddca-boundary-26">
            <a:extLst xmlns:a="http://schemas.openxmlformats.org/drawingml/2006/main">
              <a:ext uri="{FF2B5EF4-FFF2-40B4-BE49-F238E27FC236}">
                <a16:creationId xmlns:a16="http://schemas.microsoft.com/office/drawing/2014/main" id="{3B730A3A-6C0E-45B1-A5B7-C144CDAC2BF7}"/>
              </a:ext>
            </a:extLst>
          </p:cNvPr>
          <p:cNvSpPr>
            <a:spLocks xmlns:a="http://schemas.openxmlformats.org/drawingml/2006/main" noGrp="1"/>
          </p:cNvSpPr>
          <p:nvPr/>
        </p:nvSpPr>
        <p:spPr>
          <a:xfrm xmlns:a="http://schemas.openxmlformats.org/drawingml/2006/main">
            <a:off x="2640863" y="4530890"/>
            <a:ext cx="446589" cy="346843"/>
          </a:xfrm>
          <a:custGeom xmlns:a="http://schemas.openxmlformats.org/drawingml/2006/main">
            <a:pathLst>
              <a:path w="1876425" h="1457325">
                <a:moveTo>
                  <a:pt x="609600" y="314325"/>
                </a:moveTo>
                <a:lnTo>
                  <a:pt x="295275" y="0"/>
                </a:lnTo>
                <a:lnTo>
                  <a:pt x="9525" y="0"/>
                </a:lnTo>
                <a:lnTo>
                  <a:pt x="0" y="9525"/>
                </a:lnTo>
                <a:lnTo>
                  <a:pt x="0" y="514350"/>
                </a:lnTo>
                <a:lnTo>
                  <a:pt x="571500" y="1085850"/>
                </a:lnTo>
                <a:lnTo>
                  <a:pt x="581025" y="1085850"/>
                </a:lnTo>
                <a:lnTo>
                  <a:pt x="1009650" y="1085850"/>
                </a:lnTo>
                <a:lnTo>
                  <a:pt x="1381125" y="1457325"/>
                </a:lnTo>
                <a:lnTo>
                  <a:pt x="1390650" y="1457325"/>
                </a:lnTo>
                <a:lnTo>
                  <a:pt x="1866900" y="1457325"/>
                </a:lnTo>
                <a:lnTo>
                  <a:pt x="1876425" y="1447800"/>
                </a:lnTo>
                <a:lnTo>
                  <a:pt x="1876425" y="1343025"/>
                </a:lnTo>
                <a:lnTo>
                  <a:pt x="1866900" y="1333500"/>
                </a:lnTo>
                <a:lnTo>
                  <a:pt x="1838325" y="1333500"/>
                </a:lnTo>
                <a:lnTo>
                  <a:pt x="942975" y="438150"/>
                </a:lnTo>
                <a:lnTo>
                  <a:pt x="733425" y="438150"/>
                </a:lnTo>
                <a:close/>
              </a:path>
            </a:pathLst>
          </a:custGeom>
          <a:noFill xmlns:a="http://schemas.openxmlformats.org/drawingml/2006/main"/>
          <a:ln xmlns:a="http://schemas.openxmlformats.org/drawingml/2006/main" w="11430">
            <a:solidFill>
              <a:srgbClr val="FFFFFF"/>
            </a:solidFill>
          </a:ln>
        </p:spPr>
      </p:sp>
      <p:sp>
        <p:nvSpPr>
          <p:cNvPr id="71" name="ddca-prefecture-27">
            <a:extLst xmlns:a="http://schemas.openxmlformats.org/drawingml/2006/main">
              <a:ext uri="{FF2B5EF4-FFF2-40B4-BE49-F238E27FC236}">
                <a16:creationId xmlns:a16="http://schemas.microsoft.com/office/drawing/2014/main" id="{83D14CD5-9DFD-4752-941E-59CF3827B867}"/>
              </a:ext>
            </a:extLst>
          </p:cNvPr>
          <p:cNvSpPr>
            <a:spLocks xmlns:a="http://schemas.openxmlformats.org/drawingml/2006/main" noGrp="1"/>
          </p:cNvSpPr>
          <p:nvPr/>
        </p:nvSpPr>
        <p:spPr>
          <a:xfrm xmlns:a="http://schemas.openxmlformats.org/drawingml/2006/main">
            <a:off x="2776880" y="4789322"/>
            <a:ext cx="192691" cy="310572"/>
          </a:xfrm>
          <a:custGeom xmlns:a="http://schemas.openxmlformats.org/drawingml/2006/main">
            <a:pathLst>
              <a:path w="809625" h="1304925">
                <a:moveTo>
                  <a:pt x="809625" y="371475"/>
                </a:moveTo>
                <a:lnTo>
                  <a:pt x="438150" y="0"/>
                </a:lnTo>
                <a:lnTo>
                  <a:pt x="9525" y="0"/>
                </a:lnTo>
                <a:lnTo>
                  <a:pt x="0" y="9525"/>
                </a:lnTo>
                <a:lnTo>
                  <a:pt x="0" y="457200"/>
                </a:lnTo>
                <a:lnTo>
                  <a:pt x="9525" y="466725"/>
                </a:lnTo>
                <a:lnTo>
                  <a:pt x="133350" y="466725"/>
                </a:lnTo>
                <a:lnTo>
                  <a:pt x="352425" y="685800"/>
                </a:lnTo>
                <a:lnTo>
                  <a:pt x="352425" y="800100"/>
                </a:lnTo>
                <a:lnTo>
                  <a:pt x="133350" y="1019175"/>
                </a:lnTo>
                <a:lnTo>
                  <a:pt x="133350" y="1295400"/>
                </a:lnTo>
                <a:lnTo>
                  <a:pt x="142875" y="1304925"/>
                </a:lnTo>
                <a:lnTo>
                  <a:pt x="800100" y="1304925"/>
                </a:lnTo>
                <a:lnTo>
                  <a:pt x="809625" y="1295400"/>
                </a:lnTo>
                <a:lnTo>
                  <a:pt x="809625" y="381000"/>
                </a:lnTo>
                <a:close/>
              </a:path>
            </a:pathLst>
          </a:custGeom>
          <a:solidFill xmlns:a="http://schemas.openxmlformats.org/drawingml/2006/main">
            <a:srgbClr val="E3E5E7"/>
          </a:solidFill>
          <a:ln xmlns:a="http://schemas.openxmlformats.org/drawingml/2006/main" w="0">
            <a:noFill/>
          </a:ln>
        </p:spPr>
      </p:sp>
      <p:sp>
        <p:nvSpPr>
          <p:cNvPr id="72" name="ddca-boundary-27">
            <a:extLst xmlns:a="http://schemas.openxmlformats.org/drawingml/2006/main">
              <a:ext uri="{FF2B5EF4-FFF2-40B4-BE49-F238E27FC236}">
                <a16:creationId xmlns:a16="http://schemas.microsoft.com/office/drawing/2014/main" id="{A531C711-3DEC-462C-AC32-1984732BA744}"/>
              </a:ext>
            </a:extLst>
          </p:cNvPr>
          <p:cNvSpPr>
            <a:spLocks xmlns:a="http://schemas.openxmlformats.org/drawingml/2006/main" noGrp="1"/>
          </p:cNvSpPr>
          <p:nvPr/>
        </p:nvSpPr>
        <p:spPr>
          <a:xfrm xmlns:a="http://schemas.openxmlformats.org/drawingml/2006/main">
            <a:off x="2776880" y="4789322"/>
            <a:ext cx="192691" cy="310572"/>
          </a:xfrm>
          <a:custGeom xmlns:a="http://schemas.openxmlformats.org/drawingml/2006/main">
            <a:pathLst>
              <a:path w="809625" h="1304925">
                <a:moveTo>
                  <a:pt x="809625" y="371475"/>
                </a:moveTo>
                <a:lnTo>
                  <a:pt x="438150" y="0"/>
                </a:lnTo>
                <a:lnTo>
                  <a:pt x="9525" y="0"/>
                </a:lnTo>
                <a:lnTo>
                  <a:pt x="0" y="9525"/>
                </a:lnTo>
                <a:lnTo>
                  <a:pt x="0" y="457200"/>
                </a:lnTo>
                <a:lnTo>
                  <a:pt x="9525" y="466725"/>
                </a:lnTo>
                <a:lnTo>
                  <a:pt x="133350" y="466725"/>
                </a:lnTo>
                <a:lnTo>
                  <a:pt x="352425" y="685800"/>
                </a:lnTo>
                <a:lnTo>
                  <a:pt x="352425" y="800100"/>
                </a:lnTo>
                <a:lnTo>
                  <a:pt x="133350" y="1019175"/>
                </a:lnTo>
                <a:lnTo>
                  <a:pt x="133350" y="1295400"/>
                </a:lnTo>
                <a:lnTo>
                  <a:pt x="142875" y="1304925"/>
                </a:lnTo>
                <a:lnTo>
                  <a:pt x="800100" y="1304925"/>
                </a:lnTo>
                <a:lnTo>
                  <a:pt x="809625" y="1295400"/>
                </a:lnTo>
                <a:lnTo>
                  <a:pt x="809625" y="381000"/>
                </a:lnTo>
                <a:close/>
              </a:path>
            </a:pathLst>
          </a:custGeom>
          <a:noFill xmlns:a="http://schemas.openxmlformats.org/drawingml/2006/main"/>
          <a:ln xmlns:a="http://schemas.openxmlformats.org/drawingml/2006/main" w="11430">
            <a:solidFill>
              <a:srgbClr val="FFFFFF"/>
            </a:solidFill>
          </a:ln>
        </p:spPr>
      </p:sp>
      <p:sp>
        <p:nvSpPr>
          <p:cNvPr id="73" name="ddca-prefecture-28">
            <a:extLst xmlns:a="http://schemas.openxmlformats.org/drawingml/2006/main">
              <a:ext uri="{FF2B5EF4-FFF2-40B4-BE49-F238E27FC236}">
                <a16:creationId xmlns:a16="http://schemas.microsoft.com/office/drawing/2014/main" id="{067B7011-B306-4BD7-9557-5307F0F8D996}"/>
              </a:ext>
            </a:extLst>
          </p:cNvPr>
          <p:cNvSpPr>
            <a:spLocks xmlns:a="http://schemas.openxmlformats.org/drawingml/2006/main" noGrp="1"/>
          </p:cNvSpPr>
          <p:nvPr/>
        </p:nvSpPr>
        <p:spPr>
          <a:xfrm xmlns:a="http://schemas.openxmlformats.org/drawingml/2006/main">
            <a:off x="2507113" y="4530890"/>
            <a:ext cx="269767" cy="571271"/>
          </a:xfrm>
          <a:custGeom xmlns:a="http://schemas.openxmlformats.org/drawingml/2006/main">
            <a:pathLst>
              <a:path w="1133475" h="2400300">
                <a:moveTo>
                  <a:pt x="561975" y="9525"/>
                </a:moveTo>
                <a:lnTo>
                  <a:pt x="552450" y="0"/>
                </a:lnTo>
                <a:lnTo>
                  <a:pt x="9525" y="0"/>
                </a:lnTo>
                <a:lnTo>
                  <a:pt x="0" y="9525"/>
                </a:lnTo>
                <a:lnTo>
                  <a:pt x="0" y="657225"/>
                </a:lnTo>
                <a:lnTo>
                  <a:pt x="0" y="666750"/>
                </a:lnTo>
                <a:lnTo>
                  <a:pt x="0" y="676275"/>
                </a:lnTo>
                <a:lnTo>
                  <a:pt x="0" y="1543050"/>
                </a:lnTo>
                <a:lnTo>
                  <a:pt x="9525" y="1552575"/>
                </a:lnTo>
                <a:lnTo>
                  <a:pt x="1123950" y="1552575"/>
                </a:lnTo>
                <a:lnTo>
                  <a:pt x="1133475" y="1543050"/>
                </a:lnTo>
                <a:lnTo>
                  <a:pt x="1133475" y="1095375"/>
                </a:lnTo>
                <a:lnTo>
                  <a:pt x="1133475" y="1085850"/>
                </a:lnTo>
                <a:lnTo>
                  <a:pt x="561975" y="514350"/>
                </a:lnTo>
                <a:close/>
              </a:path>
              <a:path w="1133475" h="2400300">
                <a:moveTo>
                  <a:pt x="962025" y="1819275"/>
                </a:moveTo>
                <a:lnTo>
                  <a:pt x="876300" y="1733550"/>
                </a:lnTo>
                <a:lnTo>
                  <a:pt x="457200" y="2152650"/>
                </a:lnTo>
                <a:lnTo>
                  <a:pt x="457200" y="2200275"/>
                </a:lnTo>
                <a:lnTo>
                  <a:pt x="657225" y="2400300"/>
                </a:lnTo>
                <a:lnTo>
                  <a:pt x="914400" y="2143125"/>
                </a:lnTo>
                <a:lnTo>
                  <a:pt x="914400" y="1943100"/>
                </a:lnTo>
                <a:lnTo>
                  <a:pt x="962025" y="1895475"/>
                </a:lnTo>
                <a:close/>
              </a:path>
            </a:pathLst>
          </a:custGeom>
          <a:solidFill xmlns:a="http://schemas.openxmlformats.org/drawingml/2006/main">
            <a:srgbClr val="E3E5E7"/>
          </a:solidFill>
          <a:ln xmlns:a="http://schemas.openxmlformats.org/drawingml/2006/main" w="0">
            <a:noFill/>
          </a:ln>
        </p:spPr>
      </p:sp>
      <p:sp>
        <p:nvSpPr>
          <p:cNvPr id="74" name="ddca-boundary-28">
            <a:extLst xmlns:a="http://schemas.openxmlformats.org/drawingml/2006/main">
              <a:ext uri="{FF2B5EF4-FFF2-40B4-BE49-F238E27FC236}">
                <a16:creationId xmlns:a16="http://schemas.microsoft.com/office/drawing/2014/main" id="{8D0522B2-36DC-4AEA-98E7-D49AF1A7F863}"/>
              </a:ext>
            </a:extLst>
          </p:cNvPr>
          <p:cNvSpPr>
            <a:spLocks xmlns:a="http://schemas.openxmlformats.org/drawingml/2006/main" noGrp="1"/>
          </p:cNvSpPr>
          <p:nvPr/>
        </p:nvSpPr>
        <p:spPr>
          <a:xfrm xmlns:a="http://schemas.openxmlformats.org/drawingml/2006/main">
            <a:off x="2507113" y="4530890"/>
            <a:ext cx="269767" cy="571271"/>
          </a:xfrm>
          <a:custGeom xmlns:a="http://schemas.openxmlformats.org/drawingml/2006/main">
            <a:pathLst>
              <a:path w="1133475" h="2400300">
                <a:moveTo>
                  <a:pt x="561975" y="9525"/>
                </a:moveTo>
                <a:lnTo>
                  <a:pt x="552450" y="0"/>
                </a:lnTo>
                <a:lnTo>
                  <a:pt x="9525" y="0"/>
                </a:lnTo>
                <a:lnTo>
                  <a:pt x="0" y="9525"/>
                </a:lnTo>
                <a:lnTo>
                  <a:pt x="0" y="657225"/>
                </a:lnTo>
                <a:lnTo>
                  <a:pt x="0" y="666750"/>
                </a:lnTo>
                <a:lnTo>
                  <a:pt x="0" y="676275"/>
                </a:lnTo>
                <a:lnTo>
                  <a:pt x="0" y="1543050"/>
                </a:lnTo>
                <a:lnTo>
                  <a:pt x="9525" y="1552575"/>
                </a:lnTo>
                <a:lnTo>
                  <a:pt x="1123950" y="1552575"/>
                </a:lnTo>
                <a:lnTo>
                  <a:pt x="1133475" y="1543050"/>
                </a:lnTo>
                <a:lnTo>
                  <a:pt x="1133475" y="1095375"/>
                </a:lnTo>
                <a:lnTo>
                  <a:pt x="1133475" y="1085850"/>
                </a:lnTo>
                <a:lnTo>
                  <a:pt x="561975" y="514350"/>
                </a:lnTo>
                <a:close/>
              </a:path>
              <a:path w="1133475" h="2400300">
                <a:moveTo>
                  <a:pt x="962025" y="1819275"/>
                </a:moveTo>
                <a:lnTo>
                  <a:pt x="876300" y="1733550"/>
                </a:lnTo>
                <a:lnTo>
                  <a:pt x="457200" y="2152650"/>
                </a:lnTo>
                <a:lnTo>
                  <a:pt x="457200" y="2200275"/>
                </a:lnTo>
                <a:lnTo>
                  <a:pt x="657225" y="2400300"/>
                </a:lnTo>
                <a:lnTo>
                  <a:pt x="914400" y="2143125"/>
                </a:lnTo>
                <a:lnTo>
                  <a:pt x="914400" y="1943100"/>
                </a:lnTo>
                <a:lnTo>
                  <a:pt x="962025" y="1895475"/>
                </a:lnTo>
                <a:close/>
              </a:path>
            </a:pathLst>
          </a:custGeom>
          <a:noFill xmlns:a="http://schemas.openxmlformats.org/drawingml/2006/main"/>
          <a:ln xmlns:a="http://schemas.openxmlformats.org/drawingml/2006/main" w="11430">
            <a:solidFill>
              <a:srgbClr val="FFFFFF"/>
            </a:solidFill>
          </a:ln>
        </p:spPr>
      </p:sp>
      <p:sp>
        <p:nvSpPr>
          <p:cNvPr id="75" name="ddca-prefecture-29">
            <a:extLst xmlns:a="http://schemas.openxmlformats.org/drawingml/2006/main">
              <a:ext uri="{FF2B5EF4-FFF2-40B4-BE49-F238E27FC236}">
                <a16:creationId xmlns:a16="http://schemas.microsoft.com/office/drawing/2014/main" id="{FF898950-A269-42D5-98F3-A527674DEFE2}"/>
              </a:ext>
            </a:extLst>
          </p:cNvPr>
          <p:cNvSpPr>
            <a:spLocks xmlns:a="http://schemas.openxmlformats.org/drawingml/2006/main" noGrp="1"/>
          </p:cNvSpPr>
          <p:nvPr/>
        </p:nvSpPr>
        <p:spPr>
          <a:xfrm xmlns:a="http://schemas.openxmlformats.org/drawingml/2006/main">
            <a:off x="2969571" y="4877733"/>
            <a:ext cx="167754" cy="401250"/>
          </a:xfrm>
          <a:custGeom xmlns:a="http://schemas.openxmlformats.org/drawingml/2006/main">
            <a:pathLst>
              <a:path w="704850" h="1685925">
                <a:moveTo>
                  <a:pt x="704850" y="133350"/>
                </a:moveTo>
                <a:lnTo>
                  <a:pt x="571500" y="0"/>
                </a:lnTo>
                <a:lnTo>
                  <a:pt x="504825" y="0"/>
                </a:lnTo>
                <a:lnTo>
                  <a:pt x="495300" y="0"/>
                </a:lnTo>
                <a:lnTo>
                  <a:pt x="485775" y="0"/>
                </a:lnTo>
                <a:lnTo>
                  <a:pt x="9525" y="0"/>
                </a:lnTo>
                <a:lnTo>
                  <a:pt x="0" y="9525"/>
                </a:lnTo>
                <a:lnTo>
                  <a:pt x="0" y="923925"/>
                </a:lnTo>
                <a:lnTo>
                  <a:pt x="0" y="933450"/>
                </a:lnTo>
                <a:lnTo>
                  <a:pt x="0" y="942975"/>
                </a:lnTo>
                <a:lnTo>
                  <a:pt x="0" y="1638300"/>
                </a:lnTo>
                <a:lnTo>
                  <a:pt x="47625" y="1685925"/>
                </a:lnTo>
                <a:lnTo>
                  <a:pt x="419100" y="1685925"/>
                </a:lnTo>
                <a:lnTo>
                  <a:pt x="704850" y="1400175"/>
                </a:lnTo>
                <a:close/>
              </a:path>
            </a:pathLst>
          </a:custGeom>
          <a:solidFill xmlns:a="http://schemas.openxmlformats.org/drawingml/2006/main">
            <a:srgbClr val="E3E5E7"/>
          </a:solidFill>
          <a:ln xmlns:a="http://schemas.openxmlformats.org/drawingml/2006/main" w="0">
            <a:noFill/>
          </a:ln>
        </p:spPr>
      </p:sp>
      <p:sp>
        <p:nvSpPr>
          <p:cNvPr id="76" name="ddca-boundary-29">
            <a:extLst xmlns:a="http://schemas.openxmlformats.org/drawingml/2006/main">
              <a:ext uri="{FF2B5EF4-FFF2-40B4-BE49-F238E27FC236}">
                <a16:creationId xmlns:a16="http://schemas.microsoft.com/office/drawing/2014/main" id="{3D8A5BA1-BED8-4E68-8DB7-60BBFC1C5868}"/>
              </a:ext>
            </a:extLst>
          </p:cNvPr>
          <p:cNvSpPr>
            <a:spLocks xmlns:a="http://schemas.openxmlformats.org/drawingml/2006/main" noGrp="1"/>
          </p:cNvSpPr>
          <p:nvPr/>
        </p:nvSpPr>
        <p:spPr>
          <a:xfrm xmlns:a="http://schemas.openxmlformats.org/drawingml/2006/main">
            <a:off x="2969571" y="4877733"/>
            <a:ext cx="167754" cy="401250"/>
          </a:xfrm>
          <a:custGeom xmlns:a="http://schemas.openxmlformats.org/drawingml/2006/main">
            <a:pathLst>
              <a:path w="704850" h="1685925">
                <a:moveTo>
                  <a:pt x="704850" y="133350"/>
                </a:moveTo>
                <a:lnTo>
                  <a:pt x="571500" y="0"/>
                </a:lnTo>
                <a:lnTo>
                  <a:pt x="504825" y="0"/>
                </a:lnTo>
                <a:lnTo>
                  <a:pt x="495300" y="0"/>
                </a:lnTo>
                <a:lnTo>
                  <a:pt x="485775" y="0"/>
                </a:lnTo>
                <a:lnTo>
                  <a:pt x="9525" y="0"/>
                </a:lnTo>
                <a:lnTo>
                  <a:pt x="0" y="9525"/>
                </a:lnTo>
                <a:lnTo>
                  <a:pt x="0" y="923925"/>
                </a:lnTo>
                <a:lnTo>
                  <a:pt x="0" y="933450"/>
                </a:lnTo>
                <a:lnTo>
                  <a:pt x="0" y="942975"/>
                </a:lnTo>
                <a:lnTo>
                  <a:pt x="0" y="1638300"/>
                </a:lnTo>
                <a:lnTo>
                  <a:pt x="47625" y="1685925"/>
                </a:lnTo>
                <a:lnTo>
                  <a:pt x="419100" y="1685925"/>
                </a:lnTo>
                <a:lnTo>
                  <a:pt x="704850" y="1400175"/>
                </a:lnTo>
                <a:close/>
              </a:path>
            </a:pathLst>
          </a:custGeom>
          <a:noFill xmlns:a="http://schemas.openxmlformats.org/drawingml/2006/main"/>
          <a:ln xmlns:a="http://schemas.openxmlformats.org/drawingml/2006/main" w="11430">
            <a:solidFill>
              <a:srgbClr val="FFFFFF"/>
            </a:solidFill>
          </a:ln>
        </p:spPr>
      </p:sp>
      <p:sp>
        <p:nvSpPr>
          <p:cNvPr id="77" name="ddca-prefecture-30">
            <a:extLst xmlns:a="http://schemas.openxmlformats.org/drawingml/2006/main">
              <a:ext uri="{FF2B5EF4-FFF2-40B4-BE49-F238E27FC236}">
                <a16:creationId xmlns:a16="http://schemas.microsoft.com/office/drawing/2014/main" id="{BD1510A9-DCD5-42F9-8E7D-95447A814D07}"/>
              </a:ext>
            </a:extLst>
          </p:cNvPr>
          <p:cNvSpPr>
            <a:spLocks xmlns:a="http://schemas.openxmlformats.org/drawingml/2006/main" noGrp="1"/>
          </p:cNvSpPr>
          <p:nvPr/>
        </p:nvSpPr>
        <p:spPr>
          <a:xfrm xmlns:a="http://schemas.openxmlformats.org/drawingml/2006/main">
            <a:off x="2808618" y="5099895"/>
            <a:ext cx="340042" cy="346843"/>
          </a:xfrm>
          <a:custGeom xmlns:a="http://schemas.openxmlformats.org/drawingml/2006/main">
            <a:pathLst>
              <a:path w="1428750" h="1457325">
                <a:moveTo>
                  <a:pt x="676275" y="9525"/>
                </a:moveTo>
                <a:lnTo>
                  <a:pt x="666750" y="0"/>
                </a:lnTo>
                <a:lnTo>
                  <a:pt x="9525" y="0"/>
                </a:lnTo>
                <a:lnTo>
                  <a:pt x="0" y="9525"/>
                </a:lnTo>
                <a:lnTo>
                  <a:pt x="0" y="819150"/>
                </a:lnTo>
                <a:lnTo>
                  <a:pt x="638175" y="1457325"/>
                </a:lnTo>
                <a:lnTo>
                  <a:pt x="1057275" y="1457325"/>
                </a:lnTo>
                <a:lnTo>
                  <a:pt x="1428750" y="1085850"/>
                </a:lnTo>
                <a:lnTo>
                  <a:pt x="1095375" y="752475"/>
                </a:lnTo>
                <a:lnTo>
                  <a:pt x="723900" y="752475"/>
                </a:lnTo>
                <a:lnTo>
                  <a:pt x="676275" y="704850"/>
                </a:lnTo>
                <a:close/>
              </a:path>
            </a:pathLst>
          </a:custGeom>
          <a:solidFill xmlns:a="http://schemas.openxmlformats.org/drawingml/2006/main">
            <a:srgbClr val="E3E5E7"/>
          </a:solidFill>
          <a:ln xmlns:a="http://schemas.openxmlformats.org/drawingml/2006/main" w="0">
            <a:noFill/>
          </a:ln>
        </p:spPr>
      </p:sp>
      <p:sp>
        <p:nvSpPr>
          <p:cNvPr id="78" name="ddca-boundary-30">
            <a:extLst xmlns:a="http://schemas.openxmlformats.org/drawingml/2006/main">
              <a:ext uri="{FF2B5EF4-FFF2-40B4-BE49-F238E27FC236}">
                <a16:creationId xmlns:a16="http://schemas.microsoft.com/office/drawing/2014/main" id="{C79689F1-6F60-4EA3-8FA2-63F15B4E206B}"/>
              </a:ext>
            </a:extLst>
          </p:cNvPr>
          <p:cNvSpPr>
            <a:spLocks xmlns:a="http://schemas.openxmlformats.org/drawingml/2006/main" noGrp="1"/>
          </p:cNvSpPr>
          <p:nvPr/>
        </p:nvSpPr>
        <p:spPr>
          <a:xfrm xmlns:a="http://schemas.openxmlformats.org/drawingml/2006/main">
            <a:off x="2808618" y="5099895"/>
            <a:ext cx="340042" cy="346843"/>
          </a:xfrm>
          <a:custGeom xmlns:a="http://schemas.openxmlformats.org/drawingml/2006/main">
            <a:pathLst>
              <a:path w="1428750" h="1457325">
                <a:moveTo>
                  <a:pt x="676275" y="9525"/>
                </a:moveTo>
                <a:lnTo>
                  <a:pt x="666750" y="0"/>
                </a:lnTo>
                <a:lnTo>
                  <a:pt x="9525" y="0"/>
                </a:lnTo>
                <a:lnTo>
                  <a:pt x="0" y="9525"/>
                </a:lnTo>
                <a:lnTo>
                  <a:pt x="0" y="819150"/>
                </a:lnTo>
                <a:lnTo>
                  <a:pt x="638175" y="1457325"/>
                </a:lnTo>
                <a:lnTo>
                  <a:pt x="1057275" y="1457325"/>
                </a:lnTo>
                <a:lnTo>
                  <a:pt x="1428750" y="1085850"/>
                </a:lnTo>
                <a:lnTo>
                  <a:pt x="1095375" y="752475"/>
                </a:lnTo>
                <a:lnTo>
                  <a:pt x="723900" y="752475"/>
                </a:lnTo>
                <a:lnTo>
                  <a:pt x="676275" y="704850"/>
                </a:lnTo>
                <a:close/>
              </a:path>
            </a:pathLst>
          </a:custGeom>
          <a:noFill xmlns:a="http://schemas.openxmlformats.org/drawingml/2006/main"/>
          <a:ln xmlns:a="http://schemas.openxmlformats.org/drawingml/2006/main" w="11430">
            <a:solidFill>
              <a:srgbClr val="FFFFFF"/>
            </a:solidFill>
          </a:ln>
        </p:spPr>
      </p:sp>
      <p:sp>
        <p:nvSpPr>
          <p:cNvPr id="79" name="ddca-prefecture-31">
            <a:extLst xmlns:a="http://schemas.openxmlformats.org/drawingml/2006/main">
              <a:ext uri="{FF2B5EF4-FFF2-40B4-BE49-F238E27FC236}">
                <a16:creationId xmlns:a16="http://schemas.microsoft.com/office/drawing/2014/main" id="{77E2E1CA-FABB-4887-8B2B-0FF0D9182E61}"/>
              </a:ext>
            </a:extLst>
          </p:cNvPr>
          <p:cNvSpPr>
            <a:spLocks xmlns:a="http://schemas.openxmlformats.org/drawingml/2006/main" noGrp="1"/>
          </p:cNvSpPr>
          <p:nvPr/>
        </p:nvSpPr>
        <p:spPr>
          <a:xfrm xmlns:a="http://schemas.openxmlformats.org/drawingml/2006/main">
            <a:off x="2185206" y="4530890"/>
            <a:ext cx="321907" cy="158687"/>
          </a:xfrm>
          <a:custGeom xmlns:a="http://schemas.openxmlformats.org/drawingml/2006/main">
            <a:pathLst>
              <a:path w="1352550" h="666750">
                <a:moveTo>
                  <a:pt x="1352550" y="9525"/>
                </a:moveTo>
                <a:lnTo>
                  <a:pt x="1343025" y="0"/>
                </a:lnTo>
                <a:lnTo>
                  <a:pt x="295275" y="0"/>
                </a:lnTo>
                <a:lnTo>
                  <a:pt x="285750" y="9525"/>
                </a:lnTo>
                <a:lnTo>
                  <a:pt x="0" y="295275"/>
                </a:lnTo>
                <a:lnTo>
                  <a:pt x="0" y="657225"/>
                </a:lnTo>
                <a:lnTo>
                  <a:pt x="9525" y="666750"/>
                </a:lnTo>
                <a:lnTo>
                  <a:pt x="142875" y="666750"/>
                </a:lnTo>
                <a:lnTo>
                  <a:pt x="152400" y="666750"/>
                </a:lnTo>
                <a:lnTo>
                  <a:pt x="161925" y="666750"/>
                </a:lnTo>
                <a:lnTo>
                  <a:pt x="1343025" y="666750"/>
                </a:lnTo>
                <a:lnTo>
                  <a:pt x="1352550" y="657225"/>
                </a:lnTo>
                <a:close/>
              </a:path>
            </a:pathLst>
          </a:custGeom>
          <a:solidFill xmlns:a="http://schemas.openxmlformats.org/drawingml/2006/main">
            <a:srgbClr val="E3E5E7"/>
          </a:solidFill>
          <a:ln xmlns:a="http://schemas.openxmlformats.org/drawingml/2006/main" w="0">
            <a:noFill/>
          </a:ln>
        </p:spPr>
      </p:sp>
      <p:sp>
        <p:nvSpPr>
          <p:cNvPr id="80" name="ddca-boundary-31">
            <a:extLst xmlns:a="http://schemas.openxmlformats.org/drawingml/2006/main">
              <a:ext uri="{FF2B5EF4-FFF2-40B4-BE49-F238E27FC236}">
                <a16:creationId xmlns:a16="http://schemas.microsoft.com/office/drawing/2014/main" id="{09AF95EE-C3C5-4194-8F46-EBB3166A67F1}"/>
              </a:ext>
            </a:extLst>
          </p:cNvPr>
          <p:cNvSpPr>
            <a:spLocks xmlns:a="http://schemas.openxmlformats.org/drawingml/2006/main" noGrp="1"/>
          </p:cNvSpPr>
          <p:nvPr/>
        </p:nvSpPr>
        <p:spPr>
          <a:xfrm xmlns:a="http://schemas.openxmlformats.org/drawingml/2006/main">
            <a:off x="2185206" y="4530890"/>
            <a:ext cx="321907" cy="158687"/>
          </a:xfrm>
          <a:custGeom xmlns:a="http://schemas.openxmlformats.org/drawingml/2006/main">
            <a:pathLst>
              <a:path w="1352550" h="666750">
                <a:moveTo>
                  <a:pt x="1352550" y="9525"/>
                </a:moveTo>
                <a:lnTo>
                  <a:pt x="1343025" y="0"/>
                </a:lnTo>
                <a:lnTo>
                  <a:pt x="295275" y="0"/>
                </a:lnTo>
                <a:lnTo>
                  <a:pt x="285750" y="9525"/>
                </a:lnTo>
                <a:lnTo>
                  <a:pt x="0" y="295275"/>
                </a:lnTo>
                <a:lnTo>
                  <a:pt x="0" y="657225"/>
                </a:lnTo>
                <a:lnTo>
                  <a:pt x="9525" y="666750"/>
                </a:lnTo>
                <a:lnTo>
                  <a:pt x="142875" y="666750"/>
                </a:lnTo>
                <a:lnTo>
                  <a:pt x="152400" y="666750"/>
                </a:lnTo>
                <a:lnTo>
                  <a:pt x="161925" y="666750"/>
                </a:lnTo>
                <a:lnTo>
                  <a:pt x="1343025" y="666750"/>
                </a:lnTo>
                <a:lnTo>
                  <a:pt x="1352550" y="657225"/>
                </a:lnTo>
                <a:close/>
              </a:path>
            </a:pathLst>
          </a:custGeom>
          <a:noFill xmlns:a="http://schemas.openxmlformats.org/drawingml/2006/main"/>
          <a:ln xmlns:a="http://schemas.openxmlformats.org/drawingml/2006/main" w="11430">
            <a:solidFill>
              <a:srgbClr val="FFFFFF"/>
            </a:solidFill>
          </a:ln>
        </p:spPr>
      </p:sp>
      <p:sp>
        <p:nvSpPr>
          <p:cNvPr id="81" name="ddca-prefecture-32">
            <a:extLst xmlns:a="http://schemas.openxmlformats.org/drawingml/2006/main">
              <a:ext uri="{FF2B5EF4-FFF2-40B4-BE49-F238E27FC236}">
                <a16:creationId xmlns:a16="http://schemas.microsoft.com/office/drawing/2014/main" id="{0BAD252F-5801-4989-A26D-494D3324FD73}"/>
              </a:ext>
            </a:extLst>
          </p:cNvPr>
          <p:cNvSpPr>
            <a:spLocks xmlns:a="http://schemas.openxmlformats.org/drawingml/2006/main" noGrp="1"/>
          </p:cNvSpPr>
          <p:nvPr/>
        </p:nvSpPr>
        <p:spPr>
          <a:xfrm xmlns:a="http://schemas.openxmlformats.org/drawingml/2006/main">
            <a:off x="1763554" y="4530890"/>
            <a:ext cx="489661" cy="158687"/>
          </a:xfrm>
          <a:custGeom xmlns:a="http://schemas.openxmlformats.org/drawingml/2006/main">
            <a:pathLst>
              <a:path w="2057400" h="666750">
                <a:moveTo>
                  <a:pt x="2057400" y="9525"/>
                </a:moveTo>
                <a:lnTo>
                  <a:pt x="2047875" y="0"/>
                </a:lnTo>
                <a:lnTo>
                  <a:pt x="390525" y="0"/>
                </a:lnTo>
                <a:lnTo>
                  <a:pt x="0" y="390525"/>
                </a:lnTo>
                <a:lnTo>
                  <a:pt x="0" y="400050"/>
                </a:lnTo>
                <a:lnTo>
                  <a:pt x="0" y="619125"/>
                </a:lnTo>
                <a:lnTo>
                  <a:pt x="47625" y="666750"/>
                </a:lnTo>
                <a:lnTo>
                  <a:pt x="457200" y="666750"/>
                </a:lnTo>
                <a:lnTo>
                  <a:pt x="466725" y="666750"/>
                </a:lnTo>
                <a:lnTo>
                  <a:pt x="476250" y="666750"/>
                </a:lnTo>
                <a:lnTo>
                  <a:pt x="1762125" y="666750"/>
                </a:lnTo>
                <a:lnTo>
                  <a:pt x="1771650" y="657225"/>
                </a:lnTo>
                <a:lnTo>
                  <a:pt x="1771650" y="295275"/>
                </a:lnTo>
                <a:close/>
              </a:path>
            </a:pathLst>
          </a:custGeom>
          <a:solidFill xmlns:a="http://schemas.openxmlformats.org/drawingml/2006/main">
            <a:srgbClr val="D55E00"/>
          </a:solidFill>
          <a:ln xmlns:a="http://schemas.openxmlformats.org/drawingml/2006/main" w="0">
            <a:noFill/>
          </a:ln>
        </p:spPr>
      </p:sp>
      <p:sp>
        <p:nvSpPr>
          <p:cNvPr id="82" name="ddca-boundary-32">
            <a:extLst xmlns:a="http://schemas.openxmlformats.org/drawingml/2006/main">
              <a:ext uri="{FF2B5EF4-FFF2-40B4-BE49-F238E27FC236}">
                <a16:creationId xmlns:a16="http://schemas.microsoft.com/office/drawing/2014/main" id="{1446A697-59DC-4A20-86D8-320E3D803899}"/>
              </a:ext>
            </a:extLst>
          </p:cNvPr>
          <p:cNvSpPr>
            <a:spLocks xmlns:a="http://schemas.openxmlformats.org/drawingml/2006/main" noGrp="1"/>
          </p:cNvSpPr>
          <p:nvPr/>
        </p:nvSpPr>
        <p:spPr>
          <a:xfrm xmlns:a="http://schemas.openxmlformats.org/drawingml/2006/main">
            <a:off x="1763554" y="4530890"/>
            <a:ext cx="489661" cy="158687"/>
          </a:xfrm>
          <a:custGeom xmlns:a="http://schemas.openxmlformats.org/drawingml/2006/main">
            <a:pathLst>
              <a:path w="2057400" h="666750">
                <a:moveTo>
                  <a:pt x="2057400" y="9525"/>
                </a:moveTo>
                <a:lnTo>
                  <a:pt x="2047875" y="0"/>
                </a:lnTo>
                <a:lnTo>
                  <a:pt x="390525" y="0"/>
                </a:lnTo>
                <a:lnTo>
                  <a:pt x="0" y="390525"/>
                </a:lnTo>
                <a:lnTo>
                  <a:pt x="0" y="400050"/>
                </a:lnTo>
                <a:lnTo>
                  <a:pt x="0" y="619125"/>
                </a:lnTo>
                <a:lnTo>
                  <a:pt x="47625" y="666750"/>
                </a:lnTo>
                <a:lnTo>
                  <a:pt x="457200" y="666750"/>
                </a:lnTo>
                <a:lnTo>
                  <a:pt x="466725" y="666750"/>
                </a:lnTo>
                <a:lnTo>
                  <a:pt x="476250" y="666750"/>
                </a:lnTo>
                <a:lnTo>
                  <a:pt x="1762125" y="666750"/>
                </a:lnTo>
                <a:lnTo>
                  <a:pt x="1771650" y="657225"/>
                </a:lnTo>
                <a:lnTo>
                  <a:pt x="1771650" y="295275"/>
                </a:lnTo>
                <a:close/>
              </a:path>
            </a:pathLst>
          </a:custGeom>
          <a:noFill xmlns:a="http://schemas.openxmlformats.org/drawingml/2006/main"/>
          <a:ln xmlns:a="http://schemas.openxmlformats.org/drawingml/2006/main" w="11430">
            <a:solidFill>
              <a:srgbClr val="FFFFFF"/>
            </a:solidFill>
          </a:ln>
        </p:spPr>
      </p:sp>
      <p:sp>
        <p:nvSpPr>
          <p:cNvPr id="83" name="ddca-prefecture-33">
            <a:extLst xmlns:a="http://schemas.openxmlformats.org/drawingml/2006/main">
              <a:ext uri="{FF2B5EF4-FFF2-40B4-BE49-F238E27FC236}">
                <a16:creationId xmlns:a16="http://schemas.microsoft.com/office/drawing/2014/main" id="{43CE77DD-BB79-436A-B5AC-4B375CA8FC7B}"/>
              </a:ext>
            </a:extLst>
          </p:cNvPr>
          <p:cNvSpPr>
            <a:spLocks xmlns:a="http://schemas.openxmlformats.org/drawingml/2006/main" noGrp="1"/>
          </p:cNvSpPr>
          <p:nvPr/>
        </p:nvSpPr>
        <p:spPr>
          <a:xfrm xmlns:a="http://schemas.openxmlformats.org/drawingml/2006/main">
            <a:off x="2221478" y="4689577"/>
            <a:ext cx="285636" cy="290170"/>
          </a:xfrm>
          <a:custGeom xmlns:a="http://schemas.openxmlformats.org/drawingml/2006/main">
            <a:pathLst>
              <a:path w="1200150" h="1219200">
                <a:moveTo>
                  <a:pt x="1200150" y="9525"/>
                </a:moveTo>
                <a:lnTo>
                  <a:pt x="1190625" y="0"/>
                </a:lnTo>
                <a:lnTo>
                  <a:pt x="9525" y="0"/>
                </a:lnTo>
                <a:lnTo>
                  <a:pt x="0" y="9525"/>
                </a:lnTo>
                <a:lnTo>
                  <a:pt x="0" y="1209675"/>
                </a:lnTo>
                <a:lnTo>
                  <a:pt x="9525" y="1219200"/>
                </a:lnTo>
                <a:lnTo>
                  <a:pt x="866775" y="1219200"/>
                </a:lnTo>
                <a:lnTo>
                  <a:pt x="1200150" y="885825"/>
                </a:lnTo>
                <a:lnTo>
                  <a:pt x="1200150" y="876300"/>
                </a:lnTo>
                <a:close/>
              </a:path>
            </a:pathLst>
          </a:custGeom>
          <a:solidFill xmlns:a="http://schemas.openxmlformats.org/drawingml/2006/main">
            <a:srgbClr val="E3E5E7"/>
          </a:solidFill>
          <a:ln xmlns:a="http://schemas.openxmlformats.org/drawingml/2006/main" w="0">
            <a:noFill/>
          </a:ln>
        </p:spPr>
      </p:sp>
      <p:sp>
        <p:nvSpPr>
          <p:cNvPr id="84" name="ddca-boundary-33">
            <a:extLst xmlns:a="http://schemas.openxmlformats.org/drawingml/2006/main">
              <a:ext uri="{FF2B5EF4-FFF2-40B4-BE49-F238E27FC236}">
                <a16:creationId xmlns:a16="http://schemas.microsoft.com/office/drawing/2014/main" id="{BA4EE829-0360-4945-A3D2-42A10875A791}"/>
              </a:ext>
            </a:extLst>
          </p:cNvPr>
          <p:cNvSpPr>
            <a:spLocks xmlns:a="http://schemas.openxmlformats.org/drawingml/2006/main" noGrp="1"/>
          </p:cNvSpPr>
          <p:nvPr/>
        </p:nvSpPr>
        <p:spPr>
          <a:xfrm xmlns:a="http://schemas.openxmlformats.org/drawingml/2006/main">
            <a:off x="2221478" y="4689577"/>
            <a:ext cx="285636" cy="290170"/>
          </a:xfrm>
          <a:custGeom xmlns:a="http://schemas.openxmlformats.org/drawingml/2006/main">
            <a:pathLst>
              <a:path w="1200150" h="1219200">
                <a:moveTo>
                  <a:pt x="1200150" y="9525"/>
                </a:moveTo>
                <a:lnTo>
                  <a:pt x="1190625" y="0"/>
                </a:lnTo>
                <a:lnTo>
                  <a:pt x="9525" y="0"/>
                </a:lnTo>
                <a:lnTo>
                  <a:pt x="0" y="9525"/>
                </a:lnTo>
                <a:lnTo>
                  <a:pt x="0" y="1209675"/>
                </a:lnTo>
                <a:lnTo>
                  <a:pt x="9525" y="1219200"/>
                </a:lnTo>
                <a:lnTo>
                  <a:pt x="866775" y="1219200"/>
                </a:lnTo>
                <a:lnTo>
                  <a:pt x="1200150" y="885825"/>
                </a:lnTo>
                <a:lnTo>
                  <a:pt x="1200150" y="876300"/>
                </a:lnTo>
                <a:close/>
              </a:path>
            </a:pathLst>
          </a:custGeom>
          <a:noFill xmlns:a="http://schemas.openxmlformats.org/drawingml/2006/main"/>
          <a:ln xmlns:a="http://schemas.openxmlformats.org/drawingml/2006/main" w="11430">
            <a:solidFill>
              <a:srgbClr val="FFFFFF"/>
            </a:solidFill>
          </a:ln>
        </p:spPr>
      </p:sp>
      <p:sp>
        <p:nvSpPr>
          <p:cNvPr id="85" name="ddca-prefecture-34">
            <a:extLst xmlns:a="http://schemas.openxmlformats.org/drawingml/2006/main">
              <a:ext uri="{FF2B5EF4-FFF2-40B4-BE49-F238E27FC236}">
                <a16:creationId xmlns:a16="http://schemas.microsoft.com/office/drawing/2014/main" id="{780EE3D5-80E1-45CF-B0D9-01653DFD4DCA}"/>
              </a:ext>
            </a:extLst>
          </p:cNvPr>
          <p:cNvSpPr>
            <a:spLocks xmlns:a="http://schemas.openxmlformats.org/drawingml/2006/main" noGrp="1"/>
          </p:cNvSpPr>
          <p:nvPr/>
        </p:nvSpPr>
        <p:spPr>
          <a:xfrm xmlns:a="http://schemas.openxmlformats.org/drawingml/2006/main">
            <a:off x="1874634" y="4689577"/>
            <a:ext cx="346843" cy="296970"/>
          </a:xfrm>
          <a:custGeom xmlns:a="http://schemas.openxmlformats.org/drawingml/2006/main">
            <a:pathLst>
              <a:path w="1457325" h="1247775">
                <a:moveTo>
                  <a:pt x="1457325" y="9525"/>
                </a:moveTo>
                <a:lnTo>
                  <a:pt x="1447800" y="0"/>
                </a:lnTo>
                <a:lnTo>
                  <a:pt x="1314450" y="0"/>
                </a:lnTo>
                <a:lnTo>
                  <a:pt x="1304925" y="0"/>
                </a:lnTo>
                <a:lnTo>
                  <a:pt x="1295400" y="0"/>
                </a:lnTo>
                <a:lnTo>
                  <a:pt x="9525" y="0"/>
                </a:lnTo>
                <a:lnTo>
                  <a:pt x="0" y="9525"/>
                </a:lnTo>
                <a:lnTo>
                  <a:pt x="0" y="1019175"/>
                </a:lnTo>
                <a:lnTo>
                  <a:pt x="9525" y="1028700"/>
                </a:lnTo>
                <a:lnTo>
                  <a:pt x="266700" y="1028700"/>
                </a:lnTo>
                <a:lnTo>
                  <a:pt x="485775" y="1247775"/>
                </a:lnTo>
                <a:lnTo>
                  <a:pt x="1343025" y="1247775"/>
                </a:lnTo>
                <a:lnTo>
                  <a:pt x="1371600" y="1219200"/>
                </a:lnTo>
                <a:lnTo>
                  <a:pt x="1447800" y="1219200"/>
                </a:lnTo>
                <a:lnTo>
                  <a:pt x="1457325" y="1209675"/>
                </a:lnTo>
                <a:close/>
              </a:path>
            </a:pathLst>
          </a:custGeom>
          <a:solidFill xmlns:a="http://schemas.openxmlformats.org/drawingml/2006/main">
            <a:srgbClr val="E3E5E7"/>
          </a:solidFill>
          <a:ln xmlns:a="http://schemas.openxmlformats.org/drawingml/2006/main" w="0">
            <a:noFill/>
          </a:ln>
        </p:spPr>
      </p:sp>
      <p:sp>
        <p:nvSpPr>
          <p:cNvPr id="86" name="ddca-band-34-undergraduate-0">
            <a:extLst xmlns:a="http://schemas.openxmlformats.org/drawingml/2006/main">
              <a:ext uri="{FF2B5EF4-FFF2-40B4-BE49-F238E27FC236}">
                <a16:creationId xmlns:a16="http://schemas.microsoft.com/office/drawing/2014/main" id="{56650A77-94F2-4329-AC31-444238E7C6CD}"/>
              </a:ext>
            </a:extLst>
          </p:cNvPr>
          <p:cNvSpPr>
            <a:spLocks xmlns:a="http://schemas.openxmlformats.org/drawingml/2006/main" noGrp="1"/>
          </p:cNvSpPr>
          <p:nvPr/>
        </p:nvSpPr>
        <p:spPr>
          <a:xfrm xmlns:a="http://schemas.openxmlformats.org/drawingml/2006/main">
            <a:off x="1874634" y="4689577"/>
            <a:ext cx="86711" cy="268067"/>
          </a:xfrm>
          <a:custGeom xmlns:a="http://schemas.openxmlformats.org/drawingml/2006/main">
            <a:pathLst>
              <a:path w="364331" h="1126331">
                <a:moveTo>
                  <a:pt x="364331" y="0"/>
                </a:moveTo>
                <a:lnTo>
                  <a:pt x="9525" y="0"/>
                </a:lnTo>
                <a:lnTo>
                  <a:pt x="0" y="9525"/>
                </a:lnTo>
                <a:lnTo>
                  <a:pt x="0" y="1019175"/>
                </a:lnTo>
                <a:lnTo>
                  <a:pt x="9525" y="1028700"/>
                </a:lnTo>
                <a:lnTo>
                  <a:pt x="266700" y="1028700"/>
                </a:lnTo>
                <a:lnTo>
                  <a:pt x="364331" y="1126331"/>
                </a:lnTo>
                <a:close/>
              </a:path>
            </a:pathLst>
          </a:custGeom>
          <a:solidFill xmlns:a="http://schemas.openxmlformats.org/drawingml/2006/main">
            <a:srgbClr val="D55E00"/>
          </a:solidFill>
          <a:ln xmlns:a="http://schemas.openxmlformats.org/drawingml/2006/main" w="0">
            <a:noFill/>
          </a:ln>
        </p:spPr>
      </p:sp>
      <p:sp>
        <p:nvSpPr>
          <p:cNvPr id="87" name="ddca-band-34-graduate-1">
            <a:extLst xmlns:a="http://schemas.openxmlformats.org/drawingml/2006/main">
              <a:ext uri="{FF2B5EF4-FFF2-40B4-BE49-F238E27FC236}">
                <a16:creationId xmlns:a16="http://schemas.microsoft.com/office/drawing/2014/main" id="{C382F2A2-CE9A-49E8-AE46-553D7C2B147C}"/>
              </a:ext>
            </a:extLst>
          </p:cNvPr>
          <p:cNvSpPr>
            <a:spLocks xmlns:a="http://schemas.openxmlformats.org/drawingml/2006/main" noGrp="1"/>
          </p:cNvSpPr>
          <p:nvPr/>
        </p:nvSpPr>
        <p:spPr>
          <a:xfrm xmlns:a="http://schemas.openxmlformats.org/drawingml/2006/main">
            <a:off x="1961345" y="4689577"/>
            <a:ext cx="86711" cy="296970"/>
          </a:xfrm>
          <a:custGeom xmlns:a="http://schemas.openxmlformats.org/drawingml/2006/main">
            <a:pathLst>
              <a:path w="364331" h="1247775">
                <a:moveTo>
                  <a:pt x="364331" y="0"/>
                </a:moveTo>
                <a:lnTo>
                  <a:pt x="0" y="0"/>
                </a:lnTo>
                <a:lnTo>
                  <a:pt x="0" y="1126331"/>
                </a:lnTo>
                <a:lnTo>
                  <a:pt x="121444" y="1247775"/>
                </a:lnTo>
                <a:lnTo>
                  <a:pt x="364331" y="1247775"/>
                </a:lnTo>
                <a:close/>
              </a:path>
            </a:pathLst>
          </a:custGeom>
          <a:solidFill xmlns:a="http://schemas.openxmlformats.org/drawingml/2006/main">
            <a:srgbClr val="00856B"/>
          </a:solidFill>
          <a:ln xmlns:a="http://schemas.openxmlformats.org/drawingml/2006/main" w="0">
            <a:noFill/>
          </a:ln>
        </p:spPr>
      </p:sp>
      <p:sp>
        <p:nvSpPr>
          <p:cNvPr id="88" name="ddca-band-34-undergraduate-2">
            <a:extLst xmlns:a="http://schemas.openxmlformats.org/drawingml/2006/main">
              <a:ext uri="{FF2B5EF4-FFF2-40B4-BE49-F238E27FC236}">
                <a16:creationId xmlns:a16="http://schemas.microsoft.com/office/drawing/2014/main" id="{BD9D633A-3A3B-4356-B35B-F96AC4E908F4}"/>
              </a:ext>
            </a:extLst>
          </p:cNvPr>
          <p:cNvSpPr>
            <a:spLocks xmlns:a="http://schemas.openxmlformats.org/drawingml/2006/main" noGrp="1"/>
          </p:cNvSpPr>
          <p:nvPr/>
        </p:nvSpPr>
        <p:spPr>
          <a:xfrm xmlns:a="http://schemas.openxmlformats.org/drawingml/2006/main">
            <a:off x="2048056" y="4689577"/>
            <a:ext cx="86711" cy="296970"/>
          </a:xfrm>
          <a:custGeom xmlns:a="http://schemas.openxmlformats.org/drawingml/2006/main">
            <a:pathLst>
              <a:path w="364331" h="1247775">
                <a:moveTo>
                  <a:pt x="364331" y="0"/>
                </a:moveTo>
                <a:lnTo>
                  <a:pt x="0" y="0"/>
                </a:lnTo>
                <a:lnTo>
                  <a:pt x="0" y="1247775"/>
                </a:lnTo>
                <a:lnTo>
                  <a:pt x="364331" y="1247775"/>
                </a:lnTo>
                <a:close/>
              </a:path>
            </a:pathLst>
          </a:custGeom>
          <a:solidFill xmlns:a="http://schemas.openxmlformats.org/drawingml/2006/main">
            <a:srgbClr val="D55E00"/>
          </a:solidFill>
          <a:ln xmlns:a="http://schemas.openxmlformats.org/drawingml/2006/main" w="0">
            <a:noFill/>
          </a:ln>
        </p:spPr>
      </p:sp>
      <p:sp>
        <p:nvSpPr>
          <p:cNvPr id="89" name="ddca-band-34-graduate-3">
            <a:extLst xmlns:a="http://schemas.openxmlformats.org/drawingml/2006/main">
              <a:ext uri="{FF2B5EF4-FFF2-40B4-BE49-F238E27FC236}">
                <a16:creationId xmlns:a16="http://schemas.microsoft.com/office/drawing/2014/main" id="{4CB068E7-1693-4E76-B115-67AAC66A5381}"/>
              </a:ext>
            </a:extLst>
          </p:cNvPr>
          <p:cNvSpPr>
            <a:spLocks xmlns:a="http://schemas.openxmlformats.org/drawingml/2006/main" noGrp="1"/>
          </p:cNvSpPr>
          <p:nvPr/>
        </p:nvSpPr>
        <p:spPr>
          <a:xfrm xmlns:a="http://schemas.openxmlformats.org/drawingml/2006/main">
            <a:off x="2134767" y="4689577"/>
            <a:ext cx="86711" cy="296970"/>
          </a:xfrm>
          <a:custGeom xmlns:a="http://schemas.openxmlformats.org/drawingml/2006/main">
            <a:pathLst>
              <a:path w="364331" h="1247775">
                <a:moveTo>
                  <a:pt x="364331" y="9525"/>
                </a:moveTo>
                <a:lnTo>
                  <a:pt x="354806" y="0"/>
                </a:lnTo>
                <a:lnTo>
                  <a:pt x="221456" y="0"/>
                </a:lnTo>
                <a:lnTo>
                  <a:pt x="211931" y="0"/>
                </a:lnTo>
                <a:lnTo>
                  <a:pt x="202406" y="0"/>
                </a:lnTo>
                <a:lnTo>
                  <a:pt x="0" y="0"/>
                </a:lnTo>
                <a:lnTo>
                  <a:pt x="0" y="1247775"/>
                </a:lnTo>
                <a:lnTo>
                  <a:pt x="250031" y="1247775"/>
                </a:lnTo>
                <a:lnTo>
                  <a:pt x="278606" y="1219200"/>
                </a:lnTo>
                <a:lnTo>
                  <a:pt x="354806" y="1219200"/>
                </a:lnTo>
                <a:lnTo>
                  <a:pt x="364331" y="1209675"/>
                </a:lnTo>
                <a:close/>
              </a:path>
            </a:pathLst>
          </a:custGeom>
          <a:solidFill xmlns:a="http://schemas.openxmlformats.org/drawingml/2006/main">
            <a:srgbClr val="00856B"/>
          </a:solidFill>
          <a:ln xmlns:a="http://schemas.openxmlformats.org/drawingml/2006/main" w="0">
            <a:noFill/>
          </a:ln>
        </p:spPr>
      </p:sp>
      <p:sp>
        <p:nvSpPr>
          <p:cNvPr id="90" name="ddca-boundary-34">
            <a:extLst xmlns:a="http://schemas.openxmlformats.org/drawingml/2006/main">
              <a:ext uri="{FF2B5EF4-FFF2-40B4-BE49-F238E27FC236}">
                <a16:creationId xmlns:a16="http://schemas.microsoft.com/office/drawing/2014/main" id="{FDADCA34-B260-493B-8CD1-5FF95F5FC5A6}"/>
              </a:ext>
            </a:extLst>
          </p:cNvPr>
          <p:cNvSpPr>
            <a:spLocks xmlns:a="http://schemas.openxmlformats.org/drawingml/2006/main" noGrp="1"/>
          </p:cNvSpPr>
          <p:nvPr/>
        </p:nvSpPr>
        <p:spPr>
          <a:xfrm xmlns:a="http://schemas.openxmlformats.org/drawingml/2006/main">
            <a:off x="1874634" y="4689577"/>
            <a:ext cx="346843" cy="296970"/>
          </a:xfrm>
          <a:custGeom xmlns:a="http://schemas.openxmlformats.org/drawingml/2006/main">
            <a:pathLst>
              <a:path w="1457325" h="1247775">
                <a:moveTo>
                  <a:pt x="1457325" y="9525"/>
                </a:moveTo>
                <a:lnTo>
                  <a:pt x="1447800" y="0"/>
                </a:lnTo>
                <a:lnTo>
                  <a:pt x="1314450" y="0"/>
                </a:lnTo>
                <a:lnTo>
                  <a:pt x="1304925" y="0"/>
                </a:lnTo>
                <a:lnTo>
                  <a:pt x="1295400" y="0"/>
                </a:lnTo>
                <a:lnTo>
                  <a:pt x="9525" y="0"/>
                </a:lnTo>
                <a:lnTo>
                  <a:pt x="0" y="9525"/>
                </a:lnTo>
                <a:lnTo>
                  <a:pt x="0" y="1019175"/>
                </a:lnTo>
                <a:lnTo>
                  <a:pt x="9525" y="1028700"/>
                </a:lnTo>
                <a:lnTo>
                  <a:pt x="266700" y="1028700"/>
                </a:lnTo>
                <a:lnTo>
                  <a:pt x="485775" y="1247775"/>
                </a:lnTo>
                <a:lnTo>
                  <a:pt x="1343025" y="1247775"/>
                </a:lnTo>
                <a:lnTo>
                  <a:pt x="1371600" y="1219200"/>
                </a:lnTo>
                <a:lnTo>
                  <a:pt x="1447800" y="1219200"/>
                </a:lnTo>
                <a:lnTo>
                  <a:pt x="1457325" y="1209675"/>
                </a:lnTo>
                <a:close/>
              </a:path>
            </a:pathLst>
          </a:custGeom>
          <a:noFill xmlns:a="http://schemas.openxmlformats.org/drawingml/2006/main"/>
          <a:ln xmlns:a="http://schemas.openxmlformats.org/drawingml/2006/main" w="11430">
            <a:solidFill>
              <a:srgbClr val="FFFFFF"/>
            </a:solidFill>
          </a:ln>
        </p:spPr>
      </p:sp>
      <p:sp>
        <p:nvSpPr>
          <p:cNvPr id="91" name="ddca-prefecture-35">
            <a:extLst xmlns:a="http://schemas.openxmlformats.org/drawingml/2006/main">
              <a:ext uri="{FF2B5EF4-FFF2-40B4-BE49-F238E27FC236}">
                <a16:creationId xmlns:a16="http://schemas.microsoft.com/office/drawing/2014/main" id="{B973AEB9-CC1E-499B-8091-208C848F3210}"/>
              </a:ext>
            </a:extLst>
          </p:cNvPr>
          <p:cNvSpPr>
            <a:spLocks xmlns:a="http://schemas.openxmlformats.org/drawingml/2006/main" noGrp="1"/>
          </p:cNvSpPr>
          <p:nvPr/>
        </p:nvSpPr>
        <p:spPr>
          <a:xfrm xmlns:a="http://schemas.openxmlformats.org/drawingml/2006/main">
            <a:off x="1477918" y="4623835"/>
            <a:ext cx="396716" cy="360445"/>
          </a:xfrm>
          <a:custGeom xmlns:a="http://schemas.openxmlformats.org/drawingml/2006/main">
            <a:pathLst>
              <a:path w="1666875" h="1514475">
                <a:moveTo>
                  <a:pt x="1200150" y="9525"/>
                </a:moveTo>
                <a:lnTo>
                  <a:pt x="1190625" y="0"/>
                </a:lnTo>
                <a:lnTo>
                  <a:pt x="485775" y="0"/>
                </a:lnTo>
                <a:lnTo>
                  <a:pt x="428625" y="57150"/>
                </a:lnTo>
                <a:lnTo>
                  <a:pt x="38100" y="57150"/>
                </a:lnTo>
                <a:lnTo>
                  <a:pt x="0" y="95250"/>
                </a:lnTo>
                <a:lnTo>
                  <a:pt x="0" y="428625"/>
                </a:lnTo>
                <a:lnTo>
                  <a:pt x="209550" y="638175"/>
                </a:lnTo>
                <a:lnTo>
                  <a:pt x="400050" y="638175"/>
                </a:lnTo>
                <a:lnTo>
                  <a:pt x="1276350" y="1514475"/>
                </a:lnTo>
                <a:lnTo>
                  <a:pt x="1457325" y="1514475"/>
                </a:lnTo>
                <a:lnTo>
                  <a:pt x="1666875" y="1304925"/>
                </a:lnTo>
                <a:lnTo>
                  <a:pt x="1666875" y="1295400"/>
                </a:lnTo>
                <a:lnTo>
                  <a:pt x="1666875" y="285750"/>
                </a:lnTo>
                <a:lnTo>
                  <a:pt x="1657350" y="276225"/>
                </a:lnTo>
                <a:lnTo>
                  <a:pt x="1247775" y="276225"/>
                </a:lnTo>
                <a:lnTo>
                  <a:pt x="1200150" y="228600"/>
                </a:lnTo>
                <a:close/>
              </a:path>
            </a:pathLst>
          </a:custGeom>
          <a:solidFill xmlns:a="http://schemas.openxmlformats.org/drawingml/2006/main">
            <a:srgbClr val="E3E5E7"/>
          </a:solidFill>
          <a:ln xmlns:a="http://schemas.openxmlformats.org/drawingml/2006/main" w="0">
            <a:noFill/>
          </a:ln>
        </p:spPr>
      </p:sp>
      <p:sp>
        <p:nvSpPr>
          <p:cNvPr id="92" name="ddca-boundary-35">
            <a:extLst xmlns:a="http://schemas.openxmlformats.org/drawingml/2006/main">
              <a:ext uri="{FF2B5EF4-FFF2-40B4-BE49-F238E27FC236}">
                <a16:creationId xmlns:a16="http://schemas.microsoft.com/office/drawing/2014/main" id="{38B41279-FD5A-4541-BA9B-C65B4474D5B7}"/>
              </a:ext>
            </a:extLst>
          </p:cNvPr>
          <p:cNvSpPr>
            <a:spLocks xmlns:a="http://schemas.openxmlformats.org/drawingml/2006/main" noGrp="1"/>
          </p:cNvSpPr>
          <p:nvPr/>
        </p:nvSpPr>
        <p:spPr>
          <a:xfrm xmlns:a="http://schemas.openxmlformats.org/drawingml/2006/main">
            <a:off x="1477918" y="4623835"/>
            <a:ext cx="396716" cy="360445"/>
          </a:xfrm>
          <a:custGeom xmlns:a="http://schemas.openxmlformats.org/drawingml/2006/main">
            <a:pathLst>
              <a:path w="1666875" h="1514475">
                <a:moveTo>
                  <a:pt x="1200150" y="9525"/>
                </a:moveTo>
                <a:lnTo>
                  <a:pt x="1190625" y="0"/>
                </a:lnTo>
                <a:lnTo>
                  <a:pt x="485775" y="0"/>
                </a:lnTo>
                <a:lnTo>
                  <a:pt x="428625" y="57150"/>
                </a:lnTo>
                <a:lnTo>
                  <a:pt x="38100" y="57150"/>
                </a:lnTo>
                <a:lnTo>
                  <a:pt x="0" y="95250"/>
                </a:lnTo>
                <a:lnTo>
                  <a:pt x="0" y="428625"/>
                </a:lnTo>
                <a:lnTo>
                  <a:pt x="209550" y="638175"/>
                </a:lnTo>
                <a:lnTo>
                  <a:pt x="400050" y="638175"/>
                </a:lnTo>
                <a:lnTo>
                  <a:pt x="1276350" y="1514475"/>
                </a:lnTo>
                <a:lnTo>
                  <a:pt x="1457325" y="1514475"/>
                </a:lnTo>
                <a:lnTo>
                  <a:pt x="1666875" y="1304925"/>
                </a:lnTo>
                <a:lnTo>
                  <a:pt x="1666875" y="1295400"/>
                </a:lnTo>
                <a:lnTo>
                  <a:pt x="1666875" y="285750"/>
                </a:lnTo>
                <a:lnTo>
                  <a:pt x="1657350" y="276225"/>
                </a:lnTo>
                <a:lnTo>
                  <a:pt x="1247775" y="276225"/>
                </a:lnTo>
                <a:lnTo>
                  <a:pt x="1200150" y="228600"/>
                </a:lnTo>
                <a:close/>
              </a:path>
            </a:pathLst>
          </a:custGeom>
          <a:noFill xmlns:a="http://schemas.openxmlformats.org/drawingml/2006/main"/>
          <a:ln xmlns:a="http://schemas.openxmlformats.org/drawingml/2006/main" w="11430">
            <a:solidFill>
              <a:srgbClr val="FFFFFF"/>
            </a:solidFill>
          </a:ln>
        </p:spPr>
      </p:sp>
      <p:sp>
        <p:nvSpPr>
          <p:cNvPr id="93" name="ddca-prefecture-36">
            <a:extLst xmlns:a="http://schemas.openxmlformats.org/drawingml/2006/main">
              <a:ext uri="{FF2B5EF4-FFF2-40B4-BE49-F238E27FC236}">
                <a16:creationId xmlns:a16="http://schemas.microsoft.com/office/drawing/2014/main" id="{17C1E6F0-2EC4-4A9E-B21B-2185CDAA7DA6}"/>
              </a:ext>
            </a:extLst>
          </p:cNvPr>
          <p:cNvSpPr>
            <a:spLocks xmlns:a="http://schemas.openxmlformats.org/drawingml/2006/main" noGrp="1"/>
          </p:cNvSpPr>
          <p:nvPr/>
        </p:nvSpPr>
        <p:spPr>
          <a:xfrm xmlns:a="http://schemas.openxmlformats.org/drawingml/2006/main">
            <a:off x="2337092" y="5156568"/>
            <a:ext cx="299237" cy="274301"/>
          </a:xfrm>
          <a:custGeom xmlns:a="http://schemas.openxmlformats.org/drawingml/2006/main">
            <a:pathLst>
              <a:path w="1257300" h="1152525">
                <a:moveTo>
                  <a:pt x="1257300" y="133350"/>
                </a:moveTo>
                <a:lnTo>
                  <a:pt x="1123950" y="0"/>
                </a:lnTo>
                <a:lnTo>
                  <a:pt x="1114425" y="0"/>
                </a:lnTo>
                <a:lnTo>
                  <a:pt x="1104900" y="0"/>
                </a:lnTo>
                <a:lnTo>
                  <a:pt x="9525" y="0"/>
                </a:lnTo>
                <a:lnTo>
                  <a:pt x="0" y="9525"/>
                </a:lnTo>
                <a:lnTo>
                  <a:pt x="0" y="400050"/>
                </a:lnTo>
                <a:lnTo>
                  <a:pt x="0" y="409575"/>
                </a:lnTo>
                <a:lnTo>
                  <a:pt x="742950" y="1152525"/>
                </a:lnTo>
                <a:lnTo>
                  <a:pt x="1257300" y="638175"/>
                </a:lnTo>
                <a:close/>
              </a:path>
            </a:pathLst>
          </a:custGeom>
          <a:solidFill xmlns:a="http://schemas.openxmlformats.org/drawingml/2006/main">
            <a:srgbClr val="E3E5E7"/>
          </a:solidFill>
          <a:ln xmlns:a="http://schemas.openxmlformats.org/drawingml/2006/main" w="0">
            <a:noFill/>
          </a:ln>
        </p:spPr>
      </p:sp>
      <p:sp>
        <p:nvSpPr>
          <p:cNvPr id="94" name="ddca-boundary-36">
            <a:extLst xmlns:a="http://schemas.openxmlformats.org/drawingml/2006/main">
              <a:ext uri="{FF2B5EF4-FFF2-40B4-BE49-F238E27FC236}">
                <a16:creationId xmlns:a16="http://schemas.microsoft.com/office/drawing/2014/main" id="{638B5A75-D6CE-4DF9-B7FD-2D28C2C3BDD2}"/>
              </a:ext>
            </a:extLst>
          </p:cNvPr>
          <p:cNvSpPr>
            <a:spLocks xmlns:a="http://schemas.openxmlformats.org/drawingml/2006/main" noGrp="1"/>
          </p:cNvSpPr>
          <p:nvPr/>
        </p:nvSpPr>
        <p:spPr>
          <a:xfrm xmlns:a="http://schemas.openxmlformats.org/drawingml/2006/main">
            <a:off x="2337092" y="5156568"/>
            <a:ext cx="299237" cy="274301"/>
          </a:xfrm>
          <a:custGeom xmlns:a="http://schemas.openxmlformats.org/drawingml/2006/main">
            <a:pathLst>
              <a:path w="1257300" h="1152525">
                <a:moveTo>
                  <a:pt x="1257300" y="133350"/>
                </a:moveTo>
                <a:lnTo>
                  <a:pt x="1123950" y="0"/>
                </a:lnTo>
                <a:lnTo>
                  <a:pt x="1114425" y="0"/>
                </a:lnTo>
                <a:lnTo>
                  <a:pt x="1104900" y="0"/>
                </a:lnTo>
                <a:lnTo>
                  <a:pt x="9525" y="0"/>
                </a:lnTo>
                <a:lnTo>
                  <a:pt x="0" y="9525"/>
                </a:lnTo>
                <a:lnTo>
                  <a:pt x="0" y="400050"/>
                </a:lnTo>
                <a:lnTo>
                  <a:pt x="0" y="409575"/>
                </a:lnTo>
                <a:lnTo>
                  <a:pt x="742950" y="1152525"/>
                </a:lnTo>
                <a:lnTo>
                  <a:pt x="1257300" y="638175"/>
                </a:lnTo>
                <a:close/>
              </a:path>
            </a:pathLst>
          </a:custGeom>
          <a:noFill xmlns:a="http://schemas.openxmlformats.org/drawingml/2006/main"/>
          <a:ln xmlns:a="http://schemas.openxmlformats.org/drawingml/2006/main" w="11430">
            <a:solidFill>
              <a:srgbClr val="FFFFFF"/>
            </a:solidFill>
          </a:ln>
        </p:spPr>
      </p:sp>
      <p:sp>
        <p:nvSpPr>
          <p:cNvPr id="95" name="ddca-prefecture-37">
            <a:extLst xmlns:a="http://schemas.openxmlformats.org/drawingml/2006/main">
              <a:ext uri="{FF2B5EF4-FFF2-40B4-BE49-F238E27FC236}">
                <a16:creationId xmlns:a16="http://schemas.microsoft.com/office/drawing/2014/main" id="{58ED4581-22DA-4054-84D0-A7E7FC8C7265}"/>
              </a:ext>
            </a:extLst>
          </p:cNvPr>
          <p:cNvSpPr>
            <a:spLocks xmlns:a="http://schemas.openxmlformats.org/drawingml/2006/main" noGrp="1"/>
          </p:cNvSpPr>
          <p:nvPr/>
        </p:nvSpPr>
        <p:spPr>
          <a:xfrm xmlns:a="http://schemas.openxmlformats.org/drawingml/2006/main">
            <a:off x="2282685" y="5047755"/>
            <a:ext cx="319640" cy="108814"/>
          </a:xfrm>
          <a:custGeom xmlns:a="http://schemas.openxmlformats.org/drawingml/2006/main">
            <a:pathLst>
              <a:path w="1343025" h="457200">
                <a:moveTo>
                  <a:pt x="1343025" y="447675"/>
                </a:moveTo>
                <a:lnTo>
                  <a:pt x="895350" y="0"/>
                </a:lnTo>
                <a:lnTo>
                  <a:pt x="352425" y="0"/>
                </a:lnTo>
                <a:lnTo>
                  <a:pt x="0" y="352425"/>
                </a:lnTo>
                <a:lnTo>
                  <a:pt x="0" y="447675"/>
                </a:lnTo>
                <a:lnTo>
                  <a:pt x="9525" y="457200"/>
                </a:lnTo>
                <a:lnTo>
                  <a:pt x="219075" y="457200"/>
                </a:lnTo>
                <a:lnTo>
                  <a:pt x="228600" y="457200"/>
                </a:lnTo>
                <a:lnTo>
                  <a:pt x="238125" y="457200"/>
                </a:lnTo>
                <a:lnTo>
                  <a:pt x="1333500" y="457200"/>
                </a:lnTo>
                <a:close/>
              </a:path>
            </a:pathLst>
          </a:custGeom>
          <a:solidFill xmlns:a="http://schemas.openxmlformats.org/drawingml/2006/main">
            <a:srgbClr val="E3E5E7"/>
          </a:solidFill>
          <a:ln xmlns:a="http://schemas.openxmlformats.org/drawingml/2006/main" w="0">
            <a:noFill/>
          </a:ln>
        </p:spPr>
      </p:sp>
      <p:sp>
        <p:nvSpPr>
          <p:cNvPr id="96" name="ddca-boundary-37">
            <a:extLst xmlns:a="http://schemas.openxmlformats.org/drawingml/2006/main">
              <a:ext uri="{FF2B5EF4-FFF2-40B4-BE49-F238E27FC236}">
                <a16:creationId xmlns:a16="http://schemas.microsoft.com/office/drawing/2014/main" id="{81A730C0-20FA-44EC-8F67-B5154BB75115}"/>
              </a:ext>
            </a:extLst>
          </p:cNvPr>
          <p:cNvSpPr>
            <a:spLocks xmlns:a="http://schemas.openxmlformats.org/drawingml/2006/main" noGrp="1"/>
          </p:cNvSpPr>
          <p:nvPr/>
        </p:nvSpPr>
        <p:spPr>
          <a:xfrm xmlns:a="http://schemas.openxmlformats.org/drawingml/2006/main">
            <a:off x="2282685" y="5047755"/>
            <a:ext cx="319640" cy="108814"/>
          </a:xfrm>
          <a:custGeom xmlns:a="http://schemas.openxmlformats.org/drawingml/2006/main">
            <a:pathLst>
              <a:path w="1343025" h="457200">
                <a:moveTo>
                  <a:pt x="1343025" y="447675"/>
                </a:moveTo>
                <a:lnTo>
                  <a:pt x="895350" y="0"/>
                </a:lnTo>
                <a:lnTo>
                  <a:pt x="352425" y="0"/>
                </a:lnTo>
                <a:lnTo>
                  <a:pt x="0" y="352425"/>
                </a:lnTo>
                <a:lnTo>
                  <a:pt x="0" y="447675"/>
                </a:lnTo>
                <a:lnTo>
                  <a:pt x="9525" y="457200"/>
                </a:lnTo>
                <a:lnTo>
                  <a:pt x="219075" y="457200"/>
                </a:lnTo>
                <a:lnTo>
                  <a:pt x="228600" y="457200"/>
                </a:lnTo>
                <a:lnTo>
                  <a:pt x="238125" y="457200"/>
                </a:lnTo>
                <a:lnTo>
                  <a:pt x="1333500" y="457200"/>
                </a:lnTo>
                <a:close/>
              </a:path>
            </a:pathLst>
          </a:custGeom>
          <a:noFill xmlns:a="http://schemas.openxmlformats.org/drawingml/2006/main"/>
          <a:ln xmlns:a="http://schemas.openxmlformats.org/drawingml/2006/main" w="11430">
            <a:solidFill>
              <a:srgbClr val="FFFFFF"/>
            </a:solidFill>
          </a:ln>
        </p:spPr>
      </p:sp>
      <p:sp>
        <p:nvSpPr>
          <p:cNvPr id="97" name="ddca-prefecture-38">
            <a:extLst xmlns:a="http://schemas.openxmlformats.org/drawingml/2006/main">
              <a:ext uri="{FF2B5EF4-FFF2-40B4-BE49-F238E27FC236}">
                <a16:creationId xmlns:a16="http://schemas.microsoft.com/office/drawing/2014/main" id="{A9BEEE72-A092-4F7B-A679-7C371E6559A4}"/>
              </a:ext>
            </a:extLst>
          </p:cNvPr>
          <p:cNvSpPr>
            <a:spLocks xmlns:a="http://schemas.openxmlformats.org/drawingml/2006/main" noGrp="1"/>
          </p:cNvSpPr>
          <p:nvPr/>
        </p:nvSpPr>
        <p:spPr>
          <a:xfrm xmlns:a="http://schemas.openxmlformats.org/drawingml/2006/main">
            <a:off x="1763554" y="5038687"/>
            <a:ext cx="573538" cy="514598"/>
          </a:xfrm>
          <a:custGeom xmlns:a="http://schemas.openxmlformats.org/drawingml/2006/main">
            <a:pathLst>
              <a:path w="2409825" h="2162175">
                <a:moveTo>
                  <a:pt x="1371600" y="495300"/>
                </a:moveTo>
                <a:lnTo>
                  <a:pt x="876300" y="0"/>
                </a:lnTo>
                <a:lnTo>
                  <a:pt x="800100" y="0"/>
                </a:lnTo>
                <a:lnTo>
                  <a:pt x="0" y="800100"/>
                </a:lnTo>
                <a:lnTo>
                  <a:pt x="0" y="1781175"/>
                </a:lnTo>
                <a:lnTo>
                  <a:pt x="381000" y="2162175"/>
                </a:lnTo>
                <a:lnTo>
                  <a:pt x="390525" y="2152650"/>
                </a:lnTo>
                <a:lnTo>
                  <a:pt x="390525" y="1714500"/>
                </a:lnTo>
                <a:lnTo>
                  <a:pt x="1200150" y="904875"/>
                </a:lnTo>
                <a:lnTo>
                  <a:pt x="2400300" y="904875"/>
                </a:lnTo>
                <a:lnTo>
                  <a:pt x="2409825" y="895350"/>
                </a:lnTo>
                <a:lnTo>
                  <a:pt x="2409825" y="504825"/>
                </a:lnTo>
                <a:lnTo>
                  <a:pt x="2400300" y="495300"/>
                </a:lnTo>
                <a:lnTo>
                  <a:pt x="2190750" y="495300"/>
                </a:lnTo>
                <a:lnTo>
                  <a:pt x="2181225" y="495300"/>
                </a:lnTo>
                <a:lnTo>
                  <a:pt x="2171700" y="495300"/>
                </a:lnTo>
                <a:close/>
              </a:path>
            </a:pathLst>
          </a:custGeom>
          <a:solidFill xmlns:a="http://schemas.openxmlformats.org/drawingml/2006/main">
            <a:srgbClr val="E3E5E7"/>
          </a:solidFill>
          <a:ln xmlns:a="http://schemas.openxmlformats.org/drawingml/2006/main" w="0">
            <a:noFill/>
          </a:ln>
        </p:spPr>
      </p:sp>
      <p:sp>
        <p:nvSpPr>
          <p:cNvPr id="98" name="ddca-boundary-38">
            <a:extLst xmlns:a="http://schemas.openxmlformats.org/drawingml/2006/main">
              <a:ext uri="{FF2B5EF4-FFF2-40B4-BE49-F238E27FC236}">
                <a16:creationId xmlns:a16="http://schemas.microsoft.com/office/drawing/2014/main" id="{9AD04D37-79C1-4FDE-B161-AFE044CD39FF}"/>
              </a:ext>
            </a:extLst>
          </p:cNvPr>
          <p:cNvSpPr>
            <a:spLocks xmlns:a="http://schemas.openxmlformats.org/drawingml/2006/main" noGrp="1"/>
          </p:cNvSpPr>
          <p:nvPr/>
        </p:nvSpPr>
        <p:spPr>
          <a:xfrm xmlns:a="http://schemas.openxmlformats.org/drawingml/2006/main">
            <a:off x="1763554" y="5038687"/>
            <a:ext cx="573538" cy="514598"/>
          </a:xfrm>
          <a:custGeom xmlns:a="http://schemas.openxmlformats.org/drawingml/2006/main">
            <a:pathLst>
              <a:path w="2409825" h="2162175">
                <a:moveTo>
                  <a:pt x="1371600" y="495300"/>
                </a:moveTo>
                <a:lnTo>
                  <a:pt x="876300" y="0"/>
                </a:lnTo>
                <a:lnTo>
                  <a:pt x="800100" y="0"/>
                </a:lnTo>
                <a:lnTo>
                  <a:pt x="0" y="800100"/>
                </a:lnTo>
                <a:lnTo>
                  <a:pt x="0" y="1781175"/>
                </a:lnTo>
                <a:lnTo>
                  <a:pt x="381000" y="2162175"/>
                </a:lnTo>
                <a:lnTo>
                  <a:pt x="390525" y="2152650"/>
                </a:lnTo>
                <a:lnTo>
                  <a:pt x="390525" y="1714500"/>
                </a:lnTo>
                <a:lnTo>
                  <a:pt x="1200150" y="904875"/>
                </a:lnTo>
                <a:lnTo>
                  <a:pt x="2400300" y="904875"/>
                </a:lnTo>
                <a:lnTo>
                  <a:pt x="2409825" y="895350"/>
                </a:lnTo>
                <a:lnTo>
                  <a:pt x="2409825" y="504825"/>
                </a:lnTo>
                <a:lnTo>
                  <a:pt x="2400300" y="495300"/>
                </a:lnTo>
                <a:lnTo>
                  <a:pt x="2190750" y="495300"/>
                </a:lnTo>
                <a:lnTo>
                  <a:pt x="2181225" y="495300"/>
                </a:lnTo>
                <a:lnTo>
                  <a:pt x="2171700" y="495300"/>
                </a:lnTo>
                <a:close/>
              </a:path>
            </a:pathLst>
          </a:custGeom>
          <a:noFill xmlns:a="http://schemas.openxmlformats.org/drawingml/2006/main"/>
          <a:ln xmlns:a="http://schemas.openxmlformats.org/drawingml/2006/main" w="11430">
            <a:solidFill>
              <a:srgbClr val="FFFFFF"/>
            </a:solidFill>
          </a:ln>
        </p:spPr>
      </p:sp>
      <p:sp>
        <p:nvSpPr>
          <p:cNvPr id="99" name="ddca-prefecture-39">
            <a:extLst xmlns:a="http://schemas.openxmlformats.org/drawingml/2006/main">
              <a:ext uri="{FF2B5EF4-FFF2-40B4-BE49-F238E27FC236}">
                <a16:creationId xmlns:a16="http://schemas.microsoft.com/office/drawing/2014/main" id="{3CB8DAC4-0234-4CBA-B580-F1DD888AE459}"/>
              </a:ext>
            </a:extLst>
          </p:cNvPr>
          <p:cNvSpPr>
            <a:spLocks xmlns:a="http://schemas.openxmlformats.org/drawingml/2006/main" noGrp="1"/>
          </p:cNvSpPr>
          <p:nvPr/>
        </p:nvSpPr>
        <p:spPr>
          <a:xfrm xmlns:a="http://schemas.openxmlformats.org/drawingml/2006/main">
            <a:off x="1856499" y="5254047"/>
            <a:ext cx="657416" cy="317373"/>
          </a:xfrm>
          <a:custGeom xmlns:a="http://schemas.openxmlformats.org/drawingml/2006/main">
            <a:pathLst>
              <a:path w="2762250" h="1333500">
                <a:moveTo>
                  <a:pt x="2762250" y="742950"/>
                </a:moveTo>
                <a:lnTo>
                  <a:pt x="2019300" y="0"/>
                </a:lnTo>
                <a:lnTo>
                  <a:pt x="2009775" y="0"/>
                </a:lnTo>
                <a:lnTo>
                  <a:pt x="809625" y="0"/>
                </a:lnTo>
                <a:lnTo>
                  <a:pt x="0" y="809625"/>
                </a:lnTo>
                <a:lnTo>
                  <a:pt x="0" y="1247775"/>
                </a:lnTo>
                <a:lnTo>
                  <a:pt x="0" y="1257300"/>
                </a:lnTo>
                <a:lnTo>
                  <a:pt x="0" y="1266825"/>
                </a:lnTo>
                <a:lnTo>
                  <a:pt x="66675" y="1333500"/>
                </a:lnTo>
                <a:lnTo>
                  <a:pt x="561975" y="1333500"/>
                </a:lnTo>
                <a:lnTo>
                  <a:pt x="571500" y="1323975"/>
                </a:lnTo>
                <a:lnTo>
                  <a:pt x="571500" y="1085850"/>
                </a:lnTo>
                <a:lnTo>
                  <a:pt x="1095375" y="561975"/>
                </a:lnTo>
                <a:lnTo>
                  <a:pt x="1666875" y="561975"/>
                </a:lnTo>
                <a:lnTo>
                  <a:pt x="2305050" y="1200150"/>
                </a:lnTo>
                <a:close/>
              </a:path>
            </a:pathLst>
          </a:custGeom>
          <a:solidFill xmlns:a="http://schemas.openxmlformats.org/drawingml/2006/main">
            <a:srgbClr val="E3E5E7"/>
          </a:solidFill>
          <a:ln xmlns:a="http://schemas.openxmlformats.org/drawingml/2006/main" w="0">
            <a:noFill/>
          </a:ln>
        </p:spPr>
      </p:sp>
      <p:sp>
        <p:nvSpPr>
          <p:cNvPr id="100" name="ddca-band-39-undergraduate-0">
            <a:extLst xmlns:a="http://schemas.openxmlformats.org/drawingml/2006/main">
              <a:ext uri="{FF2B5EF4-FFF2-40B4-BE49-F238E27FC236}">
                <a16:creationId xmlns:a16="http://schemas.microsoft.com/office/drawing/2014/main" id="{74828C66-58B5-4BEE-9D06-71579DCB8FE3}"/>
              </a:ext>
            </a:extLst>
          </p:cNvPr>
          <p:cNvSpPr>
            <a:spLocks xmlns:a="http://schemas.openxmlformats.org/drawingml/2006/main" noGrp="1"/>
          </p:cNvSpPr>
          <p:nvPr/>
        </p:nvSpPr>
        <p:spPr>
          <a:xfrm xmlns:a="http://schemas.openxmlformats.org/drawingml/2006/main">
            <a:off x="1856499" y="5282384"/>
            <a:ext cx="164354" cy="289036"/>
          </a:xfrm>
          <a:custGeom xmlns:a="http://schemas.openxmlformats.org/drawingml/2006/main">
            <a:pathLst>
              <a:path w="690563" h="1214438">
                <a:moveTo>
                  <a:pt x="690563" y="0"/>
                </a:moveTo>
                <a:lnTo>
                  <a:pt x="0" y="690563"/>
                </a:lnTo>
                <a:lnTo>
                  <a:pt x="0" y="1128713"/>
                </a:lnTo>
                <a:lnTo>
                  <a:pt x="0" y="1138238"/>
                </a:lnTo>
                <a:lnTo>
                  <a:pt x="0" y="1147763"/>
                </a:lnTo>
                <a:lnTo>
                  <a:pt x="66675" y="1214438"/>
                </a:lnTo>
                <a:lnTo>
                  <a:pt x="561975" y="1214438"/>
                </a:lnTo>
                <a:lnTo>
                  <a:pt x="571500" y="1204913"/>
                </a:lnTo>
                <a:lnTo>
                  <a:pt x="571500" y="966788"/>
                </a:lnTo>
                <a:lnTo>
                  <a:pt x="690563" y="847725"/>
                </a:lnTo>
                <a:close/>
              </a:path>
            </a:pathLst>
          </a:custGeom>
          <a:solidFill xmlns:a="http://schemas.openxmlformats.org/drawingml/2006/main">
            <a:srgbClr val="D55E00"/>
          </a:solidFill>
          <a:ln xmlns:a="http://schemas.openxmlformats.org/drawingml/2006/main" w="0">
            <a:noFill/>
          </a:ln>
        </p:spPr>
      </p:sp>
      <p:sp>
        <p:nvSpPr>
          <p:cNvPr id="101" name="ddca-band-39-graduate-1">
            <a:extLst xmlns:a="http://schemas.openxmlformats.org/drawingml/2006/main">
              <a:ext uri="{FF2B5EF4-FFF2-40B4-BE49-F238E27FC236}">
                <a16:creationId xmlns:a16="http://schemas.microsoft.com/office/drawing/2014/main" id="{34E78747-3410-498E-AA3D-49ECCBA4881B}"/>
              </a:ext>
            </a:extLst>
          </p:cNvPr>
          <p:cNvSpPr>
            <a:spLocks xmlns:a="http://schemas.openxmlformats.org/drawingml/2006/main" noGrp="1"/>
          </p:cNvSpPr>
          <p:nvPr/>
        </p:nvSpPr>
        <p:spPr>
          <a:xfrm xmlns:a="http://schemas.openxmlformats.org/drawingml/2006/main">
            <a:off x="2020853" y="5254047"/>
            <a:ext cx="164354" cy="230095"/>
          </a:xfrm>
          <a:custGeom xmlns:a="http://schemas.openxmlformats.org/drawingml/2006/main">
            <a:pathLst>
              <a:path w="690563" h="966788">
                <a:moveTo>
                  <a:pt x="690563" y="0"/>
                </a:moveTo>
                <a:lnTo>
                  <a:pt x="119063" y="0"/>
                </a:lnTo>
                <a:lnTo>
                  <a:pt x="0" y="119063"/>
                </a:lnTo>
                <a:lnTo>
                  <a:pt x="0" y="966788"/>
                </a:lnTo>
                <a:lnTo>
                  <a:pt x="404813" y="561975"/>
                </a:lnTo>
                <a:lnTo>
                  <a:pt x="690563" y="561975"/>
                </a:lnTo>
                <a:close/>
              </a:path>
            </a:pathLst>
          </a:custGeom>
          <a:solidFill xmlns:a="http://schemas.openxmlformats.org/drawingml/2006/main">
            <a:srgbClr val="00856B"/>
          </a:solidFill>
          <a:ln xmlns:a="http://schemas.openxmlformats.org/drawingml/2006/main" w="0">
            <a:noFill/>
          </a:ln>
        </p:spPr>
      </p:sp>
      <p:sp>
        <p:nvSpPr>
          <p:cNvPr id="102" name="ddca-band-39-undergraduate-2">
            <a:extLst xmlns:a="http://schemas.openxmlformats.org/drawingml/2006/main">
              <a:ext uri="{FF2B5EF4-FFF2-40B4-BE49-F238E27FC236}">
                <a16:creationId xmlns:a16="http://schemas.microsoft.com/office/drawing/2014/main" id="{C01BB230-5A77-47C4-9B88-51BF4DF99C44}"/>
              </a:ext>
            </a:extLst>
          </p:cNvPr>
          <p:cNvSpPr>
            <a:spLocks xmlns:a="http://schemas.openxmlformats.org/drawingml/2006/main" noGrp="1"/>
          </p:cNvSpPr>
          <p:nvPr/>
        </p:nvSpPr>
        <p:spPr>
          <a:xfrm xmlns:a="http://schemas.openxmlformats.org/drawingml/2006/main">
            <a:off x="2185206" y="5254047"/>
            <a:ext cx="164354" cy="230095"/>
          </a:xfrm>
          <a:custGeom xmlns:a="http://schemas.openxmlformats.org/drawingml/2006/main">
            <a:pathLst>
              <a:path w="690563" h="966788">
                <a:moveTo>
                  <a:pt x="690563" y="52388"/>
                </a:moveTo>
                <a:lnTo>
                  <a:pt x="638175" y="0"/>
                </a:lnTo>
                <a:lnTo>
                  <a:pt x="628650" y="0"/>
                </a:lnTo>
                <a:lnTo>
                  <a:pt x="0" y="0"/>
                </a:lnTo>
                <a:lnTo>
                  <a:pt x="0" y="561975"/>
                </a:lnTo>
                <a:lnTo>
                  <a:pt x="285750" y="561975"/>
                </a:lnTo>
                <a:lnTo>
                  <a:pt x="690563" y="966788"/>
                </a:lnTo>
                <a:close/>
              </a:path>
            </a:pathLst>
          </a:custGeom>
          <a:solidFill xmlns:a="http://schemas.openxmlformats.org/drawingml/2006/main">
            <a:srgbClr val="D55E00"/>
          </a:solidFill>
          <a:ln xmlns:a="http://schemas.openxmlformats.org/drawingml/2006/main" w="0">
            <a:noFill/>
          </a:ln>
        </p:spPr>
      </p:sp>
      <p:sp>
        <p:nvSpPr>
          <p:cNvPr id="103" name="ddca-band-39-graduate-3">
            <a:extLst xmlns:a="http://schemas.openxmlformats.org/drawingml/2006/main">
              <a:ext uri="{FF2B5EF4-FFF2-40B4-BE49-F238E27FC236}">
                <a16:creationId xmlns:a16="http://schemas.microsoft.com/office/drawing/2014/main" id="{611B03D7-95E0-469B-BEC9-C276C9F5968F}"/>
              </a:ext>
            </a:extLst>
          </p:cNvPr>
          <p:cNvSpPr>
            <a:spLocks xmlns:a="http://schemas.openxmlformats.org/drawingml/2006/main" noGrp="1"/>
          </p:cNvSpPr>
          <p:nvPr/>
        </p:nvSpPr>
        <p:spPr>
          <a:xfrm xmlns:a="http://schemas.openxmlformats.org/drawingml/2006/main">
            <a:off x="2349560" y="5266515"/>
            <a:ext cx="164354" cy="273167"/>
          </a:xfrm>
          <a:custGeom xmlns:a="http://schemas.openxmlformats.org/drawingml/2006/main">
            <a:pathLst>
              <a:path w="690563" h="1147763">
                <a:moveTo>
                  <a:pt x="690563" y="690563"/>
                </a:moveTo>
                <a:lnTo>
                  <a:pt x="0" y="0"/>
                </a:lnTo>
                <a:lnTo>
                  <a:pt x="0" y="914400"/>
                </a:lnTo>
                <a:lnTo>
                  <a:pt x="233363" y="1147763"/>
                </a:lnTo>
                <a:close/>
              </a:path>
            </a:pathLst>
          </a:custGeom>
          <a:solidFill xmlns:a="http://schemas.openxmlformats.org/drawingml/2006/main">
            <a:srgbClr val="00856B"/>
          </a:solidFill>
          <a:ln xmlns:a="http://schemas.openxmlformats.org/drawingml/2006/main" w="0">
            <a:noFill/>
          </a:ln>
        </p:spPr>
      </p:sp>
      <p:sp>
        <p:nvSpPr>
          <p:cNvPr id="104" name="ddca-boundary-39">
            <a:extLst xmlns:a="http://schemas.openxmlformats.org/drawingml/2006/main">
              <a:ext uri="{FF2B5EF4-FFF2-40B4-BE49-F238E27FC236}">
                <a16:creationId xmlns:a16="http://schemas.microsoft.com/office/drawing/2014/main" id="{9F2CDAB5-5069-428E-B464-5C0A486F9011}"/>
              </a:ext>
            </a:extLst>
          </p:cNvPr>
          <p:cNvSpPr>
            <a:spLocks xmlns:a="http://schemas.openxmlformats.org/drawingml/2006/main" noGrp="1"/>
          </p:cNvSpPr>
          <p:nvPr/>
        </p:nvSpPr>
        <p:spPr>
          <a:xfrm xmlns:a="http://schemas.openxmlformats.org/drawingml/2006/main">
            <a:off x="1856499" y="5254047"/>
            <a:ext cx="657416" cy="317373"/>
          </a:xfrm>
          <a:custGeom xmlns:a="http://schemas.openxmlformats.org/drawingml/2006/main">
            <a:pathLst>
              <a:path w="2762250" h="1333500">
                <a:moveTo>
                  <a:pt x="2762250" y="742950"/>
                </a:moveTo>
                <a:lnTo>
                  <a:pt x="2019300" y="0"/>
                </a:lnTo>
                <a:lnTo>
                  <a:pt x="2009775" y="0"/>
                </a:lnTo>
                <a:lnTo>
                  <a:pt x="809625" y="0"/>
                </a:lnTo>
                <a:lnTo>
                  <a:pt x="0" y="809625"/>
                </a:lnTo>
                <a:lnTo>
                  <a:pt x="0" y="1247775"/>
                </a:lnTo>
                <a:lnTo>
                  <a:pt x="0" y="1257300"/>
                </a:lnTo>
                <a:lnTo>
                  <a:pt x="0" y="1266825"/>
                </a:lnTo>
                <a:lnTo>
                  <a:pt x="66675" y="1333500"/>
                </a:lnTo>
                <a:lnTo>
                  <a:pt x="561975" y="1333500"/>
                </a:lnTo>
                <a:lnTo>
                  <a:pt x="571500" y="1323975"/>
                </a:lnTo>
                <a:lnTo>
                  <a:pt x="571500" y="1085850"/>
                </a:lnTo>
                <a:lnTo>
                  <a:pt x="1095375" y="561975"/>
                </a:lnTo>
                <a:lnTo>
                  <a:pt x="1666875" y="561975"/>
                </a:lnTo>
                <a:lnTo>
                  <a:pt x="2305050" y="1200150"/>
                </a:lnTo>
                <a:close/>
              </a:path>
            </a:pathLst>
          </a:custGeom>
          <a:noFill xmlns:a="http://schemas.openxmlformats.org/drawingml/2006/main"/>
          <a:ln xmlns:a="http://schemas.openxmlformats.org/drawingml/2006/main" w="11430">
            <a:solidFill>
              <a:srgbClr val="FFFFFF"/>
            </a:solidFill>
          </a:ln>
        </p:spPr>
      </p:sp>
      <p:sp>
        <p:nvSpPr>
          <p:cNvPr id="105" name="ddca-prefecture-40">
            <a:extLst xmlns:a="http://schemas.openxmlformats.org/drawingml/2006/main">
              <a:ext uri="{FF2B5EF4-FFF2-40B4-BE49-F238E27FC236}">
                <a16:creationId xmlns:a16="http://schemas.microsoft.com/office/drawing/2014/main" id="{9873D430-E5DF-49A0-915C-651AD6A13BEE}"/>
              </a:ext>
            </a:extLst>
          </p:cNvPr>
          <p:cNvSpPr>
            <a:spLocks xmlns:a="http://schemas.openxmlformats.org/drawingml/2006/main" noGrp="1"/>
          </p:cNvSpPr>
          <p:nvPr/>
        </p:nvSpPr>
        <p:spPr>
          <a:xfrm xmlns:a="http://schemas.openxmlformats.org/drawingml/2006/main">
            <a:off x="1072134" y="4757585"/>
            <a:ext cx="403517" cy="328708"/>
          </a:xfrm>
          <a:custGeom xmlns:a="http://schemas.openxmlformats.org/drawingml/2006/main">
            <a:pathLst>
              <a:path w="1695450" h="1381125">
                <a:moveTo>
                  <a:pt x="1695450" y="323850"/>
                </a:moveTo>
                <a:lnTo>
                  <a:pt x="1371600" y="0"/>
                </a:lnTo>
                <a:lnTo>
                  <a:pt x="219075" y="0"/>
                </a:lnTo>
                <a:lnTo>
                  <a:pt x="47625" y="171450"/>
                </a:lnTo>
                <a:lnTo>
                  <a:pt x="428625" y="552450"/>
                </a:lnTo>
                <a:lnTo>
                  <a:pt x="428625" y="647700"/>
                </a:lnTo>
                <a:lnTo>
                  <a:pt x="0" y="1076325"/>
                </a:lnTo>
                <a:lnTo>
                  <a:pt x="0" y="1085850"/>
                </a:lnTo>
                <a:lnTo>
                  <a:pt x="0" y="1133475"/>
                </a:lnTo>
                <a:lnTo>
                  <a:pt x="247650" y="1381125"/>
                </a:lnTo>
                <a:lnTo>
                  <a:pt x="257175" y="1381125"/>
                </a:lnTo>
                <a:lnTo>
                  <a:pt x="266700" y="1381125"/>
                </a:lnTo>
                <a:lnTo>
                  <a:pt x="314325" y="1381125"/>
                </a:lnTo>
                <a:lnTo>
                  <a:pt x="571500" y="1123950"/>
                </a:lnTo>
                <a:lnTo>
                  <a:pt x="952500" y="1123950"/>
                </a:lnTo>
                <a:lnTo>
                  <a:pt x="962025" y="1114425"/>
                </a:lnTo>
                <a:lnTo>
                  <a:pt x="962025" y="1057275"/>
                </a:lnTo>
                <a:close/>
              </a:path>
            </a:pathLst>
          </a:custGeom>
          <a:solidFill xmlns:a="http://schemas.openxmlformats.org/drawingml/2006/main">
            <a:srgbClr val="1572C3"/>
          </a:solidFill>
          <a:ln xmlns:a="http://schemas.openxmlformats.org/drawingml/2006/main" w="0">
            <a:noFill/>
          </a:ln>
        </p:spPr>
      </p:sp>
      <p:sp>
        <p:nvSpPr>
          <p:cNvPr id="106" name="ddca-boundary-40">
            <a:extLst xmlns:a="http://schemas.openxmlformats.org/drawingml/2006/main">
              <a:ext uri="{FF2B5EF4-FFF2-40B4-BE49-F238E27FC236}">
                <a16:creationId xmlns:a16="http://schemas.microsoft.com/office/drawing/2014/main" id="{44E9A5FF-E5FA-4616-87A0-1208A1768780}"/>
              </a:ext>
            </a:extLst>
          </p:cNvPr>
          <p:cNvSpPr>
            <a:spLocks xmlns:a="http://schemas.openxmlformats.org/drawingml/2006/main" noGrp="1"/>
          </p:cNvSpPr>
          <p:nvPr/>
        </p:nvSpPr>
        <p:spPr>
          <a:xfrm xmlns:a="http://schemas.openxmlformats.org/drawingml/2006/main">
            <a:off x="1072134" y="4757585"/>
            <a:ext cx="403517" cy="328708"/>
          </a:xfrm>
          <a:custGeom xmlns:a="http://schemas.openxmlformats.org/drawingml/2006/main">
            <a:pathLst>
              <a:path w="1695450" h="1381125">
                <a:moveTo>
                  <a:pt x="1695450" y="323850"/>
                </a:moveTo>
                <a:lnTo>
                  <a:pt x="1371600" y="0"/>
                </a:lnTo>
                <a:lnTo>
                  <a:pt x="219075" y="0"/>
                </a:lnTo>
                <a:lnTo>
                  <a:pt x="47625" y="171450"/>
                </a:lnTo>
                <a:lnTo>
                  <a:pt x="428625" y="552450"/>
                </a:lnTo>
                <a:lnTo>
                  <a:pt x="428625" y="647700"/>
                </a:lnTo>
                <a:lnTo>
                  <a:pt x="0" y="1076325"/>
                </a:lnTo>
                <a:lnTo>
                  <a:pt x="0" y="1085850"/>
                </a:lnTo>
                <a:lnTo>
                  <a:pt x="0" y="1133475"/>
                </a:lnTo>
                <a:lnTo>
                  <a:pt x="247650" y="1381125"/>
                </a:lnTo>
                <a:lnTo>
                  <a:pt x="257175" y="1381125"/>
                </a:lnTo>
                <a:lnTo>
                  <a:pt x="266700" y="1381125"/>
                </a:lnTo>
                <a:lnTo>
                  <a:pt x="314325" y="1381125"/>
                </a:lnTo>
                <a:lnTo>
                  <a:pt x="571500" y="1123950"/>
                </a:lnTo>
                <a:lnTo>
                  <a:pt x="952500" y="1123950"/>
                </a:lnTo>
                <a:lnTo>
                  <a:pt x="962025" y="1114425"/>
                </a:lnTo>
                <a:lnTo>
                  <a:pt x="962025" y="1057275"/>
                </a:lnTo>
                <a:close/>
              </a:path>
            </a:pathLst>
          </a:custGeom>
          <a:noFill xmlns:a="http://schemas.openxmlformats.org/drawingml/2006/main"/>
          <a:ln xmlns:a="http://schemas.openxmlformats.org/drawingml/2006/main" w="11430">
            <a:solidFill>
              <a:srgbClr val="FFFFFF"/>
            </a:solidFill>
          </a:ln>
        </p:spPr>
      </p:sp>
      <p:sp>
        <p:nvSpPr>
          <p:cNvPr id="107" name="ddca-prefecture-41">
            <a:extLst xmlns:a="http://schemas.openxmlformats.org/drawingml/2006/main">
              <a:ext uri="{FF2B5EF4-FFF2-40B4-BE49-F238E27FC236}">
                <a16:creationId xmlns:a16="http://schemas.microsoft.com/office/drawing/2014/main" id="{EF56569C-B982-4FD4-B3D8-EC082880F993}"/>
              </a:ext>
            </a:extLst>
          </p:cNvPr>
          <p:cNvSpPr>
            <a:spLocks xmlns:a="http://schemas.openxmlformats.org/drawingml/2006/main" noGrp="1"/>
          </p:cNvSpPr>
          <p:nvPr/>
        </p:nvSpPr>
        <p:spPr>
          <a:xfrm xmlns:a="http://schemas.openxmlformats.org/drawingml/2006/main">
            <a:off x="899846" y="4798390"/>
            <a:ext cx="274301" cy="215360"/>
          </a:xfrm>
          <a:custGeom xmlns:a="http://schemas.openxmlformats.org/drawingml/2006/main">
            <a:pathLst>
              <a:path w="1152525" h="904875">
                <a:moveTo>
                  <a:pt x="1152525" y="381000"/>
                </a:moveTo>
                <a:lnTo>
                  <a:pt x="771525" y="0"/>
                </a:lnTo>
                <a:lnTo>
                  <a:pt x="409575" y="361950"/>
                </a:lnTo>
                <a:lnTo>
                  <a:pt x="9525" y="361950"/>
                </a:lnTo>
                <a:lnTo>
                  <a:pt x="0" y="371475"/>
                </a:lnTo>
                <a:lnTo>
                  <a:pt x="0" y="447675"/>
                </a:lnTo>
                <a:lnTo>
                  <a:pt x="457200" y="904875"/>
                </a:lnTo>
                <a:lnTo>
                  <a:pt x="466725" y="904875"/>
                </a:lnTo>
                <a:lnTo>
                  <a:pt x="714375" y="904875"/>
                </a:lnTo>
                <a:lnTo>
                  <a:pt x="723900" y="904875"/>
                </a:lnTo>
                <a:lnTo>
                  <a:pt x="1152525" y="476250"/>
                </a:lnTo>
                <a:close/>
              </a:path>
            </a:pathLst>
          </a:custGeom>
          <a:solidFill xmlns:a="http://schemas.openxmlformats.org/drawingml/2006/main">
            <a:srgbClr val="E3E5E7"/>
          </a:solidFill>
          <a:ln xmlns:a="http://schemas.openxmlformats.org/drawingml/2006/main" w="0">
            <a:noFill/>
          </a:ln>
        </p:spPr>
      </p:sp>
      <p:sp>
        <p:nvSpPr>
          <p:cNvPr id="108" name="ddca-boundary-41">
            <a:extLst xmlns:a="http://schemas.openxmlformats.org/drawingml/2006/main">
              <a:ext uri="{FF2B5EF4-FFF2-40B4-BE49-F238E27FC236}">
                <a16:creationId xmlns:a16="http://schemas.microsoft.com/office/drawing/2014/main" id="{10B81EC2-C8E4-403B-A5F0-7991C6BEE11B}"/>
              </a:ext>
            </a:extLst>
          </p:cNvPr>
          <p:cNvSpPr>
            <a:spLocks xmlns:a="http://schemas.openxmlformats.org/drawingml/2006/main" noGrp="1"/>
          </p:cNvSpPr>
          <p:nvPr/>
        </p:nvSpPr>
        <p:spPr>
          <a:xfrm xmlns:a="http://schemas.openxmlformats.org/drawingml/2006/main">
            <a:off x="899846" y="4798390"/>
            <a:ext cx="274301" cy="215360"/>
          </a:xfrm>
          <a:custGeom xmlns:a="http://schemas.openxmlformats.org/drawingml/2006/main">
            <a:pathLst>
              <a:path w="1152525" h="904875">
                <a:moveTo>
                  <a:pt x="1152525" y="381000"/>
                </a:moveTo>
                <a:lnTo>
                  <a:pt x="771525" y="0"/>
                </a:lnTo>
                <a:lnTo>
                  <a:pt x="409575" y="361950"/>
                </a:lnTo>
                <a:lnTo>
                  <a:pt x="9525" y="361950"/>
                </a:lnTo>
                <a:lnTo>
                  <a:pt x="0" y="371475"/>
                </a:lnTo>
                <a:lnTo>
                  <a:pt x="0" y="447675"/>
                </a:lnTo>
                <a:lnTo>
                  <a:pt x="457200" y="904875"/>
                </a:lnTo>
                <a:lnTo>
                  <a:pt x="466725" y="904875"/>
                </a:lnTo>
                <a:lnTo>
                  <a:pt x="714375" y="904875"/>
                </a:lnTo>
                <a:lnTo>
                  <a:pt x="723900" y="904875"/>
                </a:lnTo>
                <a:lnTo>
                  <a:pt x="1152525" y="476250"/>
                </a:lnTo>
                <a:close/>
              </a:path>
            </a:pathLst>
          </a:custGeom>
          <a:noFill xmlns:a="http://schemas.openxmlformats.org/drawingml/2006/main"/>
          <a:ln xmlns:a="http://schemas.openxmlformats.org/drawingml/2006/main" w="11430">
            <a:solidFill>
              <a:srgbClr val="FFFFFF"/>
            </a:solidFill>
          </a:ln>
        </p:spPr>
      </p:sp>
      <p:sp>
        <p:nvSpPr>
          <p:cNvPr id="109" name="ddca-prefecture-42">
            <a:extLst xmlns:a="http://schemas.openxmlformats.org/drawingml/2006/main">
              <a:ext uri="{FF2B5EF4-FFF2-40B4-BE49-F238E27FC236}">
                <a16:creationId xmlns:a16="http://schemas.microsoft.com/office/drawing/2014/main" id="{6A2BB9B9-0E2B-429E-91A6-F22DB60E10F8}"/>
              </a:ext>
            </a:extLst>
          </p:cNvPr>
          <p:cNvSpPr>
            <a:spLocks xmlns:a="http://schemas.openxmlformats.org/drawingml/2006/main" noGrp="1"/>
          </p:cNvSpPr>
          <p:nvPr/>
        </p:nvSpPr>
        <p:spPr>
          <a:xfrm xmlns:a="http://schemas.openxmlformats.org/drawingml/2006/main">
            <a:off x="829570" y="4884534"/>
            <a:ext cx="210826" cy="310572"/>
          </a:xfrm>
          <a:custGeom xmlns:a="http://schemas.openxmlformats.org/drawingml/2006/main">
            <a:pathLst>
              <a:path w="885825" h="1304925">
                <a:moveTo>
                  <a:pt x="295275" y="9525"/>
                </a:moveTo>
                <a:lnTo>
                  <a:pt x="285750" y="0"/>
                </a:lnTo>
                <a:lnTo>
                  <a:pt x="9525" y="0"/>
                </a:lnTo>
                <a:lnTo>
                  <a:pt x="0" y="9525"/>
                </a:lnTo>
                <a:lnTo>
                  <a:pt x="0" y="1000125"/>
                </a:lnTo>
                <a:lnTo>
                  <a:pt x="304800" y="1304925"/>
                </a:lnTo>
                <a:lnTo>
                  <a:pt x="847725" y="1304925"/>
                </a:lnTo>
                <a:lnTo>
                  <a:pt x="885825" y="1266825"/>
                </a:lnTo>
                <a:lnTo>
                  <a:pt x="885825" y="962025"/>
                </a:lnTo>
                <a:lnTo>
                  <a:pt x="838200" y="914400"/>
                </a:lnTo>
                <a:lnTo>
                  <a:pt x="762000" y="914400"/>
                </a:lnTo>
                <a:lnTo>
                  <a:pt x="752475" y="914400"/>
                </a:lnTo>
                <a:lnTo>
                  <a:pt x="752475" y="904875"/>
                </a:lnTo>
                <a:lnTo>
                  <a:pt x="752475" y="552450"/>
                </a:lnTo>
                <a:lnTo>
                  <a:pt x="752475" y="542925"/>
                </a:lnTo>
                <a:lnTo>
                  <a:pt x="295275" y="85725"/>
                </a:lnTo>
                <a:close/>
              </a:path>
            </a:pathLst>
          </a:custGeom>
          <a:solidFill xmlns:a="http://schemas.openxmlformats.org/drawingml/2006/main">
            <a:srgbClr val="D55E00"/>
          </a:solidFill>
          <a:ln xmlns:a="http://schemas.openxmlformats.org/drawingml/2006/main" w="0">
            <a:noFill/>
          </a:ln>
        </p:spPr>
      </p:sp>
      <p:sp>
        <p:nvSpPr>
          <p:cNvPr id="110" name="ddca-boundary-42">
            <a:extLst xmlns:a="http://schemas.openxmlformats.org/drawingml/2006/main">
              <a:ext uri="{FF2B5EF4-FFF2-40B4-BE49-F238E27FC236}">
                <a16:creationId xmlns:a16="http://schemas.microsoft.com/office/drawing/2014/main" id="{F92C35FE-59AC-4E45-823C-C9830796863A}"/>
              </a:ext>
            </a:extLst>
          </p:cNvPr>
          <p:cNvSpPr>
            <a:spLocks xmlns:a="http://schemas.openxmlformats.org/drawingml/2006/main" noGrp="1"/>
          </p:cNvSpPr>
          <p:nvPr/>
        </p:nvSpPr>
        <p:spPr>
          <a:xfrm xmlns:a="http://schemas.openxmlformats.org/drawingml/2006/main">
            <a:off x="829570" y="4884534"/>
            <a:ext cx="210826" cy="310572"/>
          </a:xfrm>
          <a:custGeom xmlns:a="http://schemas.openxmlformats.org/drawingml/2006/main">
            <a:pathLst>
              <a:path w="885825" h="1304925">
                <a:moveTo>
                  <a:pt x="295275" y="9525"/>
                </a:moveTo>
                <a:lnTo>
                  <a:pt x="285750" y="0"/>
                </a:lnTo>
                <a:lnTo>
                  <a:pt x="9525" y="0"/>
                </a:lnTo>
                <a:lnTo>
                  <a:pt x="0" y="9525"/>
                </a:lnTo>
                <a:lnTo>
                  <a:pt x="0" y="1000125"/>
                </a:lnTo>
                <a:lnTo>
                  <a:pt x="304800" y="1304925"/>
                </a:lnTo>
                <a:lnTo>
                  <a:pt x="847725" y="1304925"/>
                </a:lnTo>
                <a:lnTo>
                  <a:pt x="885825" y="1266825"/>
                </a:lnTo>
                <a:lnTo>
                  <a:pt x="885825" y="962025"/>
                </a:lnTo>
                <a:lnTo>
                  <a:pt x="838200" y="914400"/>
                </a:lnTo>
                <a:lnTo>
                  <a:pt x="762000" y="914400"/>
                </a:lnTo>
                <a:lnTo>
                  <a:pt x="752475" y="914400"/>
                </a:lnTo>
                <a:lnTo>
                  <a:pt x="752475" y="904875"/>
                </a:lnTo>
                <a:lnTo>
                  <a:pt x="752475" y="552450"/>
                </a:lnTo>
                <a:lnTo>
                  <a:pt x="752475" y="542925"/>
                </a:lnTo>
                <a:lnTo>
                  <a:pt x="295275" y="85725"/>
                </a:lnTo>
                <a:close/>
              </a:path>
            </a:pathLst>
          </a:custGeom>
          <a:noFill xmlns:a="http://schemas.openxmlformats.org/drawingml/2006/main"/>
          <a:ln xmlns:a="http://schemas.openxmlformats.org/drawingml/2006/main" w="11430">
            <a:solidFill>
              <a:srgbClr val="FFFFFF"/>
            </a:solidFill>
          </a:ln>
        </p:spPr>
      </p:sp>
      <p:sp>
        <p:nvSpPr>
          <p:cNvPr id="111" name="ddca-prefecture-43">
            <a:extLst xmlns:a="http://schemas.openxmlformats.org/drawingml/2006/main">
              <a:ext uri="{FF2B5EF4-FFF2-40B4-BE49-F238E27FC236}">
                <a16:creationId xmlns:a16="http://schemas.microsoft.com/office/drawing/2014/main" id="{9DD97CCC-82BD-449E-B6E7-B2417EF7830F}"/>
              </a:ext>
            </a:extLst>
          </p:cNvPr>
          <p:cNvSpPr>
            <a:spLocks xmlns:a="http://schemas.openxmlformats.org/drawingml/2006/main" noGrp="1"/>
          </p:cNvSpPr>
          <p:nvPr/>
        </p:nvSpPr>
        <p:spPr>
          <a:xfrm xmlns:a="http://schemas.openxmlformats.org/drawingml/2006/main">
            <a:off x="1051731" y="5025085"/>
            <a:ext cx="310572" cy="412585"/>
          </a:xfrm>
          <a:custGeom xmlns:a="http://schemas.openxmlformats.org/drawingml/2006/main">
            <a:pathLst>
              <a:path w="1304925" h="1733550">
                <a:moveTo>
                  <a:pt x="1304925" y="38100"/>
                </a:moveTo>
                <a:lnTo>
                  <a:pt x="1266825" y="0"/>
                </a:lnTo>
                <a:lnTo>
                  <a:pt x="1057275" y="0"/>
                </a:lnTo>
                <a:lnTo>
                  <a:pt x="1047750" y="0"/>
                </a:lnTo>
                <a:lnTo>
                  <a:pt x="1038225" y="0"/>
                </a:lnTo>
                <a:lnTo>
                  <a:pt x="657225" y="0"/>
                </a:lnTo>
                <a:lnTo>
                  <a:pt x="400050" y="257175"/>
                </a:lnTo>
                <a:lnTo>
                  <a:pt x="352425" y="257175"/>
                </a:lnTo>
                <a:lnTo>
                  <a:pt x="342900" y="266700"/>
                </a:lnTo>
                <a:lnTo>
                  <a:pt x="342900" y="1038225"/>
                </a:lnTo>
                <a:lnTo>
                  <a:pt x="0" y="1381125"/>
                </a:lnTo>
                <a:lnTo>
                  <a:pt x="9525" y="1390650"/>
                </a:lnTo>
                <a:lnTo>
                  <a:pt x="647700" y="1390650"/>
                </a:lnTo>
                <a:lnTo>
                  <a:pt x="990600" y="1733550"/>
                </a:lnTo>
                <a:lnTo>
                  <a:pt x="1304925" y="1419225"/>
                </a:lnTo>
                <a:lnTo>
                  <a:pt x="1304925" y="495300"/>
                </a:lnTo>
                <a:lnTo>
                  <a:pt x="1304925" y="485775"/>
                </a:lnTo>
                <a:lnTo>
                  <a:pt x="1304925" y="476250"/>
                </a:lnTo>
                <a:close/>
              </a:path>
            </a:pathLst>
          </a:custGeom>
          <a:solidFill xmlns:a="http://schemas.openxmlformats.org/drawingml/2006/main">
            <a:srgbClr val="E3E5E7"/>
          </a:solidFill>
          <a:ln xmlns:a="http://schemas.openxmlformats.org/drawingml/2006/main" w="0">
            <a:noFill/>
          </a:ln>
        </p:spPr>
      </p:sp>
      <p:sp>
        <p:nvSpPr>
          <p:cNvPr id="112" name="ddca-boundary-43">
            <a:extLst xmlns:a="http://schemas.openxmlformats.org/drawingml/2006/main">
              <a:ext uri="{FF2B5EF4-FFF2-40B4-BE49-F238E27FC236}">
                <a16:creationId xmlns:a16="http://schemas.microsoft.com/office/drawing/2014/main" id="{4214976F-EA90-41D5-8972-E8A170457651}"/>
              </a:ext>
            </a:extLst>
          </p:cNvPr>
          <p:cNvSpPr>
            <a:spLocks xmlns:a="http://schemas.openxmlformats.org/drawingml/2006/main" noGrp="1"/>
          </p:cNvSpPr>
          <p:nvPr/>
        </p:nvSpPr>
        <p:spPr>
          <a:xfrm xmlns:a="http://schemas.openxmlformats.org/drawingml/2006/main">
            <a:off x="1051731" y="5025085"/>
            <a:ext cx="310572" cy="412585"/>
          </a:xfrm>
          <a:custGeom xmlns:a="http://schemas.openxmlformats.org/drawingml/2006/main">
            <a:pathLst>
              <a:path w="1304925" h="1733550">
                <a:moveTo>
                  <a:pt x="1304925" y="38100"/>
                </a:moveTo>
                <a:lnTo>
                  <a:pt x="1266825" y="0"/>
                </a:lnTo>
                <a:lnTo>
                  <a:pt x="1057275" y="0"/>
                </a:lnTo>
                <a:lnTo>
                  <a:pt x="1047750" y="0"/>
                </a:lnTo>
                <a:lnTo>
                  <a:pt x="1038225" y="0"/>
                </a:lnTo>
                <a:lnTo>
                  <a:pt x="657225" y="0"/>
                </a:lnTo>
                <a:lnTo>
                  <a:pt x="400050" y="257175"/>
                </a:lnTo>
                <a:lnTo>
                  <a:pt x="352425" y="257175"/>
                </a:lnTo>
                <a:lnTo>
                  <a:pt x="342900" y="266700"/>
                </a:lnTo>
                <a:lnTo>
                  <a:pt x="342900" y="1038225"/>
                </a:lnTo>
                <a:lnTo>
                  <a:pt x="0" y="1381125"/>
                </a:lnTo>
                <a:lnTo>
                  <a:pt x="9525" y="1390650"/>
                </a:lnTo>
                <a:lnTo>
                  <a:pt x="647700" y="1390650"/>
                </a:lnTo>
                <a:lnTo>
                  <a:pt x="990600" y="1733550"/>
                </a:lnTo>
                <a:lnTo>
                  <a:pt x="1304925" y="1419225"/>
                </a:lnTo>
                <a:lnTo>
                  <a:pt x="1304925" y="495300"/>
                </a:lnTo>
                <a:lnTo>
                  <a:pt x="1304925" y="485775"/>
                </a:lnTo>
                <a:lnTo>
                  <a:pt x="1304925" y="476250"/>
                </a:lnTo>
                <a:close/>
              </a:path>
            </a:pathLst>
          </a:custGeom>
          <a:noFill xmlns:a="http://schemas.openxmlformats.org/drawingml/2006/main"/>
          <a:ln xmlns:a="http://schemas.openxmlformats.org/drawingml/2006/main" w="11430">
            <a:solidFill>
              <a:srgbClr val="FFFFFF"/>
            </a:solidFill>
          </a:ln>
        </p:spPr>
      </p:sp>
      <p:sp>
        <p:nvSpPr>
          <p:cNvPr id="113" name="ddca-prefecture-44">
            <a:extLst xmlns:a="http://schemas.openxmlformats.org/drawingml/2006/main">
              <a:ext uri="{FF2B5EF4-FFF2-40B4-BE49-F238E27FC236}">
                <a16:creationId xmlns:a16="http://schemas.microsoft.com/office/drawing/2014/main" id="{B3F5C3A0-A312-4234-A228-FF14A4AC602B}"/>
              </a:ext>
            </a:extLst>
          </p:cNvPr>
          <p:cNvSpPr>
            <a:spLocks xmlns:a="http://schemas.openxmlformats.org/drawingml/2006/main" noGrp="1"/>
          </p:cNvSpPr>
          <p:nvPr/>
        </p:nvSpPr>
        <p:spPr>
          <a:xfrm xmlns:a="http://schemas.openxmlformats.org/drawingml/2006/main">
            <a:off x="1301096" y="4834661"/>
            <a:ext cx="317373" cy="306038"/>
          </a:xfrm>
          <a:custGeom xmlns:a="http://schemas.openxmlformats.org/drawingml/2006/main">
            <a:pathLst>
              <a:path w="1333500" h="1285875">
                <a:moveTo>
                  <a:pt x="1333500" y="600075"/>
                </a:moveTo>
                <a:lnTo>
                  <a:pt x="733425" y="0"/>
                </a:lnTo>
                <a:lnTo>
                  <a:pt x="0" y="733425"/>
                </a:lnTo>
                <a:lnTo>
                  <a:pt x="0" y="790575"/>
                </a:lnTo>
                <a:lnTo>
                  <a:pt x="9525" y="800100"/>
                </a:lnTo>
                <a:lnTo>
                  <a:pt x="219075" y="800100"/>
                </a:lnTo>
                <a:lnTo>
                  <a:pt x="257175" y="838200"/>
                </a:lnTo>
                <a:lnTo>
                  <a:pt x="257175" y="1276350"/>
                </a:lnTo>
                <a:lnTo>
                  <a:pt x="266700" y="1285875"/>
                </a:lnTo>
                <a:lnTo>
                  <a:pt x="1323975" y="1285875"/>
                </a:lnTo>
                <a:lnTo>
                  <a:pt x="1333500" y="1276350"/>
                </a:lnTo>
                <a:close/>
              </a:path>
            </a:pathLst>
          </a:custGeom>
          <a:solidFill xmlns:a="http://schemas.openxmlformats.org/drawingml/2006/main">
            <a:srgbClr val="E3E5E7"/>
          </a:solidFill>
          <a:ln xmlns:a="http://schemas.openxmlformats.org/drawingml/2006/main" w="0">
            <a:noFill/>
          </a:ln>
        </p:spPr>
      </p:sp>
      <p:sp>
        <p:nvSpPr>
          <p:cNvPr id="114" name="ddca-boundary-44">
            <a:extLst xmlns:a="http://schemas.openxmlformats.org/drawingml/2006/main">
              <a:ext uri="{FF2B5EF4-FFF2-40B4-BE49-F238E27FC236}">
                <a16:creationId xmlns:a16="http://schemas.microsoft.com/office/drawing/2014/main" id="{FB66DE69-202C-433D-A5EA-BFE318F91EE2}"/>
              </a:ext>
            </a:extLst>
          </p:cNvPr>
          <p:cNvSpPr>
            <a:spLocks xmlns:a="http://schemas.openxmlformats.org/drawingml/2006/main" noGrp="1"/>
          </p:cNvSpPr>
          <p:nvPr/>
        </p:nvSpPr>
        <p:spPr>
          <a:xfrm xmlns:a="http://schemas.openxmlformats.org/drawingml/2006/main">
            <a:off x="1301096" y="4834661"/>
            <a:ext cx="317373" cy="306038"/>
          </a:xfrm>
          <a:custGeom xmlns:a="http://schemas.openxmlformats.org/drawingml/2006/main">
            <a:pathLst>
              <a:path w="1333500" h="1285875">
                <a:moveTo>
                  <a:pt x="1333500" y="600075"/>
                </a:moveTo>
                <a:lnTo>
                  <a:pt x="733425" y="0"/>
                </a:lnTo>
                <a:lnTo>
                  <a:pt x="0" y="733425"/>
                </a:lnTo>
                <a:lnTo>
                  <a:pt x="0" y="790575"/>
                </a:lnTo>
                <a:lnTo>
                  <a:pt x="9525" y="800100"/>
                </a:lnTo>
                <a:lnTo>
                  <a:pt x="219075" y="800100"/>
                </a:lnTo>
                <a:lnTo>
                  <a:pt x="257175" y="838200"/>
                </a:lnTo>
                <a:lnTo>
                  <a:pt x="257175" y="1276350"/>
                </a:lnTo>
                <a:lnTo>
                  <a:pt x="266700" y="1285875"/>
                </a:lnTo>
                <a:lnTo>
                  <a:pt x="1323975" y="1285875"/>
                </a:lnTo>
                <a:lnTo>
                  <a:pt x="1333500" y="1276350"/>
                </a:lnTo>
                <a:close/>
              </a:path>
            </a:pathLst>
          </a:custGeom>
          <a:noFill xmlns:a="http://schemas.openxmlformats.org/drawingml/2006/main"/>
          <a:ln xmlns:a="http://schemas.openxmlformats.org/drawingml/2006/main" w="11430">
            <a:solidFill>
              <a:srgbClr val="FFFFFF"/>
            </a:solidFill>
          </a:ln>
        </p:spPr>
      </p:sp>
      <p:sp>
        <p:nvSpPr>
          <p:cNvPr id="115" name="ddca-prefecture-45">
            <a:extLst xmlns:a="http://schemas.openxmlformats.org/drawingml/2006/main">
              <a:ext uri="{FF2B5EF4-FFF2-40B4-BE49-F238E27FC236}">
                <a16:creationId xmlns:a16="http://schemas.microsoft.com/office/drawing/2014/main" id="{D4BF16D7-F57C-44AC-8E31-986183F1180E}"/>
              </a:ext>
            </a:extLst>
          </p:cNvPr>
          <p:cNvSpPr>
            <a:spLocks xmlns:a="http://schemas.openxmlformats.org/drawingml/2006/main" noGrp="1"/>
          </p:cNvSpPr>
          <p:nvPr/>
        </p:nvSpPr>
        <p:spPr>
          <a:xfrm xmlns:a="http://schemas.openxmlformats.org/drawingml/2006/main">
            <a:off x="1287494" y="5140700"/>
            <a:ext cx="330975" cy="469259"/>
          </a:xfrm>
          <a:custGeom xmlns:a="http://schemas.openxmlformats.org/drawingml/2006/main">
            <a:pathLst>
              <a:path w="1390650" h="1971675">
                <a:moveTo>
                  <a:pt x="1390650" y="9525"/>
                </a:moveTo>
                <a:lnTo>
                  <a:pt x="1381125" y="0"/>
                </a:lnTo>
                <a:lnTo>
                  <a:pt x="323850" y="0"/>
                </a:lnTo>
                <a:lnTo>
                  <a:pt x="314325" y="9525"/>
                </a:lnTo>
                <a:lnTo>
                  <a:pt x="314325" y="933450"/>
                </a:lnTo>
                <a:lnTo>
                  <a:pt x="0" y="1247775"/>
                </a:lnTo>
                <a:lnTo>
                  <a:pt x="723900" y="1971675"/>
                </a:lnTo>
                <a:lnTo>
                  <a:pt x="942975" y="1752600"/>
                </a:lnTo>
                <a:lnTo>
                  <a:pt x="942975" y="809625"/>
                </a:lnTo>
                <a:lnTo>
                  <a:pt x="1390650" y="361950"/>
                </a:lnTo>
                <a:close/>
              </a:path>
            </a:pathLst>
          </a:custGeom>
          <a:solidFill xmlns:a="http://schemas.openxmlformats.org/drawingml/2006/main">
            <a:srgbClr val="E3E5E7"/>
          </a:solidFill>
          <a:ln xmlns:a="http://schemas.openxmlformats.org/drawingml/2006/main" w="0">
            <a:noFill/>
          </a:ln>
        </p:spPr>
      </p:sp>
      <p:sp>
        <p:nvSpPr>
          <p:cNvPr id="116" name="ddca-boundary-45">
            <a:extLst xmlns:a="http://schemas.openxmlformats.org/drawingml/2006/main">
              <a:ext uri="{FF2B5EF4-FFF2-40B4-BE49-F238E27FC236}">
                <a16:creationId xmlns:a16="http://schemas.microsoft.com/office/drawing/2014/main" id="{5024643B-646E-4D22-B006-21D4CE5D0C18}"/>
              </a:ext>
            </a:extLst>
          </p:cNvPr>
          <p:cNvSpPr>
            <a:spLocks xmlns:a="http://schemas.openxmlformats.org/drawingml/2006/main" noGrp="1"/>
          </p:cNvSpPr>
          <p:nvPr/>
        </p:nvSpPr>
        <p:spPr>
          <a:xfrm xmlns:a="http://schemas.openxmlformats.org/drawingml/2006/main">
            <a:off x="1287494" y="5140700"/>
            <a:ext cx="330975" cy="469259"/>
          </a:xfrm>
          <a:custGeom xmlns:a="http://schemas.openxmlformats.org/drawingml/2006/main">
            <a:pathLst>
              <a:path w="1390650" h="1971675">
                <a:moveTo>
                  <a:pt x="1390650" y="9525"/>
                </a:moveTo>
                <a:lnTo>
                  <a:pt x="1381125" y="0"/>
                </a:lnTo>
                <a:lnTo>
                  <a:pt x="323850" y="0"/>
                </a:lnTo>
                <a:lnTo>
                  <a:pt x="314325" y="9525"/>
                </a:lnTo>
                <a:lnTo>
                  <a:pt x="314325" y="933450"/>
                </a:lnTo>
                <a:lnTo>
                  <a:pt x="0" y="1247775"/>
                </a:lnTo>
                <a:lnTo>
                  <a:pt x="723900" y="1971675"/>
                </a:lnTo>
                <a:lnTo>
                  <a:pt x="942975" y="1752600"/>
                </a:lnTo>
                <a:lnTo>
                  <a:pt x="942975" y="809625"/>
                </a:lnTo>
                <a:lnTo>
                  <a:pt x="1390650" y="361950"/>
                </a:lnTo>
                <a:close/>
              </a:path>
            </a:pathLst>
          </a:custGeom>
          <a:noFill xmlns:a="http://schemas.openxmlformats.org/drawingml/2006/main"/>
          <a:ln xmlns:a="http://schemas.openxmlformats.org/drawingml/2006/main" w="11430">
            <a:solidFill>
              <a:srgbClr val="FFFFFF"/>
            </a:solidFill>
          </a:ln>
        </p:spPr>
      </p:sp>
      <p:sp>
        <p:nvSpPr>
          <p:cNvPr id="117" name="ddca-prefecture-46">
            <a:extLst xmlns:a="http://schemas.openxmlformats.org/drawingml/2006/main">
              <a:ext uri="{FF2B5EF4-FFF2-40B4-BE49-F238E27FC236}">
                <a16:creationId xmlns:a16="http://schemas.microsoft.com/office/drawing/2014/main" id="{7EA1D367-3B9C-485A-BDC0-2C633B7954FF}"/>
              </a:ext>
            </a:extLst>
          </p:cNvPr>
          <p:cNvSpPr>
            <a:spLocks xmlns:a="http://schemas.openxmlformats.org/drawingml/2006/main" noGrp="1"/>
          </p:cNvSpPr>
          <p:nvPr/>
        </p:nvSpPr>
        <p:spPr>
          <a:xfrm xmlns:a="http://schemas.openxmlformats.org/drawingml/2006/main">
            <a:off x="1049465" y="5356060"/>
            <a:ext cx="410318" cy="367246"/>
          </a:xfrm>
          <a:custGeom xmlns:a="http://schemas.openxmlformats.org/drawingml/2006/main">
            <a:pathLst>
              <a:path w="1724025" h="1543050">
                <a:moveTo>
                  <a:pt x="1000125" y="342900"/>
                </a:moveTo>
                <a:lnTo>
                  <a:pt x="657225" y="0"/>
                </a:lnTo>
                <a:lnTo>
                  <a:pt x="19050" y="0"/>
                </a:lnTo>
                <a:lnTo>
                  <a:pt x="9525" y="0"/>
                </a:lnTo>
                <a:lnTo>
                  <a:pt x="0" y="9525"/>
                </a:lnTo>
                <a:lnTo>
                  <a:pt x="0" y="1381125"/>
                </a:lnTo>
                <a:lnTo>
                  <a:pt x="47625" y="1428750"/>
                </a:lnTo>
                <a:lnTo>
                  <a:pt x="514350" y="1428750"/>
                </a:lnTo>
                <a:lnTo>
                  <a:pt x="561975" y="1381125"/>
                </a:lnTo>
                <a:lnTo>
                  <a:pt x="561975" y="733425"/>
                </a:lnTo>
                <a:lnTo>
                  <a:pt x="609600" y="685800"/>
                </a:lnTo>
                <a:lnTo>
                  <a:pt x="895350" y="685800"/>
                </a:lnTo>
                <a:lnTo>
                  <a:pt x="942975" y="733425"/>
                </a:lnTo>
                <a:lnTo>
                  <a:pt x="942975" y="1495425"/>
                </a:lnTo>
                <a:lnTo>
                  <a:pt x="990600" y="1543050"/>
                </a:lnTo>
                <a:lnTo>
                  <a:pt x="1247775" y="1543050"/>
                </a:lnTo>
                <a:lnTo>
                  <a:pt x="1724025" y="1066800"/>
                </a:lnTo>
                <a:close/>
              </a:path>
            </a:pathLst>
          </a:custGeom>
          <a:solidFill xmlns:a="http://schemas.openxmlformats.org/drawingml/2006/main">
            <a:srgbClr val="E3E5E7"/>
          </a:solidFill>
          <a:ln xmlns:a="http://schemas.openxmlformats.org/drawingml/2006/main" w="0">
            <a:noFill/>
          </a:ln>
        </p:spPr>
      </p:sp>
      <p:sp>
        <p:nvSpPr>
          <p:cNvPr id="118" name="ddca-boundary-46">
            <a:extLst xmlns:a="http://schemas.openxmlformats.org/drawingml/2006/main">
              <a:ext uri="{FF2B5EF4-FFF2-40B4-BE49-F238E27FC236}">
                <a16:creationId xmlns:a16="http://schemas.microsoft.com/office/drawing/2014/main" id="{A8773116-E2FF-4891-B03E-5903B743EC15}"/>
              </a:ext>
            </a:extLst>
          </p:cNvPr>
          <p:cNvSpPr>
            <a:spLocks xmlns:a="http://schemas.openxmlformats.org/drawingml/2006/main" noGrp="1"/>
          </p:cNvSpPr>
          <p:nvPr/>
        </p:nvSpPr>
        <p:spPr>
          <a:xfrm xmlns:a="http://schemas.openxmlformats.org/drawingml/2006/main">
            <a:off x="1049465" y="5356060"/>
            <a:ext cx="410318" cy="367246"/>
          </a:xfrm>
          <a:custGeom xmlns:a="http://schemas.openxmlformats.org/drawingml/2006/main">
            <a:pathLst>
              <a:path w="1724025" h="1543050">
                <a:moveTo>
                  <a:pt x="1000125" y="342900"/>
                </a:moveTo>
                <a:lnTo>
                  <a:pt x="657225" y="0"/>
                </a:lnTo>
                <a:lnTo>
                  <a:pt x="19050" y="0"/>
                </a:lnTo>
                <a:lnTo>
                  <a:pt x="9525" y="0"/>
                </a:lnTo>
                <a:lnTo>
                  <a:pt x="0" y="9525"/>
                </a:lnTo>
                <a:lnTo>
                  <a:pt x="0" y="1381125"/>
                </a:lnTo>
                <a:lnTo>
                  <a:pt x="47625" y="1428750"/>
                </a:lnTo>
                <a:lnTo>
                  <a:pt x="514350" y="1428750"/>
                </a:lnTo>
                <a:lnTo>
                  <a:pt x="561975" y="1381125"/>
                </a:lnTo>
                <a:lnTo>
                  <a:pt x="561975" y="733425"/>
                </a:lnTo>
                <a:lnTo>
                  <a:pt x="609600" y="685800"/>
                </a:lnTo>
                <a:lnTo>
                  <a:pt x="895350" y="685800"/>
                </a:lnTo>
                <a:lnTo>
                  <a:pt x="942975" y="733425"/>
                </a:lnTo>
                <a:lnTo>
                  <a:pt x="942975" y="1495425"/>
                </a:lnTo>
                <a:lnTo>
                  <a:pt x="990600" y="1543050"/>
                </a:lnTo>
                <a:lnTo>
                  <a:pt x="1247775" y="1543050"/>
                </a:lnTo>
                <a:lnTo>
                  <a:pt x="1724025" y="1066800"/>
                </a:lnTo>
                <a:close/>
              </a:path>
            </a:pathLst>
          </a:custGeom>
          <a:noFill xmlns:a="http://schemas.openxmlformats.org/drawingml/2006/main"/>
          <a:ln xmlns:a="http://schemas.openxmlformats.org/drawingml/2006/main" w="11430">
            <a:solidFill>
              <a:srgbClr val="FFFFFF"/>
            </a:solidFill>
          </a:ln>
        </p:spPr>
      </p:sp>
      <p:sp>
        <p:nvSpPr>
          <p:cNvPr id="119" name="ddca-prefecture-47">
            <a:extLst xmlns:a="http://schemas.openxmlformats.org/drawingml/2006/main">
              <a:ext uri="{FF2B5EF4-FFF2-40B4-BE49-F238E27FC236}">
                <a16:creationId xmlns:a16="http://schemas.microsoft.com/office/drawing/2014/main" id="{AF00A848-7188-4696-AC23-CD1D94ACF10A}"/>
              </a:ext>
            </a:extLst>
          </p:cNvPr>
          <p:cNvSpPr>
            <a:spLocks xmlns:a="http://schemas.openxmlformats.org/drawingml/2006/main" noGrp="1"/>
          </p:cNvSpPr>
          <p:nvPr/>
        </p:nvSpPr>
        <p:spPr>
          <a:xfrm xmlns:a="http://schemas.openxmlformats.org/drawingml/2006/main">
            <a:off x="802367" y="5811717"/>
            <a:ext cx="210826" cy="262966"/>
          </a:xfrm>
          <a:custGeom xmlns:a="http://schemas.openxmlformats.org/drawingml/2006/main">
            <a:pathLst>
              <a:path w="885825" h="1104900">
                <a:moveTo>
                  <a:pt x="885825" y="104775"/>
                </a:moveTo>
                <a:lnTo>
                  <a:pt x="781050" y="0"/>
                </a:lnTo>
                <a:lnTo>
                  <a:pt x="704850" y="0"/>
                </a:lnTo>
                <a:lnTo>
                  <a:pt x="533400" y="171450"/>
                </a:lnTo>
                <a:lnTo>
                  <a:pt x="447675" y="171450"/>
                </a:lnTo>
                <a:lnTo>
                  <a:pt x="390525" y="114300"/>
                </a:lnTo>
                <a:lnTo>
                  <a:pt x="361950" y="114300"/>
                </a:lnTo>
                <a:lnTo>
                  <a:pt x="257175" y="219075"/>
                </a:lnTo>
                <a:lnTo>
                  <a:pt x="257175" y="285750"/>
                </a:lnTo>
                <a:lnTo>
                  <a:pt x="304800" y="333375"/>
                </a:lnTo>
                <a:lnTo>
                  <a:pt x="304800" y="428625"/>
                </a:lnTo>
                <a:lnTo>
                  <a:pt x="0" y="733425"/>
                </a:lnTo>
                <a:lnTo>
                  <a:pt x="0" y="1047750"/>
                </a:lnTo>
                <a:lnTo>
                  <a:pt x="57150" y="1104900"/>
                </a:lnTo>
                <a:lnTo>
                  <a:pt x="219075" y="1104900"/>
                </a:lnTo>
                <a:lnTo>
                  <a:pt x="247650" y="1076325"/>
                </a:lnTo>
                <a:lnTo>
                  <a:pt x="247650" y="809625"/>
                </a:lnTo>
                <a:lnTo>
                  <a:pt x="885825" y="171450"/>
                </a:lnTo>
                <a:close/>
              </a:path>
            </a:pathLst>
          </a:custGeom>
          <a:solidFill xmlns:a="http://schemas.openxmlformats.org/drawingml/2006/main">
            <a:srgbClr val="E3E5E7"/>
          </a:solidFill>
          <a:ln xmlns:a="http://schemas.openxmlformats.org/drawingml/2006/main" w="0">
            <a:noFill/>
          </a:ln>
        </p:spPr>
      </p:sp>
      <p:sp>
        <p:nvSpPr>
          <p:cNvPr id="120" name="ddca-boundary-47">
            <a:extLst xmlns:a="http://schemas.openxmlformats.org/drawingml/2006/main">
              <a:ext uri="{FF2B5EF4-FFF2-40B4-BE49-F238E27FC236}">
                <a16:creationId xmlns:a16="http://schemas.microsoft.com/office/drawing/2014/main" id="{6E333DB1-9EB6-451A-8F1A-F22DE4B8D694}"/>
              </a:ext>
            </a:extLst>
          </p:cNvPr>
          <p:cNvSpPr>
            <a:spLocks xmlns:a="http://schemas.openxmlformats.org/drawingml/2006/main" noGrp="1"/>
          </p:cNvSpPr>
          <p:nvPr/>
        </p:nvSpPr>
        <p:spPr>
          <a:xfrm xmlns:a="http://schemas.openxmlformats.org/drawingml/2006/main">
            <a:off x="802367" y="5811717"/>
            <a:ext cx="210826" cy="262966"/>
          </a:xfrm>
          <a:custGeom xmlns:a="http://schemas.openxmlformats.org/drawingml/2006/main">
            <a:pathLst>
              <a:path w="885825" h="1104900">
                <a:moveTo>
                  <a:pt x="885825" y="104775"/>
                </a:moveTo>
                <a:lnTo>
                  <a:pt x="781050" y="0"/>
                </a:lnTo>
                <a:lnTo>
                  <a:pt x="704850" y="0"/>
                </a:lnTo>
                <a:lnTo>
                  <a:pt x="533400" y="171450"/>
                </a:lnTo>
                <a:lnTo>
                  <a:pt x="447675" y="171450"/>
                </a:lnTo>
                <a:lnTo>
                  <a:pt x="390525" y="114300"/>
                </a:lnTo>
                <a:lnTo>
                  <a:pt x="361950" y="114300"/>
                </a:lnTo>
                <a:lnTo>
                  <a:pt x="257175" y="219075"/>
                </a:lnTo>
                <a:lnTo>
                  <a:pt x="257175" y="285750"/>
                </a:lnTo>
                <a:lnTo>
                  <a:pt x="304800" y="333375"/>
                </a:lnTo>
                <a:lnTo>
                  <a:pt x="304800" y="428625"/>
                </a:lnTo>
                <a:lnTo>
                  <a:pt x="0" y="733425"/>
                </a:lnTo>
                <a:lnTo>
                  <a:pt x="0" y="1047750"/>
                </a:lnTo>
                <a:lnTo>
                  <a:pt x="57150" y="1104900"/>
                </a:lnTo>
                <a:lnTo>
                  <a:pt x="219075" y="1104900"/>
                </a:lnTo>
                <a:lnTo>
                  <a:pt x="247650" y="1076325"/>
                </a:lnTo>
                <a:lnTo>
                  <a:pt x="247650" y="809625"/>
                </a:lnTo>
                <a:lnTo>
                  <a:pt x="885825" y="171450"/>
                </a:lnTo>
                <a:close/>
              </a:path>
            </a:pathLst>
          </a:custGeom>
          <a:noFill xmlns:a="http://schemas.openxmlformats.org/drawingml/2006/main"/>
          <a:ln xmlns:a="http://schemas.openxmlformats.org/drawingml/2006/main" w="11430">
            <a:solidFill>
              <a:srgbClr val="FFFFFF"/>
            </a:solidFill>
          </a:ln>
        </p:spPr>
      </p:sp>
      <p:sp>
        <p:nvSpPr>
          <p:cNvPr id="121" name="text-1367">
            <a:extLst xmlns:a="http://schemas.openxmlformats.org/drawingml/2006/main">
              <a:ext uri="{FF2B5EF4-FFF2-40B4-BE49-F238E27FC236}">
                <a16:creationId xmlns:a16="http://schemas.microsoft.com/office/drawing/2014/main" id="{212E5CA2-DBD0-45A2-98C9-A69A5CDA136B}"/>
              </a:ext>
            </a:extLst>
          </p:cNvPr>
          <p:cNvSpPr>
            <a:spLocks xmlns:a="http://schemas.openxmlformats.org/drawingml/2006/main" noGrp="1"/>
          </p:cNvSpPr>
          <p:nvPr/>
        </p:nvSpPr>
        <p:spPr>
          <a:xfrm xmlns:a="http://schemas.openxmlformats.org/drawingml/2006/main">
            <a:off x="6229350" y="1628775"/>
            <a:ext cx="5353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700" b="1">
                <a:solidFill>
                  <a:srgbClr val="0078BA"/>
                </a:solidFill>
                <a:latin typeface="Yu Gothic"/>
                <a:ea typeface="Yu Gothic"/>
                <a:cs typeface="Yu Gothic"/>
              </a:defRPr>
            </a:defPPr>
            <a:lvl1pPr algn="l">
              <a:defRPr sz="2700" b="1">
                <a:solidFill>
                  <a:srgbClr val="0078BA"/>
                </a:solidFill>
                <a:latin typeface="Yu Gothic"/>
                <a:ea typeface="Yu Gothic"/>
                <a:cs typeface="Yu Gothic"/>
              </a:defRPr>
            </a:lvl1pPr>
            <a:lvl2pPr algn="l">
              <a:defRPr sz="2700" b="1">
                <a:solidFill>
                  <a:srgbClr val="0078BA"/>
                </a:solidFill>
                <a:latin typeface="Yu Gothic"/>
                <a:ea typeface="Yu Gothic"/>
                <a:cs typeface="Yu Gothic"/>
              </a:defRPr>
            </a:lvl2pPr>
            <a:lvl3pPr algn="l">
              <a:defRPr sz="2700" b="1">
                <a:solidFill>
                  <a:srgbClr val="0078BA"/>
                </a:solidFill>
                <a:latin typeface="Yu Gothic"/>
                <a:ea typeface="Yu Gothic"/>
                <a:cs typeface="Yu Gothic"/>
              </a:defRPr>
            </a:lvl3pPr>
            <a:lvl4pPr algn="l">
              <a:defRPr sz="2700" b="1">
                <a:solidFill>
                  <a:srgbClr val="0078BA"/>
                </a:solidFill>
                <a:latin typeface="Yu Gothic"/>
                <a:ea typeface="Yu Gothic"/>
                <a:cs typeface="Yu Gothic"/>
              </a:defRPr>
            </a:lvl4pPr>
            <a:lvl5pPr algn="l">
              <a:defRPr sz="2700" b="1">
                <a:solidFill>
                  <a:srgbClr val="0078BA"/>
                </a:solidFill>
                <a:latin typeface="Yu Gothic"/>
                <a:ea typeface="Yu Gothic"/>
                <a:cs typeface="Yu Gothic"/>
              </a:defRPr>
            </a:lvl5pPr>
            <a:lvl6pPr algn="l">
              <a:defRPr sz="2700" b="1">
                <a:solidFill>
                  <a:srgbClr val="0078BA"/>
                </a:solidFill>
                <a:latin typeface="Yu Gothic"/>
                <a:ea typeface="Yu Gothic"/>
                <a:cs typeface="Yu Gothic"/>
              </a:defRPr>
            </a:lvl6pPr>
            <a:lvl7pPr algn="l">
              <a:defRPr sz="2700" b="1">
                <a:solidFill>
                  <a:srgbClr val="0078BA"/>
                </a:solidFill>
                <a:latin typeface="Yu Gothic"/>
                <a:ea typeface="Yu Gothic"/>
                <a:cs typeface="Yu Gothic"/>
              </a:defRPr>
            </a:lvl7pPr>
            <a:lvl8pPr algn="l">
              <a:defRPr sz="2700" b="1">
                <a:solidFill>
                  <a:srgbClr val="0078BA"/>
                </a:solidFill>
                <a:latin typeface="Yu Gothic"/>
                <a:ea typeface="Yu Gothic"/>
                <a:cs typeface="Yu Gothic"/>
              </a:defRPr>
            </a:lvl8pPr>
            <a:lvl9pPr algn="l">
              <a:defRPr sz="2700" b="1">
                <a:solidFill>
                  <a:srgbClr val="0078BA"/>
                </a:solidFill>
                <a:latin typeface="Yu Gothic"/>
                <a:ea typeface="Yu Gothic"/>
                <a:cs typeface="Yu Gothic"/>
              </a:defRPr>
            </a:lvl9pPr>
          </a:lstStyle>
          <a:p xmlns:a="http://schemas.openxmlformats.org/drawingml/2006/main">
            <a:pPr algn="l">
              <a:defRPr sz="2700" b="1">
                <a:solidFill>
                  <a:srgbClr val="0078BA"/>
                </a:solidFill>
                <a:latin typeface="Yu Gothic"/>
                <a:ea typeface="Yu Gothic"/>
                <a:cs typeface="Yu Gothic"/>
              </a:defRPr>
            </a:pPr>
            <a:r>
              <a:rPr sz="2700" b="1">
                <a:solidFill>
                  <a:srgbClr val="0078BA"/>
                </a:solidFill>
                <a:latin typeface="Yu Gothic"/>
                <a:ea typeface="Yu Gothic"/>
                <a:cs typeface="Yu Gothic"/>
              </a:rPr>
              <a:t>22機関・14都道府県</a:t>
            </a:r>
          </a:p>
        </p:txBody>
      </p:sp>
      <p:sp>
        <p:nvSpPr>
          <p:cNvPr id="122" name="text-1368">
            <a:extLst xmlns:a="http://schemas.openxmlformats.org/drawingml/2006/main">
              <a:ext uri="{FF2B5EF4-FFF2-40B4-BE49-F238E27FC236}">
                <a16:creationId xmlns:a16="http://schemas.microsoft.com/office/drawing/2014/main" id="{5F33D6BA-93BC-4336-B2B9-251E600145B7}"/>
              </a:ext>
            </a:extLst>
          </p:cNvPr>
          <p:cNvSpPr>
            <a:spLocks xmlns:a="http://schemas.openxmlformats.org/drawingml/2006/main" noGrp="1"/>
          </p:cNvSpPr>
          <p:nvPr/>
        </p:nvSpPr>
        <p:spPr>
          <a:xfrm xmlns:a="http://schemas.openxmlformats.org/drawingml/2006/main">
            <a:off x="6229350" y="2143125"/>
            <a:ext cx="5353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231F20"/>
                </a:solidFill>
                <a:latin typeface="Yu Gothic"/>
                <a:ea typeface="Yu Gothic"/>
                <a:cs typeface="Yu Gothic"/>
              </a:defRPr>
            </a:defPPr>
            <a:lvl1pPr algn="l">
              <a:defRPr sz="1725" b="0">
                <a:solidFill>
                  <a:srgbClr val="231F20"/>
                </a:solidFill>
                <a:latin typeface="Yu Gothic"/>
                <a:ea typeface="Yu Gothic"/>
                <a:cs typeface="Yu Gothic"/>
              </a:defRPr>
            </a:lvl1pPr>
            <a:lvl2pPr algn="l">
              <a:defRPr sz="1725" b="0">
                <a:solidFill>
                  <a:srgbClr val="231F20"/>
                </a:solidFill>
                <a:latin typeface="Yu Gothic"/>
                <a:ea typeface="Yu Gothic"/>
                <a:cs typeface="Yu Gothic"/>
              </a:defRPr>
            </a:lvl2pPr>
            <a:lvl3pPr algn="l">
              <a:defRPr sz="1725" b="0">
                <a:solidFill>
                  <a:srgbClr val="231F20"/>
                </a:solidFill>
                <a:latin typeface="Yu Gothic"/>
                <a:ea typeface="Yu Gothic"/>
                <a:cs typeface="Yu Gothic"/>
              </a:defRPr>
            </a:lvl3pPr>
            <a:lvl4pPr algn="l">
              <a:defRPr sz="1725" b="0">
                <a:solidFill>
                  <a:srgbClr val="231F20"/>
                </a:solidFill>
                <a:latin typeface="Yu Gothic"/>
                <a:ea typeface="Yu Gothic"/>
                <a:cs typeface="Yu Gothic"/>
              </a:defRPr>
            </a:lvl4pPr>
            <a:lvl5pPr algn="l">
              <a:defRPr sz="1725" b="0">
                <a:solidFill>
                  <a:srgbClr val="231F20"/>
                </a:solidFill>
                <a:latin typeface="Yu Gothic"/>
                <a:ea typeface="Yu Gothic"/>
                <a:cs typeface="Yu Gothic"/>
              </a:defRPr>
            </a:lvl5pPr>
            <a:lvl6pPr algn="l">
              <a:defRPr sz="1725" b="0">
                <a:solidFill>
                  <a:srgbClr val="231F20"/>
                </a:solidFill>
                <a:latin typeface="Yu Gothic"/>
                <a:ea typeface="Yu Gothic"/>
                <a:cs typeface="Yu Gothic"/>
              </a:defRPr>
            </a:lvl6pPr>
            <a:lvl7pPr algn="l">
              <a:defRPr sz="1725" b="0">
                <a:solidFill>
                  <a:srgbClr val="231F20"/>
                </a:solidFill>
                <a:latin typeface="Yu Gothic"/>
                <a:ea typeface="Yu Gothic"/>
                <a:cs typeface="Yu Gothic"/>
              </a:defRPr>
            </a:lvl7pPr>
            <a:lvl8pPr algn="l">
              <a:defRPr sz="1725" b="0">
                <a:solidFill>
                  <a:srgbClr val="231F20"/>
                </a:solidFill>
                <a:latin typeface="Yu Gothic"/>
                <a:ea typeface="Yu Gothic"/>
                <a:cs typeface="Yu Gothic"/>
              </a:defRPr>
            </a:lvl8pPr>
            <a:lvl9pPr algn="l">
              <a:defRPr sz="1725" b="0">
                <a:solidFill>
                  <a:srgbClr val="231F20"/>
                </a:solidFill>
                <a:latin typeface="Yu Gothic"/>
                <a:ea typeface="Yu Gothic"/>
                <a:cs typeface="Yu Gothic"/>
              </a:defRPr>
            </a:lvl9pPr>
          </a:lstStyle>
          <a:p xmlns:a="http://schemas.openxmlformats.org/drawingml/2006/main">
            <a:pPr algn="l">
              <a:defRPr sz="1725" b="0">
                <a:solidFill>
                  <a:srgbClr val="231F20"/>
                </a:solidFill>
                <a:latin typeface="Yu Gothic"/>
                <a:ea typeface="Yu Gothic"/>
                <a:cs typeface="Yu Gothic"/>
              </a:defRPr>
            </a:pPr>
            <a:r>
              <a:rPr sz="1725" b="0">
                <a:solidFill>
                  <a:srgbClr val="231F20"/>
                </a:solidFill>
                <a:latin typeface="Yu Gothic"/>
                <a:ea typeface="Yu Gothic"/>
                <a:cs typeface="Yu Gothic"/>
              </a:rPr>
              <a:t>公式シラバス・授業資料で掲載を確認</a:t>
            </a:r>
          </a:p>
        </p:txBody>
      </p:sp>
      <p:sp>
        <p:nvSpPr>
          <p:cNvPr id="123" name="block-1369">
            <a:extLst xmlns:a="http://schemas.openxmlformats.org/drawingml/2006/main">
              <a:ext uri="{FF2B5EF4-FFF2-40B4-BE49-F238E27FC236}">
                <a16:creationId xmlns:a16="http://schemas.microsoft.com/office/drawing/2014/main" id="{A029BF8E-E53C-4DC8-AFF3-363EC6E5F59C}"/>
              </a:ext>
            </a:extLst>
          </p:cNvPr>
          <p:cNvSpPr>
            <a:spLocks xmlns:a="http://schemas.openxmlformats.org/drawingml/2006/main" noGrp="1"/>
          </p:cNvSpPr>
          <p:nvPr/>
        </p:nvSpPr>
        <p:spPr>
          <a:xfrm xmlns:a="http://schemas.openxmlformats.org/drawingml/2006/main">
            <a:off x="6229350" y="2571750"/>
            <a:ext cx="323850" cy="266700"/>
          </a:xfrm>
          <a:prstGeom xmlns:a="http://schemas.openxmlformats.org/drawingml/2006/main" prst="rect">
            <a:avLst/>
          </a:prstGeom>
          <a:solidFill xmlns:a="http://schemas.openxmlformats.org/drawingml/2006/main">
            <a:srgbClr val="1572C3"/>
          </a:solidFill>
          <a:ln xmlns:a="http://schemas.openxmlformats.org/drawingml/2006/main" w="0">
            <a:solidFill>
              <a:srgbClr val="1572C3"/>
            </a:solidFill>
          </a:ln>
        </p:spPr>
      </p:sp>
      <p:sp>
        <p:nvSpPr>
          <p:cNvPr id="124" name="text-1370">
            <a:extLst xmlns:a="http://schemas.openxmlformats.org/drawingml/2006/main">
              <a:ext uri="{FF2B5EF4-FFF2-40B4-BE49-F238E27FC236}">
                <a16:creationId xmlns:a16="http://schemas.microsoft.com/office/drawing/2014/main" id="{82820D77-03F3-4DC9-8B38-382219D86FAD}"/>
              </a:ext>
            </a:extLst>
          </p:cNvPr>
          <p:cNvSpPr>
            <a:spLocks xmlns:a="http://schemas.openxmlformats.org/drawingml/2006/main" noGrp="1"/>
          </p:cNvSpPr>
          <p:nvPr/>
        </p:nvSpPr>
        <p:spPr>
          <a:xfrm xmlns:a="http://schemas.openxmlformats.org/drawingml/2006/main">
            <a:off x="6762750" y="2533650"/>
            <a:ext cx="3000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高専</a:t>
            </a:r>
          </a:p>
        </p:txBody>
      </p:sp>
      <p:sp>
        <p:nvSpPr>
          <p:cNvPr id="125" name="text-1371">
            <a:extLst xmlns:a="http://schemas.openxmlformats.org/drawingml/2006/main">
              <a:ext uri="{FF2B5EF4-FFF2-40B4-BE49-F238E27FC236}">
                <a16:creationId xmlns:a16="http://schemas.microsoft.com/office/drawing/2014/main" id="{5A96C9A0-95EF-4BDE-9DC3-2F4D61725075}"/>
              </a:ext>
            </a:extLst>
          </p:cNvPr>
          <p:cNvSpPr>
            <a:spLocks xmlns:a="http://schemas.openxmlformats.org/drawingml/2006/main" noGrp="1"/>
          </p:cNvSpPr>
          <p:nvPr/>
        </p:nvSpPr>
        <p:spPr>
          <a:xfrm xmlns:a="http://schemas.openxmlformats.org/drawingml/2006/main">
            <a:off x="10048875" y="2533650"/>
            <a:ext cx="1476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2025" b="0">
                <a:solidFill>
                  <a:srgbClr val="231F20"/>
                </a:solidFill>
                <a:latin typeface="Yu Gothic"/>
                <a:ea typeface="Yu Gothic"/>
                <a:cs typeface="Yu Gothic"/>
              </a:defRPr>
            </a:defPPr>
            <a:lvl1pPr algn="r">
              <a:defRPr sz="2025" b="0">
                <a:solidFill>
                  <a:srgbClr val="231F20"/>
                </a:solidFill>
                <a:latin typeface="Yu Gothic"/>
                <a:ea typeface="Yu Gothic"/>
                <a:cs typeface="Yu Gothic"/>
              </a:defRPr>
            </a:lvl1pPr>
            <a:lvl2pPr algn="r">
              <a:defRPr sz="2025" b="0">
                <a:solidFill>
                  <a:srgbClr val="231F20"/>
                </a:solidFill>
                <a:latin typeface="Yu Gothic"/>
                <a:ea typeface="Yu Gothic"/>
                <a:cs typeface="Yu Gothic"/>
              </a:defRPr>
            </a:lvl2pPr>
            <a:lvl3pPr algn="r">
              <a:defRPr sz="2025" b="0">
                <a:solidFill>
                  <a:srgbClr val="231F20"/>
                </a:solidFill>
                <a:latin typeface="Yu Gothic"/>
                <a:ea typeface="Yu Gothic"/>
                <a:cs typeface="Yu Gothic"/>
              </a:defRPr>
            </a:lvl3pPr>
            <a:lvl4pPr algn="r">
              <a:defRPr sz="2025" b="0">
                <a:solidFill>
                  <a:srgbClr val="231F20"/>
                </a:solidFill>
                <a:latin typeface="Yu Gothic"/>
                <a:ea typeface="Yu Gothic"/>
                <a:cs typeface="Yu Gothic"/>
              </a:defRPr>
            </a:lvl4pPr>
            <a:lvl5pPr algn="r">
              <a:defRPr sz="2025" b="0">
                <a:solidFill>
                  <a:srgbClr val="231F20"/>
                </a:solidFill>
                <a:latin typeface="Yu Gothic"/>
                <a:ea typeface="Yu Gothic"/>
                <a:cs typeface="Yu Gothic"/>
              </a:defRPr>
            </a:lvl5pPr>
            <a:lvl6pPr algn="r">
              <a:defRPr sz="2025" b="0">
                <a:solidFill>
                  <a:srgbClr val="231F20"/>
                </a:solidFill>
                <a:latin typeface="Yu Gothic"/>
                <a:ea typeface="Yu Gothic"/>
                <a:cs typeface="Yu Gothic"/>
              </a:defRPr>
            </a:lvl6pPr>
            <a:lvl7pPr algn="r">
              <a:defRPr sz="2025" b="0">
                <a:solidFill>
                  <a:srgbClr val="231F20"/>
                </a:solidFill>
                <a:latin typeface="Yu Gothic"/>
                <a:ea typeface="Yu Gothic"/>
                <a:cs typeface="Yu Gothic"/>
              </a:defRPr>
            </a:lvl7pPr>
            <a:lvl8pPr algn="r">
              <a:defRPr sz="2025" b="0">
                <a:solidFill>
                  <a:srgbClr val="231F20"/>
                </a:solidFill>
                <a:latin typeface="Yu Gothic"/>
                <a:ea typeface="Yu Gothic"/>
                <a:cs typeface="Yu Gothic"/>
              </a:defRPr>
            </a:lvl8pPr>
            <a:lvl9pPr algn="r">
              <a:defRPr sz="2025" b="0">
                <a:solidFill>
                  <a:srgbClr val="231F20"/>
                </a:solidFill>
                <a:latin typeface="Yu Gothic"/>
                <a:ea typeface="Yu Gothic"/>
                <a:cs typeface="Yu Gothic"/>
              </a:defRPr>
            </a:lvl9pPr>
          </a:lstStyle>
          <a:p xmlns:a="http://schemas.openxmlformats.org/drawingml/2006/main">
            <a:pPr algn="r">
              <a:defRPr sz="2025" b="0">
                <a:solidFill>
                  <a:srgbClr val="231F20"/>
                </a:solidFill>
                <a:latin typeface="Yu Gothic"/>
                <a:ea typeface="Yu Gothic"/>
                <a:cs typeface="Yu Gothic"/>
              </a:defRPr>
            </a:pPr>
            <a:r>
              <a:rPr sz="2025" b="0">
                <a:solidFill>
                  <a:srgbClr val="231F20"/>
                </a:solidFill>
                <a:latin typeface="Yu Gothic"/>
                <a:ea typeface="Yu Gothic"/>
                <a:cs typeface="Yu Gothic"/>
              </a:rPr>
              <a:t>4機関</a:t>
            </a:r>
          </a:p>
        </p:txBody>
      </p:sp>
      <p:sp>
        <p:nvSpPr>
          <p:cNvPr id="126" name="text-1372">
            <a:extLst xmlns:a="http://schemas.openxmlformats.org/drawingml/2006/main">
              <a:ext uri="{FF2B5EF4-FFF2-40B4-BE49-F238E27FC236}">
                <a16:creationId xmlns:a16="http://schemas.microsoft.com/office/drawing/2014/main" id="{AD1BACDA-4120-4FB3-A60B-D1B46A09ACD1}"/>
              </a:ext>
            </a:extLst>
          </p:cNvPr>
          <p:cNvSpPr>
            <a:spLocks xmlns:a="http://schemas.openxmlformats.org/drawingml/2006/main" noGrp="1"/>
          </p:cNvSpPr>
          <p:nvPr/>
        </p:nvSpPr>
        <p:spPr>
          <a:xfrm xmlns:a="http://schemas.openxmlformats.org/drawingml/2006/main">
            <a:off x="6762750" y="2895600"/>
            <a:ext cx="4819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例：豊田高専・久留米高専</a:t>
            </a:r>
          </a:p>
        </p:txBody>
      </p:sp>
      <p:sp>
        <p:nvSpPr>
          <p:cNvPr id="127" name="block-1373">
            <a:extLst xmlns:a="http://schemas.openxmlformats.org/drawingml/2006/main">
              <a:ext uri="{FF2B5EF4-FFF2-40B4-BE49-F238E27FC236}">
                <a16:creationId xmlns:a16="http://schemas.microsoft.com/office/drawing/2014/main" id="{DC7B4600-A0ED-44DB-BA9E-CB69B13A5813}"/>
              </a:ext>
            </a:extLst>
          </p:cNvPr>
          <p:cNvSpPr>
            <a:spLocks xmlns:a="http://schemas.openxmlformats.org/drawingml/2006/main" noGrp="1"/>
          </p:cNvSpPr>
          <p:nvPr/>
        </p:nvSpPr>
        <p:spPr>
          <a:xfrm xmlns:a="http://schemas.openxmlformats.org/drawingml/2006/main">
            <a:off x="6229350" y="3295650"/>
            <a:ext cx="323850" cy="266700"/>
          </a:xfrm>
          <a:prstGeom xmlns:a="http://schemas.openxmlformats.org/drawingml/2006/main" prst="rect">
            <a:avLst/>
          </a:prstGeom>
          <a:solidFill xmlns:a="http://schemas.openxmlformats.org/drawingml/2006/main">
            <a:srgbClr val="D55E00"/>
          </a:solidFill>
          <a:ln xmlns:a="http://schemas.openxmlformats.org/drawingml/2006/main" w="0">
            <a:solidFill>
              <a:srgbClr val="D55E00"/>
            </a:solidFill>
          </a:ln>
        </p:spPr>
      </p:sp>
      <p:sp>
        <p:nvSpPr>
          <p:cNvPr id="128" name="text-1374">
            <a:extLst xmlns:a="http://schemas.openxmlformats.org/drawingml/2006/main">
              <a:ext uri="{FF2B5EF4-FFF2-40B4-BE49-F238E27FC236}">
                <a16:creationId xmlns:a16="http://schemas.microsoft.com/office/drawing/2014/main" id="{BAC6AA60-A624-4429-9058-8BD4EB2C2D56}"/>
              </a:ext>
            </a:extLst>
          </p:cNvPr>
          <p:cNvSpPr>
            <a:spLocks xmlns:a="http://schemas.openxmlformats.org/drawingml/2006/main" noGrp="1"/>
          </p:cNvSpPr>
          <p:nvPr/>
        </p:nvSpPr>
        <p:spPr>
          <a:xfrm xmlns:a="http://schemas.openxmlformats.org/drawingml/2006/main">
            <a:off x="6762750" y="3257550"/>
            <a:ext cx="3000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大学（学部）</a:t>
            </a:r>
          </a:p>
        </p:txBody>
      </p:sp>
      <p:sp>
        <p:nvSpPr>
          <p:cNvPr id="129" name="text-1375">
            <a:extLst xmlns:a="http://schemas.openxmlformats.org/drawingml/2006/main">
              <a:ext uri="{FF2B5EF4-FFF2-40B4-BE49-F238E27FC236}">
                <a16:creationId xmlns:a16="http://schemas.microsoft.com/office/drawing/2014/main" id="{A8B59589-D94A-491C-ADD8-048DA10FCA58}"/>
              </a:ext>
            </a:extLst>
          </p:cNvPr>
          <p:cNvSpPr>
            <a:spLocks xmlns:a="http://schemas.openxmlformats.org/drawingml/2006/main" noGrp="1"/>
          </p:cNvSpPr>
          <p:nvPr/>
        </p:nvSpPr>
        <p:spPr>
          <a:xfrm xmlns:a="http://schemas.openxmlformats.org/drawingml/2006/main">
            <a:off x="10048875" y="3257550"/>
            <a:ext cx="1476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2025" b="0">
                <a:solidFill>
                  <a:srgbClr val="231F20"/>
                </a:solidFill>
                <a:latin typeface="Yu Gothic"/>
                <a:ea typeface="Yu Gothic"/>
                <a:cs typeface="Yu Gothic"/>
              </a:defRPr>
            </a:defPPr>
            <a:lvl1pPr algn="r">
              <a:defRPr sz="2025" b="0">
                <a:solidFill>
                  <a:srgbClr val="231F20"/>
                </a:solidFill>
                <a:latin typeface="Yu Gothic"/>
                <a:ea typeface="Yu Gothic"/>
                <a:cs typeface="Yu Gothic"/>
              </a:defRPr>
            </a:lvl1pPr>
            <a:lvl2pPr algn="r">
              <a:defRPr sz="2025" b="0">
                <a:solidFill>
                  <a:srgbClr val="231F20"/>
                </a:solidFill>
                <a:latin typeface="Yu Gothic"/>
                <a:ea typeface="Yu Gothic"/>
                <a:cs typeface="Yu Gothic"/>
              </a:defRPr>
            </a:lvl2pPr>
            <a:lvl3pPr algn="r">
              <a:defRPr sz="2025" b="0">
                <a:solidFill>
                  <a:srgbClr val="231F20"/>
                </a:solidFill>
                <a:latin typeface="Yu Gothic"/>
                <a:ea typeface="Yu Gothic"/>
                <a:cs typeface="Yu Gothic"/>
              </a:defRPr>
            </a:lvl3pPr>
            <a:lvl4pPr algn="r">
              <a:defRPr sz="2025" b="0">
                <a:solidFill>
                  <a:srgbClr val="231F20"/>
                </a:solidFill>
                <a:latin typeface="Yu Gothic"/>
                <a:ea typeface="Yu Gothic"/>
                <a:cs typeface="Yu Gothic"/>
              </a:defRPr>
            </a:lvl4pPr>
            <a:lvl5pPr algn="r">
              <a:defRPr sz="2025" b="0">
                <a:solidFill>
                  <a:srgbClr val="231F20"/>
                </a:solidFill>
                <a:latin typeface="Yu Gothic"/>
                <a:ea typeface="Yu Gothic"/>
                <a:cs typeface="Yu Gothic"/>
              </a:defRPr>
            </a:lvl5pPr>
            <a:lvl6pPr algn="r">
              <a:defRPr sz="2025" b="0">
                <a:solidFill>
                  <a:srgbClr val="231F20"/>
                </a:solidFill>
                <a:latin typeface="Yu Gothic"/>
                <a:ea typeface="Yu Gothic"/>
                <a:cs typeface="Yu Gothic"/>
              </a:defRPr>
            </a:lvl6pPr>
            <a:lvl7pPr algn="r">
              <a:defRPr sz="2025" b="0">
                <a:solidFill>
                  <a:srgbClr val="231F20"/>
                </a:solidFill>
                <a:latin typeface="Yu Gothic"/>
                <a:ea typeface="Yu Gothic"/>
                <a:cs typeface="Yu Gothic"/>
              </a:defRPr>
            </a:lvl7pPr>
            <a:lvl8pPr algn="r">
              <a:defRPr sz="2025" b="0">
                <a:solidFill>
                  <a:srgbClr val="231F20"/>
                </a:solidFill>
                <a:latin typeface="Yu Gothic"/>
                <a:ea typeface="Yu Gothic"/>
                <a:cs typeface="Yu Gothic"/>
              </a:defRPr>
            </a:lvl8pPr>
            <a:lvl9pPr algn="r">
              <a:defRPr sz="2025" b="0">
                <a:solidFill>
                  <a:srgbClr val="231F20"/>
                </a:solidFill>
                <a:latin typeface="Yu Gothic"/>
                <a:ea typeface="Yu Gothic"/>
                <a:cs typeface="Yu Gothic"/>
              </a:defRPr>
            </a:lvl9pPr>
          </a:lstStyle>
          <a:p xmlns:a="http://schemas.openxmlformats.org/drawingml/2006/main">
            <a:pPr algn="r">
              <a:defRPr sz="2025" b="0">
                <a:solidFill>
                  <a:srgbClr val="231F20"/>
                </a:solidFill>
                <a:latin typeface="Yu Gothic"/>
                <a:ea typeface="Yu Gothic"/>
                <a:cs typeface="Yu Gothic"/>
              </a:defRPr>
            </a:pPr>
            <a:r>
              <a:rPr sz="2025" b="0">
                <a:solidFill>
                  <a:srgbClr val="231F20"/>
                </a:solidFill>
                <a:latin typeface="Yu Gothic"/>
                <a:ea typeface="Yu Gothic"/>
                <a:cs typeface="Yu Gothic"/>
              </a:rPr>
              <a:t>14機関</a:t>
            </a:r>
          </a:p>
        </p:txBody>
      </p:sp>
      <p:sp>
        <p:nvSpPr>
          <p:cNvPr id="130" name="text-1376">
            <a:extLst xmlns:a="http://schemas.openxmlformats.org/drawingml/2006/main">
              <a:ext uri="{FF2B5EF4-FFF2-40B4-BE49-F238E27FC236}">
                <a16:creationId xmlns:a16="http://schemas.microsoft.com/office/drawing/2014/main" id="{B2BB190B-3186-4F7D-8E35-734CC1179F62}"/>
              </a:ext>
            </a:extLst>
          </p:cNvPr>
          <p:cNvSpPr>
            <a:spLocks xmlns:a="http://schemas.openxmlformats.org/drawingml/2006/main" noGrp="1"/>
          </p:cNvSpPr>
          <p:nvPr/>
        </p:nvSpPr>
        <p:spPr>
          <a:xfrm xmlns:a="http://schemas.openxmlformats.org/drawingml/2006/main">
            <a:off x="6762750" y="3619500"/>
            <a:ext cx="4819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例：東京大学・京都大学・慶應義塾大学</a:t>
            </a:r>
          </a:p>
        </p:txBody>
      </p:sp>
      <p:sp>
        <p:nvSpPr>
          <p:cNvPr id="131" name="block-1377">
            <a:extLst xmlns:a="http://schemas.openxmlformats.org/drawingml/2006/main">
              <a:ext uri="{FF2B5EF4-FFF2-40B4-BE49-F238E27FC236}">
                <a16:creationId xmlns:a16="http://schemas.microsoft.com/office/drawing/2014/main" id="{EDB327FB-6E37-450C-B047-213BB4B951F4}"/>
              </a:ext>
            </a:extLst>
          </p:cNvPr>
          <p:cNvSpPr>
            <a:spLocks xmlns:a="http://schemas.openxmlformats.org/drawingml/2006/main" noGrp="1"/>
          </p:cNvSpPr>
          <p:nvPr/>
        </p:nvSpPr>
        <p:spPr>
          <a:xfrm xmlns:a="http://schemas.openxmlformats.org/drawingml/2006/main">
            <a:off x="6229350" y="4019550"/>
            <a:ext cx="323850" cy="266700"/>
          </a:xfrm>
          <a:prstGeom xmlns:a="http://schemas.openxmlformats.org/drawingml/2006/main" prst="rect">
            <a:avLst/>
          </a:prstGeom>
          <a:solidFill xmlns:a="http://schemas.openxmlformats.org/drawingml/2006/main">
            <a:srgbClr val="00856B"/>
          </a:solidFill>
          <a:ln xmlns:a="http://schemas.openxmlformats.org/drawingml/2006/main" w="0">
            <a:solidFill>
              <a:srgbClr val="00856B"/>
            </a:solidFill>
          </a:ln>
        </p:spPr>
      </p:sp>
      <p:sp>
        <p:nvSpPr>
          <p:cNvPr id="132" name="text-1378">
            <a:extLst xmlns:a="http://schemas.openxmlformats.org/drawingml/2006/main">
              <a:ext uri="{FF2B5EF4-FFF2-40B4-BE49-F238E27FC236}">
                <a16:creationId xmlns:a16="http://schemas.microsoft.com/office/drawing/2014/main" id="{537CC388-79F0-40D0-8D93-E1742E3D5AD4}"/>
              </a:ext>
            </a:extLst>
          </p:cNvPr>
          <p:cNvSpPr>
            <a:spLocks xmlns:a="http://schemas.openxmlformats.org/drawingml/2006/main" noGrp="1"/>
          </p:cNvSpPr>
          <p:nvPr/>
        </p:nvSpPr>
        <p:spPr>
          <a:xfrm xmlns:a="http://schemas.openxmlformats.org/drawingml/2006/main">
            <a:off x="6762750" y="3981450"/>
            <a:ext cx="3000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大学院</a:t>
            </a:r>
          </a:p>
        </p:txBody>
      </p:sp>
      <p:sp>
        <p:nvSpPr>
          <p:cNvPr id="133" name="text-1379">
            <a:extLst xmlns:a="http://schemas.openxmlformats.org/drawingml/2006/main">
              <a:ext uri="{FF2B5EF4-FFF2-40B4-BE49-F238E27FC236}">
                <a16:creationId xmlns:a16="http://schemas.microsoft.com/office/drawing/2014/main" id="{4A66537C-9FA6-4785-8C7F-B71801719973}"/>
              </a:ext>
            </a:extLst>
          </p:cNvPr>
          <p:cNvSpPr>
            <a:spLocks xmlns:a="http://schemas.openxmlformats.org/drawingml/2006/main" noGrp="1"/>
          </p:cNvSpPr>
          <p:nvPr/>
        </p:nvSpPr>
        <p:spPr>
          <a:xfrm xmlns:a="http://schemas.openxmlformats.org/drawingml/2006/main">
            <a:off x="10048875" y="3981450"/>
            <a:ext cx="14763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2025" b="0">
                <a:solidFill>
                  <a:srgbClr val="231F20"/>
                </a:solidFill>
                <a:latin typeface="Yu Gothic"/>
                <a:ea typeface="Yu Gothic"/>
                <a:cs typeface="Yu Gothic"/>
              </a:defRPr>
            </a:defPPr>
            <a:lvl1pPr algn="r">
              <a:defRPr sz="2025" b="0">
                <a:solidFill>
                  <a:srgbClr val="231F20"/>
                </a:solidFill>
                <a:latin typeface="Yu Gothic"/>
                <a:ea typeface="Yu Gothic"/>
                <a:cs typeface="Yu Gothic"/>
              </a:defRPr>
            </a:lvl1pPr>
            <a:lvl2pPr algn="r">
              <a:defRPr sz="2025" b="0">
                <a:solidFill>
                  <a:srgbClr val="231F20"/>
                </a:solidFill>
                <a:latin typeface="Yu Gothic"/>
                <a:ea typeface="Yu Gothic"/>
                <a:cs typeface="Yu Gothic"/>
              </a:defRPr>
            </a:lvl2pPr>
            <a:lvl3pPr algn="r">
              <a:defRPr sz="2025" b="0">
                <a:solidFill>
                  <a:srgbClr val="231F20"/>
                </a:solidFill>
                <a:latin typeface="Yu Gothic"/>
                <a:ea typeface="Yu Gothic"/>
                <a:cs typeface="Yu Gothic"/>
              </a:defRPr>
            </a:lvl3pPr>
            <a:lvl4pPr algn="r">
              <a:defRPr sz="2025" b="0">
                <a:solidFill>
                  <a:srgbClr val="231F20"/>
                </a:solidFill>
                <a:latin typeface="Yu Gothic"/>
                <a:ea typeface="Yu Gothic"/>
                <a:cs typeface="Yu Gothic"/>
              </a:defRPr>
            </a:lvl4pPr>
            <a:lvl5pPr algn="r">
              <a:defRPr sz="2025" b="0">
                <a:solidFill>
                  <a:srgbClr val="231F20"/>
                </a:solidFill>
                <a:latin typeface="Yu Gothic"/>
                <a:ea typeface="Yu Gothic"/>
                <a:cs typeface="Yu Gothic"/>
              </a:defRPr>
            </a:lvl5pPr>
            <a:lvl6pPr algn="r">
              <a:defRPr sz="2025" b="0">
                <a:solidFill>
                  <a:srgbClr val="231F20"/>
                </a:solidFill>
                <a:latin typeface="Yu Gothic"/>
                <a:ea typeface="Yu Gothic"/>
                <a:cs typeface="Yu Gothic"/>
              </a:defRPr>
            </a:lvl6pPr>
            <a:lvl7pPr algn="r">
              <a:defRPr sz="2025" b="0">
                <a:solidFill>
                  <a:srgbClr val="231F20"/>
                </a:solidFill>
                <a:latin typeface="Yu Gothic"/>
                <a:ea typeface="Yu Gothic"/>
                <a:cs typeface="Yu Gothic"/>
              </a:defRPr>
            </a:lvl7pPr>
            <a:lvl8pPr algn="r">
              <a:defRPr sz="2025" b="0">
                <a:solidFill>
                  <a:srgbClr val="231F20"/>
                </a:solidFill>
                <a:latin typeface="Yu Gothic"/>
                <a:ea typeface="Yu Gothic"/>
                <a:cs typeface="Yu Gothic"/>
              </a:defRPr>
            </a:lvl8pPr>
            <a:lvl9pPr algn="r">
              <a:defRPr sz="2025" b="0">
                <a:solidFill>
                  <a:srgbClr val="231F20"/>
                </a:solidFill>
                <a:latin typeface="Yu Gothic"/>
                <a:ea typeface="Yu Gothic"/>
                <a:cs typeface="Yu Gothic"/>
              </a:defRPr>
            </a:lvl9pPr>
          </a:lstStyle>
          <a:p xmlns:a="http://schemas.openxmlformats.org/drawingml/2006/main">
            <a:pPr algn="r">
              <a:defRPr sz="2025" b="0">
                <a:solidFill>
                  <a:srgbClr val="231F20"/>
                </a:solidFill>
                <a:latin typeface="Yu Gothic"/>
                <a:ea typeface="Yu Gothic"/>
                <a:cs typeface="Yu Gothic"/>
              </a:defRPr>
            </a:pPr>
            <a:r>
              <a:rPr sz="2025" b="0">
                <a:solidFill>
                  <a:srgbClr val="231F20"/>
                </a:solidFill>
                <a:latin typeface="Yu Gothic"/>
                <a:ea typeface="Yu Gothic"/>
                <a:cs typeface="Yu Gothic"/>
              </a:rPr>
              <a:t>6機関</a:t>
            </a:r>
          </a:p>
        </p:txBody>
      </p:sp>
      <p:sp>
        <p:nvSpPr>
          <p:cNvPr id="134" name="text-1380">
            <a:extLst xmlns:a="http://schemas.openxmlformats.org/drawingml/2006/main">
              <a:ext uri="{FF2B5EF4-FFF2-40B4-BE49-F238E27FC236}">
                <a16:creationId xmlns:a16="http://schemas.microsoft.com/office/drawing/2014/main" id="{C06E1BF4-10CE-4BF0-AEFF-B9ED425478C5}"/>
              </a:ext>
            </a:extLst>
          </p:cNvPr>
          <p:cNvSpPr>
            <a:spLocks xmlns:a="http://schemas.openxmlformats.org/drawingml/2006/main" noGrp="1"/>
          </p:cNvSpPr>
          <p:nvPr/>
        </p:nvSpPr>
        <p:spPr>
          <a:xfrm xmlns:a="http://schemas.openxmlformats.org/drawingml/2006/main">
            <a:off x="6762750" y="4343400"/>
            <a:ext cx="4819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例：北陸先端科学技術大学院大学（JAIST）</a:t>
            </a:r>
          </a:p>
        </p:txBody>
      </p:sp>
      <p:sp>
        <p:nvSpPr>
          <p:cNvPr id="135" name="block-1381">
            <a:extLst xmlns:a="http://schemas.openxmlformats.org/drawingml/2006/main">
              <a:ext uri="{FF2B5EF4-FFF2-40B4-BE49-F238E27FC236}">
                <a16:creationId xmlns:a16="http://schemas.microsoft.com/office/drawing/2014/main" id="{D79133F7-DFD4-4802-880D-BA96842FC866}"/>
              </a:ext>
            </a:extLst>
          </p:cNvPr>
          <p:cNvSpPr>
            <a:spLocks xmlns:a="http://schemas.openxmlformats.org/drawingml/2006/main" noGrp="1"/>
          </p:cNvSpPr>
          <p:nvPr/>
        </p:nvSpPr>
        <p:spPr>
          <a:xfrm xmlns:a="http://schemas.openxmlformats.org/drawingml/2006/main">
            <a:off x="6229350" y="4838700"/>
            <a:ext cx="114300" cy="266700"/>
          </a:xfrm>
          <a:prstGeom xmlns:a="http://schemas.openxmlformats.org/drawingml/2006/main" prst="rect">
            <a:avLst/>
          </a:prstGeom>
          <a:solidFill xmlns:a="http://schemas.openxmlformats.org/drawingml/2006/main">
            <a:srgbClr val="1572C3"/>
          </a:solidFill>
          <a:ln xmlns:a="http://schemas.openxmlformats.org/drawingml/2006/main" w="0">
            <a:solidFill>
              <a:srgbClr val="1572C3"/>
            </a:solidFill>
          </a:ln>
        </p:spPr>
      </p:sp>
      <p:sp>
        <p:nvSpPr>
          <p:cNvPr id="136" name="block-1382">
            <a:extLst xmlns:a="http://schemas.openxmlformats.org/drawingml/2006/main">
              <a:ext uri="{FF2B5EF4-FFF2-40B4-BE49-F238E27FC236}">
                <a16:creationId xmlns:a16="http://schemas.microsoft.com/office/drawing/2014/main" id="{5345B4D1-C57C-446D-9B01-962452C85452}"/>
              </a:ext>
            </a:extLst>
          </p:cNvPr>
          <p:cNvSpPr>
            <a:spLocks xmlns:a="http://schemas.openxmlformats.org/drawingml/2006/main" noGrp="1"/>
          </p:cNvSpPr>
          <p:nvPr/>
        </p:nvSpPr>
        <p:spPr>
          <a:xfrm xmlns:a="http://schemas.openxmlformats.org/drawingml/2006/main">
            <a:off x="6343650" y="4838700"/>
            <a:ext cx="114300" cy="266700"/>
          </a:xfrm>
          <a:prstGeom xmlns:a="http://schemas.openxmlformats.org/drawingml/2006/main" prst="rect">
            <a:avLst/>
          </a:prstGeom>
          <a:solidFill xmlns:a="http://schemas.openxmlformats.org/drawingml/2006/main">
            <a:srgbClr val="D55E00"/>
          </a:solidFill>
          <a:ln xmlns:a="http://schemas.openxmlformats.org/drawingml/2006/main" w="0">
            <a:solidFill>
              <a:srgbClr val="D55E00"/>
            </a:solidFill>
          </a:ln>
        </p:spPr>
      </p:sp>
      <p:sp>
        <p:nvSpPr>
          <p:cNvPr id="137" name="block-1383">
            <a:extLst xmlns:a="http://schemas.openxmlformats.org/drawingml/2006/main">
              <a:ext uri="{FF2B5EF4-FFF2-40B4-BE49-F238E27FC236}">
                <a16:creationId xmlns:a16="http://schemas.microsoft.com/office/drawing/2014/main" id="{124ECBD8-0727-43F1-A1DD-8CF20E6BFF25}"/>
              </a:ext>
            </a:extLst>
          </p:cNvPr>
          <p:cNvSpPr>
            <a:spLocks xmlns:a="http://schemas.openxmlformats.org/drawingml/2006/main" noGrp="1"/>
          </p:cNvSpPr>
          <p:nvPr/>
        </p:nvSpPr>
        <p:spPr>
          <a:xfrm xmlns:a="http://schemas.openxmlformats.org/drawingml/2006/main">
            <a:off x="6457950" y="4838700"/>
            <a:ext cx="114300" cy="266700"/>
          </a:xfrm>
          <a:prstGeom xmlns:a="http://schemas.openxmlformats.org/drawingml/2006/main" prst="rect">
            <a:avLst/>
          </a:prstGeom>
          <a:solidFill xmlns:a="http://schemas.openxmlformats.org/drawingml/2006/main">
            <a:srgbClr val="00856B"/>
          </a:solidFill>
          <a:ln xmlns:a="http://schemas.openxmlformats.org/drawingml/2006/main" w="0">
            <a:solidFill>
              <a:srgbClr val="00856B"/>
            </a:solidFill>
          </a:ln>
        </p:spPr>
      </p:sp>
      <p:sp>
        <p:nvSpPr>
          <p:cNvPr id="138" name="text-1384">
            <a:extLst xmlns:a="http://schemas.openxmlformats.org/drawingml/2006/main">
              <a:ext uri="{FF2B5EF4-FFF2-40B4-BE49-F238E27FC236}">
                <a16:creationId xmlns:a16="http://schemas.microsoft.com/office/drawing/2014/main" id="{9A2F174D-B414-448F-AC16-D9CA04183CE5}"/>
              </a:ext>
            </a:extLst>
          </p:cNvPr>
          <p:cNvSpPr>
            <a:spLocks xmlns:a="http://schemas.openxmlformats.org/drawingml/2006/main" noGrp="1"/>
          </p:cNvSpPr>
          <p:nvPr/>
        </p:nvSpPr>
        <p:spPr>
          <a:xfrm xmlns:a="http://schemas.openxmlformats.org/drawingml/2006/main">
            <a:off x="6762750" y="4791075"/>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縞模様：同じ県で複数の区分を確認</a:t>
            </a:r>
          </a:p>
        </p:txBody>
      </p:sp>
      <p:sp>
        <p:nvSpPr>
          <p:cNvPr id="139" name="block-1385">
            <a:extLst xmlns:a="http://schemas.openxmlformats.org/drawingml/2006/main">
              <a:ext uri="{FF2B5EF4-FFF2-40B4-BE49-F238E27FC236}">
                <a16:creationId xmlns:a16="http://schemas.microsoft.com/office/drawing/2014/main" id="{96E24248-3A8F-478D-999A-446C04ABFE01}"/>
              </a:ext>
            </a:extLst>
          </p:cNvPr>
          <p:cNvSpPr>
            <a:spLocks xmlns:a="http://schemas.openxmlformats.org/drawingml/2006/main" noGrp="1"/>
          </p:cNvSpPr>
          <p:nvPr/>
        </p:nvSpPr>
        <p:spPr>
          <a:xfrm xmlns:a="http://schemas.openxmlformats.org/drawingml/2006/main">
            <a:off x="6229350" y="5229225"/>
            <a:ext cx="323850" cy="266700"/>
          </a:xfrm>
          <a:prstGeom xmlns:a="http://schemas.openxmlformats.org/drawingml/2006/main" prst="rect">
            <a:avLst/>
          </a:prstGeom>
          <a:solidFill xmlns:a="http://schemas.openxmlformats.org/drawingml/2006/main">
            <a:srgbClr val="E3E5E7"/>
          </a:solidFill>
          <a:ln xmlns:a="http://schemas.openxmlformats.org/drawingml/2006/main" w="0">
            <a:solidFill>
              <a:srgbClr val="E3E5E7"/>
            </a:solidFill>
          </a:ln>
        </p:spPr>
      </p:sp>
      <p:sp>
        <p:nvSpPr>
          <p:cNvPr id="140" name="text-1386">
            <a:extLst xmlns:a="http://schemas.openxmlformats.org/drawingml/2006/main">
              <a:ext uri="{FF2B5EF4-FFF2-40B4-BE49-F238E27FC236}">
                <a16:creationId xmlns:a16="http://schemas.microsoft.com/office/drawing/2014/main" id="{0E1AF6ED-8E42-4177-B7E1-1B37E7D12945}"/>
              </a:ext>
            </a:extLst>
          </p:cNvPr>
          <p:cNvSpPr>
            <a:spLocks xmlns:a="http://schemas.openxmlformats.org/drawingml/2006/main" noGrp="1"/>
          </p:cNvSpPr>
          <p:nvPr/>
        </p:nvSpPr>
        <p:spPr>
          <a:xfrm xmlns:a="http://schemas.openxmlformats.org/drawingml/2006/main">
            <a:off x="6762750" y="5181600"/>
            <a:ext cx="481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灰色：この一覧では未確認</a:t>
            </a:r>
          </a:p>
        </p:txBody>
      </p:sp>
      <p:sp>
        <p:nvSpPr>
          <p:cNvPr id="141" name="text-1387">
            <a:extLst xmlns:a="http://schemas.openxmlformats.org/drawingml/2006/main">
              <a:ext uri="{FF2B5EF4-FFF2-40B4-BE49-F238E27FC236}">
                <a16:creationId xmlns:a16="http://schemas.microsoft.com/office/drawing/2014/main" id="{5599D455-3AE7-47C9-8395-500AD214EDC0}"/>
              </a:ext>
            </a:extLst>
          </p:cNvPr>
          <p:cNvSpPr>
            <a:spLocks xmlns:a="http://schemas.openxmlformats.org/drawingml/2006/main" noGrp="1"/>
          </p:cNvSpPr>
          <p:nvPr/>
        </p:nvSpPr>
        <p:spPr>
          <a:xfrm xmlns:a="http://schemas.openxmlformats.org/drawingml/2006/main">
            <a:off x="6229350" y="5581650"/>
            <a:ext cx="5353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777777"/>
                </a:solidFill>
                <a:latin typeface="Yu Gothic"/>
                <a:ea typeface="Yu Gothic"/>
                <a:cs typeface="Yu Gothic"/>
              </a:defRPr>
            </a:defPPr>
            <a:lvl1pPr algn="l">
              <a:defRPr sz="1425" b="0">
                <a:solidFill>
                  <a:srgbClr val="777777"/>
                </a:solidFill>
                <a:latin typeface="Yu Gothic"/>
                <a:ea typeface="Yu Gothic"/>
                <a:cs typeface="Yu Gothic"/>
              </a:defRPr>
            </a:lvl1pPr>
            <a:lvl2pPr algn="l">
              <a:defRPr sz="1425" b="0">
                <a:solidFill>
                  <a:srgbClr val="777777"/>
                </a:solidFill>
                <a:latin typeface="Yu Gothic"/>
                <a:ea typeface="Yu Gothic"/>
                <a:cs typeface="Yu Gothic"/>
              </a:defRPr>
            </a:lvl2pPr>
            <a:lvl3pPr algn="l">
              <a:defRPr sz="1425" b="0">
                <a:solidFill>
                  <a:srgbClr val="777777"/>
                </a:solidFill>
                <a:latin typeface="Yu Gothic"/>
                <a:ea typeface="Yu Gothic"/>
                <a:cs typeface="Yu Gothic"/>
              </a:defRPr>
            </a:lvl3pPr>
            <a:lvl4pPr algn="l">
              <a:defRPr sz="1425" b="0">
                <a:solidFill>
                  <a:srgbClr val="777777"/>
                </a:solidFill>
                <a:latin typeface="Yu Gothic"/>
                <a:ea typeface="Yu Gothic"/>
                <a:cs typeface="Yu Gothic"/>
              </a:defRPr>
            </a:lvl4pPr>
            <a:lvl5pPr algn="l">
              <a:defRPr sz="1425" b="0">
                <a:solidFill>
                  <a:srgbClr val="777777"/>
                </a:solidFill>
                <a:latin typeface="Yu Gothic"/>
                <a:ea typeface="Yu Gothic"/>
                <a:cs typeface="Yu Gothic"/>
              </a:defRPr>
            </a:lvl5pPr>
            <a:lvl6pPr algn="l">
              <a:defRPr sz="1425" b="0">
                <a:solidFill>
                  <a:srgbClr val="777777"/>
                </a:solidFill>
                <a:latin typeface="Yu Gothic"/>
                <a:ea typeface="Yu Gothic"/>
                <a:cs typeface="Yu Gothic"/>
              </a:defRPr>
            </a:lvl6pPr>
            <a:lvl7pPr algn="l">
              <a:defRPr sz="1425" b="0">
                <a:solidFill>
                  <a:srgbClr val="777777"/>
                </a:solidFill>
                <a:latin typeface="Yu Gothic"/>
                <a:ea typeface="Yu Gothic"/>
                <a:cs typeface="Yu Gothic"/>
              </a:defRPr>
            </a:lvl7pPr>
            <a:lvl8pPr algn="l">
              <a:defRPr sz="1425" b="0">
                <a:solidFill>
                  <a:srgbClr val="777777"/>
                </a:solidFill>
                <a:latin typeface="Yu Gothic"/>
                <a:ea typeface="Yu Gothic"/>
                <a:cs typeface="Yu Gothic"/>
              </a:defRPr>
            </a:lvl8pPr>
            <a:lvl9pPr algn="l">
              <a:defRPr sz="1425" b="0">
                <a:solidFill>
                  <a:srgbClr val="777777"/>
                </a:solidFill>
                <a:latin typeface="Yu Gothic"/>
                <a:ea typeface="Yu Gothic"/>
                <a:cs typeface="Yu Gothic"/>
              </a:defRPr>
            </a:lvl9pPr>
          </a:lstStyle>
          <a:p xmlns:a="http://schemas.openxmlformats.org/drawingml/2006/main">
            <a:pPr algn="l">
              <a:defRPr sz="1425" b="0">
                <a:solidFill>
                  <a:srgbClr val="777777"/>
                </a:solidFill>
                <a:latin typeface="Yu Gothic"/>
                <a:ea typeface="Yu Gothic"/>
                <a:cs typeface="Yu Gothic"/>
              </a:defRPr>
            </a:pPr>
            <a:r>
              <a:rPr sz="1425" b="0">
                <a:solidFill>
                  <a:srgbClr val="777777"/>
                </a:solidFill>
                <a:latin typeface="Yu Gothic"/>
                <a:ea typeface="Yu Gothic"/>
                <a:cs typeface="Yu Gothic"/>
              </a:rPr>
              <a:t>同じ大学の学部・大学院は、全体では1機関。</a:t>
            </a:r>
          </a:p>
        </p:txBody>
      </p:sp>
      <p:sp>
        <p:nvSpPr>
          <p:cNvPr id="142" name="text-1388">
            <a:extLst xmlns:a="http://schemas.openxmlformats.org/drawingml/2006/main">
              <a:ext uri="{FF2B5EF4-FFF2-40B4-BE49-F238E27FC236}">
                <a16:creationId xmlns:a16="http://schemas.microsoft.com/office/drawing/2014/main" id="{87DF3168-C585-4EF8-B164-89D20C7F3094}"/>
              </a:ext>
            </a:extLst>
          </p:cNvPr>
          <p:cNvSpPr>
            <a:spLocks xmlns:a="http://schemas.openxmlformats.org/drawingml/2006/main" noGrp="1"/>
          </p:cNvSpPr>
          <p:nvPr/>
        </p:nvSpPr>
        <p:spPr>
          <a:xfrm xmlns:a="http://schemas.openxmlformats.org/drawingml/2006/main">
            <a:off x="6229350" y="5848350"/>
            <a:ext cx="5353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25" b="0">
                <a:solidFill>
                  <a:srgbClr val="777777"/>
                </a:solidFill>
                <a:latin typeface="Yu Gothic"/>
                <a:ea typeface="Yu Gothic"/>
                <a:cs typeface="Yu Gothic"/>
              </a:defRPr>
            </a:defPPr>
            <a:lvl1pPr algn="l">
              <a:defRPr sz="1425" b="0">
                <a:solidFill>
                  <a:srgbClr val="777777"/>
                </a:solidFill>
                <a:latin typeface="Yu Gothic"/>
                <a:ea typeface="Yu Gothic"/>
                <a:cs typeface="Yu Gothic"/>
              </a:defRPr>
            </a:lvl1pPr>
            <a:lvl2pPr algn="l">
              <a:defRPr sz="1425" b="0">
                <a:solidFill>
                  <a:srgbClr val="777777"/>
                </a:solidFill>
                <a:latin typeface="Yu Gothic"/>
                <a:ea typeface="Yu Gothic"/>
                <a:cs typeface="Yu Gothic"/>
              </a:defRPr>
            </a:lvl2pPr>
            <a:lvl3pPr algn="l">
              <a:defRPr sz="1425" b="0">
                <a:solidFill>
                  <a:srgbClr val="777777"/>
                </a:solidFill>
                <a:latin typeface="Yu Gothic"/>
                <a:ea typeface="Yu Gothic"/>
                <a:cs typeface="Yu Gothic"/>
              </a:defRPr>
            </a:lvl3pPr>
            <a:lvl4pPr algn="l">
              <a:defRPr sz="1425" b="0">
                <a:solidFill>
                  <a:srgbClr val="777777"/>
                </a:solidFill>
                <a:latin typeface="Yu Gothic"/>
                <a:ea typeface="Yu Gothic"/>
                <a:cs typeface="Yu Gothic"/>
              </a:defRPr>
            </a:lvl4pPr>
            <a:lvl5pPr algn="l">
              <a:defRPr sz="1425" b="0">
                <a:solidFill>
                  <a:srgbClr val="777777"/>
                </a:solidFill>
                <a:latin typeface="Yu Gothic"/>
                <a:ea typeface="Yu Gothic"/>
                <a:cs typeface="Yu Gothic"/>
              </a:defRPr>
            </a:lvl5pPr>
            <a:lvl6pPr algn="l">
              <a:defRPr sz="1425" b="0">
                <a:solidFill>
                  <a:srgbClr val="777777"/>
                </a:solidFill>
                <a:latin typeface="Yu Gothic"/>
                <a:ea typeface="Yu Gothic"/>
                <a:cs typeface="Yu Gothic"/>
              </a:defRPr>
            </a:lvl6pPr>
            <a:lvl7pPr algn="l">
              <a:defRPr sz="1425" b="0">
                <a:solidFill>
                  <a:srgbClr val="777777"/>
                </a:solidFill>
                <a:latin typeface="Yu Gothic"/>
                <a:ea typeface="Yu Gothic"/>
                <a:cs typeface="Yu Gothic"/>
              </a:defRPr>
            </a:lvl7pPr>
            <a:lvl8pPr algn="l">
              <a:defRPr sz="1425" b="0">
                <a:solidFill>
                  <a:srgbClr val="777777"/>
                </a:solidFill>
                <a:latin typeface="Yu Gothic"/>
                <a:ea typeface="Yu Gothic"/>
                <a:cs typeface="Yu Gothic"/>
              </a:defRPr>
            </a:lvl8pPr>
            <a:lvl9pPr algn="l">
              <a:defRPr sz="1425" b="0">
                <a:solidFill>
                  <a:srgbClr val="777777"/>
                </a:solidFill>
                <a:latin typeface="Yu Gothic"/>
                <a:ea typeface="Yu Gothic"/>
                <a:cs typeface="Yu Gothic"/>
              </a:defRPr>
            </a:lvl9pPr>
          </a:lstStyle>
          <a:p xmlns:a="http://schemas.openxmlformats.org/drawingml/2006/main">
            <a:pPr algn="l">
              <a:defRPr sz="1425" b="0">
                <a:solidFill>
                  <a:srgbClr val="777777"/>
                </a:solidFill>
                <a:latin typeface="Yu Gothic"/>
                <a:ea typeface="Yu Gothic"/>
                <a:cs typeface="Yu Gothic"/>
              </a:defRPr>
            </a:pPr>
            <a:r>
              <a:rPr sz="1425" b="0">
                <a:solidFill>
                  <a:srgbClr val="777777"/>
                </a:solidFill>
                <a:latin typeface="Yu Gothic"/>
                <a:ea typeface="Yu Gothic"/>
                <a:cs typeface="Yu Gothic"/>
              </a:rPr>
              <a:t>2019〜2026年度・年度不明2件を含む。</a:t>
            </a:r>
          </a:p>
        </p:txBody>
      </p:sp>
      <p:sp>
        <p:nvSpPr>
          <p:cNvPr id="143" name="text-1389">
            <a:extLst xmlns:a="http://schemas.openxmlformats.org/drawingml/2006/main">
              <a:ext uri="{FF2B5EF4-FFF2-40B4-BE49-F238E27FC236}">
                <a16:creationId xmlns:a16="http://schemas.microsoft.com/office/drawing/2014/main" id="{2EAA5171-A1E9-4131-956D-ADA2A777FB6E}"/>
              </a:ext>
            </a:extLst>
          </p:cNvPr>
          <p:cNvSpPr>
            <a:spLocks xmlns:a="http://schemas.openxmlformats.org/drawingml/2006/main" noGrp="1"/>
          </p:cNvSpPr>
          <p:nvPr/>
        </p:nvSpPr>
        <p:spPr>
          <a:xfrm xmlns:a="http://schemas.openxmlformats.org/drawingml/2006/main">
            <a:off x="609600" y="6172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650" b="0">
                <a:solidFill>
                  <a:srgbClr val="231F20"/>
                </a:solidFill>
                <a:latin typeface="Yu Gothic"/>
                <a:ea typeface="Yu Gothic"/>
                <a:cs typeface="Yu Gothic"/>
              </a:defRPr>
            </a:defPPr>
            <a:lvl1pPr algn="l">
              <a:defRPr sz="1650" b="0">
                <a:solidFill>
                  <a:srgbClr val="231F20"/>
                </a:solidFill>
                <a:latin typeface="Yu Gothic"/>
                <a:ea typeface="Yu Gothic"/>
                <a:cs typeface="Yu Gothic"/>
              </a:defRPr>
            </a:lvl1pPr>
            <a:lvl2pPr algn="l">
              <a:defRPr sz="1650" b="0">
                <a:solidFill>
                  <a:srgbClr val="231F20"/>
                </a:solidFill>
                <a:latin typeface="Yu Gothic"/>
                <a:ea typeface="Yu Gothic"/>
                <a:cs typeface="Yu Gothic"/>
              </a:defRPr>
            </a:lvl2pPr>
            <a:lvl3pPr algn="l">
              <a:defRPr sz="1650" b="0">
                <a:solidFill>
                  <a:srgbClr val="231F20"/>
                </a:solidFill>
                <a:latin typeface="Yu Gothic"/>
                <a:ea typeface="Yu Gothic"/>
                <a:cs typeface="Yu Gothic"/>
              </a:defRPr>
            </a:lvl3pPr>
            <a:lvl4pPr algn="l">
              <a:defRPr sz="1650" b="0">
                <a:solidFill>
                  <a:srgbClr val="231F20"/>
                </a:solidFill>
                <a:latin typeface="Yu Gothic"/>
                <a:ea typeface="Yu Gothic"/>
                <a:cs typeface="Yu Gothic"/>
              </a:defRPr>
            </a:lvl4pPr>
            <a:lvl5pPr algn="l">
              <a:defRPr sz="1650" b="0">
                <a:solidFill>
                  <a:srgbClr val="231F20"/>
                </a:solidFill>
                <a:latin typeface="Yu Gothic"/>
                <a:ea typeface="Yu Gothic"/>
                <a:cs typeface="Yu Gothic"/>
              </a:defRPr>
            </a:lvl5pPr>
            <a:lvl6pPr algn="l">
              <a:defRPr sz="1650" b="0">
                <a:solidFill>
                  <a:srgbClr val="231F20"/>
                </a:solidFill>
                <a:latin typeface="Yu Gothic"/>
                <a:ea typeface="Yu Gothic"/>
                <a:cs typeface="Yu Gothic"/>
              </a:defRPr>
            </a:lvl6pPr>
            <a:lvl7pPr algn="l">
              <a:defRPr sz="1650" b="0">
                <a:solidFill>
                  <a:srgbClr val="231F20"/>
                </a:solidFill>
                <a:latin typeface="Yu Gothic"/>
                <a:ea typeface="Yu Gothic"/>
                <a:cs typeface="Yu Gothic"/>
              </a:defRPr>
            </a:lvl7pPr>
            <a:lvl8pPr algn="l">
              <a:defRPr sz="1650" b="0">
                <a:solidFill>
                  <a:srgbClr val="231F20"/>
                </a:solidFill>
                <a:latin typeface="Yu Gothic"/>
                <a:ea typeface="Yu Gothic"/>
                <a:cs typeface="Yu Gothic"/>
              </a:defRPr>
            </a:lvl8pPr>
            <a:lvl9pPr algn="l">
              <a:defRPr sz="1650" b="0">
                <a:solidFill>
                  <a:srgbClr val="231F20"/>
                </a:solidFill>
                <a:latin typeface="Yu Gothic"/>
                <a:ea typeface="Yu Gothic"/>
                <a:cs typeface="Yu Gothic"/>
              </a:defRPr>
            </a:lvl9pPr>
          </a:lstStyle>
          <a:p xmlns:a="http://schemas.openxmlformats.org/drawingml/2006/main">
            <a:pPr algn="l">
              <a:defRPr sz="1650" b="0">
                <a:solidFill>
                  <a:srgbClr val="231F20"/>
                </a:solidFill>
                <a:latin typeface="Yu Gothic"/>
                <a:ea typeface="Yu Gothic"/>
                <a:cs typeface="Yu Gothic"/>
              </a:defRPr>
            </a:pPr>
            <a:r>
              <a:rPr sz="1650" b="0">
                <a:solidFill>
                  <a:srgbClr val="231F20"/>
                </a:solidFill>
                <a:latin typeface="Yu Gothic"/>
                <a:ea typeface="Yu Gothic"/>
                <a:cs typeface="Yu Gothic"/>
              </a:rPr>
              <a:t>全国の採用校を網羅した地図ではありません。</a:t>
            </a:r>
          </a:p>
        </p:txBody>
      </p:sp>
      <p:sp>
        <p:nvSpPr>
          <p:cNvPr id="144" name="text-1390">
            <a:extLst xmlns:a="http://schemas.openxmlformats.org/drawingml/2006/main">
              <a:ext uri="{FF2B5EF4-FFF2-40B4-BE49-F238E27FC236}">
                <a16:creationId xmlns:a16="http://schemas.microsoft.com/office/drawing/2014/main" id="{F225A2EC-C390-45E9-A56F-22ADF96D2777}"/>
              </a:ext>
            </a:extLst>
          </p:cNvPr>
          <p:cNvSpPr>
            <a:spLocks xmlns:a="http://schemas.openxmlformats.org/drawingml/2006/main" noGrp="1"/>
          </p:cNvSpPr>
          <p:nvPr/>
        </p:nvSpPr>
        <p:spPr>
          <a:xfrm xmlns:a="http://schemas.openxmlformats.org/drawingml/2006/main">
            <a:off x="609600" y="6515100"/>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13</a:t>
            </a:r>
          </a:p>
        </p:txBody>
      </p:sp>
      <p:sp>
        <p:nvSpPr>
          <p:cNvPr id="145" name="text-1391">
            <a:extLst xmlns:a="http://schemas.openxmlformats.org/drawingml/2006/main">
              <a:ext uri="{FF2B5EF4-FFF2-40B4-BE49-F238E27FC236}">
                <a16:creationId xmlns:a16="http://schemas.microsoft.com/office/drawing/2014/main" id="{D8C2FF08-D957-4D38-992E-775DC9F1510D}"/>
              </a:ext>
            </a:extLst>
          </p:cNvPr>
          <p:cNvSpPr>
            <a:spLocks xmlns:a="http://schemas.openxmlformats.org/drawingml/2006/main" noGrp="1"/>
          </p:cNvSpPr>
          <p:nvPr/>
        </p:nvSpPr>
        <p:spPr>
          <a:xfrm xmlns:a="http://schemas.openxmlformats.org/drawingml/2006/main">
            <a:off x="1247775" y="6515100"/>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出典：各校の公式資料と出典一覧。地図：lalamalink（CC0 1.0）。確認日：2026-10-26</a:t>
            </a:r>
          </a:p>
        </p:txBody>
      </p:sp>
    </p:spTree>
    <p:extLst>
      <p:ext uri="{BB962C8B-B14F-4D97-AF65-F5344CB8AC3E}">
        <p14:creationId xmlns:p14="http://schemas.microsoft.com/office/powerpoint/2010/main" val="16594399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2026-10-25T17:16:01.0680000Z</dcterms:created>
  <dcterms:modified xsi:type="dcterms:W3CDTF">2026-10-25T17:16:01.0680000Z</dcterms:modified>
</coreProperties>
</file>