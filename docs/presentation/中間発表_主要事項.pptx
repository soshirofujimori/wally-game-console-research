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mp4" ContentType="video/mp4"/>
</Types>
</file>

<file path=_rels/.rels><?xml version='1.0' encoding='UTF-8' standalone='yes'?>
<Relationships xmlns="http://schemas.openxmlformats.org/package/2006/relationships"><Relationship Type="http://schemas.openxmlformats.org/package/2006/relationships/metadata/core-properties" Target="/docProps/core.xml" Id="Rbf793484eb4e460b"/><Relationship Type="http://schemas.openxmlformats.org/officeDocument/2006/relationships/extended-properties" Target="/docProps/app.xml" Id="Rbe6eeeb021f3486a"/><Relationship Type="http://schemas.openxmlformats.org/officeDocument/2006/relationships/officeDocument" Target="/ppt/presentation.xml" Id="R6455b69042d24cca"/></Relationships>
</file>

<file path=ppt/presentation.xml><?xml version="1.0" encoding="utf-8"?>
<p:presentation xmlns:p="http://schemas.openxmlformats.org/presentationml/2006/main">
  <p:sldMasterIdLst>
    <p:sldMasterId xmlns:r="http://schemas.openxmlformats.org/officeDocument/2006/relationships" id="2147483648" r:id="R05fdbaf7dd4a471f"/>
  </p:sldMasterIdLst>
  <p:notesMasterIdLst>
    <p:notesMasterId xmlns:r="http://schemas.openxmlformats.org/officeDocument/2006/relationships" r:id="R618fc929d8b54713"/>
  </p:notesMasterIdLst>
  <p:sldIdLst>
    <p:sldId xmlns:r="http://schemas.openxmlformats.org/officeDocument/2006/relationships" id="256" r:id="R43f5356e65364ca9"/>
    <p:sldId xmlns:r="http://schemas.openxmlformats.org/officeDocument/2006/relationships" id="257" r:id="R40e0aaa155ac4cc7"/>
    <p:sldId xmlns:r="http://schemas.openxmlformats.org/officeDocument/2006/relationships" id="258" r:id="R145a5a170dc94ee4"/>
    <p:sldId xmlns:r="http://schemas.openxmlformats.org/officeDocument/2006/relationships" id="259" r:id="R76308d65b37341af"/>
    <p:sldId xmlns:r="http://schemas.openxmlformats.org/officeDocument/2006/relationships" id="260" r:id="R7c050a3bdf17485a"/>
    <p:sldId xmlns:r="http://schemas.openxmlformats.org/officeDocument/2006/relationships" id="261" r:id="R89f73e939746460d"/>
    <p:sldId xmlns:r="http://schemas.openxmlformats.org/officeDocument/2006/relationships" id="262" r:id="Re3e5d8974c714adb"/>
    <p:sldId xmlns:r="http://schemas.openxmlformats.org/officeDocument/2006/relationships" id="263" r:id="Rbd96d29cd8dc451c"/>
    <p:sldId xmlns:r="http://schemas.openxmlformats.org/officeDocument/2006/relationships" id="264" r:id="Ra7d2ce2721be4625"/>
    <p:sldId xmlns:r="http://schemas.openxmlformats.org/officeDocument/2006/relationships" id="265" r:id="Rb9c0081dfa5c4971"/>
    <p:sldId xmlns:r="http://schemas.openxmlformats.org/officeDocument/2006/relationships" id="266" r:id="R45d7c3fe89d5462d"/>
    <p:sldId xmlns:r="http://schemas.openxmlformats.org/officeDocument/2006/relationships" id="267" r:id="Rf1741fb0617b44e0"/>
    <p:sldId xmlns:r="http://schemas.openxmlformats.org/officeDocument/2006/relationships" id="268" r:id="R0b9743054b264c6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1d5dacc035a34fb3"/><Relationship Type="http://schemas.openxmlformats.org/officeDocument/2006/relationships/slideMaster" Target="/ppt/slideMasters/slideMaster1.xml" Id="R05fdbaf7dd4a471f"/><Relationship Type="http://schemas.openxmlformats.org/officeDocument/2006/relationships/notesMaster" Target="/ppt/notesMasters/notesMaster1.xml" Id="R618fc929d8b54713"/><Relationship Type="http://schemas.openxmlformats.org/officeDocument/2006/relationships/presProps" Target="/ppt/presProps.xml" Id="R99cc310504c24921"/><Relationship Type="http://schemas.openxmlformats.org/officeDocument/2006/relationships/tableStyles" Target="/ppt/tableStyles.xml" Id="R929f8b2ae160494a"/><Relationship Type="http://schemas.openxmlformats.org/officeDocument/2006/relationships/slide" Target="/ppt/slides/slide1.xml" Id="R43f5356e65364ca9"/><Relationship Type="http://schemas.openxmlformats.org/officeDocument/2006/relationships/slide" Target="/ppt/slides/slide2.xml" Id="R40e0aaa155ac4cc7"/><Relationship Type="http://schemas.openxmlformats.org/officeDocument/2006/relationships/slide" Target="/ppt/slides/slide3.xml" Id="R145a5a170dc94ee4"/><Relationship Type="http://schemas.openxmlformats.org/officeDocument/2006/relationships/slide" Target="/ppt/slides/slide4.xml" Id="R76308d65b37341af"/><Relationship Type="http://schemas.openxmlformats.org/officeDocument/2006/relationships/slide" Target="/ppt/slides/slide5.xml" Id="R7c050a3bdf17485a"/><Relationship Type="http://schemas.openxmlformats.org/officeDocument/2006/relationships/slide" Target="/ppt/slides/slide6.xml" Id="R89f73e939746460d"/><Relationship Type="http://schemas.openxmlformats.org/officeDocument/2006/relationships/slide" Target="/ppt/slides/slide7.xml" Id="Re3e5d8974c714adb"/><Relationship Type="http://schemas.openxmlformats.org/officeDocument/2006/relationships/slide" Target="/ppt/slides/slide8.xml" Id="Rbd96d29cd8dc451c"/><Relationship Type="http://schemas.openxmlformats.org/officeDocument/2006/relationships/slide" Target="/ppt/slides/slide9.xml" Id="Ra7d2ce2721be4625"/><Relationship Type="http://schemas.openxmlformats.org/officeDocument/2006/relationships/slide" Target="/ppt/slides/slide10.xml" Id="Rb9c0081dfa5c4971"/><Relationship Type="http://schemas.openxmlformats.org/officeDocument/2006/relationships/slide" Target="/ppt/slides/slide11.xml" Id="R45d7c3fe89d5462d"/><Relationship Type="http://schemas.openxmlformats.org/officeDocument/2006/relationships/slide" Target="/ppt/slides/slide12.xml" Id="Rf1741fb0617b44e0"/><Relationship Type="http://schemas.openxmlformats.org/officeDocument/2006/relationships/slide" Target="/ppt/slides/slide13.xml" Id="R0b9743054b264c67"/></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b6e202b6625d4e87"/></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15e5f6b51cd44a16"/><Relationship Type="http://schemas.openxmlformats.org/officeDocument/2006/relationships/notesMaster" Target="/ppt/notesMasters/notesMaster1.xml" Id="R846b838e40da410f"/></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2978016eaa4f4a0e"/><Relationship Type="http://schemas.openxmlformats.org/officeDocument/2006/relationships/notesMaster" Target="/ppt/notesMasters/notesMaster1.xml" Id="Rd0e523266f924633"/></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dc67bcc8a2234d46"/><Relationship Type="http://schemas.openxmlformats.org/officeDocument/2006/relationships/notesMaster" Target="/ppt/notesMasters/notesMaster1.xml" Id="R9c29b41aabd64ba4"/></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9d8ab6fd22464947"/><Relationship Type="http://schemas.openxmlformats.org/officeDocument/2006/relationships/notesMaster" Target="/ppt/notesMasters/notesMaster1.xml" Id="R15730e6965bd4b6e"/></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a9913f2c3bc345d0"/><Relationship Type="http://schemas.openxmlformats.org/officeDocument/2006/relationships/notesMaster" Target="/ppt/notesMasters/notesMaster1.xml" Id="R290ae20a06d240e3"/></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f12ed0100b524477"/><Relationship Type="http://schemas.openxmlformats.org/officeDocument/2006/relationships/notesMaster" Target="/ppt/notesMasters/notesMaster1.xml" Id="R791c2495b21e4666"/></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90711d7a4f494040"/><Relationship Type="http://schemas.openxmlformats.org/officeDocument/2006/relationships/notesMaster" Target="/ppt/notesMasters/notesMaster1.xml" Id="R011f8515b6cc4e91"/></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762d9627b49341ee"/><Relationship Type="http://schemas.openxmlformats.org/officeDocument/2006/relationships/notesMaster" Target="/ppt/notesMasters/notesMaster1.xml" Id="R583da062a76546bf"/></Relationships>
</file>

<file path=ppt/notesSlides/_rels/notesSlide9.xml.rels><?xml version='1.0' encoding='UTF-8' standalone='yes'?>
<Relationships xmlns="http://schemas.openxmlformats.org/package/2006/relationships"><Relationship Type="http://schemas.openxmlformats.org/officeDocument/2006/relationships/slide" Target="/ppt/slides/slide9.xml" Id="Rd53f0377841049a9"/><Relationship Type="http://schemas.openxmlformats.org/officeDocument/2006/relationships/notesMaster" Target="/ppt/notesMasters/notesMaster1.xml" Id="R9be40d1ec1214481"/></Relationships>
</file>

<file path=ppt/notesSlides/_rels/notesSlide10.xml.rels><?xml version='1.0' encoding='UTF-8' standalone='yes'?>
<Relationships xmlns="http://schemas.openxmlformats.org/package/2006/relationships"><Relationship Type="http://schemas.openxmlformats.org/officeDocument/2006/relationships/slide" Target="/ppt/slides/slide10.xml" Id="Rc2cc0bc394804ed7"/><Relationship Type="http://schemas.openxmlformats.org/officeDocument/2006/relationships/notesMaster" Target="/ppt/notesMasters/notesMaster1.xml" Id="Rc053d2fc81114479"/></Relationships>
</file>

<file path=ppt/notesSlides/_rels/notesSlide11.xml.rels><?xml version='1.0' encoding='UTF-8' standalone='yes'?>
<Relationships xmlns="http://schemas.openxmlformats.org/package/2006/relationships"><Relationship Type="http://schemas.openxmlformats.org/officeDocument/2006/relationships/slide" Target="/ppt/slides/slide11.xml" Id="Rc7c8154429734312"/><Relationship Type="http://schemas.openxmlformats.org/officeDocument/2006/relationships/notesMaster" Target="/ppt/notesMasters/notesMaster1.xml" Id="R8d540bc773c44d71"/></Relationships>
</file>

<file path=ppt/notesSlides/_rels/notesSlide12.xml.rels><?xml version='1.0' encoding='UTF-8' standalone='yes'?>
<Relationships xmlns="http://schemas.openxmlformats.org/package/2006/relationships"><Relationship Type="http://schemas.openxmlformats.org/officeDocument/2006/relationships/slide" Target="/ppt/slides/slide12.xml" Id="R8e5b7bf1580e46a0"/><Relationship Type="http://schemas.openxmlformats.org/officeDocument/2006/relationships/notesMaster" Target="/ppt/notesMasters/notesMaster1.xml" Id="R97f39910235d4fa5"/></Relationships>
</file>

<file path=ppt/notesSlides/_rels/notesSlide13.xml.rels><?xml version='1.0' encoding='UTF-8' standalone='yes'?>
<Relationships xmlns="http://schemas.openxmlformats.org/package/2006/relationships"><Relationship Type="http://schemas.openxmlformats.org/officeDocument/2006/relationships/slide" Target="/ppt/slides/slide13.xml" Id="R7b0abb83f1084ca7"/><Relationship Type="http://schemas.openxmlformats.org/officeDocument/2006/relationships/notesMaster" Target="/ppt/notesMasters/notesMaster1.xml" Id="R8fca4ada965c4af4"/></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説明時間の目安：5秒</a:t>
            </a:r>
          </a:p>
          <a:p xmlns:a="http://schemas.openxmlformats.org/drawingml/2006/main">
            <a:r>
              <a:t/>
            </a:r>
          </a:p>
          <a:p xmlns:a="http://schemas.openxmlformats.org/drawingml/2006/main">
            <a:r>
              <a:t>この題目で発表します。</a:t>
            </a:r>
          </a:p>
          <a:p xmlns:a="http://schemas.openxmlformats.org/drawingml/2006/main">
            <a:r>
              <a:t/>
            </a:r>
          </a:p>
          <a:p xmlns:a="http://schemas.openxmlformats.org/drawingml/2006/main">
            <a:r>
              <a:t>出典：</a:t>
            </a:r>
          </a:p>
          <a:p xmlns:a="http://schemas.openxmlformats.org/drawingml/2006/main">
            <a:r>
              <a:t/>
            </a:r>
          </a:p>
          <a:p xmlns:a="http://schemas.openxmlformats.org/drawingml/2006/main">
            <a:r>
              <a:t>補足説明：表紙は題目と発表者・指導教員の情報のみを示す。公開版は個人情報を伏せる。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説明時間の目安：20秒</a:t>
            </a:r>
          </a:p>
          <a:p xmlns:a="http://schemas.openxmlformats.org/drawingml/2006/main">
            <a:r>
              <a:t/>
            </a:r>
          </a:p>
          <a:p xmlns:a="http://schemas.openxmlformats.org/drawingml/2006/main">
            <a:r>
              <a:t>FPGAボードには、チップの周囲にSDカードスロットやDDR3メモリ、HDMI端子が実物として付いています。これらを制御する論理回路を、チップの中に実装できます。回路はコードで記述します。左のコードと、右のAND回路が対応する例で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Chapters 2 and 4, combinational logic and HDL. Harris et al., RISC-V System-on-Chip Design, Chapters 7–13, 20, 22–23. Official figure source: https://pages.hmc.edu/harris/ddca/rvsocd.html (RVSoCD_figs.zip). Chapter 23. Nexys Video Reference Manual (2020), pp.3–4: https://digilent.com/reference/_media/reference/programmable-logic/nexys-video/nexys-video_rm.pdf .</a:t>
            </a:r>
          </a:p>
          <a:p xmlns:a="http://schemas.openxmlformats.org/drawingml/2006/main">
            <a:r>
              <a:t/>
            </a:r>
          </a:p>
          <a:p xmlns:a="http://schemas.openxmlformats.org/drawingml/2006/main">
            <a:r>
              <a:t>補足説明：外側の薄い青の枠はFPGAボード、内側の青い枠はFPGAチップを表す。SDカードスロット、DDR3メモリ、HDMI端子はボード上に実物として取り付けられた部品であり、コードでチップ内に作る回路とは区別する。チップ内に、それらの部品を制御する論理回路を実装できる。模式図の配置は実物の物理配置ではない。左のSystemVerilogコードとチップ内のAND回路は同じ組合せ回路の例であり、aとbが両方1のときにyが1となる。AND回路だけでSDカードやDDR3を制御できるという意味ではない。周辺部品には、それぞれの信号規約に合う制御回路を用意する。回路の構成を書き込むとは、HDLから設計ツールで生成した構成データをFPGAに設定することを指す。CPUがHDLをプログラムとして実行するという意味ではない。設計ツールと構成データの図示は省略する。チップから周辺部品へ延びる線は部品間の物理的な接続をまとめてい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説明時間の目安：15秒</a:t>
            </a:r>
          </a:p>
          <a:p xmlns:a="http://schemas.openxmlformats.org/drawingml/2006/main">
            <a:r>
              <a:t/>
            </a:r>
          </a:p>
          <a:p xmlns:a="http://schemas.openxmlformats.org/drawingml/2006/main">
            <a:r>
              <a:t>本研究では、既存の教育用CPUに、ゲーム画面を作って出力する機能を追加します。この回路をFPGAチップに実装し、ボードをゲーム機として使います。教育用CPUをゲーム機へ拡張する例を示すことが目的で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前の図と同じFPGAボード、FPGAチップ、SDカードスロット、DDR3メモリ、HDMI端子を、同じ位置と大きさで示す。チップ内部を、説明用のAND回路から研究で使う機能の概要へ置き換える。教育用CPUはWally、描画機能には既存の描画回路と表示回路、それらを利用するための接続を含む。CPUと描画回路本体を新たに設計したという主張ではない。図中のCPUと描画機能の線は機能間の接続をまとめたものであり、実際のバスや制御信号を網羅しない。SDカードやDDR3の制御回路などは、この目的説明の図では省略する。実装にはそれらの回路も含まれる。既存の教育用CPUに描画機能を追加し、ボードをゲーム機として使う拡張例を示すことが研究の目的である。教育効果を学習実験で測定したという主張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説明時間の目安：60秒</a:t>
            </a:r>
          </a:p>
          <a:p xmlns:a="http://schemas.openxmlformats.org/drawingml/2006/main">
            <a:r>
              <a:t/>
            </a:r>
          </a:p>
          <a:p xmlns:a="http://schemas.openxmlformats.org/drawingml/2006/main">
            <a:r>
              <a:t>ここからはFPGAチップの中を拡大します。CPUと二つのメモリをFPGA内に置いた構成で説明します。PCから現在の命令の番地が出ます。ここでは0とすると、命令メモリは0番地のlw x1, 8(x0)を出します。これは、常に0であるx0の値に8を足し、その番地の値をx1へ読む命令です。実際の命令は上の32ビットです。19から15ビットの00000がA1に入り、レジスタ群はx0の値0を出します。31から20ビットの000000001000は8で、これもALUへ入ります。ALUは0足す8で番地8を作ります。そこに3があれば、メモリから3が戻ります。11から7ビットの00001は書込み先x1を選び、3を保存し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 7, single-cycle load datapath. RISC-V unprivileged ISA, RV32I load instruction format.</a:t>
            </a:r>
          </a:p>
          <a:p xmlns:a="http://schemas.openxmlformats.org/drawingml/2006/main">
            <a:r>
              <a:t/>
            </a:r>
          </a:p>
          <a:p xmlns:a="http://schemas.openxmlformats.org/drawingml/2006/main">
            <a:r>
              <a:t>補足説明：CPUの動きを説明するため、命令メモリとデータメモリをFPGA内部に置いた単純な構成を示す。外付けDDR3はここでは使わない。この構成を実機で試作・測定したという主張ではなく、現在のWally全体を表す図でもない。命令メモリの0番地には32ビット命令lw x1,8(x0)、データメモリの8番地には32ビット値3があるとする。命令メモリとデータメモリは別の記憶領域である。命令の格納先0とデータの読出し先8を区別する。命令の機械語は0x00802083。I形式の[31:20]=000000001000（即値8）、[19:15]=00000（rs1=x0）、[14:12]=010、[11:7]=00001（rd=x1）、[6:0]=0000011。A1は読出しレジスタ番号、RD1はそのレジスタの値であり、番号0と値0は役割が異なる。x0は読出すと常に0になる。A3は書込み先番号、WD3は書く値、WE3は書込許可を表す。lwではメモリへの書込みは行わず、読んだ値をレジスタへ書く。今回は正の即値8だけを使うため、即値の幅を広げる回路、命令を解読して許可信号を作る回路、PCの次の値を作る回路は図示しない。線が交差しても接続点として示していない場所ではつながらない。灰色の経路はこの命令で使用し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説明時間の目安：45秒</a:t>
            </a:r>
          </a:p>
          <a:p xmlns:a="http://schemas.openxmlformats.org/drawingml/2006/main">
            <a:r>
              <a:t/>
            </a:r>
          </a:p>
          <a:p xmlns:a="http://schemas.openxmlformats.org/drawingml/2006/main">
            <a:r>
              <a:t>次は、レジスタの値をメモリへ書くsw命令です。前のlwでx1には3が入りました。ここでは、命令を順に実行するため、PCに4を足して戻す回路を加えます。lwが終わるとPCは0から4へ進み、命令メモリの4番地からsw x1, 12(x0)を読みます。これは、x0の値に12を足した番地へ、x1の値を書く命令です。命令から取り出した番号0がA1に、番号1がA2に入り、レジスタ群から0と3が出ます。ALUは0足す12で書く番地12を作ります。一方、書く値3はALUを通らない線で、データメモリのWDへ届きます。こうして12番地に3を書きます。lwはメモリからレジスタへ、swはレジスタからメモリへ値を移し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 7, sequential PC update and store datapath.</a:t>
            </a:r>
          </a:p>
          <a:p xmlns:a="http://schemas.openxmlformats.org/drawingml/2006/main">
            <a:r>
              <a:t/>
            </a:r>
          </a:p>
          <a:p xmlns:a="http://schemas.openxmlformats.org/drawingml/2006/main">
            <a:r>
              <a:t>補足説明：前のlwと同じく、命令メモリとデータメモリをFPGA内部に置いた説明用の構成である。バスや外付けDDR3はまだ使わない。命令メモリの0番地にlw x1,8(x0)、4番地にsw x1,12(x0)があるとする。lwで読んだ値3がx1に残っており、swがそれをデータメモリの12番地へ保存する。二つのメモリは別の記憶領域である。図はPC=4でswを実行している状態を示し、PC+4の加算器は次の番地8を用意する。PCを0から4へ進める操作は前のlwの終了時に行われる。32ビットで分岐しない命令だけを例にする。上段は命令から取り出す意味上の内容を並べた表示で、実際の32ビット内の配置ではない。即値12を一つの数として示し、ビット位置や取り出し方は省略する。A1には基準値を読む番号0、A2には保存する値を読む番号1が入る。ALUが作る番地12と、RD2からWDへ届く値3は別々の経路である。データメモリ内の3は書込みの結果を示す。swではデータメモリへの書込みを許可し、レジスタ群への書込みは許可しない。灰色の経路はswで使用しない。命令の解読、書込み許可信号の生成、即値の幅を広げる回路は省略する。メモリの書込みがどのクロックで確定するかを示す波形ではない。PC、命令メモリ、レジスタ群、ALU、データメモリの位置と大きさは前のlwの図と同じに保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説明時間の目安：45秒</a:t>
            </a:r>
          </a:p>
          <a:p xmlns:a="http://schemas.openxmlformats.org/drawingml/2006/main">
            <a:r>
              <a:t/>
            </a:r>
          </a:p>
          <a:p xmlns:a="http://schemas.openxmlformats.org/drawingml/2006/main">
            <a:r>
              <a:t>次に、ボード全体の図へ戻り、命令とデータの置き場所を外付けのDDR3へ広げます。CPUの命令読出し側とデータの読み書き側を、共通の経路であるバスへつなぎます。ただし、DDR3には専用の信号で読み書きする必要があります。そこでAMDが提供するDDRコントローラーを利用します。これはDDR3とのやり取りを担当する既存の回路です。CPU側から番地と読み書きの要求を渡し、必要なデータをやり取りします。PCの番地で命令を読むと、これまでと同じレジスタ群とALUで処理できます。先ほどのswでは、ALUで作った番地12と、x1からの値3をバスへ渡します。DDRコントローラーがこの要求を処理し、DDR3の12番地へ3を書き込み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Chapters 9 and 23. Product revision 261832d48832dd6e26c4971ab8893ce61200688b. console/fpga/src/fpgaTopNexysVideo.sv; console/fpga/src/rasterix.sv; console/fpga/src/rasterix_apb.sv; console/fpga/generator/axiscdc.tcl. console/fpga/generator/ddr3-nexysvideo.tcl; console/config/rv64gc/config.vh.</a:t>
            </a:r>
          </a:p>
          <a:p xmlns:a="http://schemas.openxmlformats.org/drawingml/2006/main">
            <a:r>
              <a:t/>
            </a:r>
          </a:p>
          <a:p xmlns:a="http://schemas.openxmlformats.org/drawingml/2006/main">
            <a:r>
              <a:t>補足説明：ここで初めてバスとAMD提供のDDRコントローラーを加える。前の図でFPGA内に置いた二つのメモリに代わり、命令とデータを外付けDDR3内の別の領域に置く構成を説明する。チップ内の図を縮めてボード全体を示す。PC、レジスタ群、ALUの相対的な位置と主要経路、PC+4の経路を保つ。前の図と同じsw x1,12(x0)を例にし、書込み先がFPGA内のデータメモリから外付けDDR3へ変わることを示す。「命令メモリ」の箱は「命令読出し」へ変更し、バスへ要求を出して応答を受け取る機能をまとめた箱とする。独立した命令ROMが実機にあるという意味ではない。命令の要求と戻りを別々の線でバスにつなぐ。DDRコントローラーはFPGA内、DDR3メモリチップはFPGA外にある。製品の生成スクリプトはAMD（旧Xilinx）のmig_7seriesを生成する。MIGはMemory Interface Generatorの略で、図の箱はそれで生成したメモリ制御回路を指す。既存の回路を利用するため、DDR3のコマンド、信号のタイミング、初期化やリフレッシュを内部でどう実現するかは、この発表では展開しない。接続にはメモリ種類、ピン、クロック、リセット、CPU側との信号規約などを合わせる必要がある。「内部を作り直さず利用する」ことと「接続条件を知らなくてよい」ことは異なる。バス側の変換と仲裁は図ではまとめる。実機の構成はIROM_SUPPORTED=0、DTIM_SUPPORTED=0、ICACHE_SUPPORTED=1、DCACHE_SUPPORTED=1であり、全命令が毎回DDR3への読出しを起こすわけではない。キャッシュ、番地変換や応答待ちの内部は省略する。図中の番地は説明用で、実機のDDR3領域は0x80000000から始まる。バスの線は複数の信号をまとめており、異なる信号を電気的に短絡する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説明時間の目安：55秒</a:t>
            </a:r>
          </a:p>
          <a:p xmlns:a="http://schemas.openxmlformats.org/drawingml/2006/main">
            <a:r>
              <a:t/>
            </a:r>
          </a:p>
          <a:p xmlns:a="http://schemas.openxmlformats.org/drawingml/2006/main">
            <a:r>
              <a:t>このバスに、SDカードの制御回路もつなぎます。電源を切っても残したいゲームプログラムはSDカードに保存しておきます。実行前に、CPUが読込み用のプログラムを動かします。まずSD制御回路の決められた番地へ書き込み、カードからの読み出しを指示します。制御回路がカードと通信し、データを受け取ります。次にCPUが受取り用の番地を読むと、そのデータがバスを通ってCPUのレジスタへ戻ります。続いて、その値をDDR3の番地へ書きます。この書込みもDDRコントローラーが処理します。これを繰り返すと、プログラムがDDR3へコピーされます。準備ができたら、実行する命令の番地をPCに入れます。以後は前のスライドの経路で、DDR3上の命令を読んで実行し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Chapters 20 and 23. Product revision 261832d48832dd6e26c4971ab8893ce61200688b. console/fpga/src/fpgaTopNexysVideo.sv; console/fpga/src/rasterix.sv; console/fpga/src/rasterix_apb.sv; console/fpga/generator/axiscdc.tcl. console/src/uncore/spi_apb.sv; console/fpga/zsbl.</a:t>
            </a:r>
          </a:p>
          <a:p xmlns:a="http://schemas.openxmlformats.org/drawingml/2006/main">
            <a:r>
              <a:t/>
            </a:r>
          </a:p>
          <a:p xmlns:a="http://schemas.openxmlformats.org/drawingml/2006/main">
            <a:r>
              <a:t>補足説明：読み出しを指示する書込み、受信した値の読出し、DDR3への保存をCPUの仕事として説明する。SDカードからDDR3へ直接転送する専用回路を新たに設けたという図ではない。製品のSPI制御回路では受信データの読出しレジスタを介してCPUが値を受け取る。カードとの通信、ブロック単位の処理、ファイルの解釈、バッファ間のコピーなどの詳細は省略する。受信した1バイトに対して実際に必ずlwを1回、swを1回使うという実装の断定ではなく、CPUの読出しと書込みによる移動をまとめている。最初の読込みを始める処理は起動用のプログラムが担い、CPUが空のDDR3からゲームを読み始めるという説明ではない。ゲームの開始番地へ制御を移す細部は省略し、準備とゲームの実行を分けて説明す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説明時間の目安：40秒</a:t>
            </a:r>
          </a:p>
          <a:p xmlns:a="http://schemas.openxmlformats.org/drawingml/2006/main">
            <a:r>
              <a:t/>
            </a:r>
          </a:p>
          <a:p xmlns:a="http://schemas.openxmlformats.org/drawingml/2006/main">
            <a:r>
              <a:t>ここへ、本研究で描画用の接続回路と描画回路を加えました。描画用の窓口にも番地を割り当てるので、先ほどのswで操作できます。例えばx2に窓口の番地B、x1に送りたい数値Dを用意します。sw x1, 0(x2)では、ALUがB足す0で番地Bを作り、x1のDを別の線で送ります。番地Bの相手はDDR3ではなく描画用の窓口なので、Dを描画回路へ渡します。描画用ソフトウェアが用意した数値列をこのように送ります。CPUが実行するsw命令と、データとして送る描画命令は別のもので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console/examples/rasterix/WallyBusConnector.hpp; console/fpga/src/rasterix_apb.sv.</a:t>
            </a:r>
          </a:p>
          <a:p xmlns:a="http://schemas.openxmlformats.org/drawingml/2006/main">
            <a:r>
              <a:t/>
            </a:r>
          </a:p>
          <a:p xmlns:a="http://schemas.openxmlformats.org/drawingml/2006/main">
            <a:r>
              <a:t>補足説明：既存CPUと既存の描画回路を利用し、その間の接続を設計した。上部には即値0、基準値を読む番号2、書く値を読む番号1を、取り出した内容として並べる。実際の機械語のビット配置は示さない。x2とx1への値の準備は省略し、レジスタ割当ては説明用とする。BはCPUから見た窓口の番地で、物理アドレスと必ず同じ値とは限らない。Dは描画命令の数値列の一語であり、RISC-V命令のswの機械語ではない。OpenGLの1回の呼出しがそのまま1回のswに対応するという意味でもない。接続回路の内部の規約や時刻合わせは一つの箱にまとめる。前の図のCPUとバスの位置を保ち、描画回路を加える。描画回路による画像の保存と表示回路を次の図で加える。描画命令の送信用アダプタは描画回路の箱にまとめ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描画回路は描画命令に従って、画面の各点の色を求めます。この一つひとつの点が画素です。作った画像は、DDRコントローラーを通して、DDR3の画像用の領域へ保存します。表示回路もこのコントローラーを通して画素の色を順に読み、画面に表示するためのタイミングに合わせてHDMI端子へ出します。CPUはゲームの処理と描画命令の送信、描画回路は画像の作成、表示回路は画像の出力を担当し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console/fpga/src/rasterixdisplay.sv; console/fpga/generator/rasterixmem.tcl; console/addins/rasterix/rtl/RasterIX/RasterIX_IF.v.</a:t>
            </a:r>
          </a:p>
          <a:p xmlns:a="http://schemas.openxmlformats.org/drawingml/2006/main">
            <a:r>
              <a:t/>
            </a:r>
          </a:p>
          <a:p xmlns:a="http://schemas.openxmlformats.org/drawingml/2006/main">
            <a:r>
              <a:t>補足説明：同じボード図の中で、描画回路のメモリへの書込み経路と、表示回路による読出し経路を詳しく示す。描画回路は内部の作業領域で描画し、結果を外部メモリへ転送する。内部作業領域、テクスチャ読出し、表示画像の切替、メモリ仲裁や映像符号化の内部は省略する。画像用とプログラム用にはDDR3内の別の範囲を確保する。描画回路による書込みと表示回路への読出しの線は、いずれもDDRコントローラーへ接続する。DDR3へ直接つないだ線ではない。実装の共有インターコネクトや仲裁は線にまとめており、別々の出力を電気的に短絡するという意味ではない。表示回路は表示タイミングに従って読み出す。CPUの書込み1回ごとに画面全体を一回表示するもの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こちらが実機で取得した30秒の動画です。この構成で640掛ける480画素のブロック崩しが動きました。四つの条件で期待画像との一致を確認しました。さらに5分間の自動プレイを記録し、別の試行では30秒の映像を確認しました。現在は自動操作で、専用コントローラーの接続はこれからです。</a:t>
            </a:r>
          </a:p>
          <a:p xmlns:a="http://schemas.openxmlformats.org/drawingml/2006/main">
            <a:r>
              <a:t/>
            </a:r>
          </a:p>
          <a:p xmlns:a="http://schemas.openxmlformats.org/drawingml/2006/main">
            <a:r>
              <a:t>出典：docs/thesis/再現資料/実験記録/E6/fresh-product/qualification/qualification.json; docs/thesis/再現資料/実験記録/E6/report/results/video/validation.json. Video: docs/thesis/再現資料/実験記録/E6/report/results/video/breakout-latest-30s.mp4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4条件は3種類の描画条件と再起動後の1条件。これらの条件で全画面を期待画像と比較した。5分の記録は300.011秒の自動プレイで、30秒の取得映像とは別試行。動画のフレーム数をゲームFPSとして用いていない。ゲームには描画負荷を軽減する実装を含むが、この案はその最適化の優劣を主張しない。録画の取得経路は実験環境であり、ゲーム機の公開構成と分けている。映像を受信できない場合の条件の特定は残っており、全ての表示機器での互換性を確認したわけではない。専用コントローラーは将来項目で未検証。動画はPowerPoint内へ埋め込み、スライドショー中に動画の領域をクリックして再生する。再生中に結果を説明する。音声はない。再生前は同じ試行の静止フレームを表示する。資料は既存実験E6の結果を示し、新たな実機計測を行ったという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説明時間の目安：10秒</a:t>
            </a:r>
          </a:p>
          <a:p xmlns:a="http://schemas.openxmlformats.org/drawingml/2006/main">
            <a:r>
              <a:t/>
            </a:r>
          </a:p>
          <a:p xmlns:a="http://schemas.openxmlformats.org/drawingml/2006/main">
            <a:r>
              <a:t>CPUに描画回路をつなぎ、ブロック崩しを動かしました。CPUを拡張したい人が、つなぎ方と動かし方を参照できる例です。次はコントローラーで操作できるようにします。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docs/thesis/再現資料/実験記録/E6/fresh-product/qualification/qualification.json; docs/thesis/再現資料/実験記録/E6/report/results/video/validation.json. Video: docs/thesis/再現資料/実験記録/E6/report/results/video/breakout-latest-30s.mp4</a:t>
            </a:r>
          </a:p>
          <a:p xmlns:a="http://schemas.openxmlformats.org/drawingml/2006/main">
            <a:r>
              <a:t/>
            </a:r>
          </a:p>
          <a:p xmlns:a="http://schemas.openxmlformats.org/drawingml/2006/main">
            <a:r>
              <a:t>補足説明：既存の教育用CPUと描画回路を利用し、それらをつなぐ回路とソフトウェア側の接続を実装した。CPUや描画回路本体を新たに設計したという主張ではない。FPGAボード上でブロック崩しのゲーム画面を生成し、HDMI端子から出力した。現在は自動プレイであり、専用コントローラーの接続は未実装・未検証である。実機の結果は既存の実験E6に基づく。4条件の画像比較、300.011秒の自動プレイ、別試行の30秒映像を確認している。回路をどう接続し、プログラムをどう動かすかを、公開したソースと資料で参照できる拡張例としてまとめた。学習者向けの利用を想定するが、教育効果を学習実験で測定したわけではない。次の段階ではコントローラーを接続し、入力によってゲームを操作できることを確認す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説明時間の目安：0秒</a:t>
            </a:r>
          </a:p>
          <a:p xmlns:a="http://schemas.openxmlformats.org/drawingml/2006/main">
            <a:r>
              <a:t/>
            </a:r>
          </a:p>
          <a:p xmlns:a="http://schemas.openxmlformats.org/drawingml/2006/main">
            <a:r>
              <a:t>RVSOCのパイプライン図を基にした全体図です。PC、レジスタ群、ALU、段間レジスタ、書戻しの経路を保ち、実機のメモリ接続と本研究の描画接続を付け加えています。質問に応じて関係する経路をたどり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Figure 7.11 (pipeline datapath), Figure 9.20 (uncore), Chapters 10–11 and 23. Product revision 261832d48832dd6e26c4971ab8893ce61200688b. console/fpga/src/fpgaTopNexysVideo.sv; console/fpga/src/rasterix.sv; console/fpga/src/rasterix_apb.sv; console/fpga/generator/axiscdc.tcl. console/src/wally/wallypipelinedcore.sv; console/src/uncore/uncore.sv; console/src/ieu/datapath.sv; console/src/ifu/ifu.sv; console/src/lsu/lsu.sv.</a:t>
            </a:r>
          </a:p>
          <a:p xmlns:a="http://schemas.openxmlformats.org/drawingml/2006/main">
            <a:r>
              <a:t/>
            </a:r>
          </a:p>
          <a:p xmlns:a="http://schemas.openxmlformats.org/drawingml/2006/main">
            <a:r>
              <a:t>補足説明：RVSOC図7.11の配置と回路記号を基に、PCから命令読出し、レジスタ群、入力選択、ALU、メモリアクセス、書戻しへ進むデータパスを示す。Fetch、Decode、Execute、Memory、Writebackの位置関係、段間レジスタ、転送用MUX、下側を戻る書戻し経路を保つ。読める大きさを優先し、図7.11のすべての制御線や端子名をそのまま描き写してはいない。実機ではIROMとDTIMが無効のため、その箱を残さず、命令側をMMU・I-cache・バスI/F、データ側をMMU・D-cache・非キャッシュアクセス経路へ置き換える。命令側とデータ側の外部要求はebuからAHBへ出る。uncoreとAHB/APB変換を上部に加え、SPI、Boot ROMなどの既存周辺回路を示す。CPU側のDDR接続はAHB/AXI変換とclkconverterを通る。右側には共有AXI、MIG、描画接続回路、命令用と応答用の非同期FIFO、描画回路、表示回路を加える。CPU、描画回路、表示回路は共有AXIを介してDDR3へアクセスする。描画回路と表示回路の間の線は表示先の通知と切替確認であり、画素そのものはDDR3を介して共有する。回路内部を展開しない箱も、単なる名前の一覧ではなく入力と出力の接続を示す。細長い白い箱はレジスタ、台形はMUX、切欠きのある記号はALUを表す。段間レジスタは複数の状態をまとめた表記であり、一本の線で全制御情報を短絡する意味ではない。図は全RTLと等価な回路図や物理配置図ではない。MMUとキャッシュ内部、ALUの個々の演算回路、CSR、FPU、MDU、予測、例外、全制御線、クロックとリセットの詳細は省略する。各々の内部は別の図で扱う。青い塗りは本編で説明した機能、青い枠は追加した描画接続を表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説明時間の目安：0秒</a:t>
            </a:r>
          </a:p>
          <a:p xmlns:a="http://schemas.openxmlformats.org/drawingml/2006/main">
            <a:r>
              <a:t/>
            </a:r>
          </a:p>
          <a:p xmlns:a="http://schemas.openxmlformats.org/drawingml/2006/main">
            <a:r>
              <a:t>DDCAは、高専・大学の学部・大学院の授業で、教科書や参考書として挙げられています。過去の指定も含めて、公式の公開資料から22機関・14都道府県で確認できました。1枚の地図にまとめ、同じ県で複数の区分を確認した場合は、それらの色の縞模様にしています。すべての採用校を調べたものではありません。</a:t>
            </a:r>
          </a:p>
          <a:p xmlns:a="http://schemas.openxmlformats.org/drawingml/2006/main">
            <a:r>
              <a:t/>
            </a:r>
          </a:p>
          <a:p xmlns:a="http://schemas.openxmlformats.org/drawingml/2006/main">
            <a:r>
              <a:t>出典：学校別の出典：docs/presentation/DDCA授業利用の出典.md。確認日：2026-10-26。</a:t>
            </a:r>
          </a:p>
          <a:p xmlns:a="http://schemas.openxmlformats.org/drawingml/2006/main">
            <a:r>
              <a:t>K01 東京都立産業技術高等専門学校、2021年度「コンピュータハードウェアⅠ」、教科書。https://www.metro-cit.ac.jp/contents/000006531.pdf#page=16</a:t>
            </a:r>
          </a:p>
          <a:p xmlns:a="http://schemas.openxmlformats.org/drawingml/2006/main">
            <a:r>
              <a:t>K02 豊田工業高等専門学校、2025年度「コンピュータアーキテクチャⅡ」、教科書／教材。https://syllabus.kosen-k.go.jp/Pages/PublicSyllabus?department_id=13&amp;lang=ja&amp;school_id=23&amp;subject_code=34234&amp;year=2022</a:t>
            </a:r>
          </a:p>
          <a:p xmlns:a="http://schemas.openxmlformats.org/drawingml/2006/main">
            <a:r>
              <a:t>K03 鈴鹿工業高等専門学校、2026年度「計算機工学」、参考書。https://syllabus.kosen-k.go.jp/Pages/PublicSyllabus?department_id=13&amp;lang=ja&amp;school_id=25&amp;subject_id=0097&amp;year=2023</a:t>
            </a:r>
          </a:p>
          <a:p xmlns:a="http://schemas.openxmlformats.org/drawingml/2006/main">
            <a:r>
              <a:t>K04 久留米工業高等専門学校、2026年度「ディジタル回路設計」、教科書。https://syllabus.kosen-k.go.jp/Pages/PublicSyllabus?department_id=03&amp;from=curriculum&amp;lang=ja&amp;school_id=43&amp;subject_code=4S18&amp;year=2023</a:t>
            </a:r>
          </a:p>
          <a:p xmlns:a="http://schemas.openxmlformats.org/drawingml/2006/main">
            <a:r>
              <a:t>U01 公立はこだて未来大学、2019年度「ハードウェア基礎」、教科書。https://www.fun.ac.jp/wp/wp-content/uploads/2020/03/2019_syllabus_2.pdf#page=77</a:t>
            </a:r>
          </a:p>
          <a:p xmlns:a="http://schemas.openxmlformats.org/drawingml/2006/main">
            <a:r>
              <a:t>U02 法政大学、2025年度「ディジタル回路デザイン」、教科書。https://syllabus.hosei.ac.jp/web/preview.php?gakubueng=AP&amp;nendo=2025&amp;no_id=2513717&amp;radd=&amp;t_mode=sp</a:t>
            </a:r>
          </a:p>
          <a:p xmlns:a="http://schemas.openxmlformats.org/drawingml/2006/main">
            <a:r>
              <a:t>U03 青山学院大学、2021年度「電子計算機工学Ⅰ」、参考書。https://syllabus.aoyama.ac.jp/shousai_view2.aspx?FN=4611510-0074&amp;YR=2021</a:t>
            </a:r>
          </a:p>
          <a:p xmlns:a="http://schemas.openxmlformats.org/drawingml/2006/main">
            <a:r>
              <a:t>U04 島根大学、2022年度「コンピュータハードウェア実験」、教科書。https://gkm2019-sy.shimane-u.ac.jp/syllabusHtml/2022/04/04_TB50052_ja_JP.html</a:t>
            </a:r>
          </a:p>
          <a:p xmlns:a="http://schemas.openxmlformats.org/drawingml/2006/main">
            <a:r>
              <a:t>U05 広島大学、2026年度「コンピューターアーキテクチャ」、教科書。https://momiji.hiroshima-u.ac.jp/syllabusHtml/2026_12_K6406020.html</a:t>
            </a:r>
          </a:p>
          <a:p xmlns:a="http://schemas.openxmlformats.org/drawingml/2006/main">
            <a:r>
              <a:t>U06 高知工科大学、2026年度「電子システム設計」、参考書。https://portal.kochi-tech.ac.jp/Portal/Public/Syllabus/DetailMain.aspx?lct_cd=1160018001&amp;lct_year=2026</a:t>
            </a:r>
          </a:p>
          <a:p xmlns:a="http://schemas.openxmlformats.org/drawingml/2006/main">
            <a:r>
              <a:t>G01 情報セキュリティ大学院大学、2025年度「情報デバイス技術」、参考書。https://www.iisec.ac.jp/education/curriculum/2025/syllabus_14.html</a:t>
            </a:r>
          </a:p>
          <a:p xmlns:a="http://schemas.openxmlformats.org/drawingml/2006/main">
            <a:r>
              <a:t>G02 北陸先端科学技術大学院大学、2024年度「デジタル論理と計算機構成（I115）」、参考書。https://syllabus.jaist.ac.jp/public/web/Syllabus/WebSyllabusSansho/UI/WSL_SyllabusSansho.aspx?P1=I1151000&amp;P2=2024&amp;P3=20240401</a:t>
            </a:r>
          </a:p>
          <a:p xmlns:a="http://schemas.openxmlformats.org/drawingml/2006/main">
            <a:r>
              <a:t>G03 高知大学大学院、2026年度「計算機アーキテクチャ特論（1A305）」、教科書・参考書（区別なし）。https://www.lib.kochi-u.ac.jp/html/シラバス掲載図書：総合人間自然科学研究科修士</a:t>
            </a:r>
          </a:p>
          <a:p xmlns:a="http://schemas.openxmlformats.org/drawingml/2006/main">
            <a:r>
              <a:t>U07 東京大学、2022年度「計算機構成論」、教科書。https://catalog.he.u-tokyo.ac.jp/detail?code=0510019&amp;year=2022</a:t>
            </a:r>
          </a:p>
          <a:p xmlns:a="http://schemas.openxmlformats.org/drawingml/2006/main">
            <a:r>
              <a:t>U08 電気通信大学、2024年度「計算機通論」、推薦図書。https://kyoumu.office.uec.ac.jp/syllabus/2024/31/31_21122106.html</a:t>
            </a:r>
          </a:p>
          <a:p xmlns:a="http://schemas.openxmlformats.org/drawingml/2006/main">
            <a:r>
              <a:t>U09 京都大学、2026年度「計算機科学実験及演習3（ハードウェア）」、参考書。https://isle3hw.kuis.kyoto-u.ac.jp/kuis_le3a_hdl.pdf#page=26</a:t>
            </a:r>
          </a:p>
          <a:p xmlns:a="http://schemas.openxmlformats.org/drawingml/2006/main">
            <a:r>
              <a:t>U10 開志専門職大学、年度不明「コンピュータアーキテクチャ」、教科書（必ず購入する書籍）。https://kaishi-pu.ac.jp/wp/wp-content/themes/kaishi/assets/pdf/openinfo/shugakushien_syllabus_info-c.pdf?ver=3#page=1</a:t>
            </a:r>
          </a:p>
          <a:p xmlns:a="http://schemas.openxmlformats.org/drawingml/2006/main">
            <a:r>
              <a:t>U11 長崎大学、年度不明「論理回路」、教科書・教材・参考書（資料では区別なし）。https://www.idsci.nagasaki-u.ac.jp/education/lectureintroduction/lesson16</a:t>
            </a:r>
          </a:p>
          <a:p xmlns:a="http://schemas.openxmlformats.org/drawingml/2006/main">
            <a:r>
              <a:t>U12 中央大学、2026年度「コンピュータ設計」、参考文献。https://syllabus.chuo-u.ac.jp/syllabus/detail/?id=10765</a:t>
            </a:r>
          </a:p>
          <a:p xmlns:a="http://schemas.openxmlformats.org/drawingml/2006/main">
            <a:r>
              <a:t>U13 慶應義塾大学、2026年度「計算機基礎」、参考書。https://gslbs.keio.jp/pub-syllabus/detail?entno=37331&amp;lang=jp&amp;ttblyr=2026</a:t>
            </a:r>
          </a:p>
          <a:p xmlns:a="http://schemas.openxmlformats.org/drawingml/2006/main">
            <a:r>
              <a:t>U14 金沢大学、2025年度「計算機アーキテクチャＡ」、参考書。https://eduweb.sta.kanazawa-u.ac.jp/Portal/Public/Syllabus/DetailMain.aspx?je_cd=1&amp;lct_cd=52-42210&amp;lct_idx=A000000000200402&amp;lct_year=2025</a:t>
            </a:r>
          </a:p>
          <a:p xmlns:a="http://schemas.openxmlformats.org/drawingml/2006/main">
            <a:r>
              <a:t>G04 広島大学大学院、2026年度「システムLSI設計（System LSI Design、WSP03200）」、参考書。https://momiji.hiroshima-u.ac.jp/syllabusHtml_en/2026_E90113_WSP03200_en.html</a:t>
            </a:r>
          </a:p>
          <a:p xmlns:a="http://schemas.openxmlformats.org/drawingml/2006/main">
            <a:r>
              <a:t>G05 総合研究大学院大学、2026年度「計測と制御（デジタル信号処理Ⅰ・Ⅱ）」、参考書。https://openit.kek.jp/training/2026/daq</a:t>
            </a:r>
          </a:p>
          <a:p xmlns:a="http://schemas.openxmlformats.org/drawingml/2006/main">
            <a:r>
              <a:t>G06 東京大学大学院、2024年度「カスタムコンピューティング特論（4810-1190）」、参考書。https://catalog.he.u-tokyo.ac.jp/detail?code=4810-1190&amp;year=2024</a:t>
            </a:r>
          </a:p>
          <a:p xmlns:a="http://schemas.openxmlformats.org/drawingml/2006/main">
            <a:r>
              <a:t>地図：lalamalink, https://github.com/lalamalink/japan-map-svg (CC0 1.0)。</a:t>
            </a:r>
          </a:p>
          <a:p xmlns:a="http://schemas.openxmlformats.org/drawingml/2006/main">
            <a:r>
              <a:t/>
            </a:r>
          </a:p>
          <a:p xmlns:a="http://schemas.openxmlformats.org/drawingml/2006/main">
            <a:r>
              <a:t>補足説明：図は、DDCAを公式シラバス・授業資料の教科書・教材・参考書欄で確認した例を示す。日本語版と英語版、MIPS版・ARM版・RISC-V版などを含む。区分別では高専4機関、大学（学部）14機関、大学院6機関である。東京大学と広島大学は学部・大学院の両方に例があるが、全体ではそれぞれ1機関と数える。重複を除いた合計は22機関・14都道府県である。区分は学校名ではなく授業の対象課程を表す。所在地は授業のキャンパスや開催地を使い、大学本部の住所でまとめない。教科書と参考書は出典一覧で区別する。参考書欄への掲載だけから、授業で毎回使うことや全学生の購入までは分からない。年度が分かる資料は2019〜2026年度である。開志専門職大学と長崎大学は授業年度不明、京都大学は2026年度授業ページからリンクされている資料である。現在も同じ指定が続くことや、同一年度の全国分布を示すものではない。縞模様は同じ県に複数の区分があることを示し、各色の面積は機関数に比例しない。灰色はこの一覧で未確認という意味で、使う学校がないという意味ではない。全国の全校・全年度を網羅していないため、色の面積や県数を採用率・市場シェアとして解釈しない。図書館の蔵書だけや書店の取扱いだけは根拠にしない。高知大学の資料は授業名とシラバス掲載図書を対応づけた公式一覧である。長崎大学は公式学部サイトの個別授業紹介を根拠とする。DDCAの掲載例は、RVSOCの採用実績や本研究の教育効果を直接示さない。授業・年度・版・確認箇所はDDCA授業利用の出典.mdを参照。地図の着色と集計はsource/presentation/ddca-adoption/records.jsonから生成する。地図は都道府県の形を簡略化した比較用の図であ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85ec90465213436b"/></Relationships>
</file>

<file path=ppt/slideLayouts/_rels/slideLayout2.xml.rels><?xml version='1.0' encoding='UTF-8' standalone='yes'?>
<Relationships xmlns="http://schemas.openxmlformats.org/package/2006/relationships"><Relationship Type="http://schemas.openxmlformats.org/officeDocument/2006/relationships/slideMaster" Target="/ppt/slideMasters/slideMaster1.xml" Id="R4837bd05f59c4e3a"/></Relationships>
</file>

<file path=ppt/slideLayouts/_rels/slideLayout3.xml.rels><?xml version='1.0' encoding='UTF-8' standalone='yes'?>
<Relationships xmlns="http://schemas.openxmlformats.org/package/2006/relationships"><Relationship Type="http://schemas.openxmlformats.org/officeDocument/2006/relationships/slideMaster" Target="/ppt/slideMasters/slideMaster1.xml" Id="Rd2de90ac3ffa4487"/></Relationships>
</file>

<file path=ppt/slideLayouts/_rels/slideLayout4.xml.rels><?xml version='1.0' encoding='UTF-8' standalone='yes'?>
<Relationships xmlns="http://schemas.openxmlformats.org/package/2006/relationships"><Relationship Type="http://schemas.openxmlformats.org/officeDocument/2006/relationships/slideMaster" Target="/ppt/slideMasters/slideMaster1.xml" Id="Rf05c4db50a044a77"/></Relationships>
</file>

<file path=ppt/slideLayouts/_rels/slideLayout5.xml.rels><?xml version='1.0' encoding='UTF-8' standalone='yes'?>
<Relationships xmlns="http://schemas.openxmlformats.org/package/2006/relationships"><Relationship Type="http://schemas.openxmlformats.org/officeDocument/2006/relationships/slideMaster" Target="/ppt/slideMasters/slideMaster1.xml" Id="R9281fe99c66b42d2"/></Relationships>
</file>

<file path=ppt/slideLayouts/_rels/slideLayout6.xml.rels><?xml version='1.0' encoding='UTF-8' standalone='yes'?>
<Relationships xmlns="http://schemas.openxmlformats.org/package/2006/relationships"><Relationship Type="http://schemas.openxmlformats.org/officeDocument/2006/relationships/slideMaster" Target="/ppt/slideMasters/slideMaster1.xml" Id="R34f628ccfdd84304"/></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274EAB-7298-4A5D-A18B-515796194DF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9B5543A-9CA7-4267-8FD0-19287841A49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0E08903-0693-406D-810A-B373AC6520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B22B5E-A9BD-4B45-91A3-BD1413F4D27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D57CB42-19A4-414F-8C7F-89424E92EA0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FD2D583-3D99-4A57-851C-8EAB4F74BDB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04B7996-B435-4306-B3FA-295F587A66B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199E224-E435-43D7-8050-196702947CC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1B0E60-89A7-4776-924B-23B03D8D85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36B644-D905-42B3-A478-04A98DA531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d66a6f37b97d4a5c"/><Relationship Type="http://schemas.openxmlformats.org/officeDocument/2006/relationships/slideLayout" Target="/ppt/slideLayouts/slideLayout1.xml" Id="R1bd643c6ad3e445e"/><Relationship Type="http://schemas.openxmlformats.org/officeDocument/2006/relationships/slideLayout" Target="/ppt/slideLayouts/slideLayout2.xml" Id="R8eb964b92fbe4345"/><Relationship Type="http://schemas.openxmlformats.org/officeDocument/2006/relationships/slideLayout" Target="/ppt/slideLayouts/slideLayout3.xml" Id="R4240b402eed34297"/><Relationship Type="http://schemas.openxmlformats.org/officeDocument/2006/relationships/slideLayout" Target="/ppt/slideLayouts/slideLayout4.xml" Id="R8b7405b9f3a145b3"/><Relationship Type="http://schemas.openxmlformats.org/officeDocument/2006/relationships/slideLayout" Target="/ppt/slideLayouts/slideLayout5.xml" Id="Ra5145bd4c6294f42"/><Relationship Type="http://schemas.openxmlformats.org/officeDocument/2006/relationships/slideLayout" Target="/ppt/slideLayouts/slideLayout6.xml" Id="R8fa7886079d548b8"/></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d643c6ad3e445e"/>
    <p:sldLayoutId xmlns:r="http://schemas.openxmlformats.org/officeDocument/2006/relationships" id="2147483650" r:id="R8eb964b92fbe4345"/>
    <p:sldLayoutId xmlns:r="http://schemas.openxmlformats.org/officeDocument/2006/relationships" id="2147483651" r:id="R4240b402eed34297"/>
    <p:sldLayoutId xmlns:r="http://schemas.openxmlformats.org/officeDocument/2006/relationships" id="2147483652" r:id="R8b7405b9f3a145b3"/>
    <p:sldLayoutId xmlns:r="http://schemas.openxmlformats.org/officeDocument/2006/relationships" id="2147483653" r:id="Ra5145bd4c6294f42"/>
    <p:sldLayoutId xmlns:r="http://schemas.openxmlformats.org/officeDocument/2006/relationships" id="2147483654" r:id="R8fa7886079d548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fc3624b7ad824f6d"/><Relationship Type="http://schemas.openxmlformats.org/officeDocument/2006/relationships/notesSlide" Target="/ppt/notesSlides/notesSlide1.xml" Id="Re294afd6c20f4927"/></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951fb2536f404c61"/><Relationship Type="http://schemas.openxmlformats.org/officeDocument/2006/relationships/notesSlide" Target="/ppt/notesSlides/notesSlide2.xml" Id="Rbf850802630b401e"/></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c3bce838c4554ba5"/><Relationship Type="http://schemas.openxmlformats.org/officeDocument/2006/relationships/notesSlide" Target="/ppt/notesSlides/notesSlide3.xml" Id="R329fdc5266764e75"/></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da62c6e042094421"/><Relationship Type="http://schemas.openxmlformats.org/officeDocument/2006/relationships/notesSlide" Target="/ppt/notesSlides/notesSlide4.xml" Id="R8bf1887acb6c4536"/></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edba600b94474e48"/><Relationship Type="http://schemas.openxmlformats.org/officeDocument/2006/relationships/notesSlide" Target="/ppt/notesSlides/notesSlide5.xml" Id="R86b6c5ee7c7f42c6"/></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77c56eea468b4f9d"/><Relationship Type="http://schemas.openxmlformats.org/officeDocument/2006/relationships/notesSlide" Target="/ppt/notesSlides/notesSlide6.xml" Id="R3e5aac23ae974d56"/></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48bb48f951f543ae"/><Relationship Type="http://schemas.openxmlformats.org/officeDocument/2006/relationships/notesSlide" Target="/ppt/notesSlides/notesSlide7.xml" Id="R3072712a90094171"/></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640999a6fa9e48d3"/><Relationship Type="http://schemas.openxmlformats.org/officeDocument/2006/relationships/notesSlide" Target="/ppt/notesSlides/notesSlide8.xml" Id="R1d77a788f2b6443e"/></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6.xml" Id="R06ab9134980749e3"/><Relationship Type="http://schemas.openxmlformats.org/officeDocument/2006/relationships/notesSlide" Target="/ppt/notesSlides/notesSlide9.xml" Id="Rb311aaf228c949cc"/></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6.xml" Id="Rd4f689c651104175"/><Relationship Type="http://schemas.openxmlformats.org/officeDocument/2006/relationships/image" Target="/ppt/media/image.png" Id="Rd816603bab264c31"/><Relationship Type="http://schemas.openxmlformats.org/officeDocument/2006/relationships/notesSlide" Target="/ppt/notesSlides/notesSlide10.xml" Id="R9d29bedf0de046a8"/><Relationship Id="rIdBreakoutVideo" Type="http://schemas.openxmlformats.org/officeDocument/2006/relationships/video" Target="../media/breakout-demo.mp4"/><Relationship Id="rIdBreakoutMedia" Type="http://schemas.microsoft.com/office/2007/relationships/media" Target="../media/breakout-demo.mp4"/></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6.xml" Id="Re6cbc290bfbd45a8"/><Relationship Type="http://schemas.openxmlformats.org/officeDocument/2006/relationships/notesSlide" Target="/ppt/notesSlides/notesSlide11.xml" Id="Ra73777fcfd364a7d"/></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6.xml" Id="R6dd517ff44ef4905"/><Relationship Type="http://schemas.openxmlformats.org/officeDocument/2006/relationships/notesSlide" Target="/ppt/notesSlides/notesSlide12.xml" Id="Rd6d3cd1f7c6b482c"/></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6.xml" Id="R77eb1027efab4581"/><Relationship Type="http://schemas.openxmlformats.org/officeDocument/2006/relationships/notesSlide" Target="/ppt/notesSlides/notesSlide13.xml" Id="Rdab851833f39405d"/></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1">
            <a:extLst xmlns:a="http://schemas.openxmlformats.org/drawingml/2006/main">
              <a:ext uri="{FF2B5EF4-FFF2-40B4-BE49-F238E27FC236}">
                <a16:creationId xmlns:a16="http://schemas.microsoft.com/office/drawing/2014/main" id="{D75077D7-90A6-4972-8621-2840D17AD6C3}"/>
              </a:ext>
            </a:extLst>
          </p:cNvPr>
          <p:cNvSpPr>
            <a:spLocks xmlns:a="http://schemas.openxmlformats.org/drawingml/2006/main" noGrp="1"/>
          </p:cNvSpPr>
          <p:nvPr/>
        </p:nvSpPr>
        <p:spPr>
          <a:xfrm xmlns:a="http://schemas.openxmlformats.org/drawingml/2006/main">
            <a:off x="1000125" y="1762125"/>
            <a:ext cx="1019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600" b="1">
                <a:solidFill>
                  <a:srgbClr val="231F20"/>
                </a:solidFill>
                <a:latin typeface="Yu Gothic"/>
                <a:ea typeface="Yu Gothic"/>
                <a:cs typeface="Yu Gothic"/>
              </a:defRPr>
            </a:defPPr>
            <a:lvl1pPr algn="ctr">
              <a:defRPr sz="3600" b="1">
                <a:solidFill>
                  <a:srgbClr val="231F20"/>
                </a:solidFill>
                <a:latin typeface="Yu Gothic"/>
                <a:ea typeface="Yu Gothic"/>
                <a:cs typeface="Yu Gothic"/>
              </a:defRPr>
            </a:lvl1pPr>
            <a:lvl2pPr algn="ctr">
              <a:defRPr sz="3600" b="1">
                <a:solidFill>
                  <a:srgbClr val="231F20"/>
                </a:solidFill>
                <a:latin typeface="Yu Gothic"/>
                <a:ea typeface="Yu Gothic"/>
                <a:cs typeface="Yu Gothic"/>
              </a:defRPr>
            </a:lvl2pPr>
            <a:lvl3pPr algn="ctr">
              <a:defRPr sz="3600" b="1">
                <a:solidFill>
                  <a:srgbClr val="231F20"/>
                </a:solidFill>
                <a:latin typeface="Yu Gothic"/>
                <a:ea typeface="Yu Gothic"/>
                <a:cs typeface="Yu Gothic"/>
              </a:defRPr>
            </a:lvl3pPr>
            <a:lvl4pPr algn="ctr">
              <a:defRPr sz="3600" b="1">
                <a:solidFill>
                  <a:srgbClr val="231F20"/>
                </a:solidFill>
                <a:latin typeface="Yu Gothic"/>
                <a:ea typeface="Yu Gothic"/>
                <a:cs typeface="Yu Gothic"/>
              </a:defRPr>
            </a:lvl4pPr>
            <a:lvl5pPr algn="ctr">
              <a:defRPr sz="3600" b="1">
                <a:solidFill>
                  <a:srgbClr val="231F20"/>
                </a:solidFill>
                <a:latin typeface="Yu Gothic"/>
                <a:ea typeface="Yu Gothic"/>
                <a:cs typeface="Yu Gothic"/>
              </a:defRPr>
            </a:lvl5pPr>
            <a:lvl6pPr algn="ctr">
              <a:defRPr sz="3600" b="1">
                <a:solidFill>
                  <a:srgbClr val="231F20"/>
                </a:solidFill>
                <a:latin typeface="Yu Gothic"/>
                <a:ea typeface="Yu Gothic"/>
                <a:cs typeface="Yu Gothic"/>
              </a:defRPr>
            </a:lvl6pPr>
            <a:lvl7pPr algn="ctr">
              <a:defRPr sz="3600" b="1">
                <a:solidFill>
                  <a:srgbClr val="231F20"/>
                </a:solidFill>
                <a:latin typeface="Yu Gothic"/>
                <a:ea typeface="Yu Gothic"/>
                <a:cs typeface="Yu Gothic"/>
              </a:defRPr>
            </a:lvl7pPr>
            <a:lvl8pPr algn="ctr">
              <a:defRPr sz="3600" b="1">
                <a:solidFill>
                  <a:srgbClr val="231F20"/>
                </a:solidFill>
                <a:latin typeface="Yu Gothic"/>
                <a:ea typeface="Yu Gothic"/>
                <a:cs typeface="Yu Gothic"/>
              </a:defRPr>
            </a:lvl8pPr>
            <a:lvl9pPr algn="ctr">
              <a:defRPr sz="3600" b="1">
                <a:solidFill>
                  <a:srgbClr val="231F20"/>
                </a:solidFill>
                <a:latin typeface="Yu Gothic"/>
                <a:ea typeface="Yu Gothic"/>
                <a:cs typeface="Yu Gothic"/>
              </a:defRPr>
            </a:lvl9pPr>
          </a:lstStyle>
          <a:p xmlns:a="http://schemas.openxmlformats.org/drawingml/2006/main">
            <a:pPr algn="ctr">
              <a:defRPr sz="3600" b="1">
                <a:solidFill>
                  <a:srgbClr val="231F20"/>
                </a:solidFill>
                <a:latin typeface="Yu Gothic"/>
                <a:ea typeface="Yu Gothic"/>
                <a:cs typeface="Yu Gothic"/>
              </a:defRPr>
            </a:pPr>
            <a:r>
              <a:rPr sz="3600" b="1">
                <a:solidFill>
                  <a:srgbClr val="231F20"/>
                </a:solidFill>
                <a:latin typeface="Yu Gothic"/>
                <a:ea typeface="Yu Gothic"/>
                <a:cs typeface="Yu Gothic"/>
              </a:rPr>
              <a:t>FPGAを用いた二次元ゲーム機の</a:t>
            </a:r>
          </a:p>
          <a:p xmlns:a="http://schemas.openxmlformats.org/drawingml/2006/main">
            <a:pPr algn="ctr">
              <a:defRPr sz="3600" b="1">
                <a:solidFill>
                  <a:srgbClr val="231F20"/>
                </a:solidFill>
                <a:latin typeface="Yu Gothic"/>
                <a:ea typeface="Yu Gothic"/>
                <a:cs typeface="Yu Gothic"/>
              </a:defRPr>
            </a:pPr>
            <a:r>
              <a:rPr sz="3600" b="1">
                <a:solidFill>
                  <a:srgbClr val="231F20"/>
                </a:solidFill>
                <a:latin typeface="Yu Gothic"/>
                <a:ea typeface="Yu Gothic"/>
                <a:cs typeface="Yu Gothic"/>
              </a:rPr>
              <a:t>設計と実装</a:t>
            </a:r>
          </a:p>
        </p:txBody>
      </p:sp>
      <p:sp>
        <p:nvSpPr>
          <p:cNvPr id="2" name="wire-2">
            <a:extLst xmlns:a="http://schemas.openxmlformats.org/drawingml/2006/main">
              <a:ext uri="{FF2B5EF4-FFF2-40B4-BE49-F238E27FC236}">
                <a16:creationId xmlns:a16="http://schemas.microsoft.com/office/drawing/2014/main" id="{C06A1C54-E4C1-4CE0-8F6A-223186615D49}"/>
              </a:ext>
            </a:extLst>
          </p:cNvPr>
          <p:cNvSpPr>
            <a:spLocks xmlns:a="http://schemas.openxmlformats.org/drawingml/2006/main" noGrp="1"/>
          </p:cNvSpPr>
          <p:nvPr/>
        </p:nvSpPr>
        <p:spPr>
          <a:xfrm xmlns:a="http://schemas.openxmlformats.org/drawingml/2006/main">
            <a:off x="1809750" y="3533775"/>
            <a:ext cx="8572500" cy="9525"/>
          </a:xfrm>
          <a:custGeom xmlns:a="http://schemas.openxmlformats.org/drawingml/2006/main">
            <a:pathLst>
              <a:path w="8572500" h="9525">
                <a:moveTo>
                  <a:pt x="0" y="0"/>
                </a:moveTo>
                <a:lnTo>
                  <a:pt x="8572500" y="0"/>
                </a:lnTo>
              </a:path>
            </a:pathLst>
          </a:custGeom>
          <a:noFill xmlns:a="http://schemas.openxmlformats.org/drawingml/2006/main"/>
          <a:ln xmlns:a="http://schemas.openxmlformats.org/drawingml/2006/main" w="16193">
            <a:solidFill>
              <a:srgbClr val="0078BA"/>
            </a:solidFill>
          </a:ln>
        </p:spPr>
      </p:sp>
      <p:sp>
        <p:nvSpPr>
          <p:cNvPr id="3" name="text-3">
            <a:extLst xmlns:a="http://schemas.openxmlformats.org/drawingml/2006/main">
              <a:ext uri="{FF2B5EF4-FFF2-40B4-BE49-F238E27FC236}">
                <a16:creationId xmlns:a16="http://schemas.microsoft.com/office/drawing/2014/main" id="{E9405D07-B9FD-40F1-B27A-7209DA1A5439}"/>
              </a:ext>
            </a:extLst>
          </p:cNvPr>
          <p:cNvSpPr>
            <a:spLocks xmlns:a="http://schemas.openxmlformats.org/drawingml/2006/main" noGrp="1"/>
          </p:cNvSpPr>
          <p:nvPr/>
        </p:nvSpPr>
        <p:spPr>
          <a:xfrm xmlns:a="http://schemas.openxmlformats.org/drawingml/2006/main">
            <a:off x="1714500" y="4019550"/>
            <a:ext cx="876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Yu Gothic"/>
                <a:ea typeface="Yu Gothic"/>
                <a:cs typeface="Yu Gothic"/>
              </a:defRPr>
            </a:defPPr>
            <a:lvl1pPr algn="ctr">
              <a:defRPr sz="2325" b="0">
                <a:solidFill>
                  <a:srgbClr val="231F20"/>
                </a:solidFill>
                <a:latin typeface="Yu Gothic"/>
                <a:ea typeface="Yu Gothic"/>
                <a:cs typeface="Yu Gothic"/>
              </a:defRPr>
            </a:lvl1pPr>
            <a:lvl2pPr algn="ctr">
              <a:defRPr sz="2325" b="0">
                <a:solidFill>
                  <a:srgbClr val="231F20"/>
                </a:solidFill>
                <a:latin typeface="Yu Gothic"/>
                <a:ea typeface="Yu Gothic"/>
                <a:cs typeface="Yu Gothic"/>
              </a:defRPr>
            </a:lvl2pPr>
            <a:lvl3pPr algn="ctr">
              <a:defRPr sz="2325" b="0">
                <a:solidFill>
                  <a:srgbClr val="231F20"/>
                </a:solidFill>
                <a:latin typeface="Yu Gothic"/>
                <a:ea typeface="Yu Gothic"/>
                <a:cs typeface="Yu Gothic"/>
              </a:defRPr>
            </a:lvl3pPr>
            <a:lvl4pPr algn="ctr">
              <a:defRPr sz="2325" b="0">
                <a:solidFill>
                  <a:srgbClr val="231F20"/>
                </a:solidFill>
                <a:latin typeface="Yu Gothic"/>
                <a:ea typeface="Yu Gothic"/>
                <a:cs typeface="Yu Gothic"/>
              </a:defRPr>
            </a:lvl4pPr>
            <a:lvl5pPr algn="ctr">
              <a:defRPr sz="2325" b="0">
                <a:solidFill>
                  <a:srgbClr val="231F20"/>
                </a:solidFill>
                <a:latin typeface="Yu Gothic"/>
                <a:ea typeface="Yu Gothic"/>
                <a:cs typeface="Yu Gothic"/>
              </a:defRPr>
            </a:lvl5pPr>
            <a:lvl6pPr algn="ctr">
              <a:defRPr sz="2325" b="0">
                <a:solidFill>
                  <a:srgbClr val="231F20"/>
                </a:solidFill>
                <a:latin typeface="Yu Gothic"/>
                <a:ea typeface="Yu Gothic"/>
                <a:cs typeface="Yu Gothic"/>
              </a:defRPr>
            </a:lvl6pPr>
            <a:lvl7pPr algn="ctr">
              <a:defRPr sz="2325" b="0">
                <a:solidFill>
                  <a:srgbClr val="231F20"/>
                </a:solidFill>
                <a:latin typeface="Yu Gothic"/>
                <a:ea typeface="Yu Gothic"/>
                <a:cs typeface="Yu Gothic"/>
              </a:defRPr>
            </a:lvl7pPr>
            <a:lvl8pPr algn="ctr">
              <a:defRPr sz="2325" b="0">
                <a:solidFill>
                  <a:srgbClr val="231F20"/>
                </a:solidFill>
                <a:latin typeface="Yu Gothic"/>
                <a:ea typeface="Yu Gothic"/>
                <a:cs typeface="Yu Gothic"/>
              </a:defRPr>
            </a:lvl8pPr>
            <a:lvl9pPr algn="ctr">
              <a:defRPr sz="2325" b="0">
                <a:solidFill>
                  <a:srgbClr val="231F20"/>
                </a:solidFill>
                <a:latin typeface="Yu Gothic"/>
                <a:ea typeface="Yu Gothic"/>
                <a:cs typeface="Yu Gothic"/>
              </a:defRPr>
            </a:lvl9pPr>
          </a:lstStyle>
          <a:p xmlns:a="http://schemas.openxmlformats.org/drawingml/2006/main">
            <a:pPr algn="ctr">
              <a:defRPr sz="2325" b="0">
                <a:solidFill>
                  <a:srgbClr val="231F20"/>
                </a:solidFill>
                <a:latin typeface="Yu Gothic"/>
                <a:ea typeface="Yu Gothic"/>
                <a:cs typeface="Yu Gothic"/>
              </a:defRPr>
            </a:pPr>
            <a:r>
              <a:rPr sz="2325" b="0">
                <a:solidFill>
                  <a:srgbClr val="231F20"/>
                </a:solidFill>
                <a:latin typeface="Yu Gothic"/>
                <a:ea typeface="Yu Gothic"/>
                <a:cs typeface="Yu Gothic"/>
              </a:rPr>
              <a:t>発表者：非公開</a:t>
            </a:r>
          </a:p>
        </p:txBody>
      </p:sp>
      <p:sp>
        <p:nvSpPr>
          <p:cNvPr id="4" name="text-4">
            <a:extLst xmlns:a="http://schemas.openxmlformats.org/drawingml/2006/main">
              <a:ext uri="{FF2B5EF4-FFF2-40B4-BE49-F238E27FC236}">
                <a16:creationId xmlns:a16="http://schemas.microsoft.com/office/drawing/2014/main" id="{EB535111-BCA7-42D6-B2B2-1A583B3C28F7}"/>
              </a:ext>
            </a:extLst>
          </p:cNvPr>
          <p:cNvSpPr>
            <a:spLocks xmlns:a="http://schemas.openxmlformats.org/drawingml/2006/main" noGrp="1"/>
          </p:cNvSpPr>
          <p:nvPr/>
        </p:nvSpPr>
        <p:spPr>
          <a:xfrm xmlns:a="http://schemas.openxmlformats.org/drawingml/2006/main">
            <a:off x="1714500" y="4600575"/>
            <a:ext cx="876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Yu Gothic"/>
                <a:ea typeface="Yu Gothic"/>
                <a:cs typeface="Yu Gothic"/>
              </a:defRPr>
            </a:defPPr>
            <a:lvl1pPr algn="ctr">
              <a:defRPr sz="2325" b="0">
                <a:solidFill>
                  <a:srgbClr val="231F20"/>
                </a:solidFill>
                <a:latin typeface="Yu Gothic"/>
                <a:ea typeface="Yu Gothic"/>
                <a:cs typeface="Yu Gothic"/>
              </a:defRPr>
            </a:lvl1pPr>
            <a:lvl2pPr algn="ctr">
              <a:defRPr sz="2325" b="0">
                <a:solidFill>
                  <a:srgbClr val="231F20"/>
                </a:solidFill>
                <a:latin typeface="Yu Gothic"/>
                <a:ea typeface="Yu Gothic"/>
                <a:cs typeface="Yu Gothic"/>
              </a:defRPr>
            </a:lvl2pPr>
            <a:lvl3pPr algn="ctr">
              <a:defRPr sz="2325" b="0">
                <a:solidFill>
                  <a:srgbClr val="231F20"/>
                </a:solidFill>
                <a:latin typeface="Yu Gothic"/>
                <a:ea typeface="Yu Gothic"/>
                <a:cs typeface="Yu Gothic"/>
              </a:defRPr>
            </a:lvl3pPr>
            <a:lvl4pPr algn="ctr">
              <a:defRPr sz="2325" b="0">
                <a:solidFill>
                  <a:srgbClr val="231F20"/>
                </a:solidFill>
                <a:latin typeface="Yu Gothic"/>
                <a:ea typeface="Yu Gothic"/>
                <a:cs typeface="Yu Gothic"/>
              </a:defRPr>
            </a:lvl4pPr>
            <a:lvl5pPr algn="ctr">
              <a:defRPr sz="2325" b="0">
                <a:solidFill>
                  <a:srgbClr val="231F20"/>
                </a:solidFill>
                <a:latin typeface="Yu Gothic"/>
                <a:ea typeface="Yu Gothic"/>
                <a:cs typeface="Yu Gothic"/>
              </a:defRPr>
            </a:lvl5pPr>
            <a:lvl6pPr algn="ctr">
              <a:defRPr sz="2325" b="0">
                <a:solidFill>
                  <a:srgbClr val="231F20"/>
                </a:solidFill>
                <a:latin typeface="Yu Gothic"/>
                <a:ea typeface="Yu Gothic"/>
                <a:cs typeface="Yu Gothic"/>
              </a:defRPr>
            </a:lvl6pPr>
            <a:lvl7pPr algn="ctr">
              <a:defRPr sz="2325" b="0">
                <a:solidFill>
                  <a:srgbClr val="231F20"/>
                </a:solidFill>
                <a:latin typeface="Yu Gothic"/>
                <a:ea typeface="Yu Gothic"/>
                <a:cs typeface="Yu Gothic"/>
              </a:defRPr>
            </a:lvl7pPr>
            <a:lvl8pPr algn="ctr">
              <a:defRPr sz="2325" b="0">
                <a:solidFill>
                  <a:srgbClr val="231F20"/>
                </a:solidFill>
                <a:latin typeface="Yu Gothic"/>
                <a:ea typeface="Yu Gothic"/>
                <a:cs typeface="Yu Gothic"/>
              </a:defRPr>
            </a:lvl8pPr>
            <a:lvl9pPr algn="ctr">
              <a:defRPr sz="2325" b="0">
                <a:solidFill>
                  <a:srgbClr val="231F20"/>
                </a:solidFill>
                <a:latin typeface="Yu Gothic"/>
                <a:ea typeface="Yu Gothic"/>
                <a:cs typeface="Yu Gothic"/>
              </a:defRPr>
            </a:lvl9pPr>
          </a:lstStyle>
          <a:p xmlns:a="http://schemas.openxmlformats.org/drawingml/2006/main">
            <a:pPr algn="ctr">
              <a:defRPr sz="2325" b="0">
                <a:solidFill>
                  <a:srgbClr val="231F20"/>
                </a:solidFill>
                <a:latin typeface="Yu Gothic"/>
                <a:ea typeface="Yu Gothic"/>
                <a:cs typeface="Yu Gothic"/>
              </a:defRPr>
            </a:pPr>
            <a:r>
              <a:rPr sz="2325" b="0">
                <a:solidFill>
                  <a:srgbClr val="231F20"/>
                </a:solidFill>
                <a:latin typeface="Yu Gothic"/>
                <a:ea typeface="Yu Gothic"/>
                <a:cs typeface="Yu Gothic"/>
              </a:rPr>
              <a:t>指導教員：非公開</a:t>
            </a:r>
          </a:p>
        </p:txBody>
      </p:sp>
    </p:spTree>
    <p:extLst>
      <p:ext uri="{BB962C8B-B14F-4D97-AF65-F5344CB8AC3E}">
        <p14:creationId xmlns:p14="http://schemas.microsoft.com/office/powerpoint/2010/main" val="29337775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text-5">
            <a:extLst xmlns:a="http://schemas.openxmlformats.org/drawingml/2006/main">
              <a:ext uri="{FF2B5EF4-FFF2-40B4-BE49-F238E27FC236}">
                <a16:creationId xmlns:a16="http://schemas.microsoft.com/office/drawing/2014/main" id="{236FBDED-A8DF-4EDA-9500-2356C2D267DA}"/>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2</a:t>
            </a:r>
          </a:p>
        </p:txBody>
      </p:sp>
      <p:sp>
        <p:nvSpPr>
          <p:cNvPr id="2" name="text-6">
            <a:extLst xmlns:a="http://schemas.openxmlformats.org/drawingml/2006/main">
              <a:ext uri="{FF2B5EF4-FFF2-40B4-BE49-F238E27FC236}">
                <a16:creationId xmlns:a16="http://schemas.microsoft.com/office/drawing/2014/main" id="{7590837E-01E6-497C-89F7-AB9D11D9D7B4}"/>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FPGAチップで周囲の部品を制御する</a:t>
            </a:r>
          </a:p>
        </p:txBody>
      </p:sp>
      <p:sp>
        <p:nvSpPr>
          <p:cNvPr id="3" name="text-7">
            <a:extLst xmlns:a="http://schemas.openxmlformats.org/drawingml/2006/main">
              <a:ext uri="{FF2B5EF4-FFF2-40B4-BE49-F238E27FC236}">
                <a16:creationId xmlns:a16="http://schemas.microsoft.com/office/drawing/2014/main" id="{D7F0C45A-5F14-48BF-859E-AA9029B82382}"/>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2</a:t>
            </a:r>
          </a:p>
        </p:txBody>
      </p:sp>
      <p:sp>
        <p:nvSpPr>
          <p:cNvPr id="4" name="text-8">
            <a:extLst xmlns:a="http://schemas.openxmlformats.org/drawingml/2006/main">
              <a:ext uri="{FF2B5EF4-FFF2-40B4-BE49-F238E27FC236}">
                <a16:creationId xmlns:a16="http://schemas.microsoft.com/office/drawing/2014/main" id="{F9D80510-9D6D-42B7-A92A-D60C6DB24E42}"/>
              </a:ext>
            </a:extLst>
          </p:cNvPr>
          <p:cNvSpPr>
            <a:spLocks xmlns:a="http://schemas.openxmlformats.org/drawingml/2006/main" noGrp="1"/>
          </p:cNvSpPr>
          <p:nvPr/>
        </p:nvSpPr>
        <p:spPr>
          <a:xfrm xmlns:a="http://schemas.openxmlformats.org/drawingml/2006/main">
            <a:off x="609600" y="11334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SDカードスロットなどは、FPGAボード上に実物として存在する</a:t>
            </a:r>
          </a:p>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それらを制御する回路を、FPGAチップ内に実装できる</a:t>
            </a:r>
          </a:p>
        </p:txBody>
      </p:sp>
      <p:sp>
        <p:nvSpPr>
          <p:cNvPr id="5" name="text-9">
            <a:extLst xmlns:a="http://schemas.openxmlformats.org/drawingml/2006/main">
              <a:ext uri="{FF2B5EF4-FFF2-40B4-BE49-F238E27FC236}">
                <a16:creationId xmlns:a16="http://schemas.microsoft.com/office/drawing/2014/main" id="{D6F9F928-C712-4596-9794-DBE87D56336E}"/>
              </a:ext>
            </a:extLst>
          </p:cNvPr>
          <p:cNvSpPr>
            <a:spLocks xmlns:a="http://schemas.openxmlformats.org/drawingml/2006/main" noGrp="1"/>
          </p:cNvSpPr>
          <p:nvPr/>
        </p:nvSpPr>
        <p:spPr>
          <a:xfrm xmlns:a="http://schemas.openxmlformats.org/drawingml/2006/main">
            <a:off x="609600" y="2466975"/>
            <a:ext cx="4362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0078BA"/>
                </a:solidFill>
                <a:latin typeface="Yu Gothic"/>
                <a:ea typeface="Yu Gothic"/>
                <a:cs typeface="Yu Gothic"/>
              </a:defRPr>
            </a:defPPr>
            <a:lvl1pPr algn="l">
              <a:defRPr sz="2175" b="1">
                <a:solidFill>
                  <a:srgbClr val="0078BA"/>
                </a:solidFill>
                <a:latin typeface="Yu Gothic"/>
                <a:ea typeface="Yu Gothic"/>
                <a:cs typeface="Yu Gothic"/>
              </a:defRPr>
            </a:lvl1pPr>
            <a:lvl2pPr algn="l">
              <a:defRPr sz="2175" b="1">
                <a:solidFill>
                  <a:srgbClr val="0078BA"/>
                </a:solidFill>
                <a:latin typeface="Yu Gothic"/>
                <a:ea typeface="Yu Gothic"/>
                <a:cs typeface="Yu Gothic"/>
              </a:defRPr>
            </a:lvl2pPr>
            <a:lvl3pPr algn="l">
              <a:defRPr sz="2175" b="1">
                <a:solidFill>
                  <a:srgbClr val="0078BA"/>
                </a:solidFill>
                <a:latin typeface="Yu Gothic"/>
                <a:ea typeface="Yu Gothic"/>
                <a:cs typeface="Yu Gothic"/>
              </a:defRPr>
            </a:lvl3pPr>
            <a:lvl4pPr algn="l">
              <a:defRPr sz="2175" b="1">
                <a:solidFill>
                  <a:srgbClr val="0078BA"/>
                </a:solidFill>
                <a:latin typeface="Yu Gothic"/>
                <a:ea typeface="Yu Gothic"/>
                <a:cs typeface="Yu Gothic"/>
              </a:defRPr>
            </a:lvl4pPr>
            <a:lvl5pPr algn="l">
              <a:defRPr sz="2175" b="1">
                <a:solidFill>
                  <a:srgbClr val="0078BA"/>
                </a:solidFill>
                <a:latin typeface="Yu Gothic"/>
                <a:ea typeface="Yu Gothic"/>
                <a:cs typeface="Yu Gothic"/>
              </a:defRPr>
            </a:lvl5pPr>
            <a:lvl6pPr algn="l">
              <a:defRPr sz="2175" b="1">
                <a:solidFill>
                  <a:srgbClr val="0078BA"/>
                </a:solidFill>
                <a:latin typeface="Yu Gothic"/>
                <a:ea typeface="Yu Gothic"/>
                <a:cs typeface="Yu Gothic"/>
              </a:defRPr>
            </a:lvl6pPr>
            <a:lvl7pPr algn="l">
              <a:defRPr sz="2175" b="1">
                <a:solidFill>
                  <a:srgbClr val="0078BA"/>
                </a:solidFill>
                <a:latin typeface="Yu Gothic"/>
                <a:ea typeface="Yu Gothic"/>
                <a:cs typeface="Yu Gothic"/>
              </a:defRPr>
            </a:lvl7pPr>
            <a:lvl8pPr algn="l">
              <a:defRPr sz="2175" b="1">
                <a:solidFill>
                  <a:srgbClr val="0078BA"/>
                </a:solidFill>
                <a:latin typeface="Yu Gothic"/>
                <a:ea typeface="Yu Gothic"/>
                <a:cs typeface="Yu Gothic"/>
              </a:defRPr>
            </a:lvl8pPr>
            <a:lvl9pPr algn="l">
              <a:defRPr sz="2175" b="1">
                <a:solidFill>
                  <a:srgbClr val="0078BA"/>
                </a:solidFill>
                <a:latin typeface="Yu Gothic"/>
                <a:ea typeface="Yu Gothic"/>
                <a:cs typeface="Yu Gothic"/>
              </a:defRPr>
            </a:lvl9pPr>
          </a:lstStyle>
          <a:p xmlns:a="http://schemas.openxmlformats.org/drawingml/2006/main">
            <a:pPr algn="l">
              <a:defRPr sz="2175" b="1">
                <a:solidFill>
                  <a:srgbClr val="0078BA"/>
                </a:solidFill>
                <a:latin typeface="Yu Gothic"/>
                <a:ea typeface="Yu Gothic"/>
                <a:cs typeface="Yu Gothic"/>
              </a:defRPr>
            </a:pPr>
            <a:r>
              <a:rPr sz="2175" b="1">
                <a:solidFill>
                  <a:srgbClr val="0078BA"/>
                </a:solidFill>
                <a:latin typeface="Yu Gothic"/>
                <a:ea typeface="Yu Gothic"/>
                <a:cs typeface="Yu Gothic"/>
              </a:rPr>
              <a:t>回路をコードで記述</a:t>
            </a:r>
          </a:p>
        </p:txBody>
      </p:sp>
      <p:sp>
        <p:nvSpPr>
          <p:cNvPr id="6" name="implementation-hdl">
            <a:extLst xmlns:a="http://schemas.openxmlformats.org/drawingml/2006/main">
              <a:ext uri="{FF2B5EF4-FFF2-40B4-BE49-F238E27FC236}">
                <a16:creationId xmlns:a16="http://schemas.microsoft.com/office/drawing/2014/main" id="{C7382222-60CA-4428-9388-AA5B6DAFB512}"/>
              </a:ext>
            </a:extLst>
          </p:cNvPr>
          <p:cNvSpPr>
            <a:spLocks xmlns:a="http://schemas.openxmlformats.org/drawingml/2006/main" noGrp="1"/>
          </p:cNvSpPr>
          <p:nvPr/>
        </p:nvSpPr>
        <p:spPr>
          <a:xfrm xmlns:a="http://schemas.openxmlformats.org/drawingml/2006/main">
            <a:off x="609600" y="3105150"/>
            <a:ext cx="4457700" cy="1457325"/>
          </a:xfrm>
          <a:prstGeom xmlns:a="http://schemas.openxmlformats.org/drawingml/2006/main" prst="rect">
            <a:avLst/>
          </a:prstGeom>
          <a:solidFill xmlns:a="http://schemas.openxmlformats.org/drawingml/2006/main">
            <a:srgbClr val="F5F7FB"/>
          </a:solidFill>
          <a:ln xmlns:a="http://schemas.openxmlformats.org/drawingml/2006/main" w="20955">
            <a:solidFill>
              <a:srgbClr val="231F20"/>
            </a:solidFill>
          </a:ln>
        </p:spPr>
      </p:sp>
      <p:sp>
        <p:nvSpPr>
          <p:cNvPr id="7" name="implementation-code-0">
            <a:extLst xmlns:a="http://schemas.openxmlformats.org/drawingml/2006/main">
              <a:ext uri="{FF2B5EF4-FFF2-40B4-BE49-F238E27FC236}">
                <a16:creationId xmlns:a16="http://schemas.microsoft.com/office/drawing/2014/main" id="{CCF4DB18-084B-45A9-B31C-CD35FA1729A8}"/>
              </a:ext>
            </a:extLst>
          </p:cNvPr>
          <p:cNvSpPr>
            <a:spLocks xmlns:a="http://schemas.openxmlformats.org/drawingml/2006/main" noGrp="1"/>
          </p:cNvSpPr>
          <p:nvPr/>
        </p:nvSpPr>
        <p:spPr>
          <a:xfrm xmlns:a="http://schemas.openxmlformats.org/drawingml/2006/main">
            <a:off x="752475" y="3248025"/>
            <a:ext cx="4171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lstStyle xmlns:a="http://schemas.openxmlformats.org/drawingml/2006/main">
            <a:defPPr algn="l">
              <a:defRPr sz="1500" b="0">
                <a:solidFill>
                  <a:srgbClr val="231F20"/>
                </a:solidFill>
                <a:latin typeface="Consolas"/>
                <a:ea typeface="Consolas"/>
                <a:cs typeface="Consolas"/>
              </a:defRPr>
            </a:defPPr>
            <a:lvl1pPr algn="l">
              <a:defRPr sz="1500" b="0">
                <a:solidFill>
                  <a:srgbClr val="231F20"/>
                </a:solidFill>
                <a:latin typeface="Consolas"/>
                <a:ea typeface="Consolas"/>
                <a:cs typeface="Consolas"/>
              </a:defRPr>
            </a:lvl1pPr>
            <a:lvl2pPr algn="l">
              <a:defRPr sz="1500" b="0">
                <a:solidFill>
                  <a:srgbClr val="231F20"/>
                </a:solidFill>
                <a:latin typeface="Consolas"/>
                <a:ea typeface="Consolas"/>
                <a:cs typeface="Consolas"/>
              </a:defRPr>
            </a:lvl2pPr>
            <a:lvl3pPr algn="l">
              <a:defRPr sz="1500" b="0">
                <a:solidFill>
                  <a:srgbClr val="231F20"/>
                </a:solidFill>
                <a:latin typeface="Consolas"/>
                <a:ea typeface="Consolas"/>
                <a:cs typeface="Consolas"/>
              </a:defRPr>
            </a:lvl3pPr>
            <a:lvl4pPr algn="l">
              <a:defRPr sz="1500" b="0">
                <a:solidFill>
                  <a:srgbClr val="231F20"/>
                </a:solidFill>
                <a:latin typeface="Consolas"/>
                <a:ea typeface="Consolas"/>
                <a:cs typeface="Consolas"/>
              </a:defRPr>
            </a:lvl4pPr>
            <a:lvl5pPr algn="l">
              <a:defRPr sz="1500" b="0">
                <a:solidFill>
                  <a:srgbClr val="231F20"/>
                </a:solidFill>
                <a:latin typeface="Consolas"/>
                <a:ea typeface="Consolas"/>
                <a:cs typeface="Consolas"/>
              </a:defRPr>
            </a:lvl5pPr>
            <a:lvl6pPr algn="l">
              <a:defRPr sz="1500" b="0">
                <a:solidFill>
                  <a:srgbClr val="231F20"/>
                </a:solidFill>
                <a:latin typeface="Consolas"/>
                <a:ea typeface="Consolas"/>
                <a:cs typeface="Consolas"/>
              </a:defRPr>
            </a:lvl6pPr>
            <a:lvl7pPr algn="l">
              <a:defRPr sz="1500" b="0">
                <a:solidFill>
                  <a:srgbClr val="231F20"/>
                </a:solidFill>
                <a:latin typeface="Consolas"/>
                <a:ea typeface="Consolas"/>
                <a:cs typeface="Consolas"/>
              </a:defRPr>
            </a:lvl7pPr>
            <a:lvl8pPr algn="l">
              <a:defRPr sz="1500" b="0">
                <a:solidFill>
                  <a:srgbClr val="231F20"/>
                </a:solidFill>
                <a:latin typeface="Consolas"/>
                <a:ea typeface="Consolas"/>
                <a:cs typeface="Consolas"/>
              </a:defRPr>
            </a:lvl8pPr>
            <a:lvl9pPr algn="l">
              <a:defRPr sz="1500" b="0">
                <a:solidFill>
                  <a:srgbClr val="231F20"/>
                </a:solidFill>
                <a:latin typeface="Consolas"/>
                <a:ea typeface="Consolas"/>
                <a:cs typeface="Consolas"/>
              </a:defRPr>
            </a:lvl9pPr>
          </a:lstStyle>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module example(input logic a, b,</a:t>
            </a:r>
          </a:p>
        </p:txBody>
      </p:sp>
      <p:sp>
        <p:nvSpPr>
          <p:cNvPr id="8" name="implementation-code-1">
            <a:extLst xmlns:a="http://schemas.openxmlformats.org/drawingml/2006/main">
              <a:ext uri="{FF2B5EF4-FFF2-40B4-BE49-F238E27FC236}">
                <a16:creationId xmlns:a16="http://schemas.microsoft.com/office/drawing/2014/main" id="{DAF50E3C-1431-4B36-A9E3-2C221FB424E2}"/>
              </a:ext>
            </a:extLst>
          </p:cNvPr>
          <p:cNvSpPr>
            <a:spLocks xmlns:a="http://schemas.openxmlformats.org/drawingml/2006/main" noGrp="1"/>
          </p:cNvSpPr>
          <p:nvPr/>
        </p:nvSpPr>
        <p:spPr>
          <a:xfrm xmlns:a="http://schemas.openxmlformats.org/drawingml/2006/main">
            <a:off x="752475" y="3524250"/>
            <a:ext cx="4171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lstStyle xmlns:a="http://schemas.openxmlformats.org/drawingml/2006/main">
            <a:defPPr algn="l">
              <a:defRPr sz="1500" b="0">
                <a:solidFill>
                  <a:srgbClr val="231F20"/>
                </a:solidFill>
                <a:latin typeface="Consolas"/>
                <a:ea typeface="Consolas"/>
                <a:cs typeface="Consolas"/>
              </a:defRPr>
            </a:defPPr>
            <a:lvl1pPr algn="l">
              <a:defRPr sz="1500" b="0">
                <a:solidFill>
                  <a:srgbClr val="231F20"/>
                </a:solidFill>
                <a:latin typeface="Consolas"/>
                <a:ea typeface="Consolas"/>
                <a:cs typeface="Consolas"/>
              </a:defRPr>
            </a:lvl1pPr>
            <a:lvl2pPr algn="l">
              <a:defRPr sz="1500" b="0">
                <a:solidFill>
                  <a:srgbClr val="231F20"/>
                </a:solidFill>
                <a:latin typeface="Consolas"/>
                <a:ea typeface="Consolas"/>
                <a:cs typeface="Consolas"/>
              </a:defRPr>
            </a:lvl2pPr>
            <a:lvl3pPr algn="l">
              <a:defRPr sz="1500" b="0">
                <a:solidFill>
                  <a:srgbClr val="231F20"/>
                </a:solidFill>
                <a:latin typeface="Consolas"/>
                <a:ea typeface="Consolas"/>
                <a:cs typeface="Consolas"/>
              </a:defRPr>
            </a:lvl3pPr>
            <a:lvl4pPr algn="l">
              <a:defRPr sz="1500" b="0">
                <a:solidFill>
                  <a:srgbClr val="231F20"/>
                </a:solidFill>
                <a:latin typeface="Consolas"/>
                <a:ea typeface="Consolas"/>
                <a:cs typeface="Consolas"/>
              </a:defRPr>
            </a:lvl4pPr>
            <a:lvl5pPr algn="l">
              <a:defRPr sz="1500" b="0">
                <a:solidFill>
                  <a:srgbClr val="231F20"/>
                </a:solidFill>
                <a:latin typeface="Consolas"/>
                <a:ea typeface="Consolas"/>
                <a:cs typeface="Consolas"/>
              </a:defRPr>
            </a:lvl5pPr>
            <a:lvl6pPr algn="l">
              <a:defRPr sz="1500" b="0">
                <a:solidFill>
                  <a:srgbClr val="231F20"/>
                </a:solidFill>
                <a:latin typeface="Consolas"/>
                <a:ea typeface="Consolas"/>
                <a:cs typeface="Consolas"/>
              </a:defRPr>
            </a:lvl6pPr>
            <a:lvl7pPr algn="l">
              <a:defRPr sz="1500" b="0">
                <a:solidFill>
                  <a:srgbClr val="231F20"/>
                </a:solidFill>
                <a:latin typeface="Consolas"/>
                <a:ea typeface="Consolas"/>
                <a:cs typeface="Consolas"/>
              </a:defRPr>
            </a:lvl7pPr>
            <a:lvl8pPr algn="l">
              <a:defRPr sz="1500" b="0">
                <a:solidFill>
                  <a:srgbClr val="231F20"/>
                </a:solidFill>
                <a:latin typeface="Consolas"/>
                <a:ea typeface="Consolas"/>
                <a:cs typeface="Consolas"/>
              </a:defRPr>
            </a:lvl8pPr>
            <a:lvl9pPr algn="l">
              <a:defRPr sz="1500" b="0">
                <a:solidFill>
                  <a:srgbClr val="231F20"/>
                </a:solidFill>
                <a:latin typeface="Consolas"/>
                <a:ea typeface="Consolas"/>
                <a:cs typeface="Consolas"/>
              </a:defRPr>
            </a:lvl9pPr>
          </a:lstStyle>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output logic y);</a:t>
            </a:r>
          </a:p>
        </p:txBody>
      </p:sp>
      <p:sp>
        <p:nvSpPr>
          <p:cNvPr id="9" name="implementation-code-2">
            <a:extLst xmlns:a="http://schemas.openxmlformats.org/drawingml/2006/main">
              <a:ext uri="{FF2B5EF4-FFF2-40B4-BE49-F238E27FC236}">
                <a16:creationId xmlns:a16="http://schemas.microsoft.com/office/drawing/2014/main" id="{36173715-4D2C-4B1F-B414-4F41555AA37F}"/>
              </a:ext>
            </a:extLst>
          </p:cNvPr>
          <p:cNvSpPr>
            <a:spLocks xmlns:a="http://schemas.openxmlformats.org/drawingml/2006/main" noGrp="1"/>
          </p:cNvSpPr>
          <p:nvPr/>
        </p:nvSpPr>
        <p:spPr>
          <a:xfrm xmlns:a="http://schemas.openxmlformats.org/drawingml/2006/main">
            <a:off x="752475" y="3800475"/>
            <a:ext cx="4171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lstStyle xmlns:a="http://schemas.openxmlformats.org/drawingml/2006/main">
            <a:defPPr algn="l">
              <a:defRPr sz="1500" b="0">
                <a:solidFill>
                  <a:srgbClr val="1572C3"/>
                </a:solidFill>
                <a:latin typeface="Consolas"/>
                <a:ea typeface="Consolas"/>
                <a:cs typeface="Consolas"/>
              </a:defRPr>
            </a:defPPr>
            <a:lvl1pPr algn="l">
              <a:defRPr sz="1500" b="0">
                <a:solidFill>
                  <a:srgbClr val="1572C3"/>
                </a:solidFill>
                <a:latin typeface="Consolas"/>
                <a:ea typeface="Consolas"/>
                <a:cs typeface="Consolas"/>
              </a:defRPr>
            </a:lvl1pPr>
            <a:lvl2pPr algn="l">
              <a:defRPr sz="1500" b="0">
                <a:solidFill>
                  <a:srgbClr val="1572C3"/>
                </a:solidFill>
                <a:latin typeface="Consolas"/>
                <a:ea typeface="Consolas"/>
                <a:cs typeface="Consolas"/>
              </a:defRPr>
            </a:lvl2pPr>
            <a:lvl3pPr algn="l">
              <a:defRPr sz="1500" b="0">
                <a:solidFill>
                  <a:srgbClr val="1572C3"/>
                </a:solidFill>
                <a:latin typeface="Consolas"/>
                <a:ea typeface="Consolas"/>
                <a:cs typeface="Consolas"/>
              </a:defRPr>
            </a:lvl3pPr>
            <a:lvl4pPr algn="l">
              <a:defRPr sz="1500" b="0">
                <a:solidFill>
                  <a:srgbClr val="1572C3"/>
                </a:solidFill>
                <a:latin typeface="Consolas"/>
                <a:ea typeface="Consolas"/>
                <a:cs typeface="Consolas"/>
              </a:defRPr>
            </a:lvl4pPr>
            <a:lvl5pPr algn="l">
              <a:defRPr sz="1500" b="0">
                <a:solidFill>
                  <a:srgbClr val="1572C3"/>
                </a:solidFill>
                <a:latin typeface="Consolas"/>
                <a:ea typeface="Consolas"/>
                <a:cs typeface="Consolas"/>
              </a:defRPr>
            </a:lvl5pPr>
            <a:lvl6pPr algn="l">
              <a:defRPr sz="1500" b="0">
                <a:solidFill>
                  <a:srgbClr val="1572C3"/>
                </a:solidFill>
                <a:latin typeface="Consolas"/>
                <a:ea typeface="Consolas"/>
                <a:cs typeface="Consolas"/>
              </a:defRPr>
            </a:lvl6pPr>
            <a:lvl7pPr algn="l">
              <a:defRPr sz="1500" b="0">
                <a:solidFill>
                  <a:srgbClr val="1572C3"/>
                </a:solidFill>
                <a:latin typeface="Consolas"/>
                <a:ea typeface="Consolas"/>
                <a:cs typeface="Consolas"/>
              </a:defRPr>
            </a:lvl7pPr>
            <a:lvl8pPr algn="l">
              <a:defRPr sz="1500" b="0">
                <a:solidFill>
                  <a:srgbClr val="1572C3"/>
                </a:solidFill>
                <a:latin typeface="Consolas"/>
                <a:ea typeface="Consolas"/>
                <a:cs typeface="Consolas"/>
              </a:defRPr>
            </a:lvl8pPr>
            <a:lvl9pPr algn="l">
              <a:defRPr sz="1500" b="0">
                <a:solidFill>
                  <a:srgbClr val="1572C3"/>
                </a:solidFill>
                <a:latin typeface="Consolas"/>
                <a:ea typeface="Consolas"/>
                <a:cs typeface="Consolas"/>
              </a:defRPr>
            </a:lvl9pPr>
          </a:lstStyle>
          <a:p xmlns:a="http://schemas.openxmlformats.org/drawingml/2006/main">
            <a:pPr algn="l">
              <a:defRPr sz="1500" b="0">
                <a:solidFill>
                  <a:srgbClr val="1572C3"/>
                </a:solidFill>
                <a:latin typeface="Consolas"/>
                <a:ea typeface="Consolas"/>
                <a:cs typeface="Consolas"/>
              </a:defRPr>
            </a:pPr>
            <a:r>
              <a:rPr sz="1500" b="0">
                <a:solidFill>
                  <a:srgbClr val="1572C3"/>
                </a:solidFill>
                <a:latin typeface="Consolas"/>
                <a:ea typeface="Consolas"/>
                <a:cs typeface="Consolas"/>
              </a:rPr>
              <a:t>  assign y = a &amp; b;</a:t>
            </a:r>
          </a:p>
        </p:txBody>
      </p:sp>
      <p:sp>
        <p:nvSpPr>
          <p:cNvPr id="10" name="implementation-code-3">
            <a:extLst xmlns:a="http://schemas.openxmlformats.org/drawingml/2006/main">
              <a:ext uri="{FF2B5EF4-FFF2-40B4-BE49-F238E27FC236}">
                <a16:creationId xmlns:a16="http://schemas.microsoft.com/office/drawing/2014/main" id="{08C9F72C-8993-4124-8705-5BB6E533455F}"/>
              </a:ext>
            </a:extLst>
          </p:cNvPr>
          <p:cNvSpPr>
            <a:spLocks xmlns:a="http://schemas.openxmlformats.org/drawingml/2006/main" noGrp="1"/>
          </p:cNvSpPr>
          <p:nvPr/>
        </p:nvSpPr>
        <p:spPr>
          <a:xfrm xmlns:a="http://schemas.openxmlformats.org/drawingml/2006/main">
            <a:off x="752475" y="4076700"/>
            <a:ext cx="4171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lstStyle xmlns:a="http://schemas.openxmlformats.org/drawingml/2006/main">
            <a:defPPr algn="l">
              <a:defRPr sz="1500" b="0">
                <a:solidFill>
                  <a:srgbClr val="231F20"/>
                </a:solidFill>
                <a:latin typeface="Consolas"/>
                <a:ea typeface="Consolas"/>
                <a:cs typeface="Consolas"/>
              </a:defRPr>
            </a:defPPr>
            <a:lvl1pPr algn="l">
              <a:defRPr sz="1500" b="0">
                <a:solidFill>
                  <a:srgbClr val="231F20"/>
                </a:solidFill>
                <a:latin typeface="Consolas"/>
                <a:ea typeface="Consolas"/>
                <a:cs typeface="Consolas"/>
              </a:defRPr>
            </a:lvl1pPr>
            <a:lvl2pPr algn="l">
              <a:defRPr sz="1500" b="0">
                <a:solidFill>
                  <a:srgbClr val="231F20"/>
                </a:solidFill>
                <a:latin typeface="Consolas"/>
                <a:ea typeface="Consolas"/>
                <a:cs typeface="Consolas"/>
              </a:defRPr>
            </a:lvl2pPr>
            <a:lvl3pPr algn="l">
              <a:defRPr sz="1500" b="0">
                <a:solidFill>
                  <a:srgbClr val="231F20"/>
                </a:solidFill>
                <a:latin typeface="Consolas"/>
                <a:ea typeface="Consolas"/>
                <a:cs typeface="Consolas"/>
              </a:defRPr>
            </a:lvl3pPr>
            <a:lvl4pPr algn="l">
              <a:defRPr sz="1500" b="0">
                <a:solidFill>
                  <a:srgbClr val="231F20"/>
                </a:solidFill>
                <a:latin typeface="Consolas"/>
                <a:ea typeface="Consolas"/>
                <a:cs typeface="Consolas"/>
              </a:defRPr>
            </a:lvl4pPr>
            <a:lvl5pPr algn="l">
              <a:defRPr sz="1500" b="0">
                <a:solidFill>
                  <a:srgbClr val="231F20"/>
                </a:solidFill>
                <a:latin typeface="Consolas"/>
                <a:ea typeface="Consolas"/>
                <a:cs typeface="Consolas"/>
              </a:defRPr>
            </a:lvl5pPr>
            <a:lvl6pPr algn="l">
              <a:defRPr sz="1500" b="0">
                <a:solidFill>
                  <a:srgbClr val="231F20"/>
                </a:solidFill>
                <a:latin typeface="Consolas"/>
                <a:ea typeface="Consolas"/>
                <a:cs typeface="Consolas"/>
              </a:defRPr>
            </a:lvl6pPr>
            <a:lvl7pPr algn="l">
              <a:defRPr sz="1500" b="0">
                <a:solidFill>
                  <a:srgbClr val="231F20"/>
                </a:solidFill>
                <a:latin typeface="Consolas"/>
                <a:ea typeface="Consolas"/>
                <a:cs typeface="Consolas"/>
              </a:defRPr>
            </a:lvl7pPr>
            <a:lvl8pPr algn="l">
              <a:defRPr sz="1500" b="0">
                <a:solidFill>
                  <a:srgbClr val="231F20"/>
                </a:solidFill>
                <a:latin typeface="Consolas"/>
                <a:ea typeface="Consolas"/>
                <a:cs typeface="Consolas"/>
              </a:defRPr>
            </a:lvl8pPr>
            <a:lvl9pPr algn="l">
              <a:defRPr sz="1500" b="0">
                <a:solidFill>
                  <a:srgbClr val="231F20"/>
                </a:solidFill>
                <a:latin typeface="Consolas"/>
                <a:ea typeface="Consolas"/>
                <a:cs typeface="Consolas"/>
              </a:defRPr>
            </a:lvl9pPr>
          </a:lstStyle>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endmodule</a:t>
            </a:r>
          </a:p>
        </p:txBody>
      </p:sp>
      <p:sp>
        <p:nvSpPr>
          <p:cNvPr id="11" name="text-15">
            <a:extLst xmlns:a="http://schemas.openxmlformats.org/drawingml/2006/main">
              <a:ext uri="{FF2B5EF4-FFF2-40B4-BE49-F238E27FC236}">
                <a16:creationId xmlns:a16="http://schemas.microsoft.com/office/drawing/2014/main" id="{E6BCAE80-ACC9-4CF2-8AAA-A998CFC4AEF9}"/>
              </a:ext>
            </a:extLst>
          </p:cNvPr>
          <p:cNvSpPr>
            <a:spLocks xmlns:a="http://schemas.openxmlformats.org/drawingml/2006/main" noGrp="1"/>
          </p:cNvSpPr>
          <p:nvPr/>
        </p:nvSpPr>
        <p:spPr>
          <a:xfrm xmlns:a="http://schemas.openxmlformats.org/drawingml/2006/main">
            <a:off x="609600" y="4695825"/>
            <a:ext cx="4457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論理回路の記述例</a:t>
            </a:r>
          </a:p>
        </p:txBody>
      </p:sp>
      <p:sp>
        <p:nvSpPr>
          <p:cNvPr id="12" name="implementation-board">
            <a:extLst xmlns:a="http://schemas.openxmlformats.org/drawingml/2006/main">
              <a:ext uri="{FF2B5EF4-FFF2-40B4-BE49-F238E27FC236}">
                <a16:creationId xmlns:a16="http://schemas.microsoft.com/office/drawing/2014/main" id="{394A7BA4-3DA2-4397-BD46-14D0B2F72B3C}"/>
              </a:ext>
            </a:extLst>
          </p:cNvPr>
          <p:cNvSpPr>
            <a:spLocks xmlns:a="http://schemas.openxmlformats.org/drawingml/2006/main" noGrp="1"/>
          </p:cNvSpPr>
          <p:nvPr/>
        </p:nvSpPr>
        <p:spPr>
          <a:xfrm xmlns:a="http://schemas.openxmlformats.org/drawingml/2006/main">
            <a:off x="6076950" y="2305050"/>
            <a:ext cx="5505450" cy="29337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13" name="text-17">
            <a:extLst xmlns:a="http://schemas.openxmlformats.org/drawingml/2006/main">
              <a:ext uri="{FF2B5EF4-FFF2-40B4-BE49-F238E27FC236}">
                <a16:creationId xmlns:a16="http://schemas.microsoft.com/office/drawing/2014/main" id="{0E37D6AA-DC09-47D7-AECC-3081BA856B68}"/>
              </a:ext>
            </a:extLst>
          </p:cNvPr>
          <p:cNvSpPr>
            <a:spLocks xmlns:a="http://schemas.openxmlformats.org/drawingml/2006/main" noGrp="1"/>
          </p:cNvSpPr>
          <p:nvPr/>
        </p:nvSpPr>
        <p:spPr>
          <a:xfrm xmlns:a="http://schemas.openxmlformats.org/drawingml/2006/main">
            <a:off x="6229350" y="2390775"/>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FPGAボード</a:t>
            </a:r>
          </a:p>
        </p:txBody>
      </p:sp>
      <p:sp>
        <p:nvSpPr>
          <p:cNvPr id="14" name="implementation-chip">
            <a:extLst xmlns:a="http://schemas.openxmlformats.org/drawingml/2006/main">
              <a:ext uri="{FF2B5EF4-FFF2-40B4-BE49-F238E27FC236}">
                <a16:creationId xmlns:a16="http://schemas.microsoft.com/office/drawing/2014/main" id="{A41C5601-7408-4BF6-9D81-B47FFA3C537F}"/>
              </a:ext>
            </a:extLst>
          </p:cNvPr>
          <p:cNvSpPr>
            <a:spLocks xmlns:a="http://schemas.openxmlformats.org/drawingml/2006/main" noGrp="1"/>
          </p:cNvSpPr>
          <p:nvPr/>
        </p:nvSpPr>
        <p:spPr>
          <a:xfrm xmlns:a="http://schemas.openxmlformats.org/drawingml/2006/main">
            <a:off x="6248400" y="2790825"/>
            <a:ext cx="3333750" cy="227647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15" name="text-19">
            <a:extLst xmlns:a="http://schemas.openxmlformats.org/drawingml/2006/main">
              <a:ext uri="{FF2B5EF4-FFF2-40B4-BE49-F238E27FC236}">
                <a16:creationId xmlns:a16="http://schemas.microsoft.com/office/drawing/2014/main" id="{C553C0DF-3458-43B0-8FC4-169D6FE22142}"/>
              </a:ext>
            </a:extLst>
          </p:cNvPr>
          <p:cNvSpPr>
            <a:spLocks xmlns:a="http://schemas.openxmlformats.org/drawingml/2006/main" noGrp="1"/>
          </p:cNvSpPr>
          <p:nvPr/>
        </p:nvSpPr>
        <p:spPr>
          <a:xfrm xmlns:a="http://schemas.openxmlformats.org/drawingml/2006/main">
            <a:off x="6372225" y="2914650"/>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572C3"/>
                </a:solidFill>
                <a:latin typeface="Yu Gothic"/>
                <a:ea typeface="Yu Gothic"/>
                <a:cs typeface="Yu Gothic"/>
              </a:defRPr>
            </a:defPPr>
            <a:lvl1pPr algn="l">
              <a:defRPr sz="1950" b="1">
                <a:solidFill>
                  <a:srgbClr val="1572C3"/>
                </a:solidFill>
                <a:latin typeface="Yu Gothic"/>
                <a:ea typeface="Yu Gothic"/>
                <a:cs typeface="Yu Gothic"/>
              </a:defRPr>
            </a:lvl1pPr>
            <a:lvl2pPr algn="l">
              <a:defRPr sz="1950" b="1">
                <a:solidFill>
                  <a:srgbClr val="1572C3"/>
                </a:solidFill>
                <a:latin typeface="Yu Gothic"/>
                <a:ea typeface="Yu Gothic"/>
                <a:cs typeface="Yu Gothic"/>
              </a:defRPr>
            </a:lvl2pPr>
            <a:lvl3pPr algn="l">
              <a:defRPr sz="1950" b="1">
                <a:solidFill>
                  <a:srgbClr val="1572C3"/>
                </a:solidFill>
                <a:latin typeface="Yu Gothic"/>
                <a:ea typeface="Yu Gothic"/>
                <a:cs typeface="Yu Gothic"/>
              </a:defRPr>
            </a:lvl3pPr>
            <a:lvl4pPr algn="l">
              <a:defRPr sz="1950" b="1">
                <a:solidFill>
                  <a:srgbClr val="1572C3"/>
                </a:solidFill>
                <a:latin typeface="Yu Gothic"/>
                <a:ea typeface="Yu Gothic"/>
                <a:cs typeface="Yu Gothic"/>
              </a:defRPr>
            </a:lvl4pPr>
            <a:lvl5pPr algn="l">
              <a:defRPr sz="1950" b="1">
                <a:solidFill>
                  <a:srgbClr val="1572C3"/>
                </a:solidFill>
                <a:latin typeface="Yu Gothic"/>
                <a:ea typeface="Yu Gothic"/>
                <a:cs typeface="Yu Gothic"/>
              </a:defRPr>
            </a:lvl5pPr>
            <a:lvl6pPr algn="l">
              <a:defRPr sz="1950" b="1">
                <a:solidFill>
                  <a:srgbClr val="1572C3"/>
                </a:solidFill>
                <a:latin typeface="Yu Gothic"/>
                <a:ea typeface="Yu Gothic"/>
                <a:cs typeface="Yu Gothic"/>
              </a:defRPr>
            </a:lvl6pPr>
            <a:lvl7pPr algn="l">
              <a:defRPr sz="1950" b="1">
                <a:solidFill>
                  <a:srgbClr val="1572C3"/>
                </a:solidFill>
                <a:latin typeface="Yu Gothic"/>
                <a:ea typeface="Yu Gothic"/>
                <a:cs typeface="Yu Gothic"/>
              </a:defRPr>
            </a:lvl7pPr>
            <a:lvl8pPr algn="l">
              <a:defRPr sz="1950" b="1">
                <a:solidFill>
                  <a:srgbClr val="1572C3"/>
                </a:solidFill>
                <a:latin typeface="Yu Gothic"/>
                <a:ea typeface="Yu Gothic"/>
                <a:cs typeface="Yu Gothic"/>
              </a:defRPr>
            </a:lvl8pPr>
            <a:lvl9pPr algn="l">
              <a:defRPr sz="1950" b="1">
                <a:solidFill>
                  <a:srgbClr val="1572C3"/>
                </a:solidFill>
                <a:latin typeface="Yu Gothic"/>
                <a:ea typeface="Yu Gothic"/>
                <a:cs typeface="Yu Gothic"/>
              </a:defRPr>
            </a:lvl9pPr>
          </a:lstStyle>
          <a:p xmlns:a="http://schemas.openxmlformats.org/drawingml/2006/main">
            <a:pPr algn="l">
              <a:defRPr sz="1950" b="1">
                <a:solidFill>
                  <a:srgbClr val="1572C3"/>
                </a:solidFill>
                <a:latin typeface="Yu Gothic"/>
                <a:ea typeface="Yu Gothic"/>
                <a:cs typeface="Yu Gothic"/>
              </a:defRPr>
            </a:pPr>
            <a:r>
              <a:rPr sz="1950" b="1">
                <a:solidFill>
                  <a:srgbClr val="1572C3"/>
                </a:solidFill>
                <a:latin typeface="Yu Gothic"/>
                <a:ea typeface="Yu Gothic"/>
                <a:cs typeface="Yu Gothic"/>
              </a:rPr>
              <a:t>FPGAチップ</a:t>
            </a:r>
          </a:p>
        </p:txBody>
      </p:sp>
      <p:sp>
        <p:nvSpPr>
          <p:cNvPr id="16" name="implementation-and-gate">
            <a:extLst xmlns:a="http://schemas.openxmlformats.org/drawingml/2006/main">
              <a:ext uri="{FF2B5EF4-FFF2-40B4-BE49-F238E27FC236}">
                <a16:creationId xmlns:a16="http://schemas.microsoft.com/office/drawing/2014/main" id="{34D57B64-5CD6-4577-A812-4A60D762A659}"/>
              </a:ext>
            </a:extLst>
          </p:cNvPr>
          <p:cNvSpPr>
            <a:spLocks xmlns:a="http://schemas.openxmlformats.org/drawingml/2006/main" noGrp="1"/>
          </p:cNvSpPr>
          <p:nvPr/>
        </p:nvSpPr>
        <p:spPr>
          <a:xfrm xmlns:a="http://schemas.openxmlformats.org/drawingml/2006/main">
            <a:off x="7010400" y="3571875"/>
            <a:ext cx="685800" cy="742950"/>
          </a:xfrm>
          <a:custGeom xmlns:a="http://schemas.openxmlformats.org/drawingml/2006/main">
            <a:pathLst>
              <a:path w="685800" h="742950">
                <a:moveTo>
                  <a:pt x="0" y="0"/>
                </a:moveTo>
                <a:lnTo>
                  <a:pt x="314325" y="0"/>
                </a:lnTo>
                <a:lnTo>
                  <a:pt x="386796" y="7138"/>
                </a:lnTo>
                <a:lnTo>
                  <a:pt x="456482" y="28277"/>
                </a:lnTo>
                <a:lnTo>
                  <a:pt x="520705" y="62605"/>
                </a:lnTo>
                <a:lnTo>
                  <a:pt x="576997" y="108803"/>
                </a:lnTo>
                <a:lnTo>
                  <a:pt x="623195" y="165095"/>
                </a:lnTo>
                <a:lnTo>
                  <a:pt x="657523" y="229318"/>
                </a:lnTo>
                <a:lnTo>
                  <a:pt x="678662" y="299004"/>
                </a:lnTo>
                <a:lnTo>
                  <a:pt x="685800" y="371475"/>
                </a:lnTo>
                <a:lnTo>
                  <a:pt x="678662" y="443946"/>
                </a:lnTo>
                <a:lnTo>
                  <a:pt x="657523" y="513632"/>
                </a:lnTo>
                <a:lnTo>
                  <a:pt x="623195" y="577855"/>
                </a:lnTo>
                <a:lnTo>
                  <a:pt x="576997" y="634147"/>
                </a:lnTo>
                <a:lnTo>
                  <a:pt x="520705" y="680345"/>
                </a:lnTo>
                <a:lnTo>
                  <a:pt x="456482" y="714673"/>
                </a:lnTo>
                <a:lnTo>
                  <a:pt x="386796" y="735812"/>
                </a:lnTo>
                <a:lnTo>
                  <a:pt x="314325" y="742950"/>
                </a:lnTo>
                <a:lnTo>
                  <a:pt x="0" y="742950"/>
                </a:lnTo>
                <a:close/>
              </a:path>
            </a:pathLst>
          </a:custGeom>
          <a:solidFill xmlns:a="http://schemas.openxmlformats.org/drawingml/2006/main">
            <a:srgbClr val="FFFFFF"/>
          </a:solidFill>
          <a:ln xmlns:a="http://schemas.openxmlformats.org/drawingml/2006/main" w="20955">
            <a:solidFill>
              <a:srgbClr val="231F20"/>
            </a:solidFill>
          </a:ln>
        </p:spPr>
      </p:sp>
      <p:sp>
        <p:nvSpPr>
          <p:cNvPr id="17" name="wire-21">
            <a:extLst xmlns:a="http://schemas.openxmlformats.org/drawingml/2006/main">
              <a:ext uri="{FF2B5EF4-FFF2-40B4-BE49-F238E27FC236}">
                <a16:creationId xmlns:a16="http://schemas.microsoft.com/office/drawing/2014/main" id="{C78D41E9-82CF-479D-A410-1944C858E63D}"/>
              </a:ext>
            </a:extLst>
          </p:cNvPr>
          <p:cNvSpPr>
            <a:spLocks xmlns:a="http://schemas.openxmlformats.org/drawingml/2006/main" noGrp="1"/>
          </p:cNvSpPr>
          <p:nvPr/>
        </p:nvSpPr>
        <p:spPr>
          <a:xfrm xmlns:a="http://schemas.openxmlformats.org/drawingml/2006/main">
            <a:off x="6619875" y="3762375"/>
            <a:ext cx="390525" cy="9525"/>
          </a:xfrm>
          <a:custGeom xmlns:a="http://schemas.openxmlformats.org/drawingml/2006/main">
            <a:pathLst>
              <a:path w="390525" h="9525">
                <a:moveTo>
                  <a:pt x="0" y="0"/>
                </a:moveTo>
                <a:lnTo>
                  <a:pt x="390525" y="0"/>
                </a:lnTo>
              </a:path>
            </a:pathLst>
          </a:custGeom>
          <a:noFill xmlns:a="http://schemas.openxmlformats.org/drawingml/2006/main"/>
          <a:ln xmlns:a="http://schemas.openxmlformats.org/drawingml/2006/main" w="22860">
            <a:solidFill>
              <a:srgbClr val="231F20"/>
            </a:solidFill>
          </a:ln>
        </p:spPr>
      </p:sp>
      <p:sp>
        <p:nvSpPr>
          <p:cNvPr id="18" name="wire-22">
            <a:extLst xmlns:a="http://schemas.openxmlformats.org/drawingml/2006/main">
              <a:ext uri="{FF2B5EF4-FFF2-40B4-BE49-F238E27FC236}">
                <a16:creationId xmlns:a16="http://schemas.microsoft.com/office/drawing/2014/main" id="{2712B55B-CA60-4D4F-84C2-13E537DC955C}"/>
              </a:ext>
            </a:extLst>
          </p:cNvPr>
          <p:cNvSpPr>
            <a:spLocks xmlns:a="http://schemas.openxmlformats.org/drawingml/2006/main" noGrp="1"/>
          </p:cNvSpPr>
          <p:nvPr/>
        </p:nvSpPr>
        <p:spPr>
          <a:xfrm xmlns:a="http://schemas.openxmlformats.org/drawingml/2006/main">
            <a:off x="6619875" y="4124325"/>
            <a:ext cx="390525" cy="9525"/>
          </a:xfrm>
          <a:custGeom xmlns:a="http://schemas.openxmlformats.org/drawingml/2006/main">
            <a:pathLst>
              <a:path w="390525" h="9525">
                <a:moveTo>
                  <a:pt x="0" y="0"/>
                </a:moveTo>
                <a:lnTo>
                  <a:pt x="390525" y="0"/>
                </a:lnTo>
              </a:path>
            </a:pathLst>
          </a:custGeom>
          <a:noFill xmlns:a="http://schemas.openxmlformats.org/drawingml/2006/main"/>
          <a:ln xmlns:a="http://schemas.openxmlformats.org/drawingml/2006/main" w="22860">
            <a:solidFill>
              <a:srgbClr val="231F20"/>
            </a:solidFill>
          </a:ln>
        </p:spPr>
      </p:sp>
      <p:sp>
        <p:nvSpPr>
          <p:cNvPr id="19" name="wire-23">
            <a:extLst xmlns:a="http://schemas.openxmlformats.org/drawingml/2006/main">
              <a:ext uri="{FF2B5EF4-FFF2-40B4-BE49-F238E27FC236}">
                <a16:creationId xmlns:a16="http://schemas.microsoft.com/office/drawing/2014/main" id="{BBCB1AF0-D817-499C-ACC2-33DCD53A3B1D}"/>
              </a:ext>
            </a:extLst>
          </p:cNvPr>
          <p:cNvSpPr>
            <a:spLocks xmlns:a="http://schemas.openxmlformats.org/drawingml/2006/main" noGrp="1"/>
          </p:cNvSpPr>
          <p:nvPr/>
        </p:nvSpPr>
        <p:spPr>
          <a:xfrm xmlns:a="http://schemas.openxmlformats.org/drawingml/2006/main">
            <a:off x="7696200" y="3943350"/>
            <a:ext cx="1266825" cy="9525"/>
          </a:xfrm>
          <a:custGeom xmlns:a="http://schemas.openxmlformats.org/drawingml/2006/main">
            <a:pathLst>
              <a:path w="1266825" h="9525">
                <a:moveTo>
                  <a:pt x="0" y="0"/>
                </a:moveTo>
                <a:lnTo>
                  <a:pt x="1266825" y="0"/>
                </a:lnTo>
              </a:path>
            </a:pathLst>
          </a:custGeom>
          <a:noFill xmlns:a="http://schemas.openxmlformats.org/drawingml/2006/main"/>
          <a:ln xmlns:a="http://schemas.openxmlformats.org/drawingml/2006/main" w="22860">
            <a:solidFill>
              <a:srgbClr val="231F20"/>
            </a:solidFill>
          </a:ln>
        </p:spPr>
      </p:sp>
      <p:sp>
        <p:nvSpPr>
          <p:cNvPr id="20" name="circuit-24">
            <a:extLst xmlns:a="http://schemas.openxmlformats.org/drawingml/2006/main">
              <a:ext uri="{FF2B5EF4-FFF2-40B4-BE49-F238E27FC236}">
                <a16:creationId xmlns:a16="http://schemas.microsoft.com/office/drawing/2014/main" id="{339B98DA-50BD-40BF-A535-D8212566DA01}"/>
              </a:ext>
            </a:extLst>
          </p:cNvPr>
          <p:cNvSpPr>
            <a:spLocks xmlns:a="http://schemas.openxmlformats.org/drawingml/2006/main" noGrp="1"/>
          </p:cNvSpPr>
          <p:nvPr/>
        </p:nvSpPr>
        <p:spPr>
          <a:xfrm xmlns:a="http://schemas.openxmlformats.org/drawingml/2006/main">
            <a:off x="8886825" y="39119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1" name="text-25">
            <a:extLst xmlns:a="http://schemas.openxmlformats.org/drawingml/2006/main">
              <a:ext uri="{FF2B5EF4-FFF2-40B4-BE49-F238E27FC236}">
                <a16:creationId xmlns:a16="http://schemas.microsoft.com/office/drawing/2014/main" id="{D1FBE6B4-2F82-40DA-87CC-EF7FFCBAC90D}"/>
              </a:ext>
            </a:extLst>
          </p:cNvPr>
          <p:cNvSpPr>
            <a:spLocks xmlns:a="http://schemas.openxmlformats.org/drawingml/2006/main" noGrp="1"/>
          </p:cNvSpPr>
          <p:nvPr/>
        </p:nvSpPr>
        <p:spPr>
          <a:xfrm xmlns:a="http://schemas.openxmlformats.org/drawingml/2006/main">
            <a:off x="6391275" y="3600450"/>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1">
                <a:solidFill>
                  <a:srgbClr val="231F20"/>
                </a:solidFill>
                <a:latin typeface="Arial"/>
                <a:ea typeface="Arial"/>
                <a:cs typeface="Arial"/>
              </a:defRPr>
            </a:defPPr>
            <a:lvl1pPr algn="l">
              <a:defRPr sz="1875" b="1">
                <a:solidFill>
                  <a:srgbClr val="231F20"/>
                </a:solidFill>
                <a:latin typeface="Arial"/>
                <a:ea typeface="Arial"/>
                <a:cs typeface="Arial"/>
              </a:defRPr>
            </a:lvl1pPr>
            <a:lvl2pPr algn="l">
              <a:defRPr sz="1875" b="1">
                <a:solidFill>
                  <a:srgbClr val="231F20"/>
                </a:solidFill>
                <a:latin typeface="Arial"/>
                <a:ea typeface="Arial"/>
                <a:cs typeface="Arial"/>
              </a:defRPr>
            </a:lvl2pPr>
            <a:lvl3pPr algn="l">
              <a:defRPr sz="1875" b="1">
                <a:solidFill>
                  <a:srgbClr val="231F20"/>
                </a:solidFill>
                <a:latin typeface="Arial"/>
                <a:ea typeface="Arial"/>
                <a:cs typeface="Arial"/>
              </a:defRPr>
            </a:lvl3pPr>
            <a:lvl4pPr algn="l">
              <a:defRPr sz="1875" b="1">
                <a:solidFill>
                  <a:srgbClr val="231F20"/>
                </a:solidFill>
                <a:latin typeface="Arial"/>
                <a:ea typeface="Arial"/>
                <a:cs typeface="Arial"/>
              </a:defRPr>
            </a:lvl4pPr>
            <a:lvl5pPr algn="l">
              <a:defRPr sz="1875" b="1">
                <a:solidFill>
                  <a:srgbClr val="231F20"/>
                </a:solidFill>
                <a:latin typeface="Arial"/>
                <a:ea typeface="Arial"/>
                <a:cs typeface="Arial"/>
              </a:defRPr>
            </a:lvl5pPr>
            <a:lvl6pPr algn="l">
              <a:defRPr sz="1875" b="1">
                <a:solidFill>
                  <a:srgbClr val="231F20"/>
                </a:solidFill>
                <a:latin typeface="Arial"/>
                <a:ea typeface="Arial"/>
                <a:cs typeface="Arial"/>
              </a:defRPr>
            </a:lvl6pPr>
            <a:lvl7pPr algn="l">
              <a:defRPr sz="1875" b="1">
                <a:solidFill>
                  <a:srgbClr val="231F20"/>
                </a:solidFill>
                <a:latin typeface="Arial"/>
                <a:ea typeface="Arial"/>
                <a:cs typeface="Arial"/>
              </a:defRPr>
            </a:lvl7pPr>
            <a:lvl8pPr algn="l">
              <a:defRPr sz="1875" b="1">
                <a:solidFill>
                  <a:srgbClr val="231F20"/>
                </a:solidFill>
                <a:latin typeface="Arial"/>
                <a:ea typeface="Arial"/>
                <a:cs typeface="Arial"/>
              </a:defRPr>
            </a:lvl8pPr>
            <a:lvl9pPr algn="l">
              <a:defRPr sz="1875" b="1">
                <a:solidFill>
                  <a:srgbClr val="231F20"/>
                </a:solidFill>
                <a:latin typeface="Arial"/>
                <a:ea typeface="Arial"/>
                <a:cs typeface="Arial"/>
              </a:defRPr>
            </a:lvl9pPr>
          </a:lstStyle>
          <a:p xmlns:a="http://schemas.openxmlformats.org/drawingml/2006/main">
            <a:pPr algn="l">
              <a:defRPr sz="1875" b="1">
                <a:solidFill>
                  <a:srgbClr val="231F20"/>
                </a:solidFill>
                <a:latin typeface="Arial"/>
                <a:ea typeface="Arial"/>
                <a:cs typeface="Arial"/>
              </a:defRPr>
            </a:pPr>
            <a:r>
              <a:rPr sz="1875" b="1">
                <a:solidFill>
                  <a:srgbClr val="231F20"/>
                </a:solidFill>
                <a:latin typeface="Arial"/>
                <a:ea typeface="Arial"/>
                <a:cs typeface="Arial"/>
              </a:rPr>
              <a:t>a</a:t>
            </a:r>
          </a:p>
        </p:txBody>
      </p:sp>
      <p:sp>
        <p:nvSpPr>
          <p:cNvPr id="22" name="text-26">
            <a:extLst xmlns:a="http://schemas.openxmlformats.org/drawingml/2006/main">
              <a:ext uri="{FF2B5EF4-FFF2-40B4-BE49-F238E27FC236}">
                <a16:creationId xmlns:a16="http://schemas.microsoft.com/office/drawing/2014/main" id="{351A80B0-C088-43CF-ACD8-A67F8048FBC3}"/>
              </a:ext>
            </a:extLst>
          </p:cNvPr>
          <p:cNvSpPr>
            <a:spLocks xmlns:a="http://schemas.openxmlformats.org/drawingml/2006/main" noGrp="1"/>
          </p:cNvSpPr>
          <p:nvPr/>
        </p:nvSpPr>
        <p:spPr>
          <a:xfrm xmlns:a="http://schemas.openxmlformats.org/drawingml/2006/main">
            <a:off x="6391275" y="3981450"/>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1">
                <a:solidFill>
                  <a:srgbClr val="231F20"/>
                </a:solidFill>
                <a:latin typeface="Arial"/>
                <a:ea typeface="Arial"/>
                <a:cs typeface="Arial"/>
              </a:defRPr>
            </a:defPPr>
            <a:lvl1pPr algn="l">
              <a:defRPr sz="1875" b="1">
                <a:solidFill>
                  <a:srgbClr val="231F20"/>
                </a:solidFill>
                <a:latin typeface="Arial"/>
                <a:ea typeface="Arial"/>
                <a:cs typeface="Arial"/>
              </a:defRPr>
            </a:lvl1pPr>
            <a:lvl2pPr algn="l">
              <a:defRPr sz="1875" b="1">
                <a:solidFill>
                  <a:srgbClr val="231F20"/>
                </a:solidFill>
                <a:latin typeface="Arial"/>
                <a:ea typeface="Arial"/>
                <a:cs typeface="Arial"/>
              </a:defRPr>
            </a:lvl2pPr>
            <a:lvl3pPr algn="l">
              <a:defRPr sz="1875" b="1">
                <a:solidFill>
                  <a:srgbClr val="231F20"/>
                </a:solidFill>
                <a:latin typeface="Arial"/>
                <a:ea typeface="Arial"/>
                <a:cs typeface="Arial"/>
              </a:defRPr>
            </a:lvl3pPr>
            <a:lvl4pPr algn="l">
              <a:defRPr sz="1875" b="1">
                <a:solidFill>
                  <a:srgbClr val="231F20"/>
                </a:solidFill>
                <a:latin typeface="Arial"/>
                <a:ea typeface="Arial"/>
                <a:cs typeface="Arial"/>
              </a:defRPr>
            </a:lvl4pPr>
            <a:lvl5pPr algn="l">
              <a:defRPr sz="1875" b="1">
                <a:solidFill>
                  <a:srgbClr val="231F20"/>
                </a:solidFill>
                <a:latin typeface="Arial"/>
                <a:ea typeface="Arial"/>
                <a:cs typeface="Arial"/>
              </a:defRPr>
            </a:lvl5pPr>
            <a:lvl6pPr algn="l">
              <a:defRPr sz="1875" b="1">
                <a:solidFill>
                  <a:srgbClr val="231F20"/>
                </a:solidFill>
                <a:latin typeface="Arial"/>
                <a:ea typeface="Arial"/>
                <a:cs typeface="Arial"/>
              </a:defRPr>
            </a:lvl6pPr>
            <a:lvl7pPr algn="l">
              <a:defRPr sz="1875" b="1">
                <a:solidFill>
                  <a:srgbClr val="231F20"/>
                </a:solidFill>
                <a:latin typeface="Arial"/>
                <a:ea typeface="Arial"/>
                <a:cs typeface="Arial"/>
              </a:defRPr>
            </a:lvl7pPr>
            <a:lvl8pPr algn="l">
              <a:defRPr sz="1875" b="1">
                <a:solidFill>
                  <a:srgbClr val="231F20"/>
                </a:solidFill>
                <a:latin typeface="Arial"/>
                <a:ea typeface="Arial"/>
                <a:cs typeface="Arial"/>
              </a:defRPr>
            </a:lvl8pPr>
            <a:lvl9pPr algn="l">
              <a:defRPr sz="1875" b="1">
                <a:solidFill>
                  <a:srgbClr val="231F20"/>
                </a:solidFill>
                <a:latin typeface="Arial"/>
                <a:ea typeface="Arial"/>
                <a:cs typeface="Arial"/>
              </a:defRPr>
            </a:lvl9pPr>
          </a:lstStyle>
          <a:p xmlns:a="http://schemas.openxmlformats.org/drawingml/2006/main">
            <a:pPr algn="l">
              <a:defRPr sz="1875" b="1">
                <a:solidFill>
                  <a:srgbClr val="231F20"/>
                </a:solidFill>
                <a:latin typeface="Arial"/>
                <a:ea typeface="Arial"/>
                <a:cs typeface="Arial"/>
              </a:defRPr>
            </a:pPr>
            <a:r>
              <a:rPr sz="1875" b="1">
                <a:solidFill>
                  <a:srgbClr val="231F20"/>
                </a:solidFill>
                <a:latin typeface="Arial"/>
                <a:ea typeface="Arial"/>
                <a:cs typeface="Arial"/>
              </a:rPr>
              <a:t>b</a:t>
            </a:r>
          </a:p>
        </p:txBody>
      </p:sp>
      <p:sp>
        <p:nvSpPr>
          <p:cNvPr id="23" name="text-27">
            <a:extLst xmlns:a="http://schemas.openxmlformats.org/drawingml/2006/main">
              <a:ext uri="{FF2B5EF4-FFF2-40B4-BE49-F238E27FC236}">
                <a16:creationId xmlns:a16="http://schemas.microsoft.com/office/drawing/2014/main" id="{96C8A652-B377-4C41-B4EC-5FD3057660AE}"/>
              </a:ext>
            </a:extLst>
          </p:cNvPr>
          <p:cNvSpPr>
            <a:spLocks xmlns:a="http://schemas.openxmlformats.org/drawingml/2006/main" noGrp="1"/>
          </p:cNvSpPr>
          <p:nvPr/>
        </p:nvSpPr>
        <p:spPr>
          <a:xfrm xmlns:a="http://schemas.openxmlformats.org/drawingml/2006/main">
            <a:off x="9029700" y="37814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1">
                <a:solidFill>
                  <a:srgbClr val="231F20"/>
                </a:solidFill>
                <a:latin typeface="Arial"/>
                <a:ea typeface="Arial"/>
                <a:cs typeface="Arial"/>
              </a:defRPr>
            </a:defPPr>
            <a:lvl1pPr algn="l">
              <a:defRPr sz="1875" b="1">
                <a:solidFill>
                  <a:srgbClr val="231F20"/>
                </a:solidFill>
                <a:latin typeface="Arial"/>
                <a:ea typeface="Arial"/>
                <a:cs typeface="Arial"/>
              </a:defRPr>
            </a:lvl1pPr>
            <a:lvl2pPr algn="l">
              <a:defRPr sz="1875" b="1">
                <a:solidFill>
                  <a:srgbClr val="231F20"/>
                </a:solidFill>
                <a:latin typeface="Arial"/>
                <a:ea typeface="Arial"/>
                <a:cs typeface="Arial"/>
              </a:defRPr>
            </a:lvl2pPr>
            <a:lvl3pPr algn="l">
              <a:defRPr sz="1875" b="1">
                <a:solidFill>
                  <a:srgbClr val="231F20"/>
                </a:solidFill>
                <a:latin typeface="Arial"/>
                <a:ea typeface="Arial"/>
                <a:cs typeface="Arial"/>
              </a:defRPr>
            </a:lvl3pPr>
            <a:lvl4pPr algn="l">
              <a:defRPr sz="1875" b="1">
                <a:solidFill>
                  <a:srgbClr val="231F20"/>
                </a:solidFill>
                <a:latin typeface="Arial"/>
                <a:ea typeface="Arial"/>
                <a:cs typeface="Arial"/>
              </a:defRPr>
            </a:lvl4pPr>
            <a:lvl5pPr algn="l">
              <a:defRPr sz="1875" b="1">
                <a:solidFill>
                  <a:srgbClr val="231F20"/>
                </a:solidFill>
                <a:latin typeface="Arial"/>
                <a:ea typeface="Arial"/>
                <a:cs typeface="Arial"/>
              </a:defRPr>
            </a:lvl5pPr>
            <a:lvl6pPr algn="l">
              <a:defRPr sz="1875" b="1">
                <a:solidFill>
                  <a:srgbClr val="231F20"/>
                </a:solidFill>
                <a:latin typeface="Arial"/>
                <a:ea typeface="Arial"/>
                <a:cs typeface="Arial"/>
              </a:defRPr>
            </a:lvl6pPr>
            <a:lvl7pPr algn="l">
              <a:defRPr sz="1875" b="1">
                <a:solidFill>
                  <a:srgbClr val="231F20"/>
                </a:solidFill>
                <a:latin typeface="Arial"/>
                <a:ea typeface="Arial"/>
                <a:cs typeface="Arial"/>
              </a:defRPr>
            </a:lvl7pPr>
            <a:lvl8pPr algn="l">
              <a:defRPr sz="1875" b="1">
                <a:solidFill>
                  <a:srgbClr val="231F20"/>
                </a:solidFill>
                <a:latin typeface="Arial"/>
                <a:ea typeface="Arial"/>
                <a:cs typeface="Arial"/>
              </a:defRPr>
            </a:lvl8pPr>
            <a:lvl9pPr algn="l">
              <a:defRPr sz="1875" b="1">
                <a:solidFill>
                  <a:srgbClr val="231F20"/>
                </a:solidFill>
                <a:latin typeface="Arial"/>
                <a:ea typeface="Arial"/>
                <a:cs typeface="Arial"/>
              </a:defRPr>
            </a:lvl9pPr>
          </a:lstStyle>
          <a:p xmlns:a="http://schemas.openxmlformats.org/drawingml/2006/main">
            <a:pPr algn="l">
              <a:defRPr sz="1875" b="1">
                <a:solidFill>
                  <a:srgbClr val="231F20"/>
                </a:solidFill>
                <a:latin typeface="Arial"/>
                <a:ea typeface="Arial"/>
                <a:cs typeface="Arial"/>
              </a:defRPr>
            </a:pPr>
            <a:r>
              <a:rPr sz="1875" b="1">
                <a:solidFill>
                  <a:srgbClr val="231F20"/>
                </a:solidFill>
                <a:latin typeface="Arial"/>
                <a:ea typeface="Arial"/>
                <a:cs typeface="Arial"/>
              </a:rPr>
              <a:t>y</a:t>
            </a:r>
          </a:p>
        </p:txBody>
      </p:sp>
      <p:sp>
        <p:nvSpPr>
          <p:cNvPr id="24" name="text-28">
            <a:extLst xmlns:a="http://schemas.openxmlformats.org/drawingml/2006/main">
              <a:ext uri="{FF2B5EF4-FFF2-40B4-BE49-F238E27FC236}">
                <a16:creationId xmlns:a16="http://schemas.microsoft.com/office/drawing/2014/main" id="{8E6E16EA-032E-4323-97B1-D731AF95EDB5}"/>
              </a:ext>
            </a:extLst>
          </p:cNvPr>
          <p:cNvSpPr>
            <a:spLocks xmlns:a="http://schemas.openxmlformats.org/drawingml/2006/main" noGrp="1"/>
          </p:cNvSpPr>
          <p:nvPr/>
        </p:nvSpPr>
        <p:spPr>
          <a:xfrm xmlns:a="http://schemas.openxmlformats.org/drawingml/2006/main">
            <a:off x="6400800" y="4562475"/>
            <a:ext cx="30289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回路の例（AND）</a:t>
            </a:r>
          </a:p>
        </p:txBody>
      </p:sp>
      <p:sp>
        <p:nvSpPr>
          <p:cNvPr id="25" name="implementation-card">
            <a:extLst xmlns:a="http://schemas.openxmlformats.org/drawingml/2006/main">
              <a:ext uri="{FF2B5EF4-FFF2-40B4-BE49-F238E27FC236}">
                <a16:creationId xmlns:a16="http://schemas.microsoft.com/office/drawing/2014/main" id="{67C91F3F-F6E2-4D3F-AAF8-402BB2008B4A}"/>
              </a:ext>
            </a:extLst>
          </p:cNvPr>
          <p:cNvSpPr>
            <a:spLocks xmlns:a="http://schemas.openxmlformats.org/drawingml/2006/main" noGrp="1"/>
          </p:cNvSpPr>
          <p:nvPr/>
        </p:nvSpPr>
        <p:spPr>
          <a:xfrm xmlns:a="http://schemas.openxmlformats.org/drawingml/2006/main">
            <a:off x="9915525" y="28956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6" name="text-30">
            <a:extLst xmlns:a="http://schemas.openxmlformats.org/drawingml/2006/main">
              <a:ext uri="{FF2B5EF4-FFF2-40B4-BE49-F238E27FC236}">
                <a16:creationId xmlns:a16="http://schemas.microsoft.com/office/drawing/2014/main" id="{F48E7247-E110-480C-BB46-928525CA8F63}"/>
              </a:ext>
            </a:extLst>
          </p:cNvPr>
          <p:cNvSpPr>
            <a:spLocks xmlns:a="http://schemas.openxmlformats.org/drawingml/2006/main" noGrp="1"/>
          </p:cNvSpPr>
          <p:nvPr/>
        </p:nvSpPr>
        <p:spPr>
          <a:xfrm xmlns:a="http://schemas.openxmlformats.org/drawingml/2006/main">
            <a:off x="9972675" y="29908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SDスロット</a:t>
            </a:r>
          </a:p>
        </p:txBody>
      </p:sp>
      <p:sp>
        <p:nvSpPr>
          <p:cNvPr id="27" name="wire-31">
            <a:extLst xmlns:a="http://schemas.openxmlformats.org/drawingml/2006/main">
              <a:ext uri="{FF2B5EF4-FFF2-40B4-BE49-F238E27FC236}">
                <a16:creationId xmlns:a16="http://schemas.microsoft.com/office/drawing/2014/main" id="{F11B2D6E-2FD3-4A4D-8D8F-B2359D1A5A7F}"/>
              </a:ext>
            </a:extLst>
          </p:cNvPr>
          <p:cNvSpPr>
            <a:spLocks xmlns:a="http://schemas.openxmlformats.org/drawingml/2006/main" noGrp="1"/>
          </p:cNvSpPr>
          <p:nvPr/>
        </p:nvSpPr>
        <p:spPr>
          <a:xfrm xmlns:a="http://schemas.openxmlformats.org/drawingml/2006/main">
            <a:off x="9582150" y="31670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28" name="implementation-memory">
            <a:extLst xmlns:a="http://schemas.openxmlformats.org/drawingml/2006/main">
              <a:ext uri="{FF2B5EF4-FFF2-40B4-BE49-F238E27FC236}">
                <a16:creationId xmlns:a16="http://schemas.microsoft.com/office/drawing/2014/main" id="{4AE4D4EB-2D15-4FA0-BC5E-9D6DA0A59916}"/>
              </a:ext>
            </a:extLst>
          </p:cNvPr>
          <p:cNvSpPr>
            <a:spLocks xmlns:a="http://schemas.openxmlformats.org/drawingml/2006/main" noGrp="1"/>
          </p:cNvSpPr>
          <p:nvPr/>
        </p:nvSpPr>
        <p:spPr>
          <a:xfrm xmlns:a="http://schemas.openxmlformats.org/drawingml/2006/main">
            <a:off x="9915525" y="36957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9" name="text-33">
            <a:extLst xmlns:a="http://schemas.openxmlformats.org/drawingml/2006/main">
              <a:ext uri="{FF2B5EF4-FFF2-40B4-BE49-F238E27FC236}">
                <a16:creationId xmlns:a16="http://schemas.microsoft.com/office/drawing/2014/main" id="{A71BB3B0-2C4D-4598-AECA-FC2C16725BDC}"/>
              </a:ext>
            </a:extLst>
          </p:cNvPr>
          <p:cNvSpPr>
            <a:spLocks xmlns:a="http://schemas.openxmlformats.org/drawingml/2006/main" noGrp="1"/>
          </p:cNvSpPr>
          <p:nvPr/>
        </p:nvSpPr>
        <p:spPr>
          <a:xfrm xmlns:a="http://schemas.openxmlformats.org/drawingml/2006/main">
            <a:off x="9972675" y="37909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DDR3メモリ</a:t>
            </a:r>
          </a:p>
        </p:txBody>
      </p:sp>
      <p:sp>
        <p:nvSpPr>
          <p:cNvPr id="30" name="wire-34">
            <a:extLst xmlns:a="http://schemas.openxmlformats.org/drawingml/2006/main">
              <a:ext uri="{FF2B5EF4-FFF2-40B4-BE49-F238E27FC236}">
                <a16:creationId xmlns:a16="http://schemas.microsoft.com/office/drawing/2014/main" id="{1288AB7E-0281-42C2-8EA3-1465F8DBB259}"/>
              </a:ext>
            </a:extLst>
          </p:cNvPr>
          <p:cNvSpPr>
            <a:spLocks xmlns:a="http://schemas.openxmlformats.org/drawingml/2006/main" noGrp="1"/>
          </p:cNvSpPr>
          <p:nvPr/>
        </p:nvSpPr>
        <p:spPr>
          <a:xfrm xmlns:a="http://schemas.openxmlformats.org/drawingml/2006/main">
            <a:off x="9582150" y="39671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31" name="implementation-hdmi">
            <a:extLst xmlns:a="http://schemas.openxmlformats.org/drawingml/2006/main">
              <a:ext uri="{FF2B5EF4-FFF2-40B4-BE49-F238E27FC236}">
                <a16:creationId xmlns:a16="http://schemas.microsoft.com/office/drawing/2014/main" id="{D490384A-E1BC-48C1-9A33-F33B6554090A}"/>
              </a:ext>
            </a:extLst>
          </p:cNvPr>
          <p:cNvSpPr>
            <a:spLocks xmlns:a="http://schemas.openxmlformats.org/drawingml/2006/main" noGrp="1"/>
          </p:cNvSpPr>
          <p:nvPr/>
        </p:nvSpPr>
        <p:spPr>
          <a:xfrm xmlns:a="http://schemas.openxmlformats.org/drawingml/2006/main">
            <a:off x="9915525" y="44958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32" name="text-36">
            <a:extLst xmlns:a="http://schemas.openxmlformats.org/drawingml/2006/main">
              <a:ext uri="{FF2B5EF4-FFF2-40B4-BE49-F238E27FC236}">
                <a16:creationId xmlns:a16="http://schemas.microsoft.com/office/drawing/2014/main" id="{590C9C17-F3D7-4429-91E8-BB164E21AFD1}"/>
              </a:ext>
            </a:extLst>
          </p:cNvPr>
          <p:cNvSpPr>
            <a:spLocks xmlns:a="http://schemas.openxmlformats.org/drawingml/2006/main" noGrp="1"/>
          </p:cNvSpPr>
          <p:nvPr/>
        </p:nvSpPr>
        <p:spPr>
          <a:xfrm xmlns:a="http://schemas.openxmlformats.org/drawingml/2006/main">
            <a:off x="9972675" y="45910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Arial"/>
                <a:ea typeface="Arial"/>
                <a:cs typeface="Arial"/>
              </a:defRPr>
            </a:defPPr>
            <a:lvl1pPr algn="ctr">
              <a:defRPr sz="1575" b="1">
                <a:solidFill>
                  <a:srgbClr val="231F20"/>
                </a:solidFill>
                <a:latin typeface="Arial"/>
                <a:ea typeface="Arial"/>
                <a:cs typeface="Arial"/>
              </a:defRPr>
            </a:lvl1pPr>
            <a:lvl2pPr algn="ctr">
              <a:defRPr sz="1575" b="1">
                <a:solidFill>
                  <a:srgbClr val="231F20"/>
                </a:solidFill>
                <a:latin typeface="Arial"/>
                <a:ea typeface="Arial"/>
                <a:cs typeface="Arial"/>
              </a:defRPr>
            </a:lvl2pPr>
            <a:lvl3pPr algn="ctr">
              <a:defRPr sz="1575" b="1">
                <a:solidFill>
                  <a:srgbClr val="231F20"/>
                </a:solidFill>
                <a:latin typeface="Arial"/>
                <a:ea typeface="Arial"/>
                <a:cs typeface="Arial"/>
              </a:defRPr>
            </a:lvl3pPr>
            <a:lvl4pPr algn="ctr">
              <a:defRPr sz="1575" b="1">
                <a:solidFill>
                  <a:srgbClr val="231F20"/>
                </a:solidFill>
                <a:latin typeface="Arial"/>
                <a:ea typeface="Arial"/>
                <a:cs typeface="Arial"/>
              </a:defRPr>
            </a:lvl4pPr>
            <a:lvl5pPr algn="ctr">
              <a:defRPr sz="1575" b="1">
                <a:solidFill>
                  <a:srgbClr val="231F20"/>
                </a:solidFill>
                <a:latin typeface="Arial"/>
                <a:ea typeface="Arial"/>
                <a:cs typeface="Arial"/>
              </a:defRPr>
            </a:lvl5pPr>
            <a:lvl6pPr algn="ctr">
              <a:defRPr sz="1575" b="1">
                <a:solidFill>
                  <a:srgbClr val="231F20"/>
                </a:solidFill>
                <a:latin typeface="Arial"/>
                <a:ea typeface="Arial"/>
                <a:cs typeface="Arial"/>
              </a:defRPr>
            </a:lvl6pPr>
            <a:lvl7pPr algn="ctr">
              <a:defRPr sz="1575" b="1">
                <a:solidFill>
                  <a:srgbClr val="231F20"/>
                </a:solidFill>
                <a:latin typeface="Arial"/>
                <a:ea typeface="Arial"/>
                <a:cs typeface="Arial"/>
              </a:defRPr>
            </a:lvl7pPr>
            <a:lvl8pPr algn="ctr">
              <a:defRPr sz="1575" b="1">
                <a:solidFill>
                  <a:srgbClr val="231F20"/>
                </a:solidFill>
                <a:latin typeface="Arial"/>
                <a:ea typeface="Arial"/>
                <a:cs typeface="Arial"/>
              </a:defRPr>
            </a:lvl8pPr>
            <a:lvl9pPr algn="ctr">
              <a:defRPr sz="1575" b="1">
                <a:solidFill>
                  <a:srgbClr val="231F20"/>
                </a:solidFill>
                <a:latin typeface="Arial"/>
                <a:ea typeface="Arial"/>
                <a:cs typeface="Arial"/>
              </a:defRPr>
            </a:lvl9pPr>
          </a:lstStyle>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HDMI OUT</a:t>
            </a:r>
          </a:p>
        </p:txBody>
      </p:sp>
      <p:sp>
        <p:nvSpPr>
          <p:cNvPr id="33" name="wire-37">
            <a:extLst xmlns:a="http://schemas.openxmlformats.org/drawingml/2006/main">
              <a:ext uri="{FF2B5EF4-FFF2-40B4-BE49-F238E27FC236}">
                <a16:creationId xmlns:a16="http://schemas.microsoft.com/office/drawing/2014/main" id="{84462502-AEED-409B-9248-D29C509D309B}"/>
              </a:ext>
            </a:extLst>
          </p:cNvPr>
          <p:cNvSpPr>
            <a:spLocks xmlns:a="http://schemas.openxmlformats.org/drawingml/2006/main" noGrp="1"/>
          </p:cNvSpPr>
          <p:nvPr/>
        </p:nvSpPr>
        <p:spPr>
          <a:xfrm xmlns:a="http://schemas.openxmlformats.org/drawingml/2006/main">
            <a:off x="9582150" y="47672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34" name="wire-38">
            <a:extLst xmlns:a="http://schemas.openxmlformats.org/drawingml/2006/main">
              <a:ext uri="{FF2B5EF4-FFF2-40B4-BE49-F238E27FC236}">
                <a16:creationId xmlns:a16="http://schemas.microsoft.com/office/drawing/2014/main" id="{01233D8C-2BFF-49D1-8C95-674DA8DDF4BD}"/>
              </a:ext>
            </a:extLst>
          </p:cNvPr>
          <p:cNvSpPr>
            <a:spLocks xmlns:a="http://schemas.openxmlformats.org/drawingml/2006/main" noGrp="1"/>
          </p:cNvSpPr>
          <p:nvPr/>
        </p:nvSpPr>
        <p:spPr>
          <a:xfrm xmlns:a="http://schemas.openxmlformats.org/drawingml/2006/main">
            <a:off x="5086350" y="3981450"/>
            <a:ext cx="1162050" cy="9525"/>
          </a:xfrm>
          <a:custGeom xmlns:a="http://schemas.openxmlformats.org/drawingml/2006/main">
            <a:pathLst>
              <a:path w="1162050" h="9525">
                <a:moveTo>
                  <a:pt x="0" y="0"/>
                </a:moveTo>
                <a:lnTo>
                  <a:pt x="1162050" y="0"/>
                </a:lnTo>
              </a:path>
            </a:pathLst>
          </a:custGeom>
          <a:noFill xmlns:a="http://schemas.openxmlformats.org/drawingml/2006/main"/>
          <a:ln xmlns:a="http://schemas.openxmlformats.org/drawingml/2006/main" w="28575">
            <a:solidFill>
              <a:srgbClr val="1572C3"/>
            </a:solidFill>
          </a:ln>
        </p:spPr>
      </p:sp>
      <p:sp>
        <p:nvSpPr>
          <p:cNvPr id="35" name="circuit-39">
            <a:extLst xmlns:a="http://schemas.openxmlformats.org/drawingml/2006/main">
              <a:ext uri="{FF2B5EF4-FFF2-40B4-BE49-F238E27FC236}">
                <a16:creationId xmlns:a16="http://schemas.microsoft.com/office/drawing/2014/main" id="{404596C5-94DC-442A-9649-4C3112DC3BB5}"/>
              </a:ext>
            </a:extLst>
          </p:cNvPr>
          <p:cNvSpPr>
            <a:spLocks xmlns:a="http://schemas.openxmlformats.org/drawingml/2006/main" noGrp="1"/>
          </p:cNvSpPr>
          <p:nvPr/>
        </p:nvSpPr>
        <p:spPr>
          <a:xfrm xmlns:a="http://schemas.openxmlformats.org/drawingml/2006/main">
            <a:off x="617220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6" name="text-40">
            <a:extLst xmlns:a="http://schemas.openxmlformats.org/drawingml/2006/main">
              <a:ext uri="{FF2B5EF4-FFF2-40B4-BE49-F238E27FC236}">
                <a16:creationId xmlns:a16="http://schemas.microsoft.com/office/drawing/2014/main" id="{9EAB8519-4925-4B4A-9D9B-399330FF2A2B}"/>
              </a:ext>
            </a:extLst>
          </p:cNvPr>
          <p:cNvSpPr>
            <a:spLocks xmlns:a="http://schemas.openxmlformats.org/drawingml/2006/main" noGrp="1"/>
          </p:cNvSpPr>
          <p:nvPr/>
        </p:nvSpPr>
        <p:spPr>
          <a:xfrm xmlns:a="http://schemas.openxmlformats.org/drawingml/2006/main">
            <a:off x="5095875" y="3486150"/>
            <a:ext cx="971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回路を</a:t>
            </a:r>
          </a:p>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実装</a:t>
            </a:r>
          </a:p>
        </p:txBody>
      </p:sp>
      <p:sp>
        <p:nvSpPr>
          <p:cNvPr id="37" name="text-41">
            <a:extLst xmlns:a="http://schemas.openxmlformats.org/drawingml/2006/main">
              <a:ext uri="{FF2B5EF4-FFF2-40B4-BE49-F238E27FC236}">
                <a16:creationId xmlns:a16="http://schemas.microsoft.com/office/drawing/2014/main" id="{7C525020-4B5D-4A97-ABB5-341F6D8C2F49}"/>
              </a:ext>
            </a:extLst>
          </p:cNvPr>
          <p:cNvSpPr>
            <a:spLocks xmlns:a="http://schemas.openxmlformats.org/drawingml/2006/main" noGrp="1"/>
          </p:cNvSpPr>
          <p:nvPr/>
        </p:nvSpPr>
        <p:spPr>
          <a:xfrm xmlns:a="http://schemas.openxmlformats.org/drawingml/2006/main">
            <a:off x="609600" y="57054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チップ内に実装する回路を、コードで記述する</a:t>
            </a:r>
          </a:p>
        </p:txBody>
      </p:sp>
      <p:sp>
        <p:nvSpPr>
          <p:cNvPr id="38" name="text-42">
            <a:extLst xmlns:a="http://schemas.openxmlformats.org/drawingml/2006/main">
              <a:ext uri="{FF2B5EF4-FFF2-40B4-BE49-F238E27FC236}">
                <a16:creationId xmlns:a16="http://schemas.microsoft.com/office/drawing/2014/main" id="{B6478E47-F058-4FAA-B8DA-5E6B88DB9176}"/>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2</a:t>
            </a:r>
          </a:p>
        </p:txBody>
      </p:sp>
      <p:sp>
        <p:nvSpPr>
          <p:cNvPr id="39" name="text-43">
            <a:extLst xmlns:a="http://schemas.openxmlformats.org/drawingml/2006/main">
              <a:ext uri="{FF2B5EF4-FFF2-40B4-BE49-F238E27FC236}">
                <a16:creationId xmlns:a16="http://schemas.microsoft.com/office/drawing/2014/main" id="{9551EAA1-3147-40DD-986D-F3442A7918A8}"/>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AND回路はコードと回路の対応を示す小さな例。部品ごとに必要な制御回路は異なる</a:t>
            </a:r>
          </a:p>
        </p:txBody>
      </p:sp>
    </p:spTree>
    <p:extLst>
      <p:ext uri="{BB962C8B-B14F-4D97-AF65-F5344CB8AC3E}">
        <p14:creationId xmlns:p14="http://schemas.microsoft.com/office/powerpoint/2010/main" val="16290121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text-44">
            <a:extLst xmlns:a="http://schemas.openxmlformats.org/drawingml/2006/main">
              <a:ext uri="{FF2B5EF4-FFF2-40B4-BE49-F238E27FC236}">
                <a16:creationId xmlns:a16="http://schemas.microsoft.com/office/drawing/2014/main" id="{A4180B7E-22F9-40E1-925A-8CD40F5CD33A}"/>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3</a:t>
            </a:r>
          </a:p>
        </p:txBody>
      </p:sp>
      <p:sp>
        <p:nvSpPr>
          <p:cNvPr id="2" name="text-45">
            <a:extLst xmlns:a="http://schemas.openxmlformats.org/drawingml/2006/main">
              <a:ext uri="{FF2B5EF4-FFF2-40B4-BE49-F238E27FC236}">
                <a16:creationId xmlns:a16="http://schemas.microsoft.com/office/drawing/2014/main" id="{0B79119D-D991-40D6-B292-2F3AD5127A0C}"/>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教育用CPUに描画機能を追加する</a:t>
            </a:r>
          </a:p>
        </p:txBody>
      </p:sp>
      <p:sp>
        <p:nvSpPr>
          <p:cNvPr id="3" name="text-46">
            <a:extLst xmlns:a="http://schemas.openxmlformats.org/drawingml/2006/main">
              <a:ext uri="{FF2B5EF4-FFF2-40B4-BE49-F238E27FC236}">
                <a16:creationId xmlns:a16="http://schemas.microsoft.com/office/drawing/2014/main" id="{97D11B65-BCCD-4D7B-A994-0C00F01F28CD}"/>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3</a:t>
            </a:r>
          </a:p>
        </p:txBody>
      </p:sp>
      <p:sp>
        <p:nvSpPr>
          <p:cNvPr id="4" name="text-47">
            <a:extLst xmlns:a="http://schemas.openxmlformats.org/drawingml/2006/main">
              <a:ext uri="{FF2B5EF4-FFF2-40B4-BE49-F238E27FC236}">
                <a16:creationId xmlns:a16="http://schemas.microsoft.com/office/drawing/2014/main" id="{1C06B127-740B-418D-84BB-1EB081BC33C8}"/>
              </a:ext>
            </a:extLst>
          </p:cNvPr>
          <p:cNvSpPr>
            <a:spLocks xmlns:a="http://schemas.openxmlformats.org/drawingml/2006/main" noGrp="1"/>
          </p:cNvSpPr>
          <p:nvPr/>
        </p:nvSpPr>
        <p:spPr>
          <a:xfrm xmlns:a="http://schemas.openxmlformats.org/drawingml/2006/main">
            <a:off x="609600" y="11334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拡張した回路をFPGAチップに実装し、</a:t>
            </a:r>
          </a:p>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FPGAボードをゲーム機として使う</a:t>
            </a:r>
          </a:p>
        </p:txBody>
      </p:sp>
      <p:sp>
        <p:nvSpPr>
          <p:cNvPr id="5" name="text-48">
            <a:extLst xmlns:a="http://schemas.openxmlformats.org/drawingml/2006/main">
              <a:ext uri="{FF2B5EF4-FFF2-40B4-BE49-F238E27FC236}">
                <a16:creationId xmlns:a16="http://schemas.microsoft.com/office/drawing/2014/main" id="{F71C7188-C08D-40C5-AD5D-FDB910049BDE}"/>
              </a:ext>
            </a:extLst>
          </p:cNvPr>
          <p:cNvSpPr>
            <a:spLocks xmlns:a="http://schemas.openxmlformats.org/drawingml/2006/main" noGrp="1"/>
          </p:cNvSpPr>
          <p:nvPr/>
        </p:nvSpPr>
        <p:spPr>
          <a:xfrm xmlns:a="http://schemas.openxmlformats.org/drawingml/2006/main">
            <a:off x="609600" y="2466975"/>
            <a:ext cx="4457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0078BA"/>
                </a:solidFill>
                <a:latin typeface="Yu Gothic"/>
                <a:ea typeface="Yu Gothic"/>
                <a:cs typeface="Yu Gothic"/>
              </a:defRPr>
            </a:defPPr>
            <a:lvl1pPr algn="l">
              <a:defRPr sz="2175" b="1">
                <a:solidFill>
                  <a:srgbClr val="0078BA"/>
                </a:solidFill>
                <a:latin typeface="Yu Gothic"/>
                <a:ea typeface="Yu Gothic"/>
                <a:cs typeface="Yu Gothic"/>
              </a:defRPr>
            </a:lvl1pPr>
            <a:lvl2pPr algn="l">
              <a:defRPr sz="2175" b="1">
                <a:solidFill>
                  <a:srgbClr val="0078BA"/>
                </a:solidFill>
                <a:latin typeface="Yu Gothic"/>
                <a:ea typeface="Yu Gothic"/>
                <a:cs typeface="Yu Gothic"/>
              </a:defRPr>
            </a:lvl2pPr>
            <a:lvl3pPr algn="l">
              <a:defRPr sz="2175" b="1">
                <a:solidFill>
                  <a:srgbClr val="0078BA"/>
                </a:solidFill>
                <a:latin typeface="Yu Gothic"/>
                <a:ea typeface="Yu Gothic"/>
                <a:cs typeface="Yu Gothic"/>
              </a:defRPr>
            </a:lvl3pPr>
            <a:lvl4pPr algn="l">
              <a:defRPr sz="2175" b="1">
                <a:solidFill>
                  <a:srgbClr val="0078BA"/>
                </a:solidFill>
                <a:latin typeface="Yu Gothic"/>
                <a:ea typeface="Yu Gothic"/>
                <a:cs typeface="Yu Gothic"/>
              </a:defRPr>
            </a:lvl4pPr>
            <a:lvl5pPr algn="l">
              <a:defRPr sz="2175" b="1">
                <a:solidFill>
                  <a:srgbClr val="0078BA"/>
                </a:solidFill>
                <a:latin typeface="Yu Gothic"/>
                <a:ea typeface="Yu Gothic"/>
                <a:cs typeface="Yu Gothic"/>
              </a:defRPr>
            </a:lvl5pPr>
            <a:lvl6pPr algn="l">
              <a:defRPr sz="2175" b="1">
                <a:solidFill>
                  <a:srgbClr val="0078BA"/>
                </a:solidFill>
                <a:latin typeface="Yu Gothic"/>
                <a:ea typeface="Yu Gothic"/>
                <a:cs typeface="Yu Gothic"/>
              </a:defRPr>
            </a:lvl6pPr>
            <a:lvl7pPr algn="l">
              <a:defRPr sz="2175" b="1">
                <a:solidFill>
                  <a:srgbClr val="0078BA"/>
                </a:solidFill>
                <a:latin typeface="Yu Gothic"/>
                <a:ea typeface="Yu Gothic"/>
                <a:cs typeface="Yu Gothic"/>
              </a:defRPr>
            </a:lvl7pPr>
            <a:lvl8pPr algn="l">
              <a:defRPr sz="2175" b="1">
                <a:solidFill>
                  <a:srgbClr val="0078BA"/>
                </a:solidFill>
                <a:latin typeface="Yu Gothic"/>
                <a:ea typeface="Yu Gothic"/>
                <a:cs typeface="Yu Gothic"/>
              </a:defRPr>
            </a:lvl8pPr>
            <a:lvl9pPr algn="l">
              <a:defRPr sz="2175" b="1">
                <a:solidFill>
                  <a:srgbClr val="0078BA"/>
                </a:solidFill>
                <a:latin typeface="Yu Gothic"/>
                <a:ea typeface="Yu Gothic"/>
                <a:cs typeface="Yu Gothic"/>
              </a:defRPr>
            </a:lvl9pPr>
          </a:lstStyle>
          <a:p xmlns:a="http://schemas.openxmlformats.org/drawingml/2006/main">
            <a:pPr algn="l">
              <a:defRPr sz="2175" b="1">
                <a:solidFill>
                  <a:srgbClr val="0078BA"/>
                </a:solidFill>
                <a:latin typeface="Yu Gothic"/>
                <a:ea typeface="Yu Gothic"/>
                <a:cs typeface="Yu Gothic"/>
              </a:defRPr>
            </a:pPr>
            <a:r>
              <a:rPr sz="2175" b="1">
                <a:solidFill>
                  <a:srgbClr val="0078BA"/>
                </a:solidFill>
                <a:latin typeface="Yu Gothic"/>
                <a:ea typeface="Yu Gothic"/>
                <a:cs typeface="Yu Gothic"/>
              </a:rPr>
              <a:t>本研究の目的</a:t>
            </a:r>
          </a:p>
        </p:txBody>
      </p:sp>
      <p:sp>
        <p:nvSpPr>
          <p:cNvPr id="6" name="text-49">
            <a:extLst xmlns:a="http://schemas.openxmlformats.org/drawingml/2006/main">
              <a:ext uri="{FF2B5EF4-FFF2-40B4-BE49-F238E27FC236}">
                <a16:creationId xmlns:a16="http://schemas.microsoft.com/office/drawing/2014/main" id="{CFB4F2E7-BBB1-4901-A581-C83698932005}"/>
              </a:ext>
            </a:extLst>
          </p:cNvPr>
          <p:cNvSpPr>
            <a:spLocks xmlns:a="http://schemas.openxmlformats.org/drawingml/2006/main" noGrp="1"/>
          </p:cNvSpPr>
          <p:nvPr/>
        </p:nvSpPr>
        <p:spPr>
          <a:xfrm xmlns:a="http://schemas.openxmlformats.org/drawingml/2006/main">
            <a:off x="609600" y="3105150"/>
            <a:ext cx="44577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700" b="1">
                <a:solidFill>
                  <a:srgbClr val="231F20"/>
                </a:solidFill>
                <a:latin typeface="Yu Gothic"/>
                <a:ea typeface="Yu Gothic"/>
                <a:cs typeface="Yu Gothic"/>
              </a:defRPr>
            </a:defPPr>
            <a:lvl1pPr algn="l">
              <a:defRPr sz="2700" b="1">
                <a:solidFill>
                  <a:srgbClr val="231F20"/>
                </a:solidFill>
                <a:latin typeface="Yu Gothic"/>
                <a:ea typeface="Yu Gothic"/>
                <a:cs typeface="Yu Gothic"/>
              </a:defRPr>
            </a:lvl1pPr>
            <a:lvl2pPr algn="l">
              <a:defRPr sz="2700" b="1">
                <a:solidFill>
                  <a:srgbClr val="231F20"/>
                </a:solidFill>
                <a:latin typeface="Yu Gothic"/>
                <a:ea typeface="Yu Gothic"/>
                <a:cs typeface="Yu Gothic"/>
              </a:defRPr>
            </a:lvl2pPr>
            <a:lvl3pPr algn="l">
              <a:defRPr sz="2700" b="1">
                <a:solidFill>
                  <a:srgbClr val="231F20"/>
                </a:solidFill>
                <a:latin typeface="Yu Gothic"/>
                <a:ea typeface="Yu Gothic"/>
                <a:cs typeface="Yu Gothic"/>
              </a:defRPr>
            </a:lvl3pPr>
            <a:lvl4pPr algn="l">
              <a:defRPr sz="2700" b="1">
                <a:solidFill>
                  <a:srgbClr val="231F20"/>
                </a:solidFill>
                <a:latin typeface="Yu Gothic"/>
                <a:ea typeface="Yu Gothic"/>
                <a:cs typeface="Yu Gothic"/>
              </a:defRPr>
            </a:lvl4pPr>
            <a:lvl5pPr algn="l">
              <a:defRPr sz="2700" b="1">
                <a:solidFill>
                  <a:srgbClr val="231F20"/>
                </a:solidFill>
                <a:latin typeface="Yu Gothic"/>
                <a:ea typeface="Yu Gothic"/>
                <a:cs typeface="Yu Gothic"/>
              </a:defRPr>
            </a:lvl5pPr>
            <a:lvl6pPr algn="l">
              <a:defRPr sz="2700" b="1">
                <a:solidFill>
                  <a:srgbClr val="231F20"/>
                </a:solidFill>
                <a:latin typeface="Yu Gothic"/>
                <a:ea typeface="Yu Gothic"/>
                <a:cs typeface="Yu Gothic"/>
              </a:defRPr>
            </a:lvl6pPr>
            <a:lvl7pPr algn="l">
              <a:defRPr sz="2700" b="1">
                <a:solidFill>
                  <a:srgbClr val="231F20"/>
                </a:solidFill>
                <a:latin typeface="Yu Gothic"/>
                <a:ea typeface="Yu Gothic"/>
                <a:cs typeface="Yu Gothic"/>
              </a:defRPr>
            </a:lvl7pPr>
            <a:lvl8pPr algn="l">
              <a:defRPr sz="2700" b="1">
                <a:solidFill>
                  <a:srgbClr val="231F20"/>
                </a:solidFill>
                <a:latin typeface="Yu Gothic"/>
                <a:ea typeface="Yu Gothic"/>
                <a:cs typeface="Yu Gothic"/>
              </a:defRPr>
            </a:lvl8pPr>
            <a:lvl9pPr algn="l">
              <a:defRPr sz="2700" b="1">
                <a:solidFill>
                  <a:srgbClr val="231F20"/>
                </a:solidFill>
                <a:latin typeface="Yu Gothic"/>
                <a:ea typeface="Yu Gothic"/>
                <a:cs typeface="Yu Gothic"/>
              </a:defRPr>
            </a:lvl9pPr>
          </a:lstStyle>
          <a:p xmlns:a="http://schemas.openxmlformats.org/drawingml/2006/main">
            <a:pPr algn="l">
              <a:defRPr sz="2700" b="1">
                <a:solidFill>
                  <a:srgbClr val="231F20"/>
                </a:solidFill>
                <a:latin typeface="Yu Gothic"/>
                <a:ea typeface="Yu Gothic"/>
                <a:cs typeface="Yu Gothic"/>
              </a:defRPr>
            </a:pPr>
            <a:r>
              <a:rPr sz="2700" b="1">
                <a:solidFill>
                  <a:srgbClr val="231F20"/>
                </a:solidFill>
                <a:latin typeface="Yu Gothic"/>
                <a:ea typeface="Yu Gothic"/>
                <a:cs typeface="Yu Gothic"/>
              </a:rPr>
              <a:t>教育用CPUを</a:t>
            </a:r>
          </a:p>
          <a:p xmlns:a="http://schemas.openxmlformats.org/drawingml/2006/main">
            <a:pPr algn="l">
              <a:defRPr sz="2700" b="1">
                <a:solidFill>
                  <a:srgbClr val="231F20"/>
                </a:solidFill>
                <a:latin typeface="Yu Gothic"/>
                <a:ea typeface="Yu Gothic"/>
                <a:cs typeface="Yu Gothic"/>
              </a:defRPr>
            </a:pPr>
            <a:r>
              <a:rPr sz="2700" b="1">
                <a:solidFill>
                  <a:srgbClr val="231F20"/>
                </a:solidFill>
                <a:latin typeface="Yu Gothic"/>
                <a:ea typeface="Yu Gothic"/>
                <a:cs typeface="Yu Gothic"/>
              </a:rPr>
              <a:t>ゲーム機へ拡張する</a:t>
            </a:r>
          </a:p>
          <a:p xmlns:a="http://schemas.openxmlformats.org/drawingml/2006/main">
            <a:pPr algn="l">
              <a:defRPr sz="2700" b="1">
                <a:solidFill>
                  <a:srgbClr val="231F20"/>
                </a:solidFill>
                <a:latin typeface="Yu Gothic"/>
                <a:ea typeface="Yu Gothic"/>
                <a:cs typeface="Yu Gothic"/>
              </a:defRPr>
            </a:pPr>
            <a:r>
              <a:rPr sz="2700" b="1">
                <a:solidFill>
                  <a:srgbClr val="231F20"/>
                </a:solidFill>
                <a:latin typeface="Yu Gothic"/>
                <a:ea typeface="Yu Gothic"/>
                <a:cs typeface="Yu Gothic"/>
              </a:rPr>
              <a:t>例を示す</a:t>
            </a:r>
          </a:p>
        </p:txBody>
      </p:sp>
      <p:sp>
        <p:nvSpPr>
          <p:cNvPr id="7" name="implementation-board">
            <a:extLst xmlns:a="http://schemas.openxmlformats.org/drawingml/2006/main">
              <a:ext uri="{FF2B5EF4-FFF2-40B4-BE49-F238E27FC236}">
                <a16:creationId xmlns:a16="http://schemas.microsoft.com/office/drawing/2014/main" id="{1EB63DDF-A03B-4AB1-9D36-9691852B7F17}"/>
              </a:ext>
            </a:extLst>
          </p:cNvPr>
          <p:cNvSpPr>
            <a:spLocks xmlns:a="http://schemas.openxmlformats.org/drawingml/2006/main" noGrp="1"/>
          </p:cNvSpPr>
          <p:nvPr/>
        </p:nvSpPr>
        <p:spPr>
          <a:xfrm xmlns:a="http://schemas.openxmlformats.org/drawingml/2006/main">
            <a:off x="6076950" y="2305050"/>
            <a:ext cx="5505450" cy="29337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8" name="text-51">
            <a:extLst xmlns:a="http://schemas.openxmlformats.org/drawingml/2006/main">
              <a:ext uri="{FF2B5EF4-FFF2-40B4-BE49-F238E27FC236}">
                <a16:creationId xmlns:a16="http://schemas.microsoft.com/office/drawing/2014/main" id="{A8A510CE-2BDC-4201-AAF9-8579C79E848C}"/>
              </a:ext>
            </a:extLst>
          </p:cNvPr>
          <p:cNvSpPr>
            <a:spLocks xmlns:a="http://schemas.openxmlformats.org/drawingml/2006/main" noGrp="1"/>
          </p:cNvSpPr>
          <p:nvPr/>
        </p:nvSpPr>
        <p:spPr>
          <a:xfrm xmlns:a="http://schemas.openxmlformats.org/drawingml/2006/main">
            <a:off x="6229350" y="2390775"/>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FPGAボード</a:t>
            </a:r>
          </a:p>
        </p:txBody>
      </p:sp>
      <p:sp>
        <p:nvSpPr>
          <p:cNvPr id="9" name="implementation-chip">
            <a:extLst xmlns:a="http://schemas.openxmlformats.org/drawingml/2006/main">
              <a:ext uri="{FF2B5EF4-FFF2-40B4-BE49-F238E27FC236}">
                <a16:creationId xmlns:a16="http://schemas.microsoft.com/office/drawing/2014/main" id="{22E7E55E-723D-46C1-A9B3-65035F789429}"/>
              </a:ext>
            </a:extLst>
          </p:cNvPr>
          <p:cNvSpPr>
            <a:spLocks xmlns:a="http://schemas.openxmlformats.org/drawingml/2006/main" noGrp="1"/>
          </p:cNvSpPr>
          <p:nvPr/>
        </p:nvSpPr>
        <p:spPr>
          <a:xfrm xmlns:a="http://schemas.openxmlformats.org/drawingml/2006/main">
            <a:off x="6248400" y="2790825"/>
            <a:ext cx="3333750" cy="227647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10" name="text-53">
            <a:extLst xmlns:a="http://schemas.openxmlformats.org/drawingml/2006/main">
              <a:ext uri="{FF2B5EF4-FFF2-40B4-BE49-F238E27FC236}">
                <a16:creationId xmlns:a16="http://schemas.microsoft.com/office/drawing/2014/main" id="{8D10A65B-8068-44EE-A1C8-D649A45A9A11}"/>
              </a:ext>
            </a:extLst>
          </p:cNvPr>
          <p:cNvSpPr>
            <a:spLocks xmlns:a="http://schemas.openxmlformats.org/drawingml/2006/main" noGrp="1"/>
          </p:cNvSpPr>
          <p:nvPr/>
        </p:nvSpPr>
        <p:spPr>
          <a:xfrm xmlns:a="http://schemas.openxmlformats.org/drawingml/2006/main">
            <a:off x="6372225" y="2914650"/>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572C3"/>
                </a:solidFill>
                <a:latin typeface="Yu Gothic"/>
                <a:ea typeface="Yu Gothic"/>
                <a:cs typeface="Yu Gothic"/>
              </a:defRPr>
            </a:defPPr>
            <a:lvl1pPr algn="l">
              <a:defRPr sz="1950" b="1">
                <a:solidFill>
                  <a:srgbClr val="1572C3"/>
                </a:solidFill>
                <a:latin typeface="Yu Gothic"/>
                <a:ea typeface="Yu Gothic"/>
                <a:cs typeface="Yu Gothic"/>
              </a:defRPr>
            </a:lvl1pPr>
            <a:lvl2pPr algn="l">
              <a:defRPr sz="1950" b="1">
                <a:solidFill>
                  <a:srgbClr val="1572C3"/>
                </a:solidFill>
                <a:latin typeface="Yu Gothic"/>
                <a:ea typeface="Yu Gothic"/>
                <a:cs typeface="Yu Gothic"/>
              </a:defRPr>
            </a:lvl2pPr>
            <a:lvl3pPr algn="l">
              <a:defRPr sz="1950" b="1">
                <a:solidFill>
                  <a:srgbClr val="1572C3"/>
                </a:solidFill>
                <a:latin typeface="Yu Gothic"/>
                <a:ea typeface="Yu Gothic"/>
                <a:cs typeface="Yu Gothic"/>
              </a:defRPr>
            </a:lvl3pPr>
            <a:lvl4pPr algn="l">
              <a:defRPr sz="1950" b="1">
                <a:solidFill>
                  <a:srgbClr val="1572C3"/>
                </a:solidFill>
                <a:latin typeface="Yu Gothic"/>
                <a:ea typeface="Yu Gothic"/>
                <a:cs typeface="Yu Gothic"/>
              </a:defRPr>
            </a:lvl4pPr>
            <a:lvl5pPr algn="l">
              <a:defRPr sz="1950" b="1">
                <a:solidFill>
                  <a:srgbClr val="1572C3"/>
                </a:solidFill>
                <a:latin typeface="Yu Gothic"/>
                <a:ea typeface="Yu Gothic"/>
                <a:cs typeface="Yu Gothic"/>
              </a:defRPr>
            </a:lvl5pPr>
            <a:lvl6pPr algn="l">
              <a:defRPr sz="1950" b="1">
                <a:solidFill>
                  <a:srgbClr val="1572C3"/>
                </a:solidFill>
                <a:latin typeface="Yu Gothic"/>
                <a:ea typeface="Yu Gothic"/>
                <a:cs typeface="Yu Gothic"/>
              </a:defRPr>
            </a:lvl6pPr>
            <a:lvl7pPr algn="l">
              <a:defRPr sz="1950" b="1">
                <a:solidFill>
                  <a:srgbClr val="1572C3"/>
                </a:solidFill>
                <a:latin typeface="Yu Gothic"/>
                <a:ea typeface="Yu Gothic"/>
                <a:cs typeface="Yu Gothic"/>
              </a:defRPr>
            </a:lvl7pPr>
            <a:lvl8pPr algn="l">
              <a:defRPr sz="1950" b="1">
                <a:solidFill>
                  <a:srgbClr val="1572C3"/>
                </a:solidFill>
                <a:latin typeface="Yu Gothic"/>
                <a:ea typeface="Yu Gothic"/>
                <a:cs typeface="Yu Gothic"/>
              </a:defRPr>
            </a:lvl8pPr>
            <a:lvl9pPr algn="l">
              <a:defRPr sz="1950" b="1">
                <a:solidFill>
                  <a:srgbClr val="1572C3"/>
                </a:solidFill>
                <a:latin typeface="Yu Gothic"/>
                <a:ea typeface="Yu Gothic"/>
                <a:cs typeface="Yu Gothic"/>
              </a:defRPr>
            </a:lvl9pPr>
          </a:lstStyle>
          <a:p xmlns:a="http://schemas.openxmlformats.org/drawingml/2006/main">
            <a:pPr algn="l">
              <a:defRPr sz="1950" b="1">
                <a:solidFill>
                  <a:srgbClr val="1572C3"/>
                </a:solidFill>
                <a:latin typeface="Yu Gothic"/>
                <a:ea typeface="Yu Gothic"/>
                <a:cs typeface="Yu Gothic"/>
              </a:defRPr>
            </a:pPr>
            <a:r>
              <a:rPr sz="1950" b="1">
                <a:solidFill>
                  <a:srgbClr val="1572C3"/>
                </a:solidFill>
                <a:latin typeface="Yu Gothic"/>
                <a:ea typeface="Yu Gothic"/>
                <a:cs typeface="Yu Gothic"/>
              </a:rPr>
              <a:t>FPGAチップ</a:t>
            </a:r>
          </a:p>
        </p:txBody>
      </p:sp>
      <p:sp>
        <p:nvSpPr>
          <p:cNvPr id="11" name="implementation-education-cpu">
            <a:extLst xmlns:a="http://schemas.openxmlformats.org/drawingml/2006/main">
              <a:ext uri="{FF2B5EF4-FFF2-40B4-BE49-F238E27FC236}">
                <a16:creationId xmlns:a16="http://schemas.microsoft.com/office/drawing/2014/main" id="{A85C4BD9-41C1-43F9-B746-DDEFE54790D1}"/>
              </a:ext>
            </a:extLst>
          </p:cNvPr>
          <p:cNvSpPr>
            <a:spLocks xmlns:a="http://schemas.openxmlformats.org/drawingml/2006/main" noGrp="1"/>
          </p:cNvSpPr>
          <p:nvPr/>
        </p:nvSpPr>
        <p:spPr>
          <a:xfrm xmlns:a="http://schemas.openxmlformats.org/drawingml/2006/main">
            <a:off x="6457950" y="3571875"/>
            <a:ext cx="1200150" cy="8382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2" name="text-55">
            <a:extLst xmlns:a="http://schemas.openxmlformats.org/drawingml/2006/main">
              <a:ext uri="{FF2B5EF4-FFF2-40B4-BE49-F238E27FC236}">
                <a16:creationId xmlns:a16="http://schemas.microsoft.com/office/drawing/2014/main" id="{5B25FB03-B123-4084-8EEE-072EA8DD6A23}"/>
              </a:ext>
            </a:extLst>
          </p:cNvPr>
          <p:cNvSpPr>
            <a:spLocks xmlns:a="http://schemas.openxmlformats.org/drawingml/2006/main" noGrp="1"/>
          </p:cNvSpPr>
          <p:nvPr/>
        </p:nvSpPr>
        <p:spPr>
          <a:xfrm xmlns:a="http://schemas.openxmlformats.org/drawingml/2006/main">
            <a:off x="6534150" y="3638550"/>
            <a:ext cx="104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教育用</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CPU</a:t>
            </a:r>
          </a:p>
        </p:txBody>
      </p:sp>
      <p:sp>
        <p:nvSpPr>
          <p:cNvPr id="13" name="implementation-graphics-function">
            <a:extLst xmlns:a="http://schemas.openxmlformats.org/drawingml/2006/main">
              <a:ext uri="{FF2B5EF4-FFF2-40B4-BE49-F238E27FC236}">
                <a16:creationId xmlns:a16="http://schemas.microsoft.com/office/drawing/2014/main" id="{061070CA-FF91-45F4-80FB-CF9845ABF152}"/>
              </a:ext>
            </a:extLst>
          </p:cNvPr>
          <p:cNvSpPr>
            <a:spLocks xmlns:a="http://schemas.openxmlformats.org/drawingml/2006/main" noGrp="1"/>
          </p:cNvSpPr>
          <p:nvPr/>
        </p:nvSpPr>
        <p:spPr>
          <a:xfrm xmlns:a="http://schemas.openxmlformats.org/drawingml/2006/main">
            <a:off x="8105775" y="3571875"/>
            <a:ext cx="1266825" cy="838200"/>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14" name="text-57">
            <a:extLst xmlns:a="http://schemas.openxmlformats.org/drawingml/2006/main">
              <a:ext uri="{FF2B5EF4-FFF2-40B4-BE49-F238E27FC236}">
                <a16:creationId xmlns:a16="http://schemas.microsoft.com/office/drawing/2014/main" id="{F52D4D92-6C41-431F-B37B-9984EE3AC3E3}"/>
              </a:ext>
            </a:extLst>
          </p:cNvPr>
          <p:cNvSpPr>
            <a:spLocks xmlns:a="http://schemas.openxmlformats.org/drawingml/2006/main" noGrp="1"/>
          </p:cNvSpPr>
          <p:nvPr/>
        </p:nvSpPr>
        <p:spPr>
          <a:xfrm xmlns:a="http://schemas.openxmlformats.org/drawingml/2006/main">
            <a:off x="8181975" y="3638550"/>
            <a:ext cx="11144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Yu Gothic"/>
                <a:ea typeface="Yu Gothic"/>
                <a:cs typeface="Yu Gothic"/>
              </a:defRPr>
            </a:defPPr>
            <a:lvl1pPr algn="ctr">
              <a:defRPr sz="1875" b="1">
                <a:solidFill>
                  <a:srgbClr val="1572C3"/>
                </a:solidFill>
                <a:latin typeface="Yu Gothic"/>
                <a:ea typeface="Yu Gothic"/>
                <a:cs typeface="Yu Gothic"/>
              </a:defRPr>
            </a:lvl1pPr>
            <a:lvl2pPr algn="ctr">
              <a:defRPr sz="1875" b="1">
                <a:solidFill>
                  <a:srgbClr val="1572C3"/>
                </a:solidFill>
                <a:latin typeface="Yu Gothic"/>
                <a:ea typeface="Yu Gothic"/>
                <a:cs typeface="Yu Gothic"/>
              </a:defRPr>
            </a:lvl2pPr>
            <a:lvl3pPr algn="ctr">
              <a:defRPr sz="1875" b="1">
                <a:solidFill>
                  <a:srgbClr val="1572C3"/>
                </a:solidFill>
                <a:latin typeface="Yu Gothic"/>
                <a:ea typeface="Yu Gothic"/>
                <a:cs typeface="Yu Gothic"/>
              </a:defRPr>
            </a:lvl3pPr>
            <a:lvl4pPr algn="ctr">
              <a:defRPr sz="1875" b="1">
                <a:solidFill>
                  <a:srgbClr val="1572C3"/>
                </a:solidFill>
                <a:latin typeface="Yu Gothic"/>
                <a:ea typeface="Yu Gothic"/>
                <a:cs typeface="Yu Gothic"/>
              </a:defRPr>
            </a:lvl4pPr>
            <a:lvl5pPr algn="ctr">
              <a:defRPr sz="1875" b="1">
                <a:solidFill>
                  <a:srgbClr val="1572C3"/>
                </a:solidFill>
                <a:latin typeface="Yu Gothic"/>
                <a:ea typeface="Yu Gothic"/>
                <a:cs typeface="Yu Gothic"/>
              </a:defRPr>
            </a:lvl5pPr>
            <a:lvl6pPr algn="ctr">
              <a:defRPr sz="1875" b="1">
                <a:solidFill>
                  <a:srgbClr val="1572C3"/>
                </a:solidFill>
                <a:latin typeface="Yu Gothic"/>
                <a:ea typeface="Yu Gothic"/>
                <a:cs typeface="Yu Gothic"/>
              </a:defRPr>
            </a:lvl6pPr>
            <a:lvl7pPr algn="ctr">
              <a:defRPr sz="1875" b="1">
                <a:solidFill>
                  <a:srgbClr val="1572C3"/>
                </a:solidFill>
                <a:latin typeface="Yu Gothic"/>
                <a:ea typeface="Yu Gothic"/>
                <a:cs typeface="Yu Gothic"/>
              </a:defRPr>
            </a:lvl7pPr>
            <a:lvl8pPr algn="ctr">
              <a:defRPr sz="1875" b="1">
                <a:solidFill>
                  <a:srgbClr val="1572C3"/>
                </a:solidFill>
                <a:latin typeface="Yu Gothic"/>
                <a:ea typeface="Yu Gothic"/>
                <a:cs typeface="Yu Gothic"/>
              </a:defRPr>
            </a:lvl8pPr>
            <a:lvl9pPr algn="ctr">
              <a:defRPr sz="1875" b="1">
                <a:solidFill>
                  <a:srgbClr val="1572C3"/>
                </a:solidFill>
                <a:latin typeface="Yu Gothic"/>
                <a:ea typeface="Yu Gothic"/>
                <a:cs typeface="Yu Gothic"/>
              </a:defRPr>
            </a:lvl9pPr>
          </a:lstStyle>
          <a:p xmlns:a="http://schemas.openxmlformats.org/drawingml/2006/main">
            <a:pPr algn="ctr">
              <a:defRPr sz="1875" b="1">
                <a:solidFill>
                  <a:srgbClr val="1572C3"/>
                </a:solidFill>
                <a:latin typeface="Yu Gothic"/>
                <a:ea typeface="Yu Gothic"/>
                <a:cs typeface="Yu Gothic"/>
              </a:defRPr>
            </a:pPr>
            <a:r>
              <a:rPr sz="1875" b="1">
                <a:solidFill>
                  <a:srgbClr val="1572C3"/>
                </a:solidFill>
                <a:latin typeface="Yu Gothic"/>
                <a:ea typeface="Yu Gothic"/>
                <a:cs typeface="Yu Gothic"/>
              </a:rPr>
              <a:t>描画</a:t>
            </a:r>
          </a:p>
          <a:p xmlns:a="http://schemas.openxmlformats.org/drawingml/2006/main">
            <a:pPr algn="ctr">
              <a:defRPr sz="1875" b="1">
                <a:solidFill>
                  <a:srgbClr val="1572C3"/>
                </a:solidFill>
                <a:latin typeface="Yu Gothic"/>
                <a:ea typeface="Yu Gothic"/>
                <a:cs typeface="Yu Gothic"/>
              </a:defRPr>
            </a:pPr>
            <a:r>
              <a:rPr sz="1875" b="1">
                <a:solidFill>
                  <a:srgbClr val="1572C3"/>
                </a:solidFill>
                <a:latin typeface="Yu Gothic"/>
                <a:ea typeface="Yu Gothic"/>
                <a:cs typeface="Yu Gothic"/>
              </a:rPr>
              <a:t>機能</a:t>
            </a:r>
          </a:p>
        </p:txBody>
      </p:sp>
      <p:sp>
        <p:nvSpPr>
          <p:cNvPr id="15" name="wire-58">
            <a:extLst xmlns:a="http://schemas.openxmlformats.org/drawingml/2006/main">
              <a:ext uri="{FF2B5EF4-FFF2-40B4-BE49-F238E27FC236}">
                <a16:creationId xmlns:a16="http://schemas.microsoft.com/office/drawing/2014/main" id="{5073447D-929B-4B17-8900-92E9696938B7}"/>
              </a:ext>
            </a:extLst>
          </p:cNvPr>
          <p:cNvSpPr>
            <a:spLocks xmlns:a="http://schemas.openxmlformats.org/drawingml/2006/main" noGrp="1"/>
          </p:cNvSpPr>
          <p:nvPr/>
        </p:nvSpPr>
        <p:spPr>
          <a:xfrm xmlns:a="http://schemas.openxmlformats.org/drawingml/2006/main">
            <a:off x="7658100" y="39909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4765">
            <a:solidFill>
              <a:srgbClr val="1572C3"/>
            </a:solidFill>
          </a:ln>
        </p:spPr>
      </p:sp>
      <p:sp>
        <p:nvSpPr>
          <p:cNvPr id="16" name="circuit-59">
            <a:extLst xmlns:a="http://schemas.openxmlformats.org/drawingml/2006/main">
              <a:ext uri="{FF2B5EF4-FFF2-40B4-BE49-F238E27FC236}">
                <a16:creationId xmlns:a16="http://schemas.microsoft.com/office/drawing/2014/main" id="{DCFD62E2-1470-4E73-8310-59BD0F8AF826}"/>
              </a:ext>
            </a:extLst>
          </p:cNvPr>
          <p:cNvSpPr>
            <a:spLocks xmlns:a="http://schemas.openxmlformats.org/drawingml/2006/main" noGrp="1"/>
          </p:cNvSpPr>
          <p:nvPr/>
        </p:nvSpPr>
        <p:spPr>
          <a:xfrm xmlns:a="http://schemas.openxmlformats.org/drawingml/2006/main">
            <a:off x="8029575" y="39595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7" name="text-60">
            <a:extLst xmlns:a="http://schemas.openxmlformats.org/drawingml/2006/main">
              <a:ext uri="{FF2B5EF4-FFF2-40B4-BE49-F238E27FC236}">
                <a16:creationId xmlns:a16="http://schemas.microsoft.com/office/drawing/2014/main" id="{94D7201D-A5BE-49D8-80CF-519672D5469E}"/>
              </a:ext>
            </a:extLst>
          </p:cNvPr>
          <p:cNvSpPr>
            <a:spLocks xmlns:a="http://schemas.openxmlformats.org/drawingml/2006/main" noGrp="1"/>
          </p:cNvSpPr>
          <p:nvPr/>
        </p:nvSpPr>
        <p:spPr>
          <a:xfrm xmlns:a="http://schemas.openxmlformats.org/drawingml/2006/main">
            <a:off x="6410325" y="4562475"/>
            <a:ext cx="300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描画機能を追加</a:t>
            </a:r>
          </a:p>
        </p:txBody>
      </p:sp>
      <p:sp>
        <p:nvSpPr>
          <p:cNvPr id="18" name="implementation-card">
            <a:extLst xmlns:a="http://schemas.openxmlformats.org/drawingml/2006/main">
              <a:ext uri="{FF2B5EF4-FFF2-40B4-BE49-F238E27FC236}">
                <a16:creationId xmlns:a16="http://schemas.microsoft.com/office/drawing/2014/main" id="{14E61BD6-2630-429B-B3F5-CF75924373FD}"/>
              </a:ext>
            </a:extLst>
          </p:cNvPr>
          <p:cNvSpPr>
            <a:spLocks xmlns:a="http://schemas.openxmlformats.org/drawingml/2006/main" noGrp="1"/>
          </p:cNvSpPr>
          <p:nvPr/>
        </p:nvSpPr>
        <p:spPr>
          <a:xfrm xmlns:a="http://schemas.openxmlformats.org/drawingml/2006/main">
            <a:off x="9915525" y="28956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9" name="text-62">
            <a:extLst xmlns:a="http://schemas.openxmlformats.org/drawingml/2006/main">
              <a:ext uri="{FF2B5EF4-FFF2-40B4-BE49-F238E27FC236}">
                <a16:creationId xmlns:a16="http://schemas.microsoft.com/office/drawing/2014/main" id="{5D86CDC1-8C78-4219-9AF5-A7738BC37D51}"/>
              </a:ext>
            </a:extLst>
          </p:cNvPr>
          <p:cNvSpPr>
            <a:spLocks xmlns:a="http://schemas.openxmlformats.org/drawingml/2006/main" noGrp="1"/>
          </p:cNvSpPr>
          <p:nvPr/>
        </p:nvSpPr>
        <p:spPr>
          <a:xfrm xmlns:a="http://schemas.openxmlformats.org/drawingml/2006/main">
            <a:off x="9972675" y="29908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SDスロット</a:t>
            </a:r>
          </a:p>
        </p:txBody>
      </p:sp>
      <p:sp>
        <p:nvSpPr>
          <p:cNvPr id="20" name="wire-63">
            <a:extLst xmlns:a="http://schemas.openxmlformats.org/drawingml/2006/main">
              <a:ext uri="{FF2B5EF4-FFF2-40B4-BE49-F238E27FC236}">
                <a16:creationId xmlns:a16="http://schemas.microsoft.com/office/drawing/2014/main" id="{0B51E01D-FB88-4CA1-85B8-892D88A3ED03}"/>
              </a:ext>
            </a:extLst>
          </p:cNvPr>
          <p:cNvSpPr>
            <a:spLocks xmlns:a="http://schemas.openxmlformats.org/drawingml/2006/main" noGrp="1"/>
          </p:cNvSpPr>
          <p:nvPr/>
        </p:nvSpPr>
        <p:spPr>
          <a:xfrm xmlns:a="http://schemas.openxmlformats.org/drawingml/2006/main">
            <a:off x="9582150" y="31670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21" name="implementation-memory">
            <a:extLst xmlns:a="http://schemas.openxmlformats.org/drawingml/2006/main">
              <a:ext uri="{FF2B5EF4-FFF2-40B4-BE49-F238E27FC236}">
                <a16:creationId xmlns:a16="http://schemas.microsoft.com/office/drawing/2014/main" id="{4CF02606-0EE5-4ED9-963F-9BAD56A11BDD}"/>
              </a:ext>
            </a:extLst>
          </p:cNvPr>
          <p:cNvSpPr>
            <a:spLocks xmlns:a="http://schemas.openxmlformats.org/drawingml/2006/main" noGrp="1"/>
          </p:cNvSpPr>
          <p:nvPr/>
        </p:nvSpPr>
        <p:spPr>
          <a:xfrm xmlns:a="http://schemas.openxmlformats.org/drawingml/2006/main">
            <a:off x="9915525" y="36957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2" name="text-65">
            <a:extLst xmlns:a="http://schemas.openxmlformats.org/drawingml/2006/main">
              <a:ext uri="{FF2B5EF4-FFF2-40B4-BE49-F238E27FC236}">
                <a16:creationId xmlns:a16="http://schemas.microsoft.com/office/drawing/2014/main" id="{4323EE0D-1A8D-4E7B-A024-816E8DF7D527}"/>
              </a:ext>
            </a:extLst>
          </p:cNvPr>
          <p:cNvSpPr>
            <a:spLocks xmlns:a="http://schemas.openxmlformats.org/drawingml/2006/main" noGrp="1"/>
          </p:cNvSpPr>
          <p:nvPr/>
        </p:nvSpPr>
        <p:spPr>
          <a:xfrm xmlns:a="http://schemas.openxmlformats.org/drawingml/2006/main">
            <a:off x="9972675" y="37909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DDR3メモリ</a:t>
            </a:r>
          </a:p>
        </p:txBody>
      </p:sp>
      <p:sp>
        <p:nvSpPr>
          <p:cNvPr id="23" name="wire-66">
            <a:extLst xmlns:a="http://schemas.openxmlformats.org/drawingml/2006/main">
              <a:ext uri="{FF2B5EF4-FFF2-40B4-BE49-F238E27FC236}">
                <a16:creationId xmlns:a16="http://schemas.microsoft.com/office/drawing/2014/main" id="{99AF612E-7C53-491B-8BFF-2FD53E38A558}"/>
              </a:ext>
            </a:extLst>
          </p:cNvPr>
          <p:cNvSpPr>
            <a:spLocks xmlns:a="http://schemas.openxmlformats.org/drawingml/2006/main" noGrp="1"/>
          </p:cNvSpPr>
          <p:nvPr/>
        </p:nvSpPr>
        <p:spPr>
          <a:xfrm xmlns:a="http://schemas.openxmlformats.org/drawingml/2006/main">
            <a:off x="9582150" y="39671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24" name="implementation-hdmi">
            <a:extLst xmlns:a="http://schemas.openxmlformats.org/drawingml/2006/main">
              <a:ext uri="{FF2B5EF4-FFF2-40B4-BE49-F238E27FC236}">
                <a16:creationId xmlns:a16="http://schemas.microsoft.com/office/drawing/2014/main" id="{BC12852A-F1B4-4AAD-ABB8-DCA686FA3685}"/>
              </a:ext>
            </a:extLst>
          </p:cNvPr>
          <p:cNvSpPr>
            <a:spLocks xmlns:a="http://schemas.openxmlformats.org/drawingml/2006/main" noGrp="1"/>
          </p:cNvSpPr>
          <p:nvPr/>
        </p:nvSpPr>
        <p:spPr>
          <a:xfrm xmlns:a="http://schemas.openxmlformats.org/drawingml/2006/main">
            <a:off x="9915525" y="44958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5" name="text-68">
            <a:extLst xmlns:a="http://schemas.openxmlformats.org/drawingml/2006/main">
              <a:ext uri="{FF2B5EF4-FFF2-40B4-BE49-F238E27FC236}">
                <a16:creationId xmlns:a16="http://schemas.microsoft.com/office/drawing/2014/main" id="{8E4CCD6E-4678-4A92-817A-12D0AD0698C6}"/>
              </a:ext>
            </a:extLst>
          </p:cNvPr>
          <p:cNvSpPr>
            <a:spLocks xmlns:a="http://schemas.openxmlformats.org/drawingml/2006/main" noGrp="1"/>
          </p:cNvSpPr>
          <p:nvPr/>
        </p:nvSpPr>
        <p:spPr>
          <a:xfrm xmlns:a="http://schemas.openxmlformats.org/drawingml/2006/main">
            <a:off x="9972675" y="45910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Arial"/>
                <a:ea typeface="Arial"/>
                <a:cs typeface="Arial"/>
              </a:defRPr>
            </a:defPPr>
            <a:lvl1pPr algn="ctr">
              <a:defRPr sz="1575" b="1">
                <a:solidFill>
                  <a:srgbClr val="231F20"/>
                </a:solidFill>
                <a:latin typeface="Arial"/>
                <a:ea typeface="Arial"/>
                <a:cs typeface="Arial"/>
              </a:defRPr>
            </a:lvl1pPr>
            <a:lvl2pPr algn="ctr">
              <a:defRPr sz="1575" b="1">
                <a:solidFill>
                  <a:srgbClr val="231F20"/>
                </a:solidFill>
                <a:latin typeface="Arial"/>
                <a:ea typeface="Arial"/>
                <a:cs typeface="Arial"/>
              </a:defRPr>
            </a:lvl2pPr>
            <a:lvl3pPr algn="ctr">
              <a:defRPr sz="1575" b="1">
                <a:solidFill>
                  <a:srgbClr val="231F20"/>
                </a:solidFill>
                <a:latin typeface="Arial"/>
                <a:ea typeface="Arial"/>
                <a:cs typeface="Arial"/>
              </a:defRPr>
            </a:lvl3pPr>
            <a:lvl4pPr algn="ctr">
              <a:defRPr sz="1575" b="1">
                <a:solidFill>
                  <a:srgbClr val="231F20"/>
                </a:solidFill>
                <a:latin typeface="Arial"/>
                <a:ea typeface="Arial"/>
                <a:cs typeface="Arial"/>
              </a:defRPr>
            </a:lvl4pPr>
            <a:lvl5pPr algn="ctr">
              <a:defRPr sz="1575" b="1">
                <a:solidFill>
                  <a:srgbClr val="231F20"/>
                </a:solidFill>
                <a:latin typeface="Arial"/>
                <a:ea typeface="Arial"/>
                <a:cs typeface="Arial"/>
              </a:defRPr>
            </a:lvl5pPr>
            <a:lvl6pPr algn="ctr">
              <a:defRPr sz="1575" b="1">
                <a:solidFill>
                  <a:srgbClr val="231F20"/>
                </a:solidFill>
                <a:latin typeface="Arial"/>
                <a:ea typeface="Arial"/>
                <a:cs typeface="Arial"/>
              </a:defRPr>
            </a:lvl6pPr>
            <a:lvl7pPr algn="ctr">
              <a:defRPr sz="1575" b="1">
                <a:solidFill>
                  <a:srgbClr val="231F20"/>
                </a:solidFill>
                <a:latin typeface="Arial"/>
                <a:ea typeface="Arial"/>
                <a:cs typeface="Arial"/>
              </a:defRPr>
            </a:lvl7pPr>
            <a:lvl8pPr algn="ctr">
              <a:defRPr sz="1575" b="1">
                <a:solidFill>
                  <a:srgbClr val="231F20"/>
                </a:solidFill>
                <a:latin typeface="Arial"/>
                <a:ea typeface="Arial"/>
                <a:cs typeface="Arial"/>
              </a:defRPr>
            </a:lvl8pPr>
            <a:lvl9pPr algn="ctr">
              <a:defRPr sz="1575" b="1">
                <a:solidFill>
                  <a:srgbClr val="231F20"/>
                </a:solidFill>
                <a:latin typeface="Arial"/>
                <a:ea typeface="Arial"/>
                <a:cs typeface="Arial"/>
              </a:defRPr>
            </a:lvl9pPr>
          </a:lstStyle>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HDMI OUT</a:t>
            </a:r>
          </a:p>
        </p:txBody>
      </p:sp>
      <p:sp>
        <p:nvSpPr>
          <p:cNvPr id="26" name="wire-69">
            <a:extLst xmlns:a="http://schemas.openxmlformats.org/drawingml/2006/main">
              <a:ext uri="{FF2B5EF4-FFF2-40B4-BE49-F238E27FC236}">
                <a16:creationId xmlns:a16="http://schemas.microsoft.com/office/drawing/2014/main" id="{661F4A23-6FD6-4FCD-BD6C-4022EB9AAB0B}"/>
              </a:ext>
            </a:extLst>
          </p:cNvPr>
          <p:cNvSpPr>
            <a:spLocks xmlns:a="http://schemas.openxmlformats.org/drawingml/2006/main" noGrp="1"/>
          </p:cNvSpPr>
          <p:nvPr/>
        </p:nvSpPr>
        <p:spPr>
          <a:xfrm xmlns:a="http://schemas.openxmlformats.org/drawingml/2006/main">
            <a:off x="9582150" y="47672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27" name="text-70">
            <a:extLst xmlns:a="http://schemas.openxmlformats.org/drawingml/2006/main">
              <a:ext uri="{FF2B5EF4-FFF2-40B4-BE49-F238E27FC236}">
                <a16:creationId xmlns:a16="http://schemas.microsoft.com/office/drawing/2014/main" id="{C4DE4411-A7C8-4E11-A50E-B508D92D359F}"/>
              </a:ext>
            </a:extLst>
          </p:cNvPr>
          <p:cNvSpPr>
            <a:spLocks xmlns:a="http://schemas.openxmlformats.org/drawingml/2006/main" noGrp="1"/>
          </p:cNvSpPr>
          <p:nvPr/>
        </p:nvSpPr>
        <p:spPr>
          <a:xfrm xmlns:a="http://schemas.openxmlformats.org/drawingml/2006/main">
            <a:off x="609600" y="57054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描画機能：ゲーム画面を作り、映像として出力する</a:t>
            </a:r>
          </a:p>
        </p:txBody>
      </p:sp>
      <p:sp>
        <p:nvSpPr>
          <p:cNvPr id="28" name="text-71">
            <a:extLst xmlns:a="http://schemas.openxmlformats.org/drawingml/2006/main">
              <a:ext uri="{FF2B5EF4-FFF2-40B4-BE49-F238E27FC236}">
                <a16:creationId xmlns:a16="http://schemas.microsoft.com/office/drawing/2014/main" id="{F5B99A1C-23B6-4D08-9A18-BE651EBFB29E}"/>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3</a:t>
            </a:r>
          </a:p>
        </p:txBody>
      </p:sp>
      <p:sp>
        <p:nvSpPr>
          <p:cNvPr id="29" name="text-72">
            <a:extLst xmlns:a="http://schemas.openxmlformats.org/drawingml/2006/main">
              <a:ext uri="{FF2B5EF4-FFF2-40B4-BE49-F238E27FC236}">
                <a16:creationId xmlns:a16="http://schemas.microsoft.com/office/drawing/2014/main" id="{F1752600-6A42-4196-A19F-5257F78F6B13}"/>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既存のCPU・描画回路を利用。チップ内は機能をまとめた図</a:t>
            </a:r>
          </a:p>
        </p:txBody>
      </p:sp>
    </p:spTree>
    <p:extLst>
      <p:ext uri="{BB962C8B-B14F-4D97-AF65-F5344CB8AC3E}">
        <p14:creationId xmlns:p14="http://schemas.microsoft.com/office/powerpoint/2010/main" val="17895619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3" name="text-73">
            <a:extLst xmlns:a="http://schemas.openxmlformats.org/drawingml/2006/main">
              <a:ext uri="{FF2B5EF4-FFF2-40B4-BE49-F238E27FC236}">
                <a16:creationId xmlns:a16="http://schemas.microsoft.com/office/drawing/2014/main" id="{986EF081-5D01-496D-906A-C558A5C91447}"/>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4</a:t>
            </a:r>
          </a:p>
        </p:txBody>
      </p:sp>
      <p:sp>
        <p:nvSpPr>
          <p:cNvPr id="2" name="text-74">
            <a:extLst xmlns:a="http://schemas.openxmlformats.org/drawingml/2006/main">
              <a:ext uri="{FF2B5EF4-FFF2-40B4-BE49-F238E27FC236}">
                <a16:creationId xmlns:a16="http://schemas.microsoft.com/office/drawing/2014/main" id="{9F25C187-8753-4653-830C-E7C90F45E94D}"/>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lw：命令を読み、指定した値をレジスタへ入れる</a:t>
            </a:r>
          </a:p>
        </p:txBody>
      </p:sp>
      <p:sp>
        <p:nvSpPr>
          <p:cNvPr id="3" name="text-75">
            <a:extLst xmlns:a="http://schemas.openxmlformats.org/drawingml/2006/main">
              <a:ext uri="{FF2B5EF4-FFF2-40B4-BE49-F238E27FC236}">
                <a16:creationId xmlns:a16="http://schemas.microsoft.com/office/drawing/2014/main" id="{61EE27AC-19D5-4A46-B66C-ED69DDE94B8B}"/>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4</a:t>
            </a:r>
          </a:p>
        </p:txBody>
      </p:sp>
      <p:sp>
        <p:nvSpPr>
          <p:cNvPr id="4" name="text-76">
            <a:extLst xmlns:a="http://schemas.openxmlformats.org/drawingml/2006/main">
              <a:ext uri="{FF2B5EF4-FFF2-40B4-BE49-F238E27FC236}">
                <a16:creationId xmlns:a16="http://schemas.microsoft.com/office/drawing/2014/main" id="{86C0F811-5F19-436D-B53C-1C7D8797BE2B}"/>
              </a:ext>
            </a:extLst>
          </p:cNvPr>
          <p:cNvSpPr>
            <a:spLocks xmlns:a="http://schemas.openxmlformats.org/drawingml/2006/main" noGrp="1"/>
          </p:cNvSpPr>
          <p:nvPr/>
        </p:nvSpPr>
        <p:spPr>
          <a:xfrm xmlns:a="http://schemas.openxmlformats.org/drawingml/2006/main">
            <a:off x="609600" y="1228725"/>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lw x1, 8(x0)　：　データの8番地の値を、x1へ読む</a:t>
            </a:r>
          </a:p>
        </p:txBody>
      </p:sp>
      <p:sp>
        <p:nvSpPr>
          <p:cNvPr id="5" name="board-stable-chip">
            <a:extLst xmlns:a="http://schemas.openxmlformats.org/drawingml/2006/main">
              <a:ext uri="{FF2B5EF4-FFF2-40B4-BE49-F238E27FC236}">
                <a16:creationId xmlns:a16="http://schemas.microsoft.com/office/drawing/2014/main" id="{CD795332-68F6-4C58-97C4-765DFDC65C21}"/>
              </a:ext>
            </a:extLst>
          </p:cNvPr>
          <p:cNvSpPr>
            <a:spLocks xmlns:a="http://schemas.openxmlformats.org/drawingml/2006/main" noGrp="1"/>
          </p:cNvSpPr>
          <p:nvPr/>
        </p:nvSpPr>
        <p:spPr>
          <a:xfrm xmlns:a="http://schemas.openxmlformats.org/drawingml/2006/main">
            <a:off x="609600" y="1962150"/>
            <a:ext cx="10972800" cy="4080510"/>
          </a:xfrm>
          <a:prstGeom xmlns:a="http://schemas.openxmlformats.org/drawingml/2006/main" prst="rect">
            <a:avLst/>
          </a:prstGeom>
          <a:solidFill xmlns:a="http://schemas.openxmlformats.org/drawingml/2006/main">
            <a:srgbClr val="CCD9F1"/>
          </a:solidFill>
          <a:ln xmlns:a="http://schemas.openxmlformats.org/drawingml/2006/main" w="25146">
            <a:solidFill>
              <a:srgbClr val="1572C3"/>
            </a:solidFill>
          </a:ln>
        </p:spPr>
      </p:sp>
      <p:sp>
        <p:nvSpPr>
          <p:cNvPr id="6" name="text-78">
            <a:extLst xmlns:a="http://schemas.openxmlformats.org/drawingml/2006/main">
              <a:ext uri="{FF2B5EF4-FFF2-40B4-BE49-F238E27FC236}">
                <a16:creationId xmlns:a16="http://schemas.microsoft.com/office/drawing/2014/main" id="{C3FE009D-3E7A-4E8A-BE44-592006F5C859}"/>
              </a:ext>
            </a:extLst>
          </p:cNvPr>
          <p:cNvSpPr>
            <a:spLocks xmlns:a="http://schemas.openxmlformats.org/drawingml/2006/main" noGrp="1"/>
          </p:cNvSpPr>
          <p:nvPr/>
        </p:nvSpPr>
        <p:spPr>
          <a:xfrm xmlns:a="http://schemas.openxmlformats.org/drawingml/2006/main">
            <a:off x="758190" y="1985010"/>
            <a:ext cx="285750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70" b="1">
                <a:solidFill>
                  <a:srgbClr val="1572C3"/>
                </a:solidFill>
                <a:latin typeface="Yu Gothic"/>
                <a:ea typeface="Yu Gothic"/>
                <a:cs typeface="Yu Gothic"/>
              </a:defRPr>
            </a:defPPr>
            <a:lvl1pPr algn="l">
              <a:defRPr sz="2070" b="1">
                <a:solidFill>
                  <a:srgbClr val="1572C3"/>
                </a:solidFill>
                <a:latin typeface="Yu Gothic"/>
                <a:ea typeface="Yu Gothic"/>
                <a:cs typeface="Yu Gothic"/>
              </a:defRPr>
            </a:lvl1pPr>
            <a:lvl2pPr algn="l">
              <a:defRPr sz="2070" b="1">
                <a:solidFill>
                  <a:srgbClr val="1572C3"/>
                </a:solidFill>
                <a:latin typeface="Yu Gothic"/>
                <a:ea typeface="Yu Gothic"/>
                <a:cs typeface="Yu Gothic"/>
              </a:defRPr>
            </a:lvl2pPr>
            <a:lvl3pPr algn="l">
              <a:defRPr sz="2070" b="1">
                <a:solidFill>
                  <a:srgbClr val="1572C3"/>
                </a:solidFill>
                <a:latin typeface="Yu Gothic"/>
                <a:ea typeface="Yu Gothic"/>
                <a:cs typeface="Yu Gothic"/>
              </a:defRPr>
            </a:lvl3pPr>
            <a:lvl4pPr algn="l">
              <a:defRPr sz="2070" b="1">
                <a:solidFill>
                  <a:srgbClr val="1572C3"/>
                </a:solidFill>
                <a:latin typeface="Yu Gothic"/>
                <a:ea typeface="Yu Gothic"/>
                <a:cs typeface="Yu Gothic"/>
              </a:defRPr>
            </a:lvl4pPr>
            <a:lvl5pPr algn="l">
              <a:defRPr sz="2070" b="1">
                <a:solidFill>
                  <a:srgbClr val="1572C3"/>
                </a:solidFill>
                <a:latin typeface="Yu Gothic"/>
                <a:ea typeface="Yu Gothic"/>
                <a:cs typeface="Yu Gothic"/>
              </a:defRPr>
            </a:lvl5pPr>
            <a:lvl6pPr algn="l">
              <a:defRPr sz="2070" b="1">
                <a:solidFill>
                  <a:srgbClr val="1572C3"/>
                </a:solidFill>
                <a:latin typeface="Yu Gothic"/>
                <a:ea typeface="Yu Gothic"/>
                <a:cs typeface="Yu Gothic"/>
              </a:defRPr>
            </a:lvl6pPr>
            <a:lvl7pPr algn="l">
              <a:defRPr sz="2070" b="1">
                <a:solidFill>
                  <a:srgbClr val="1572C3"/>
                </a:solidFill>
                <a:latin typeface="Yu Gothic"/>
                <a:ea typeface="Yu Gothic"/>
                <a:cs typeface="Yu Gothic"/>
              </a:defRPr>
            </a:lvl7pPr>
            <a:lvl8pPr algn="l">
              <a:defRPr sz="2070" b="1">
                <a:solidFill>
                  <a:srgbClr val="1572C3"/>
                </a:solidFill>
                <a:latin typeface="Yu Gothic"/>
                <a:ea typeface="Yu Gothic"/>
                <a:cs typeface="Yu Gothic"/>
              </a:defRPr>
            </a:lvl8pPr>
            <a:lvl9pPr algn="l">
              <a:defRPr sz="2070" b="1">
                <a:solidFill>
                  <a:srgbClr val="1572C3"/>
                </a:solidFill>
                <a:latin typeface="Yu Gothic"/>
                <a:ea typeface="Yu Gothic"/>
                <a:cs typeface="Yu Gothic"/>
              </a:defRPr>
            </a:lvl9pPr>
          </a:lstStyle>
          <a:p xmlns:a="http://schemas.openxmlformats.org/drawingml/2006/main">
            <a:pPr algn="l">
              <a:defRPr sz="2070" b="1">
                <a:solidFill>
                  <a:srgbClr val="1572C3"/>
                </a:solidFill>
                <a:latin typeface="Yu Gothic"/>
                <a:ea typeface="Yu Gothic"/>
                <a:cs typeface="Yu Gothic"/>
              </a:defRPr>
            </a:pPr>
            <a:r>
              <a:rPr sz="2070" b="1">
                <a:solidFill>
                  <a:srgbClr val="1572C3"/>
                </a:solidFill>
                <a:latin typeface="Yu Gothic"/>
                <a:ea typeface="Yu Gothic"/>
                <a:cs typeface="Yu Gothic"/>
              </a:rPr>
              <a:t>FPGAチップ</a:t>
            </a:r>
          </a:p>
        </p:txBody>
      </p:sp>
      <p:sp>
        <p:nvSpPr>
          <p:cNvPr id="7" name="board-stable-dataMemory">
            <a:extLst xmlns:a="http://schemas.openxmlformats.org/drawingml/2006/main">
              <a:ext uri="{FF2B5EF4-FFF2-40B4-BE49-F238E27FC236}">
                <a16:creationId xmlns:a16="http://schemas.microsoft.com/office/drawing/2014/main" id="{95575D0C-AB85-4C54-819D-B7361D45B4F2}"/>
              </a:ext>
            </a:extLst>
          </p:cNvPr>
          <p:cNvSpPr>
            <a:spLocks xmlns:a="http://schemas.openxmlformats.org/drawingml/2006/main" noGrp="1"/>
          </p:cNvSpPr>
          <p:nvPr/>
        </p:nvSpPr>
        <p:spPr>
          <a:xfrm xmlns:a="http://schemas.openxmlformats.org/drawingml/2006/main">
            <a:off x="9639300" y="3676650"/>
            <a:ext cx="1680210" cy="162306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8" name="text-80">
            <a:extLst xmlns:a="http://schemas.openxmlformats.org/drawingml/2006/main">
              <a:ext uri="{FF2B5EF4-FFF2-40B4-BE49-F238E27FC236}">
                <a16:creationId xmlns:a16="http://schemas.microsoft.com/office/drawing/2014/main" id="{1B567549-D774-44BB-BAC1-7079C2F6F9C0}"/>
              </a:ext>
            </a:extLst>
          </p:cNvPr>
          <p:cNvSpPr>
            <a:spLocks xmlns:a="http://schemas.openxmlformats.org/drawingml/2006/main" noGrp="1"/>
          </p:cNvSpPr>
          <p:nvPr/>
        </p:nvSpPr>
        <p:spPr>
          <a:xfrm xmlns:a="http://schemas.openxmlformats.org/drawingml/2006/main">
            <a:off x="9387840" y="3219450"/>
            <a:ext cx="2171700" cy="3771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Yu Gothic"/>
                <a:ea typeface="Yu Gothic"/>
                <a:cs typeface="Yu Gothic"/>
              </a:defRPr>
            </a:defPPr>
            <a:lvl1pPr algn="ctr">
              <a:defRPr sz="2250" b="1">
                <a:solidFill>
                  <a:srgbClr val="231F20"/>
                </a:solidFill>
                <a:latin typeface="Yu Gothic"/>
                <a:ea typeface="Yu Gothic"/>
                <a:cs typeface="Yu Gothic"/>
              </a:defRPr>
            </a:lvl1pPr>
            <a:lvl2pPr algn="ctr">
              <a:defRPr sz="2250" b="1">
                <a:solidFill>
                  <a:srgbClr val="231F20"/>
                </a:solidFill>
                <a:latin typeface="Yu Gothic"/>
                <a:ea typeface="Yu Gothic"/>
                <a:cs typeface="Yu Gothic"/>
              </a:defRPr>
            </a:lvl2pPr>
            <a:lvl3pPr algn="ctr">
              <a:defRPr sz="2250" b="1">
                <a:solidFill>
                  <a:srgbClr val="231F20"/>
                </a:solidFill>
                <a:latin typeface="Yu Gothic"/>
                <a:ea typeface="Yu Gothic"/>
                <a:cs typeface="Yu Gothic"/>
              </a:defRPr>
            </a:lvl3pPr>
            <a:lvl4pPr algn="ctr">
              <a:defRPr sz="2250" b="1">
                <a:solidFill>
                  <a:srgbClr val="231F20"/>
                </a:solidFill>
                <a:latin typeface="Yu Gothic"/>
                <a:ea typeface="Yu Gothic"/>
                <a:cs typeface="Yu Gothic"/>
              </a:defRPr>
            </a:lvl4pPr>
            <a:lvl5pPr algn="ctr">
              <a:defRPr sz="2250" b="1">
                <a:solidFill>
                  <a:srgbClr val="231F20"/>
                </a:solidFill>
                <a:latin typeface="Yu Gothic"/>
                <a:ea typeface="Yu Gothic"/>
                <a:cs typeface="Yu Gothic"/>
              </a:defRPr>
            </a:lvl5pPr>
            <a:lvl6pPr algn="ctr">
              <a:defRPr sz="2250" b="1">
                <a:solidFill>
                  <a:srgbClr val="231F20"/>
                </a:solidFill>
                <a:latin typeface="Yu Gothic"/>
                <a:ea typeface="Yu Gothic"/>
                <a:cs typeface="Yu Gothic"/>
              </a:defRPr>
            </a:lvl6pPr>
            <a:lvl7pPr algn="ctr">
              <a:defRPr sz="2250" b="1">
                <a:solidFill>
                  <a:srgbClr val="231F20"/>
                </a:solidFill>
                <a:latin typeface="Yu Gothic"/>
                <a:ea typeface="Yu Gothic"/>
                <a:cs typeface="Yu Gothic"/>
              </a:defRPr>
            </a:lvl7pPr>
            <a:lvl8pPr algn="ctr">
              <a:defRPr sz="2250" b="1">
                <a:solidFill>
                  <a:srgbClr val="231F20"/>
                </a:solidFill>
                <a:latin typeface="Yu Gothic"/>
                <a:ea typeface="Yu Gothic"/>
                <a:cs typeface="Yu Gothic"/>
              </a:defRPr>
            </a:lvl8pPr>
            <a:lvl9pPr algn="ctr">
              <a:defRPr sz="2250" b="1">
                <a:solidFill>
                  <a:srgbClr val="231F20"/>
                </a:solidFill>
                <a:latin typeface="Yu Gothic"/>
                <a:ea typeface="Yu Gothic"/>
                <a:cs typeface="Yu Gothic"/>
              </a:defRPr>
            </a:lvl9pPr>
          </a:lstStyle>
          <a:p xmlns:a="http://schemas.openxmlformats.org/drawingml/2006/main">
            <a:pPr algn="ctr">
              <a:defRPr sz="2250" b="1">
                <a:solidFill>
                  <a:srgbClr val="231F20"/>
                </a:solidFill>
                <a:latin typeface="Yu Gothic"/>
                <a:ea typeface="Yu Gothic"/>
                <a:cs typeface="Yu Gothic"/>
              </a:defRPr>
            </a:pPr>
            <a:r>
              <a:rPr sz="2250" b="1">
                <a:solidFill>
                  <a:srgbClr val="231F20"/>
                </a:solidFill>
                <a:latin typeface="Yu Gothic"/>
                <a:ea typeface="Yu Gothic"/>
                <a:cs typeface="Yu Gothic"/>
              </a:rPr>
              <a:t>データメモリ</a:t>
            </a:r>
          </a:p>
        </p:txBody>
      </p:sp>
      <p:sp>
        <p:nvSpPr>
          <p:cNvPr id="9" name="text-81">
            <a:extLst xmlns:a="http://schemas.openxmlformats.org/drawingml/2006/main">
              <a:ext uri="{FF2B5EF4-FFF2-40B4-BE49-F238E27FC236}">
                <a16:creationId xmlns:a16="http://schemas.microsoft.com/office/drawing/2014/main" id="{090C5BFC-2C25-453A-B97D-BDABE81411AE}"/>
              </a:ext>
            </a:extLst>
          </p:cNvPr>
          <p:cNvSpPr>
            <a:spLocks xmlns:a="http://schemas.openxmlformats.org/drawingml/2006/main" noGrp="1"/>
          </p:cNvSpPr>
          <p:nvPr/>
        </p:nvSpPr>
        <p:spPr>
          <a:xfrm xmlns:a="http://schemas.openxmlformats.org/drawingml/2006/main">
            <a:off x="9719310" y="4110990"/>
            <a:ext cx="2857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A</a:t>
            </a:r>
          </a:p>
        </p:txBody>
      </p:sp>
      <p:sp>
        <p:nvSpPr>
          <p:cNvPr id="10" name="text-82">
            <a:extLst xmlns:a="http://schemas.openxmlformats.org/drawingml/2006/main">
              <a:ext uri="{FF2B5EF4-FFF2-40B4-BE49-F238E27FC236}">
                <a16:creationId xmlns:a16="http://schemas.microsoft.com/office/drawing/2014/main" id="{155AF95A-55FD-4D41-98B2-E01C601F9A2E}"/>
              </a:ext>
            </a:extLst>
          </p:cNvPr>
          <p:cNvSpPr>
            <a:spLocks xmlns:a="http://schemas.openxmlformats.org/drawingml/2006/main" noGrp="1"/>
          </p:cNvSpPr>
          <p:nvPr/>
        </p:nvSpPr>
        <p:spPr>
          <a:xfrm xmlns:a="http://schemas.openxmlformats.org/drawingml/2006/main">
            <a:off x="9719310" y="4831080"/>
            <a:ext cx="4000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WD</a:t>
            </a:r>
          </a:p>
        </p:txBody>
      </p:sp>
      <p:sp>
        <p:nvSpPr>
          <p:cNvPr id="11" name="text-83">
            <a:extLst xmlns:a="http://schemas.openxmlformats.org/drawingml/2006/main">
              <a:ext uri="{FF2B5EF4-FFF2-40B4-BE49-F238E27FC236}">
                <a16:creationId xmlns:a16="http://schemas.microsoft.com/office/drawing/2014/main" id="{C5C400F4-FEF7-4BCD-AEE6-0CDC5D3B72EF}"/>
              </a:ext>
            </a:extLst>
          </p:cNvPr>
          <p:cNvSpPr>
            <a:spLocks xmlns:a="http://schemas.openxmlformats.org/drawingml/2006/main" noGrp="1"/>
          </p:cNvSpPr>
          <p:nvPr/>
        </p:nvSpPr>
        <p:spPr>
          <a:xfrm xmlns:a="http://schemas.openxmlformats.org/drawingml/2006/main">
            <a:off x="10908030" y="4636770"/>
            <a:ext cx="3429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RD</a:t>
            </a:r>
          </a:p>
        </p:txBody>
      </p:sp>
      <p:sp>
        <p:nvSpPr>
          <p:cNvPr id="12" name="text-84">
            <a:extLst xmlns:a="http://schemas.openxmlformats.org/drawingml/2006/main">
              <a:ext uri="{FF2B5EF4-FFF2-40B4-BE49-F238E27FC236}">
                <a16:creationId xmlns:a16="http://schemas.microsoft.com/office/drawing/2014/main" id="{33AB9385-FAED-4EA9-AA94-D83B0AE0C86E}"/>
              </a:ext>
            </a:extLst>
          </p:cNvPr>
          <p:cNvSpPr>
            <a:spLocks xmlns:a="http://schemas.openxmlformats.org/drawingml/2006/main" noGrp="1"/>
          </p:cNvSpPr>
          <p:nvPr/>
        </p:nvSpPr>
        <p:spPr>
          <a:xfrm xmlns:a="http://schemas.openxmlformats.org/drawingml/2006/main">
            <a:off x="10096500" y="3905250"/>
            <a:ext cx="113157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Yu Gothic"/>
                <a:ea typeface="Yu Gothic"/>
                <a:cs typeface="Yu Gothic"/>
              </a:defRPr>
            </a:defPPr>
            <a:lvl1pPr algn="ctr">
              <a:defRPr sz="1890" b="1">
                <a:solidFill>
                  <a:srgbClr val="1572C3"/>
                </a:solidFill>
                <a:latin typeface="Yu Gothic"/>
                <a:ea typeface="Yu Gothic"/>
                <a:cs typeface="Yu Gothic"/>
              </a:defRPr>
            </a:lvl1pPr>
            <a:lvl2pPr algn="ctr">
              <a:defRPr sz="1890" b="1">
                <a:solidFill>
                  <a:srgbClr val="1572C3"/>
                </a:solidFill>
                <a:latin typeface="Yu Gothic"/>
                <a:ea typeface="Yu Gothic"/>
                <a:cs typeface="Yu Gothic"/>
              </a:defRPr>
            </a:lvl2pPr>
            <a:lvl3pPr algn="ctr">
              <a:defRPr sz="1890" b="1">
                <a:solidFill>
                  <a:srgbClr val="1572C3"/>
                </a:solidFill>
                <a:latin typeface="Yu Gothic"/>
                <a:ea typeface="Yu Gothic"/>
                <a:cs typeface="Yu Gothic"/>
              </a:defRPr>
            </a:lvl3pPr>
            <a:lvl4pPr algn="ctr">
              <a:defRPr sz="1890" b="1">
                <a:solidFill>
                  <a:srgbClr val="1572C3"/>
                </a:solidFill>
                <a:latin typeface="Yu Gothic"/>
                <a:ea typeface="Yu Gothic"/>
                <a:cs typeface="Yu Gothic"/>
              </a:defRPr>
            </a:lvl4pPr>
            <a:lvl5pPr algn="ctr">
              <a:defRPr sz="1890" b="1">
                <a:solidFill>
                  <a:srgbClr val="1572C3"/>
                </a:solidFill>
                <a:latin typeface="Yu Gothic"/>
                <a:ea typeface="Yu Gothic"/>
                <a:cs typeface="Yu Gothic"/>
              </a:defRPr>
            </a:lvl5pPr>
            <a:lvl6pPr algn="ctr">
              <a:defRPr sz="1890" b="1">
                <a:solidFill>
                  <a:srgbClr val="1572C3"/>
                </a:solidFill>
                <a:latin typeface="Yu Gothic"/>
                <a:ea typeface="Yu Gothic"/>
                <a:cs typeface="Yu Gothic"/>
              </a:defRPr>
            </a:lvl6pPr>
            <a:lvl7pPr algn="ctr">
              <a:defRPr sz="1890" b="1">
                <a:solidFill>
                  <a:srgbClr val="1572C3"/>
                </a:solidFill>
                <a:latin typeface="Yu Gothic"/>
                <a:ea typeface="Yu Gothic"/>
                <a:cs typeface="Yu Gothic"/>
              </a:defRPr>
            </a:lvl7pPr>
            <a:lvl8pPr algn="ctr">
              <a:defRPr sz="1890" b="1">
                <a:solidFill>
                  <a:srgbClr val="1572C3"/>
                </a:solidFill>
                <a:latin typeface="Yu Gothic"/>
                <a:ea typeface="Yu Gothic"/>
                <a:cs typeface="Yu Gothic"/>
              </a:defRPr>
            </a:lvl8pPr>
            <a:lvl9pPr algn="ctr">
              <a:defRPr sz="1890" b="1">
                <a:solidFill>
                  <a:srgbClr val="1572C3"/>
                </a:solidFill>
                <a:latin typeface="Yu Gothic"/>
                <a:ea typeface="Yu Gothic"/>
                <a:cs typeface="Yu Gothic"/>
              </a:defRPr>
            </a:lvl9pPr>
          </a:lstStyle>
          <a:p xmlns:a="http://schemas.openxmlformats.org/drawingml/2006/main">
            <a:pPr algn="ctr">
              <a:defRPr sz="1890" b="1">
                <a:solidFill>
                  <a:srgbClr val="1572C3"/>
                </a:solidFill>
                <a:latin typeface="Yu Gothic"/>
                <a:ea typeface="Yu Gothic"/>
                <a:cs typeface="Yu Gothic"/>
              </a:defRPr>
            </a:pPr>
            <a:r>
              <a:rPr sz="1890" b="1">
                <a:solidFill>
                  <a:srgbClr val="1572C3"/>
                </a:solidFill>
                <a:latin typeface="Yu Gothic"/>
                <a:ea typeface="Yu Gothic"/>
                <a:cs typeface="Yu Gothic"/>
              </a:rPr>
              <a:t>8番地</a:t>
            </a:r>
          </a:p>
        </p:txBody>
      </p:sp>
      <p:sp>
        <p:nvSpPr>
          <p:cNvPr id="13" name="text-85">
            <a:extLst xmlns:a="http://schemas.openxmlformats.org/drawingml/2006/main">
              <a:ext uri="{FF2B5EF4-FFF2-40B4-BE49-F238E27FC236}">
                <a16:creationId xmlns:a16="http://schemas.microsoft.com/office/drawing/2014/main" id="{0D11264B-4E6A-48C3-AF7D-BD268A39021F}"/>
              </a:ext>
            </a:extLst>
          </p:cNvPr>
          <p:cNvSpPr>
            <a:spLocks xmlns:a="http://schemas.openxmlformats.org/drawingml/2006/main" noGrp="1"/>
          </p:cNvSpPr>
          <p:nvPr/>
        </p:nvSpPr>
        <p:spPr>
          <a:xfrm xmlns:a="http://schemas.openxmlformats.org/drawingml/2006/main">
            <a:off x="10290810" y="4305300"/>
            <a:ext cx="58293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610" b="1">
                <a:solidFill>
                  <a:srgbClr val="1572C3"/>
                </a:solidFill>
                <a:latin typeface="Arial"/>
                <a:ea typeface="Arial"/>
                <a:cs typeface="Arial"/>
              </a:defRPr>
            </a:defPPr>
            <a:lvl1pPr algn="ctr">
              <a:defRPr sz="2610" b="1">
                <a:solidFill>
                  <a:srgbClr val="1572C3"/>
                </a:solidFill>
                <a:latin typeface="Arial"/>
                <a:ea typeface="Arial"/>
                <a:cs typeface="Arial"/>
              </a:defRPr>
            </a:lvl1pPr>
            <a:lvl2pPr algn="ctr">
              <a:defRPr sz="2610" b="1">
                <a:solidFill>
                  <a:srgbClr val="1572C3"/>
                </a:solidFill>
                <a:latin typeface="Arial"/>
                <a:ea typeface="Arial"/>
                <a:cs typeface="Arial"/>
              </a:defRPr>
            </a:lvl2pPr>
            <a:lvl3pPr algn="ctr">
              <a:defRPr sz="2610" b="1">
                <a:solidFill>
                  <a:srgbClr val="1572C3"/>
                </a:solidFill>
                <a:latin typeface="Arial"/>
                <a:ea typeface="Arial"/>
                <a:cs typeface="Arial"/>
              </a:defRPr>
            </a:lvl3pPr>
            <a:lvl4pPr algn="ctr">
              <a:defRPr sz="2610" b="1">
                <a:solidFill>
                  <a:srgbClr val="1572C3"/>
                </a:solidFill>
                <a:latin typeface="Arial"/>
                <a:ea typeface="Arial"/>
                <a:cs typeface="Arial"/>
              </a:defRPr>
            </a:lvl4pPr>
            <a:lvl5pPr algn="ctr">
              <a:defRPr sz="2610" b="1">
                <a:solidFill>
                  <a:srgbClr val="1572C3"/>
                </a:solidFill>
                <a:latin typeface="Arial"/>
                <a:ea typeface="Arial"/>
                <a:cs typeface="Arial"/>
              </a:defRPr>
            </a:lvl5pPr>
            <a:lvl6pPr algn="ctr">
              <a:defRPr sz="2610" b="1">
                <a:solidFill>
                  <a:srgbClr val="1572C3"/>
                </a:solidFill>
                <a:latin typeface="Arial"/>
                <a:ea typeface="Arial"/>
                <a:cs typeface="Arial"/>
              </a:defRPr>
            </a:lvl6pPr>
            <a:lvl7pPr algn="ctr">
              <a:defRPr sz="2610" b="1">
                <a:solidFill>
                  <a:srgbClr val="1572C3"/>
                </a:solidFill>
                <a:latin typeface="Arial"/>
                <a:ea typeface="Arial"/>
                <a:cs typeface="Arial"/>
              </a:defRPr>
            </a:lvl7pPr>
            <a:lvl8pPr algn="ctr">
              <a:defRPr sz="2610" b="1">
                <a:solidFill>
                  <a:srgbClr val="1572C3"/>
                </a:solidFill>
                <a:latin typeface="Arial"/>
                <a:ea typeface="Arial"/>
                <a:cs typeface="Arial"/>
              </a:defRPr>
            </a:lvl8pPr>
            <a:lvl9pPr algn="ctr">
              <a:defRPr sz="2610" b="1">
                <a:solidFill>
                  <a:srgbClr val="1572C3"/>
                </a:solidFill>
                <a:latin typeface="Arial"/>
                <a:ea typeface="Arial"/>
                <a:cs typeface="Arial"/>
              </a:defRPr>
            </a:lvl9pPr>
          </a:lstStyle>
          <a:p xmlns:a="http://schemas.openxmlformats.org/drawingml/2006/main">
            <a:pPr algn="ctr">
              <a:defRPr sz="2610" b="1">
                <a:solidFill>
                  <a:srgbClr val="1572C3"/>
                </a:solidFill>
                <a:latin typeface="Arial"/>
                <a:ea typeface="Arial"/>
                <a:cs typeface="Arial"/>
              </a:defRPr>
            </a:pPr>
            <a:r>
              <a:rPr sz="2610" b="1">
                <a:solidFill>
                  <a:srgbClr val="1572C3"/>
                </a:solidFill>
                <a:latin typeface="Arial"/>
                <a:ea typeface="Arial"/>
                <a:cs typeface="Arial"/>
              </a:rPr>
              <a:t>3</a:t>
            </a:r>
          </a:p>
        </p:txBody>
      </p:sp>
      <p:sp>
        <p:nvSpPr>
          <p:cNvPr id="14" name="text-86">
            <a:extLst xmlns:a="http://schemas.openxmlformats.org/drawingml/2006/main">
              <a:ext uri="{FF2B5EF4-FFF2-40B4-BE49-F238E27FC236}">
                <a16:creationId xmlns:a16="http://schemas.microsoft.com/office/drawing/2014/main" id="{49EF75FF-8ED5-458D-937E-0914252738C3}"/>
              </a:ext>
            </a:extLst>
          </p:cNvPr>
          <p:cNvSpPr>
            <a:spLocks xmlns:a="http://schemas.openxmlformats.org/drawingml/2006/main" noGrp="1"/>
          </p:cNvSpPr>
          <p:nvPr/>
        </p:nvSpPr>
        <p:spPr>
          <a:xfrm xmlns:a="http://schemas.openxmlformats.org/drawingml/2006/main">
            <a:off x="3912870" y="2350770"/>
            <a:ext cx="42748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30" b="1">
                <a:solidFill>
                  <a:srgbClr val="231F20"/>
                </a:solidFill>
                <a:latin typeface="Yu Gothic"/>
                <a:ea typeface="Yu Gothic"/>
                <a:cs typeface="Yu Gothic"/>
              </a:defRPr>
            </a:defPPr>
            <a:lvl1pPr algn="l">
              <a:defRPr sz="1530" b="1">
                <a:solidFill>
                  <a:srgbClr val="231F20"/>
                </a:solidFill>
                <a:latin typeface="Yu Gothic"/>
                <a:ea typeface="Yu Gothic"/>
                <a:cs typeface="Yu Gothic"/>
              </a:defRPr>
            </a:lvl1pPr>
            <a:lvl2pPr algn="l">
              <a:defRPr sz="1530" b="1">
                <a:solidFill>
                  <a:srgbClr val="231F20"/>
                </a:solidFill>
                <a:latin typeface="Yu Gothic"/>
                <a:ea typeface="Yu Gothic"/>
                <a:cs typeface="Yu Gothic"/>
              </a:defRPr>
            </a:lvl2pPr>
            <a:lvl3pPr algn="l">
              <a:defRPr sz="1530" b="1">
                <a:solidFill>
                  <a:srgbClr val="231F20"/>
                </a:solidFill>
                <a:latin typeface="Yu Gothic"/>
                <a:ea typeface="Yu Gothic"/>
                <a:cs typeface="Yu Gothic"/>
              </a:defRPr>
            </a:lvl3pPr>
            <a:lvl4pPr algn="l">
              <a:defRPr sz="1530" b="1">
                <a:solidFill>
                  <a:srgbClr val="231F20"/>
                </a:solidFill>
                <a:latin typeface="Yu Gothic"/>
                <a:ea typeface="Yu Gothic"/>
                <a:cs typeface="Yu Gothic"/>
              </a:defRPr>
            </a:lvl4pPr>
            <a:lvl5pPr algn="l">
              <a:defRPr sz="1530" b="1">
                <a:solidFill>
                  <a:srgbClr val="231F20"/>
                </a:solidFill>
                <a:latin typeface="Yu Gothic"/>
                <a:ea typeface="Yu Gothic"/>
                <a:cs typeface="Yu Gothic"/>
              </a:defRPr>
            </a:lvl5pPr>
            <a:lvl6pPr algn="l">
              <a:defRPr sz="1530" b="1">
                <a:solidFill>
                  <a:srgbClr val="231F20"/>
                </a:solidFill>
                <a:latin typeface="Yu Gothic"/>
                <a:ea typeface="Yu Gothic"/>
                <a:cs typeface="Yu Gothic"/>
              </a:defRPr>
            </a:lvl6pPr>
            <a:lvl7pPr algn="l">
              <a:defRPr sz="1530" b="1">
                <a:solidFill>
                  <a:srgbClr val="231F20"/>
                </a:solidFill>
                <a:latin typeface="Yu Gothic"/>
                <a:ea typeface="Yu Gothic"/>
                <a:cs typeface="Yu Gothic"/>
              </a:defRPr>
            </a:lvl7pPr>
            <a:lvl8pPr algn="l">
              <a:defRPr sz="1530" b="1">
                <a:solidFill>
                  <a:srgbClr val="231F20"/>
                </a:solidFill>
                <a:latin typeface="Yu Gothic"/>
                <a:ea typeface="Yu Gothic"/>
                <a:cs typeface="Yu Gothic"/>
              </a:defRPr>
            </a:lvl8pPr>
            <a:lvl9pPr algn="l">
              <a:defRPr sz="1530" b="1">
                <a:solidFill>
                  <a:srgbClr val="231F20"/>
                </a:solidFill>
                <a:latin typeface="Yu Gothic"/>
                <a:ea typeface="Yu Gothic"/>
                <a:cs typeface="Yu Gothic"/>
              </a:defRPr>
            </a:lvl9pPr>
          </a:lstStyle>
          <a:p xmlns:a="http://schemas.openxmlformats.org/drawingml/2006/main">
            <a:pPr algn="l">
              <a:defRPr sz="1530" b="1">
                <a:solidFill>
                  <a:srgbClr val="231F20"/>
                </a:solidFill>
                <a:latin typeface="Yu Gothic"/>
                <a:ea typeface="Yu Gothic"/>
                <a:cs typeface="Yu Gothic"/>
              </a:defRPr>
            </a:pPr>
            <a:r>
              <a:rPr sz="1530" b="1">
                <a:solidFill>
                  <a:srgbClr val="231F20"/>
                </a:solidFill>
                <a:latin typeface="Yu Gothic"/>
                <a:ea typeface="Yu Gothic"/>
                <a:cs typeface="Yu Gothic"/>
              </a:rPr>
              <a:t>命令の32ビット</a:t>
            </a:r>
          </a:p>
        </p:txBody>
      </p:sp>
      <p:sp>
        <p:nvSpPr>
          <p:cNvPr id="15" name="block-87">
            <a:extLst xmlns:a="http://schemas.openxmlformats.org/drawingml/2006/main">
              <a:ext uri="{FF2B5EF4-FFF2-40B4-BE49-F238E27FC236}">
                <a16:creationId xmlns:a16="http://schemas.microsoft.com/office/drawing/2014/main" id="{140770C6-31B8-4F6F-9E6F-AC06D1530D23}"/>
              </a:ext>
            </a:extLst>
          </p:cNvPr>
          <p:cNvSpPr>
            <a:spLocks xmlns:a="http://schemas.openxmlformats.org/drawingml/2006/main" noGrp="1"/>
          </p:cNvSpPr>
          <p:nvPr/>
        </p:nvSpPr>
        <p:spPr>
          <a:xfrm xmlns:a="http://schemas.openxmlformats.org/drawingml/2006/main">
            <a:off x="3947160" y="2842260"/>
            <a:ext cx="15087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16" name="text-88">
            <a:extLst xmlns:a="http://schemas.openxmlformats.org/drawingml/2006/main">
              <a:ext uri="{FF2B5EF4-FFF2-40B4-BE49-F238E27FC236}">
                <a16:creationId xmlns:a16="http://schemas.microsoft.com/office/drawing/2014/main" id="{CEDBAB77-DA48-4A6D-87F2-8554D80974EB}"/>
              </a:ext>
            </a:extLst>
          </p:cNvPr>
          <p:cNvSpPr>
            <a:spLocks xmlns:a="http://schemas.openxmlformats.org/drawingml/2006/main" noGrp="1"/>
          </p:cNvSpPr>
          <p:nvPr/>
        </p:nvSpPr>
        <p:spPr>
          <a:xfrm xmlns:a="http://schemas.openxmlformats.org/drawingml/2006/main">
            <a:off x="3947160" y="2602230"/>
            <a:ext cx="15087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9FA9B9"/>
                </a:solidFill>
                <a:latin typeface="Arial"/>
                <a:ea typeface="Arial"/>
                <a:cs typeface="Arial"/>
              </a:defRPr>
            </a:defPPr>
            <a:lvl1pPr algn="ctr">
              <a:defRPr sz="1125" b="0">
                <a:solidFill>
                  <a:srgbClr val="9FA9B9"/>
                </a:solidFill>
                <a:latin typeface="Arial"/>
                <a:ea typeface="Arial"/>
                <a:cs typeface="Arial"/>
              </a:defRPr>
            </a:lvl1pPr>
            <a:lvl2pPr algn="ctr">
              <a:defRPr sz="1125" b="0">
                <a:solidFill>
                  <a:srgbClr val="9FA9B9"/>
                </a:solidFill>
                <a:latin typeface="Arial"/>
                <a:ea typeface="Arial"/>
                <a:cs typeface="Arial"/>
              </a:defRPr>
            </a:lvl2pPr>
            <a:lvl3pPr algn="ctr">
              <a:defRPr sz="1125" b="0">
                <a:solidFill>
                  <a:srgbClr val="9FA9B9"/>
                </a:solidFill>
                <a:latin typeface="Arial"/>
                <a:ea typeface="Arial"/>
                <a:cs typeface="Arial"/>
              </a:defRPr>
            </a:lvl3pPr>
            <a:lvl4pPr algn="ctr">
              <a:defRPr sz="1125" b="0">
                <a:solidFill>
                  <a:srgbClr val="9FA9B9"/>
                </a:solidFill>
                <a:latin typeface="Arial"/>
                <a:ea typeface="Arial"/>
                <a:cs typeface="Arial"/>
              </a:defRPr>
            </a:lvl4pPr>
            <a:lvl5pPr algn="ctr">
              <a:defRPr sz="1125" b="0">
                <a:solidFill>
                  <a:srgbClr val="9FA9B9"/>
                </a:solidFill>
                <a:latin typeface="Arial"/>
                <a:ea typeface="Arial"/>
                <a:cs typeface="Arial"/>
              </a:defRPr>
            </a:lvl5pPr>
            <a:lvl6pPr algn="ctr">
              <a:defRPr sz="1125" b="0">
                <a:solidFill>
                  <a:srgbClr val="9FA9B9"/>
                </a:solidFill>
                <a:latin typeface="Arial"/>
                <a:ea typeface="Arial"/>
                <a:cs typeface="Arial"/>
              </a:defRPr>
            </a:lvl6pPr>
            <a:lvl7pPr algn="ctr">
              <a:defRPr sz="1125" b="0">
                <a:solidFill>
                  <a:srgbClr val="9FA9B9"/>
                </a:solidFill>
                <a:latin typeface="Arial"/>
                <a:ea typeface="Arial"/>
                <a:cs typeface="Arial"/>
              </a:defRPr>
            </a:lvl7pPr>
            <a:lvl8pPr algn="ctr">
              <a:defRPr sz="1125" b="0">
                <a:solidFill>
                  <a:srgbClr val="9FA9B9"/>
                </a:solidFill>
                <a:latin typeface="Arial"/>
                <a:ea typeface="Arial"/>
                <a:cs typeface="Arial"/>
              </a:defRPr>
            </a:lvl8pPr>
            <a:lvl9pPr algn="ctr">
              <a:defRPr sz="1125" b="0">
                <a:solidFill>
                  <a:srgbClr val="9FA9B9"/>
                </a:solidFill>
                <a:latin typeface="Arial"/>
                <a:ea typeface="Arial"/>
                <a:cs typeface="Arial"/>
              </a:defRPr>
            </a:lvl9pPr>
          </a:lstStyle>
          <a:p xmlns:a="http://schemas.openxmlformats.org/drawingml/2006/main">
            <a:pPr algn="ctr">
              <a:defRPr sz="1125" b="0">
                <a:solidFill>
                  <a:srgbClr val="9FA9B9"/>
                </a:solidFill>
                <a:latin typeface="Arial"/>
                <a:ea typeface="Arial"/>
                <a:cs typeface="Arial"/>
              </a:defRPr>
            </a:pPr>
            <a:r>
              <a:rPr sz="1125" b="0">
                <a:solidFill>
                  <a:srgbClr val="9FA9B9"/>
                </a:solidFill>
                <a:latin typeface="Arial"/>
                <a:ea typeface="Arial"/>
                <a:cs typeface="Arial"/>
              </a:rPr>
              <a:t>[31:20]</a:t>
            </a:r>
          </a:p>
        </p:txBody>
      </p:sp>
      <p:sp>
        <p:nvSpPr>
          <p:cNvPr id="17" name="text-89">
            <a:extLst xmlns:a="http://schemas.openxmlformats.org/drawingml/2006/main">
              <a:ext uri="{FF2B5EF4-FFF2-40B4-BE49-F238E27FC236}">
                <a16:creationId xmlns:a16="http://schemas.microsoft.com/office/drawing/2014/main" id="{FA45D7F2-A0C9-4FB8-8BDE-A9562D7E6BA9}"/>
              </a:ext>
            </a:extLst>
          </p:cNvPr>
          <p:cNvSpPr>
            <a:spLocks xmlns:a="http://schemas.openxmlformats.org/drawingml/2006/main" noGrp="1"/>
          </p:cNvSpPr>
          <p:nvPr/>
        </p:nvSpPr>
        <p:spPr>
          <a:xfrm xmlns:a="http://schemas.openxmlformats.org/drawingml/2006/main">
            <a:off x="3947160" y="2842260"/>
            <a:ext cx="15087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000000001000</a:t>
            </a:r>
          </a:p>
        </p:txBody>
      </p:sp>
      <p:sp>
        <p:nvSpPr>
          <p:cNvPr id="18" name="block-90">
            <a:extLst xmlns:a="http://schemas.openxmlformats.org/drawingml/2006/main">
              <a:ext uri="{FF2B5EF4-FFF2-40B4-BE49-F238E27FC236}">
                <a16:creationId xmlns:a16="http://schemas.microsoft.com/office/drawing/2014/main" id="{763389A3-C20A-46AD-95CB-3B85D07E5A2E}"/>
              </a:ext>
            </a:extLst>
          </p:cNvPr>
          <p:cNvSpPr>
            <a:spLocks xmlns:a="http://schemas.openxmlformats.org/drawingml/2006/main" noGrp="1"/>
          </p:cNvSpPr>
          <p:nvPr/>
        </p:nvSpPr>
        <p:spPr>
          <a:xfrm xmlns:a="http://schemas.openxmlformats.org/drawingml/2006/main">
            <a:off x="545592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19" name="text-91">
            <a:extLst xmlns:a="http://schemas.openxmlformats.org/drawingml/2006/main">
              <a:ext uri="{FF2B5EF4-FFF2-40B4-BE49-F238E27FC236}">
                <a16:creationId xmlns:a16="http://schemas.microsoft.com/office/drawing/2014/main" id="{14FC3AF9-C387-4186-993C-C76E4627A0E6}"/>
              </a:ext>
            </a:extLst>
          </p:cNvPr>
          <p:cNvSpPr>
            <a:spLocks xmlns:a="http://schemas.openxmlformats.org/drawingml/2006/main" noGrp="1"/>
          </p:cNvSpPr>
          <p:nvPr/>
        </p:nvSpPr>
        <p:spPr>
          <a:xfrm xmlns:a="http://schemas.openxmlformats.org/drawingml/2006/main">
            <a:off x="545592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9FA9B9"/>
                </a:solidFill>
                <a:latin typeface="Arial"/>
                <a:ea typeface="Arial"/>
                <a:cs typeface="Arial"/>
              </a:defRPr>
            </a:defPPr>
            <a:lvl1pPr algn="ctr">
              <a:defRPr sz="1125" b="0">
                <a:solidFill>
                  <a:srgbClr val="9FA9B9"/>
                </a:solidFill>
                <a:latin typeface="Arial"/>
                <a:ea typeface="Arial"/>
                <a:cs typeface="Arial"/>
              </a:defRPr>
            </a:lvl1pPr>
            <a:lvl2pPr algn="ctr">
              <a:defRPr sz="1125" b="0">
                <a:solidFill>
                  <a:srgbClr val="9FA9B9"/>
                </a:solidFill>
                <a:latin typeface="Arial"/>
                <a:ea typeface="Arial"/>
                <a:cs typeface="Arial"/>
              </a:defRPr>
            </a:lvl2pPr>
            <a:lvl3pPr algn="ctr">
              <a:defRPr sz="1125" b="0">
                <a:solidFill>
                  <a:srgbClr val="9FA9B9"/>
                </a:solidFill>
                <a:latin typeface="Arial"/>
                <a:ea typeface="Arial"/>
                <a:cs typeface="Arial"/>
              </a:defRPr>
            </a:lvl3pPr>
            <a:lvl4pPr algn="ctr">
              <a:defRPr sz="1125" b="0">
                <a:solidFill>
                  <a:srgbClr val="9FA9B9"/>
                </a:solidFill>
                <a:latin typeface="Arial"/>
                <a:ea typeface="Arial"/>
                <a:cs typeface="Arial"/>
              </a:defRPr>
            </a:lvl4pPr>
            <a:lvl5pPr algn="ctr">
              <a:defRPr sz="1125" b="0">
                <a:solidFill>
                  <a:srgbClr val="9FA9B9"/>
                </a:solidFill>
                <a:latin typeface="Arial"/>
                <a:ea typeface="Arial"/>
                <a:cs typeface="Arial"/>
              </a:defRPr>
            </a:lvl5pPr>
            <a:lvl6pPr algn="ctr">
              <a:defRPr sz="1125" b="0">
                <a:solidFill>
                  <a:srgbClr val="9FA9B9"/>
                </a:solidFill>
                <a:latin typeface="Arial"/>
                <a:ea typeface="Arial"/>
                <a:cs typeface="Arial"/>
              </a:defRPr>
            </a:lvl6pPr>
            <a:lvl7pPr algn="ctr">
              <a:defRPr sz="1125" b="0">
                <a:solidFill>
                  <a:srgbClr val="9FA9B9"/>
                </a:solidFill>
                <a:latin typeface="Arial"/>
                <a:ea typeface="Arial"/>
                <a:cs typeface="Arial"/>
              </a:defRPr>
            </a:lvl7pPr>
            <a:lvl8pPr algn="ctr">
              <a:defRPr sz="1125" b="0">
                <a:solidFill>
                  <a:srgbClr val="9FA9B9"/>
                </a:solidFill>
                <a:latin typeface="Arial"/>
                <a:ea typeface="Arial"/>
                <a:cs typeface="Arial"/>
              </a:defRPr>
            </a:lvl8pPr>
            <a:lvl9pPr algn="ctr">
              <a:defRPr sz="1125" b="0">
                <a:solidFill>
                  <a:srgbClr val="9FA9B9"/>
                </a:solidFill>
                <a:latin typeface="Arial"/>
                <a:ea typeface="Arial"/>
                <a:cs typeface="Arial"/>
              </a:defRPr>
            </a:lvl9pPr>
          </a:lstStyle>
          <a:p xmlns:a="http://schemas.openxmlformats.org/drawingml/2006/main">
            <a:pPr algn="ctr">
              <a:defRPr sz="1125" b="0">
                <a:solidFill>
                  <a:srgbClr val="9FA9B9"/>
                </a:solidFill>
                <a:latin typeface="Arial"/>
                <a:ea typeface="Arial"/>
                <a:cs typeface="Arial"/>
              </a:defRPr>
            </a:pPr>
            <a:r>
              <a:rPr sz="1125" b="0">
                <a:solidFill>
                  <a:srgbClr val="9FA9B9"/>
                </a:solidFill>
                <a:latin typeface="Arial"/>
                <a:ea typeface="Arial"/>
                <a:cs typeface="Arial"/>
              </a:rPr>
              <a:t>[19:15]</a:t>
            </a:r>
          </a:p>
        </p:txBody>
      </p:sp>
      <p:sp>
        <p:nvSpPr>
          <p:cNvPr id="20" name="text-92">
            <a:extLst xmlns:a="http://schemas.openxmlformats.org/drawingml/2006/main">
              <a:ext uri="{FF2B5EF4-FFF2-40B4-BE49-F238E27FC236}">
                <a16:creationId xmlns:a16="http://schemas.microsoft.com/office/drawing/2014/main" id="{27B2303C-441C-485B-9577-4D0CB87FA3CD}"/>
              </a:ext>
            </a:extLst>
          </p:cNvPr>
          <p:cNvSpPr>
            <a:spLocks xmlns:a="http://schemas.openxmlformats.org/drawingml/2006/main" noGrp="1"/>
          </p:cNvSpPr>
          <p:nvPr/>
        </p:nvSpPr>
        <p:spPr>
          <a:xfrm xmlns:a="http://schemas.openxmlformats.org/drawingml/2006/main">
            <a:off x="545592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00000</a:t>
            </a:r>
          </a:p>
        </p:txBody>
      </p:sp>
      <p:sp>
        <p:nvSpPr>
          <p:cNvPr id="21" name="block-93">
            <a:extLst xmlns:a="http://schemas.openxmlformats.org/drawingml/2006/main">
              <a:ext uri="{FF2B5EF4-FFF2-40B4-BE49-F238E27FC236}">
                <a16:creationId xmlns:a16="http://schemas.microsoft.com/office/drawing/2014/main" id="{DCA0AD60-87EA-4622-B9A4-D2D4CDA629D6}"/>
              </a:ext>
            </a:extLst>
          </p:cNvPr>
          <p:cNvSpPr>
            <a:spLocks xmlns:a="http://schemas.openxmlformats.org/drawingml/2006/main" noGrp="1"/>
          </p:cNvSpPr>
          <p:nvPr/>
        </p:nvSpPr>
        <p:spPr>
          <a:xfrm xmlns:a="http://schemas.openxmlformats.org/drawingml/2006/main">
            <a:off x="6164580" y="2842260"/>
            <a:ext cx="52578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2" name="text-94">
            <a:extLst xmlns:a="http://schemas.openxmlformats.org/drawingml/2006/main">
              <a:ext uri="{FF2B5EF4-FFF2-40B4-BE49-F238E27FC236}">
                <a16:creationId xmlns:a16="http://schemas.microsoft.com/office/drawing/2014/main" id="{D925CC8B-55D8-4C94-8A22-E55DA2A83B67}"/>
              </a:ext>
            </a:extLst>
          </p:cNvPr>
          <p:cNvSpPr>
            <a:spLocks xmlns:a="http://schemas.openxmlformats.org/drawingml/2006/main" noGrp="1"/>
          </p:cNvSpPr>
          <p:nvPr/>
        </p:nvSpPr>
        <p:spPr>
          <a:xfrm xmlns:a="http://schemas.openxmlformats.org/drawingml/2006/main">
            <a:off x="6164580" y="2602230"/>
            <a:ext cx="52578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9FA9B9"/>
                </a:solidFill>
                <a:latin typeface="Arial"/>
                <a:ea typeface="Arial"/>
                <a:cs typeface="Arial"/>
              </a:defRPr>
            </a:defPPr>
            <a:lvl1pPr algn="ctr">
              <a:defRPr sz="1125" b="0">
                <a:solidFill>
                  <a:srgbClr val="9FA9B9"/>
                </a:solidFill>
                <a:latin typeface="Arial"/>
                <a:ea typeface="Arial"/>
                <a:cs typeface="Arial"/>
              </a:defRPr>
            </a:lvl1pPr>
            <a:lvl2pPr algn="ctr">
              <a:defRPr sz="1125" b="0">
                <a:solidFill>
                  <a:srgbClr val="9FA9B9"/>
                </a:solidFill>
                <a:latin typeface="Arial"/>
                <a:ea typeface="Arial"/>
                <a:cs typeface="Arial"/>
              </a:defRPr>
            </a:lvl2pPr>
            <a:lvl3pPr algn="ctr">
              <a:defRPr sz="1125" b="0">
                <a:solidFill>
                  <a:srgbClr val="9FA9B9"/>
                </a:solidFill>
                <a:latin typeface="Arial"/>
                <a:ea typeface="Arial"/>
                <a:cs typeface="Arial"/>
              </a:defRPr>
            </a:lvl3pPr>
            <a:lvl4pPr algn="ctr">
              <a:defRPr sz="1125" b="0">
                <a:solidFill>
                  <a:srgbClr val="9FA9B9"/>
                </a:solidFill>
                <a:latin typeface="Arial"/>
                <a:ea typeface="Arial"/>
                <a:cs typeface="Arial"/>
              </a:defRPr>
            </a:lvl4pPr>
            <a:lvl5pPr algn="ctr">
              <a:defRPr sz="1125" b="0">
                <a:solidFill>
                  <a:srgbClr val="9FA9B9"/>
                </a:solidFill>
                <a:latin typeface="Arial"/>
                <a:ea typeface="Arial"/>
                <a:cs typeface="Arial"/>
              </a:defRPr>
            </a:lvl5pPr>
            <a:lvl6pPr algn="ctr">
              <a:defRPr sz="1125" b="0">
                <a:solidFill>
                  <a:srgbClr val="9FA9B9"/>
                </a:solidFill>
                <a:latin typeface="Arial"/>
                <a:ea typeface="Arial"/>
                <a:cs typeface="Arial"/>
              </a:defRPr>
            </a:lvl6pPr>
            <a:lvl7pPr algn="ctr">
              <a:defRPr sz="1125" b="0">
                <a:solidFill>
                  <a:srgbClr val="9FA9B9"/>
                </a:solidFill>
                <a:latin typeface="Arial"/>
                <a:ea typeface="Arial"/>
                <a:cs typeface="Arial"/>
              </a:defRPr>
            </a:lvl7pPr>
            <a:lvl8pPr algn="ctr">
              <a:defRPr sz="1125" b="0">
                <a:solidFill>
                  <a:srgbClr val="9FA9B9"/>
                </a:solidFill>
                <a:latin typeface="Arial"/>
                <a:ea typeface="Arial"/>
                <a:cs typeface="Arial"/>
              </a:defRPr>
            </a:lvl8pPr>
            <a:lvl9pPr algn="ctr">
              <a:defRPr sz="1125" b="0">
                <a:solidFill>
                  <a:srgbClr val="9FA9B9"/>
                </a:solidFill>
                <a:latin typeface="Arial"/>
                <a:ea typeface="Arial"/>
                <a:cs typeface="Arial"/>
              </a:defRPr>
            </a:lvl9pPr>
          </a:lstStyle>
          <a:p xmlns:a="http://schemas.openxmlformats.org/drawingml/2006/main">
            <a:pPr algn="ctr">
              <a:defRPr sz="1125" b="0">
                <a:solidFill>
                  <a:srgbClr val="9FA9B9"/>
                </a:solidFill>
                <a:latin typeface="Arial"/>
                <a:ea typeface="Arial"/>
                <a:cs typeface="Arial"/>
              </a:defRPr>
            </a:pPr>
            <a:r>
              <a:rPr sz="1125" b="0">
                <a:solidFill>
                  <a:srgbClr val="9FA9B9"/>
                </a:solidFill>
                <a:latin typeface="Arial"/>
                <a:ea typeface="Arial"/>
                <a:cs typeface="Arial"/>
              </a:rPr>
              <a:t>[14:12]</a:t>
            </a:r>
          </a:p>
        </p:txBody>
      </p:sp>
      <p:sp>
        <p:nvSpPr>
          <p:cNvPr id="23" name="text-95">
            <a:extLst xmlns:a="http://schemas.openxmlformats.org/drawingml/2006/main">
              <a:ext uri="{FF2B5EF4-FFF2-40B4-BE49-F238E27FC236}">
                <a16:creationId xmlns:a16="http://schemas.microsoft.com/office/drawing/2014/main" id="{F939E1B2-139C-485B-8B06-F6C9B4E532FA}"/>
              </a:ext>
            </a:extLst>
          </p:cNvPr>
          <p:cNvSpPr>
            <a:spLocks xmlns:a="http://schemas.openxmlformats.org/drawingml/2006/main" noGrp="1"/>
          </p:cNvSpPr>
          <p:nvPr/>
        </p:nvSpPr>
        <p:spPr>
          <a:xfrm xmlns:a="http://schemas.openxmlformats.org/drawingml/2006/main">
            <a:off x="6164580" y="2842260"/>
            <a:ext cx="5257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010</a:t>
            </a:r>
          </a:p>
        </p:txBody>
      </p:sp>
      <p:sp>
        <p:nvSpPr>
          <p:cNvPr id="24" name="block-96">
            <a:extLst xmlns:a="http://schemas.openxmlformats.org/drawingml/2006/main">
              <a:ext uri="{FF2B5EF4-FFF2-40B4-BE49-F238E27FC236}">
                <a16:creationId xmlns:a16="http://schemas.microsoft.com/office/drawing/2014/main" id="{752C0A51-0352-4632-A343-C73905DEC913}"/>
              </a:ext>
            </a:extLst>
          </p:cNvPr>
          <p:cNvSpPr>
            <a:spLocks xmlns:a="http://schemas.openxmlformats.org/drawingml/2006/main" noGrp="1"/>
          </p:cNvSpPr>
          <p:nvPr/>
        </p:nvSpPr>
        <p:spPr>
          <a:xfrm xmlns:a="http://schemas.openxmlformats.org/drawingml/2006/main">
            <a:off x="669036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5" name="text-97">
            <a:extLst xmlns:a="http://schemas.openxmlformats.org/drawingml/2006/main">
              <a:ext uri="{FF2B5EF4-FFF2-40B4-BE49-F238E27FC236}">
                <a16:creationId xmlns:a16="http://schemas.microsoft.com/office/drawing/2014/main" id="{FD7BB2D9-500F-4D0F-9B0B-2F92F6CF77DB}"/>
              </a:ext>
            </a:extLst>
          </p:cNvPr>
          <p:cNvSpPr>
            <a:spLocks xmlns:a="http://schemas.openxmlformats.org/drawingml/2006/main" noGrp="1"/>
          </p:cNvSpPr>
          <p:nvPr/>
        </p:nvSpPr>
        <p:spPr>
          <a:xfrm xmlns:a="http://schemas.openxmlformats.org/drawingml/2006/main">
            <a:off x="669036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9FA9B9"/>
                </a:solidFill>
                <a:latin typeface="Arial"/>
                <a:ea typeface="Arial"/>
                <a:cs typeface="Arial"/>
              </a:defRPr>
            </a:defPPr>
            <a:lvl1pPr algn="ctr">
              <a:defRPr sz="1125" b="0">
                <a:solidFill>
                  <a:srgbClr val="9FA9B9"/>
                </a:solidFill>
                <a:latin typeface="Arial"/>
                <a:ea typeface="Arial"/>
                <a:cs typeface="Arial"/>
              </a:defRPr>
            </a:lvl1pPr>
            <a:lvl2pPr algn="ctr">
              <a:defRPr sz="1125" b="0">
                <a:solidFill>
                  <a:srgbClr val="9FA9B9"/>
                </a:solidFill>
                <a:latin typeface="Arial"/>
                <a:ea typeface="Arial"/>
                <a:cs typeface="Arial"/>
              </a:defRPr>
            </a:lvl2pPr>
            <a:lvl3pPr algn="ctr">
              <a:defRPr sz="1125" b="0">
                <a:solidFill>
                  <a:srgbClr val="9FA9B9"/>
                </a:solidFill>
                <a:latin typeface="Arial"/>
                <a:ea typeface="Arial"/>
                <a:cs typeface="Arial"/>
              </a:defRPr>
            </a:lvl3pPr>
            <a:lvl4pPr algn="ctr">
              <a:defRPr sz="1125" b="0">
                <a:solidFill>
                  <a:srgbClr val="9FA9B9"/>
                </a:solidFill>
                <a:latin typeface="Arial"/>
                <a:ea typeface="Arial"/>
                <a:cs typeface="Arial"/>
              </a:defRPr>
            </a:lvl4pPr>
            <a:lvl5pPr algn="ctr">
              <a:defRPr sz="1125" b="0">
                <a:solidFill>
                  <a:srgbClr val="9FA9B9"/>
                </a:solidFill>
                <a:latin typeface="Arial"/>
                <a:ea typeface="Arial"/>
                <a:cs typeface="Arial"/>
              </a:defRPr>
            </a:lvl5pPr>
            <a:lvl6pPr algn="ctr">
              <a:defRPr sz="1125" b="0">
                <a:solidFill>
                  <a:srgbClr val="9FA9B9"/>
                </a:solidFill>
                <a:latin typeface="Arial"/>
                <a:ea typeface="Arial"/>
                <a:cs typeface="Arial"/>
              </a:defRPr>
            </a:lvl6pPr>
            <a:lvl7pPr algn="ctr">
              <a:defRPr sz="1125" b="0">
                <a:solidFill>
                  <a:srgbClr val="9FA9B9"/>
                </a:solidFill>
                <a:latin typeface="Arial"/>
                <a:ea typeface="Arial"/>
                <a:cs typeface="Arial"/>
              </a:defRPr>
            </a:lvl7pPr>
            <a:lvl8pPr algn="ctr">
              <a:defRPr sz="1125" b="0">
                <a:solidFill>
                  <a:srgbClr val="9FA9B9"/>
                </a:solidFill>
                <a:latin typeface="Arial"/>
                <a:ea typeface="Arial"/>
                <a:cs typeface="Arial"/>
              </a:defRPr>
            </a:lvl8pPr>
            <a:lvl9pPr algn="ctr">
              <a:defRPr sz="1125" b="0">
                <a:solidFill>
                  <a:srgbClr val="9FA9B9"/>
                </a:solidFill>
                <a:latin typeface="Arial"/>
                <a:ea typeface="Arial"/>
                <a:cs typeface="Arial"/>
              </a:defRPr>
            </a:lvl9pPr>
          </a:lstStyle>
          <a:p xmlns:a="http://schemas.openxmlformats.org/drawingml/2006/main">
            <a:pPr algn="ctr">
              <a:defRPr sz="1125" b="0">
                <a:solidFill>
                  <a:srgbClr val="9FA9B9"/>
                </a:solidFill>
                <a:latin typeface="Arial"/>
                <a:ea typeface="Arial"/>
                <a:cs typeface="Arial"/>
              </a:defRPr>
            </a:pPr>
            <a:r>
              <a:rPr sz="1125" b="0">
                <a:solidFill>
                  <a:srgbClr val="9FA9B9"/>
                </a:solidFill>
                <a:latin typeface="Arial"/>
                <a:ea typeface="Arial"/>
                <a:cs typeface="Arial"/>
              </a:rPr>
              <a:t>[11:7]</a:t>
            </a:r>
          </a:p>
        </p:txBody>
      </p:sp>
      <p:sp>
        <p:nvSpPr>
          <p:cNvPr id="26" name="text-98">
            <a:extLst xmlns:a="http://schemas.openxmlformats.org/drawingml/2006/main">
              <a:ext uri="{FF2B5EF4-FFF2-40B4-BE49-F238E27FC236}">
                <a16:creationId xmlns:a16="http://schemas.microsoft.com/office/drawing/2014/main" id="{704C2478-6652-4A94-A3AA-F93384A2F532}"/>
              </a:ext>
            </a:extLst>
          </p:cNvPr>
          <p:cNvSpPr>
            <a:spLocks xmlns:a="http://schemas.openxmlformats.org/drawingml/2006/main" noGrp="1"/>
          </p:cNvSpPr>
          <p:nvPr/>
        </p:nvSpPr>
        <p:spPr>
          <a:xfrm xmlns:a="http://schemas.openxmlformats.org/drawingml/2006/main">
            <a:off x="669036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00001</a:t>
            </a:r>
          </a:p>
        </p:txBody>
      </p:sp>
      <p:sp>
        <p:nvSpPr>
          <p:cNvPr id="27" name="block-99">
            <a:extLst xmlns:a="http://schemas.openxmlformats.org/drawingml/2006/main">
              <a:ext uri="{FF2B5EF4-FFF2-40B4-BE49-F238E27FC236}">
                <a16:creationId xmlns:a16="http://schemas.microsoft.com/office/drawing/2014/main" id="{03EC0616-7F93-49ED-BE74-08F453606923}"/>
              </a:ext>
            </a:extLst>
          </p:cNvPr>
          <p:cNvSpPr>
            <a:spLocks xmlns:a="http://schemas.openxmlformats.org/drawingml/2006/main" noGrp="1"/>
          </p:cNvSpPr>
          <p:nvPr/>
        </p:nvSpPr>
        <p:spPr>
          <a:xfrm xmlns:a="http://schemas.openxmlformats.org/drawingml/2006/main">
            <a:off x="739902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8" name="text-100">
            <a:extLst xmlns:a="http://schemas.openxmlformats.org/drawingml/2006/main">
              <a:ext uri="{FF2B5EF4-FFF2-40B4-BE49-F238E27FC236}">
                <a16:creationId xmlns:a16="http://schemas.microsoft.com/office/drawing/2014/main" id="{481B0F3F-57CE-4376-BE7A-AD74E3988959}"/>
              </a:ext>
            </a:extLst>
          </p:cNvPr>
          <p:cNvSpPr>
            <a:spLocks xmlns:a="http://schemas.openxmlformats.org/drawingml/2006/main" noGrp="1"/>
          </p:cNvSpPr>
          <p:nvPr/>
        </p:nvSpPr>
        <p:spPr>
          <a:xfrm xmlns:a="http://schemas.openxmlformats.org/drawingml/2006/main">
            <a:off x="739902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9FA9B9"/>
                </a:solidFill>
                <a:latin typeface="Arial"/>
                <a:ea typeface="Arial"/>
                <a:cs typeface="Arial"/>
              </a:defRPr>
            </a:defPPr>
            <a:lvl1pPr algn="ctr">
              <a:defRPr sz="1125" b="0">
                <a:solidFill>
                  <a:srgbClr val="9FA9B9"/>
                </a:solidFill>
                <a:latin typeface="Arial"/>
                <a:ea typeface="Arial"/>
                <a:cs typeface="Arial"/>
              </a:defRPr>
            </a:lvl1pPr>
            <a:lvl2pPr algn="ctr">
              <a:defRPr sz="1125" b="0">
                <a:solidFill>
                  <a:srgbClr val="9FA9B9"/>
                </a:solidFill>
                <a:latin typeface="Arial"/>
                <a:ea typeface="Arial"/>
                <a:cs typeface="Arial"/>
              </a:defRPr>
            </a:lvl2pPr>
            <a:lvl3pPr algn="ctr">
              <a:defRPr sz="1125" b="0">
                <a:solidFill>
                  <a:srgbClr val="9FA9B9"/>
                </a:solidFill>
                <a:latin typeface="Arial"/>
                <a:ea typeface="Arial"/>
                <a:cs typeface="Arial"/>
              </a:defRPr>
            </a:lvl3pPr>
            <a:lvl4pPr algn="ctr">
              <a:defRPr sz="1125" b="0">
                <a:solidFill>
                  <a:srgbClr val="9FA9B9"/>
                </a:solidFill>
                <a:latin typeface="Arial"/>
                <a:ea typeface="Arial"/>
                <a:cs typeface="Arial"/>
              </a:defRPr>
            </a:lvl4pPr>
            <a:lvl5pPr algn="ctr">
              <a:defRPr sz="1125" b="0">
                <a:solidFill>
                  <a:srgbClr val="9FA9B9"/>
                </a:solidFill>
                <a:latin typeface="Arial"/>
                <a:ea typeface="Arial"/>
                <a:cs typeface="Arial"/>
              </a:defRPr>
            </a:lvl5pPr>
            <a:lvl6pPr algn="ctr">
              <a:defRPr sz="1125" b="0">
                <a:solidFill>
                  <a:srgbClr val="9FA9B9"/>
                </a:solidFill>
                <a:latin typeface="Arial"/>
                <a:ea typeface="Arial"/>
                <a:cs typeface="Arial"/>
              </a:defRPr>
            </a:lvl6pPr>
            <a:lvl7pPr algn="ctr">
              <a:defRPr sz="1125" b="0">
                <a:solidFill>
                  <a:srgbClr val="9FA9B9"/>
                </a:solidFill>
                <a:latin typeface="Arial"/>
                <a:ea typeface="Arial"/>
                <a:cs typeface="Arial"/>
              </a:defRPr>
            </a:lvl7pPr>
            <a:lvl8pPr algn="ctr">
              <a:defRPr sz="1125" b="0">
                <a:solidFill>
                  <a:srgbClr val="9FA9B9"/>
                </a:solidFill>
                <a:latin typeface="Arial"/>
                <a:ea typeface="Arial"/>
                <a:cs typeface="Arial"/>
              </a:defRPr>
            </a:lvl8pPr>
            <a:lvl9pPr algn="ctr">
              <a:defRPr sz="1125" b="0">
                <a:solidFill>
                  <a:srgbClr val="9FA9B9"/>
                </a:solidFill>
                <a:latin typeface="Arial"/>
                <a:ea typeface="Arial"/>
                <a:cs typeface="Arial"/>
              </a:defRPr>
            </a:lvl9pPr>
          </a:lstStyle>
          <a:p xmlns:a="http://schemas.openxmlformats.org/drawingml/2006/main">
            <a:pPr algn="ctr">
              <a:defRPr sz="1125" b="0">
                <a:solidFill>
                  <a:srgbClr val="9FA9B9"/>
                </a:solidFill>
                <a:latin typeface="Arial"/>
                <a:ea typeface="Arial"/>
                <a:cs typeface="Arial"/>
              </a:defRPr>
            </a:pPr>
            <a:r>
              <a:rPr sz="1125" b="0">
                <a:solidFill>
                  <a:srgbClr val="9FA9B9"/>
                </a:solidFill>
                <a:latin typeface="Arial"/>
                <a:ea typeface="Arial"/>
                <a:cs typeface="Arial"/>
              </a:rPr>
              <a:t>[6:0]</a:t>
            </a:r>
          </a:p>
        </p:txBody>
      </p:sp>
      <p:sp>
        <p:nvSpPr>
          <p:cNvPr id="29" name="text-101">
            <a:extLst xmlns:a="http://schemas.openxmlformats.org/drawingml/2006/main">
              <a:ext uri="{FF2B5EF4-FFF2-40B4-BE49-F238E27FC236}">
                <a16:creationId xmlns:a16="http://schemas.microsoft.com/office/drawing/2014/main" id="{4E4E8660-7317-41CE-899A-3B8B75B8B634}"/>
              </a:ext>
            </a:extLst>
          </p:cNvPr>
          <p:cNvSpPr>
            <a:spLocks xmlns:a="http://schemas.openxmlformats.org/drawingml/2006/main" noGrp="1"/>
          </p:cNvSpPr>
          <p:nvPr/>
        </p:nvSpPr>
        <p:spPr>
          <a:xfrm xmlns:a="http://schemas.openxmlformats.org/drawingml/2006/main">
            <a:off x="739902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0000011</a:t>
            </a:r>
          </a:p>
        </p:txBody>
      </p:sp>
      <p:sp>
        <p:nvSpPr>
          <p:cNvPr id="30" name="board-stable-pc">
            <a:extLst xmlns:a="http://schemas.openxmlformats.org/drawingml/2006/main">
              <a:ext uri="{FF2B5EF4-FFF2-40B4-BE49-F238E27FC236}">
                <a16:creationId xmlns:a16="http://schemas.microsoft.com/office/drawing/2014/main" id="{1A72438D-AB39-452D-9623-0B449C8704E4}"/>
              </a:ext>
            </a:extLst>
          </p:cNvPr>
          <p:cNvSpPr>
            <a:spLocks xmlns:a="http://schemas.openxmlformats.org/drawingml/2006/main" noGrp="1"/>
          </p:cNvSpPr>
          <p:nvPr/>
        </p:nvSpPr>
        <p:spPr>
          <a:xfrm xmlns:a="http://schemas.openxmlformats.org/drawingml/2006/main">
            <a:off x="1055370" y="3950970"/>
            <a:ext cx="377190" cy="75438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31" name="text-103">
            <a:extLst xmlns:a="http://schemas.openxmlformats.org/drawingml/2006/main">
              <a:ext uri="{FF2B5EF4-FFF2-40B4-BE49-F238E27FC236}">
                <a16:creationId xmlns:a16="http://schemas.microsoft.com/office/drawing/2014/main" id="{1C3215F5-DBB7-4D45-AEEF-A92ADA93AFEE}"/>
              </a:ext>
            </a:extLst>
          </p:cNvPr>
          <p:cNvSpPr>
            <a:spLocks xmlns:a="http://schemas.openxmlformats.org/drawingml/2006/main" noGrp="1"/>
          </p:cNvSpPr>
          <p:nvPr/>
        </p:nvSpPr>
        <p:spPr>
          <a:xfrm xmlns:a="http://schemas.openxmlformats.org/drawingml/2006/main">
            <a:off x="1101090" y="4168140"/>
            <a:ext cx="2971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70" b="0">
                <a:solidFill>
                  <a:srgbClr val="231F20"/>
                </a:solidFill>
                <a:latin typeface="Arial"/>
                <a:ea typeface="Arial"/>
                <a:cs typeface="Arial"/>
              </a:defRPr>
            </a:defPPr>
            <a:lvl1pPr algn="ctr">
              <a:defRPr sz="1170" b="0">
                <a:solidFill>
                  <a:srgbClr val="231F20"/>
                </a:solidFill>
                <a:latin typeface="Arial"/>
                <a:ea typeface="Arial"/>
                <a:cs typeface="Arial"/>
              </a:defRPr>
            </a:lvl1pPr>
            <a:lvl2pPr algn="ctr">
              <a:defRPr sz="1170" b="0">
                <a:solidFill>
                  <a:srgbClr val="231F20"/>
                </a:solidFill>
                <a:latin typeface="Arial"/>
                <a:ea typeface="Arial"/>
                <a:cs typeface="Arial"/>
              </a:defRPr>
            </a:lvl2pPr>
            <a:lvl3pPr algn="ctr">
              <a:defRPr sz="1170" b="0">
                <a:solidFill>
                  <a:srgbClr val="231F20"/>
                </a:solidFill>
                <a:latin typeface="Arial"/>
                <a:ea typeface="Arial"/>
                <a:cs typeface="Arial"/>
              </a:defRPr>
            </a:lvl3pPr>
            <a:lvl4pPr algn="ctr">
              <a:defRPr sz="1170" b="0">
                <a:solidFill>
                  <a:srgbClr val="231F20"/>
                </a:solidFill>
                <a:latin typeface="Arial"/>
                <a:ea typeface="Arial"/>
                <a:cs typeface="Arial"/>
              </a:defRPr>
            </a:lvl4pPr>
            <a:lvl5pPr algn="ctr">
              <a:defRPr sz="1170" b="0">
                <a:solidFill>
                  <a:srgbClr val="231F20"/>
                </a:solidFill>
                <a:latin typeface="Arial"/>
                <a:ea typeface="Arial"/>
                <a:cs typeface="Arial"/>
              </a:defRPr>
            </a:lvl5pPr>
            <a:lvl6pPr algn="ctr">
              <a:defRPr sz="1170" b="0">
                <a:solidFill>
                  <a:srgbClr val="231F20"/>
                </a:solidFill>
                <a:latin typeface="Arial"/>
                <a:ea typeface="Arial"/>
                <a:cs typeface="Arial"/>
              </a:defRPr>
            </a:lvl6pPr>
            <a:lvl7pPr algn="ctr">
              <a:defRPr sz="1170" b="0">
                <a:solidFill>
                  <a:srgbClr val="231F20"/>
                </a:solidFill>
                <a:latin typeface="Arial"/>
                <a:ea typeface="Arial"/>
                <a:cs typeface="Arial"/>
              </a:defRPr>
            </a:lvl7pPr>
            <a:lvl8pPr algn="ctr">
              <a:defRPr sz="1170" b="0">
                <a:solidFill>
                  <a:srgbClr val="231F20"/>
                </a:solidFill>
                <a:latin typeface="Arial"/>
                <a:ea typeface="Arial"/>
                <a:cs typeface="Arial"/>
              </a:defRPr>
            </a:lvl8pPr>
            <a:lvl9pPr algn="ctr">
              <a:defRPr sz="1170" b="0">
                <a:solidFill>
                  <a:srgbClr val="231F20"/>
                </a:solidFill>
                <a:latin typeface="Arial"/>
                <a:ea typeface="Arial"/>
                <a:cs typeface="Arial"/>
              </a:defRPr>
            </a:lvl9pPr>
          </a:lstStyle>
          <a:p xmlns:a="http://schemas.openxmlformats.org/drawingml/2006/main">
            <a:pPr algn="ctr">
              <a:defRPr sz="1170" b="0">
                <a:solidFill>
                  <a:srgbClr val="231F20"/>
                </a:solidFill>
                <a:latin typeface="Arial"/>
                <a:ea typeface="Arial"/>
                <a:cs typeface="Arial"/>
              </a:defRPr>
            </a:pPr>
            <a:r>
              <a:rPr sz="1170" b="0">
                <a:solidFill>
                  <a:srgbClr val="231F20"/>
                </a:solidFill>
                <a:latin typeface="Arial"/>
                <a:ea typeface="Arial"/>
                <a:cs typeface="Arial"/>
              </a:rPr>
              <a:t>D Q</a:t>
            </a:r>
          </a:p>
        </p:txBody>
      </p:sp>
      <p:sp>
        <p:nvSpPr>
          <p:cNvPr id="32" name="circuit-104">
            <a:extLst xmlns:a="http://schemas.openxmlformats.org/drawingml/2006/main">
              <a:ext uri="{FF2B5EF4-FFF2-40B4-BE49-F238E27FC236}">
                <a16:creationId xmlns:a16="http://schemas.microsoft.com/office/drawing/2014/main" id="{E41F8632-DE8B-49D0-B019-CEEC412ABEEB}"/>
              </a:ext>
            </a:extLst>
          </p:cNvPr>
          <p:cNvSpPr>
            <a:spLocks xmlns:a="http://schemas.openxmlformats.org/drawingml/2006/main" noGrp="1"/>
          </p:cNvSpPr>
          <p:nvPr/>
        </p:nvSpPr>
        <p:spPr>
          <a:xfrm xmlns:a="http://schemas.openxmlformats.org/drawingml/2006/main">
            <a:off x="1135380" y="3950970"/>
            <a:ext cx="205740" cy="114300"/>
          </a:xfrm>
          <a:custGeom xmlns:a="http://schemas.openxmlformats.org/drawingml/2006/main">
            <a:pathLst>
              <a:path w="205740" h="114300">
                <a:moveTo>
                  <a:pt x="0" y="0"/>
                </a:moveTo>
                <a:lnTo>
                  <a:pt x="102870" y="114300"/>
                </a:lnTo>
                <a:lnTo>
                  <a:pt x="205740" y="0"/>
                </a:lnTo>
                <a:close/>
              </a:path>
            </a:pathLst>
          </a:custGeom>
          <a:noFill xmlns:a="http://schemas.openxmlformats.org/drawingml/2006/main"/>
          <a:ln xmlns:a="http://schemas.openxmlformats.org/drawingml/2006/main" w="25146">
            <a:solidFill>
              <a:srgbClr val="231F20"/>
            </a:solidFill>
          </a:ln>
        </p:spPr>
      </p:sp>
      <p:sp>
        <p:nvSpPr>
          <p:cNvPr id="33" name="wire-105">
            <a:extLst xmlns:a="http://schemas.openxmlformats.org/drawingml/2006/main">
              <a:ext uri="{FF2B5EF4-FFF2-40B4-BE49-F238E27FC236}">
                <a16:creationId xmlns:a16="http://schemas.microsoft.com/office/drawing/2014/main" id="{52B9BA72-8014-4878-A638-EBAB4577DEE4}"/>
              </a:ext>
            </a:extLst>
          </p:cNvPr>
          <p:cNvSpPr>
            <a:spLocks xmlns:a="http://schemas.openxmlformats.org/drawingml/2006/main" noGrp="1"/>
          </p:cNvSpPr>
          <p:nvPr/>
        </p:nvSpPr>
        <p:spPr>
          <a:xfrm xmlns:a="http://schemas.openxmlformats.org/drawingml/2006/main">
            <a:off x="1238250" y="377952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3716">
            <a:solidFill>
              <a:srgbClr val="231F20"/>
            </a:solidFill>
          </a:ln>
        </p:spPr>
      </p:sp>
      <p:sp>
        <p:nvSpPr>
          <p:cNvPr id="34" name="text-106">
            <a:extLst xmlns:a="http://schemas.openxmlformats.org/drawingml/2006/main">
              <a:ext uri="{FF2B5EF4-FFF2-40B4-BE49-F238E27FC236}">
                <a16:creationId xmlns:a16="http://schemas.microsoft.com/office/drawing/2014/main" id="{CC097979-655F-4F6E-8FEC-22141443E607}"/>
              </a:ext>
            </a:extLst>
          </p:cNvPr>
          <p:cNvSpPr>
            <a:spLocks xmlns:a="http://schemas.openxmlformats.org/drawingml/2006/main" noGrp="1"/>
          </p:cNvSpPr>
          <p:nvPr/>
        </p:nvSpPr>
        <p:spPr>
          <a:xfrm xmlns:a="http://schemas.openxmlformats.org/drawingml/2006/main">
            <a:off x="1009650" y="3505200"/>
            <a:ext cx="514350" cy="2628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clk</a:t>
            </a:r>
          </a:p>
        </p:txBody>
      </p:sp>
      <p:sp>
        <p:nvSpPr>
          <p:cNvPr id="35" name="text-107">
            <a:extLst xmlns:a="http://schemas.openxmlformats.org/drawingml/2006/main">
              <a:ext uri="{FF2B5EF4-FFF2-40B4-BE49-F238E27FC236}">
                <a16:creationId xmlns:a16="http://schemas.microsoft.com/office/drawing/2014/main" id="{68F7E939-B1E0-4CCB-B47D-14E6F64D65EB}"/>
              </a:ext>
            </a:extLst>
          </p:cNvPr>
          <p:cNvSpPr>
            <a:spLocks xmlns:a="http://schemas.openxmlformats.org/drawingml/2006/main" noGrp="1"/>
          </p:cNvSpPr>
          <p:nvPr/>
        </p:nvSpPr>
        <p:spPr>
          <a:xfrm xmlns:a="http://schemas.openxmlformats.org/drawingml/2006/main">
            <a:off x="986790" y="4739640"/>
            <a:ext cx="59436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231F20"/>
                </a:solidFill>
                <a:latin typeface="Arial"/>
                <a:ea typeface="Arial"/>
                <a:cs typeface="Arial"/>
              </a:defRPr>
            </a:defPPr>
            <a:lvl1pPr algn="ctr">
              <a:defRPr sz="2070" b="1">
                <a:solidFill>
                  <a:srgbClr val="231F20"/>
                </a:solidFill>
                <a:latin typeface="Arial"/>
                <a:ea typeface="Arial"/>
                <a:cs typeface="Arial"/>
              </a:defRPr>
            </a:lvl1pPr>
            <a:lvl2pPr algn="ctr">
              <a:defRPr sz="2070" b="1">
                <a:solidFill>
                  <a:srgbClr val="231F20"/>
                </a:solidFill>
                <a:latin typeface="Arial"/>
                <a:ea typeface="Arial"/>
                <a:cs typeface="Arial"/>
              </a:defRPr>
            </a:lvl2pPr>
            <a:lvl3pPr algn="ctr">
              <a:defRPr sz="2070" b="1">
                <a:solidFill>
                  <a:srgbClr val="231F20"/>
                </a:solidFill>
                <a:latin typeface="Arial"/>
                <a:ea typeface="Arial"/>
                <a:cs typeface="Arial"/>
              </a:defRPr>
            </a:lvl3pPr>
            <a:lvl4pPr algn="ctr">
              <a:defRPr sz="2070" b="1">
                <a:solidFill>
                  <a:srgbClr val="231F20"/>
                </a:solidFill>
                <a:latin typeface="Arial"/>
                <a:ea typeface="Arial"/>
                <a:cs typeface="Arial"/>
              </a:defRPr>
            </a:lvl4pPr>
            <a:lvl5pPr algn="ctr">
              <a:defRPr sz="2070" b="1">
                <a:solidFill>
                  <a:srgbClr val="231F20"/>
                </a:solidFill>
                <a:latin typeface="Arial"/>
                <a:ea typeface="Arial"/>
                <a:cs typeface="Arial"/>
              </a:defRPr>
            </a:lvl5pPr>
            <a:lvl6pPr algn="ctr">
              <a:defRPr sz="2070" b="1">
                <a:solidFill>
                  <a:srgbClr val="231F20"/>
                </a:solidFill>
                <a:latin typeface="Arial"/>
                <a:ea typeface="Arial"/>
                <a:cs typeface="Arial"/>
              </a:defRPr>
            </a:lvl6pPr>
            <a:lvl7pPr algn="ctr">
              <a:defRPr sz="2070" b="1">
                <a:solidFill>
                  <a:srgbClr val="231F20"/>
                </a:solidFill>
                <a:latin typeface="Arial"/>
                <a:ea typeface="Arial"/>
                <a:cs typeface="Arial"/>
              </a:defRPr>
            </a:lvl7pPr>
            <a:lvl8pPr algn="ctr">
              <a:defRPr sz="2070" b="1">
                <a:solidFill>
                  <a:srgbClr val="231F20"/>
                </a:solidFill>
                <a:latin typeface="Arial"/>
                <a:ea typeface="Arial"/>
                <a:cs typeface="Arial"/>
              </a:defRPr>
            </a:lvl8pPr>
            <a:lvl9pPr algn="ctr">
              <a:defRPr sz="2070" b="1">
                <a:solidFill>
                  <a:srgbClr val="231F20"/>
                </a:solidFill>
                <a:latin typeface="Arial"/>
                <a:ea typeface="Arial"/>
                <a:cs typeface="Arial"/>
              </a:defRPr>
            </a:lvl9pPr>
          </a:lstStyle>
          <a:p xmlns:a="http://schemas.openxmlformats.org/drawingml/2006/main">
            <a:pPr algn="ctr">
              <a:defRPr sz="2070" b="1">
                <a:solidFill>
                  <a:srgbClr val="231F20"/>
                </a:solidFill>
                <a:latin typeface="Arial"/>
                <a:ea typeface="Arial"/>
                <a:cs typeface="Arial"/>
              </a:defRPr>
            </a:pPr>
            <a:r>
              <a:rPr sz="2070" b="1">
                <a:solidFill>
                  <a:srgbClr val="231F20"/>
                </a:solidFill>
                <a:latin typeface="Arial"/>
                <a:ea typeface="Arial"/>
                <a:cs typeface="Arial"/>
              </a:rPr>
              <a:t>PC</a:t>
            </a:r>
          </a:p>
        </p:txBody>
      </p:sp>
      <p:sp>
        <p:nvSpPr>
          <p:cNvPr id="36" name="wire-108">
            <a:extLst xmlns:a="http://schemas.openxmlformats.org/drawingml/2006/main">
              <a:ext uri="{FF2B5EF4-FFF2-40B4-BE49-F238E27FC236}">
                <a16:creationId xmlns:a16="http://schemas.microsoft.com/office/drawing/2014/main" id="{CE666F38-BAB3-4B15-B67C-573BF5D43FD9}"/>
              </a:ext>
            </a:extLst>
          </p:cNvPr>
          <p:cNvSpPr>
            <a:spLocks xmlns:a="http://schemas.openxmlformats.org/drawingml/2006/main" noGrp="1"/>
          </p:cNvSpPr>
          <p:nvPr/>
        </p:nvSpPr>
        <p:spPr>
          <a:xfrm xmlns:a="http://schemas.openxmlformats.org/drawingml/2006/main">
            <a:off x="1432560" y="4293870"/>
            <a:ext cx="331470" cy="9525"/>
          </a:xfrm>
          <a:custGeom xmlns:a="http://schemas.openxmlformats.org/drawingml/2006/main">
            <a:pathLst>
              <a:path w="331470" h="9525">
                <a:moveTo>
                  <a:pt x="0" y="0"/>
                </a:moveTo>
                <a:lnTo>
                  <a:pt x="331470" y="0"/>
                </a:lnTo>
              </a:path>
            </a:pathLst>
          </a:custGeom>
          <a:noFill xmlns:a="http://schemas.openxmlformats.org/drawingml/2006/main"/>
          <a:ln xmlns:a="http://schemas.openxmlformats.org/drawingml/2006/main" w="28575">
            <a:solidFill>
              <a:srgbClr val="1572C3"/>
            </a:solidFill>
          </a:ln>
        </p:spPr>
      </p:sp>
      <p:sp>
        <p:nvSpPr>
          <p:cNvPr id="37" name="circuit-109">
            <a:extLst xmlns:a="http://schemas.openxmlformats.org/drawingml/2006/main">
              <a:ext uri="{FF2B5EF4-FFF2-40B4-BE49-F238E27FC236}">
                <a16:creationId xmlns:a16="http://schemas.microsoft.com/office/drawing/2014/main" id="{D40675B3-3153-421B-BACC-102F26CA8371}"/>
              </a:ext>
            </a:extLst>
          </p:cNvPr>
          <p:cNvSpPr>
            <a:spLocks xmlns:a="http://schemas.openxmlformats.org/drawingml/2006/main" noGrp="1"/>
          </p:cNvSpPr>
          <p:nvPr/>
        </p:nvSpPr>
        <p:spPr>
          <a:xfrm xmlns:a="http://schemas.openxmlformats.org/drawingml/2006/main">
            <a:off x="1687830" y="4262437"/>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8" name="text-110">
            <a:extLst xmlns:a="http://schemas.openxmlformats.org/drawingml/2006/main">
              <a:ext uri="{FF2B5EF4-FFF2-40B4-BE49-F238E27FC236}">
                <a16:creationId xmlns:a16="http://schemas.microsoft.com/office/drawing/2014/main" id="{44BC2B09-33AA-48E5-B5EC-A547A54F5E09}"/>
              </a:ext>
            </a:extLst>
          </p:cNvPr>
          <p:cNvSpPr>
            <a:spLocks xmlns:a="http://schemas.openxmlformats.org/drawingml/2006/main" noGrp="1"/>
          </p:cNvSpPr>
          <p:nvPr/>
        </p:nvSpPr>
        <p:spPr>
          <a:xfrm xmlns:a="http://schemas.openxmlformats.org/drawingml/2006/main">
            <a:off x="1443990" y="4396740"/>
            <a:ext cx="3429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80" b="1">
                <a:solidFill>
                  <a:srgbClr val="1572C3"/>
                </a:solidFill>
                <a:latin typeface="Arial"/>
                <a:ea typeface="Arial"/>
                <a:cs typeface="Arial"/>
              </a:defRPr>
            </a:defPPr>
            <a:lvl1pPr algn="ctr">
              <a:defRPr sz="1980" b="1">
                <a:solidFill>
                  <a:srgbClr val="1572C3"/>
                </a:solidFill>
                <a:latin typeface="Arial"/>
                <a:ea typeface="Arial"/>
                <a:cs typeface="Arial"/>
              </a:defRPr>
            </a:lvl1pPr>
            <a:lvl2pPr algn="ctr">
              <a:defRPr sz="1980" b="1">
                <a:solidFill>
                  <a:srgbClr val="1572C3"/>
                </a:solidFill>
                <a:latin typeface="Arial"/>
                <a:ea typeface="Arial"/>
                <a:cs typeface="Arial"/>
              </a:defRPr>
            </a:lvl2pPr>
            <a:lvl3pPr algn="ctr">
              <a:defRPr sz="1980" b="1">
                <a:solidFill>
                  <a:srgbClr val="1572C3"/>
                </a:solidFill>
                <a:latin typeface="Arial"/>
                <a:ea typeface="Arial"/>
                <a:cs typeface="Arial"/>
              </a:defRPr>
            </a:lvl3pPr>
            <a:lvl4pPr algn="ctr">
              <a:defRPr sz="1980" b="1">
                <a:solidFill>
                  <a:srgbClr val="1572C3"/>
                </a:solidFill>
                <a:latin typeface="Arial"/>
                <a:ea typeface="Arial"/>
                <a:cs typeface="Arial"/>
              </a:defRPr>
            </a:lvl4pPr>
            <a:lvl5pPr algn="ctr">
              <a:defRPr sz="1980" b="1">
                <a:solidFill>
                  <a:srgbClr val="1572C3"/>
                </a:solidFill>
                <a:latin typeface="Arial"/>
                <a:ea typeface="Arial"/>
                <a:cs typeface="Arial"/>
              </a:defRPr>
            </a:lvl5pPr>
            <a:lvl6pPr algn="ctr">
              <a:defRPr sz="1980" b="1">
                <a:solidFill>
                  <a:srgbClr val="1572C3"/>
                </a:solidFill>
                <a:latin typeface="Arial"/>
                <a:ea typeface="Arial"/>
                <a:cs typeface="Arial"/>
              </a:defRPr>
            </a:lvl6pPr>
            <a:lvl7pPr algn="ctr">
              <a:defRPr sz="1980" b="1">
                <a:solidFill>
                  <a:srgbClr val="1572C3"/>
                </a:solidFill>
                <a:latin typeface="Arial"/>
                <a:ea typeface="Arial"/>
                <a:cs typeface="Arial"/>
              </a:defRPr>
            </a:lvl7pPr>
            <a:lvl8pPr algn="ctr">
              <a:defRPr sz="1980" b="1">
                <a:solidFill>
                  <a:srgbClr val="1572C3"/>
                </a:solidFill>
                <a:latin typeface="Arial"/>
                <a:ea typeface="Arial"/>
                <a:cs typeface="Arial"/>
              </a:defRPr>
            </a:lvl8pPr>
            <a:lvl9pPr algn="ctr">
              <a:defRPr sz="1980" b="1">
                <a:solidFill>
                  <a:srgbClr val="1572C3"/>
                </a:solidFill>
                <a:latin typeface="Arial"/>
                <a:ea typeface="Arial"/>
                <a:cs typeface="Arial"/>
              </a:defRPr>
            </a:lvl9pPr>
          </a:lstStyle>
          <a:p xmlns:a="http://schemas.openxmlformats.org/drawingml/2006/main">
            <a:pPr algn="ctr">
              <a:defRPr sz="1980" b="1">
                <a:solidFill>
                  <a:srgbClr val="1572C3"/>
                </a:solidFill>
                <a:latin typeface="Arial"/>
                <a:ea typeface="Arial"/>
                <a:cs typeface="Arial"/>
              </a:defRPr>
            </a:pPr>
            <a:r>
              <a:rPr sz="1980" b="1">
                <a:solidFill>
                  <a:srgbClr val="1572C3"/>
                </a:solidFill>
                <a:latin typeface="Arial"/>
                <a:ea typeface="Arial"/>
                <a:cs typeface="Arial"/>
              </a:rPr>
              <a:t>0</a:t>
            </a:r>
          </a:p>
        </p:txBody>
      </p:sp>
      <p:sp>
        <p:nvSpPr>
          <p:cNvPr id="39" name="board-stable-fetch">
            <a:extLst xmlns:a="http://schemas.openxmlformats.org/drawingml/2006/main">
              <a:ext uri="{FF2B5EF4-FFF2-40B4-BE49-F238E27FC236}">
                <a16:creationId xmlns:a16="http://schemas.microsoft.com/office/drawing/2014/main" id="{F07F451A-6123-4818-9508-17E0EF90BF13}"/>
              </a:ext>
            </a:extLst>
          </p:cNvPr>
          <p:cNvSpPr>
            <a:spLocks xmlns:a="http://schemas.openxmlformats.org/drawingml/2006/main" noGrp="1"/>
          </p:cNvSpPr>
          <p:nvPr/>
        </p:nvSpPr>
        <p:spPr>
          <a:xfrm xmlns:a="http://schemas.openxmlformats.org/drawingml/2006/main">
            <a:off x="1764030" y="3676650"/>
            <a:ext cx="1657350" cy="139446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40" name="text-112">
            <a:extLst xmlns:a="http://schemas.openxmlformats.org/drawingml/2006/main">
              <a:ext uri="{FF2B5EF4-FFF2-40B4-BE49-F238E27FC236}">
                <a16:creationId xmlns:a16="http://schemas.microsoft.com/office/drawing/2014/main" id="{F333C1C7-8A7B-4844-A93E-830C0C89268B}"/>
              </a:ext>
            </a:extLst>
          </p:cNvPr>
          <p:cNvSpPr>
            <a:spLocks xmlns:a="http://schemas.openxmlformats.org/drawingml/2006/main" noGrp="1"/>
          </p:cNvSpPr>
          <p:nvPr/>
        </p:nvSpPr>
        <p:spPr>
          <a:xfrm xmlns:a="http://schemas.openxmlformats.org/drawingml/2006/main">
            <a:off x="1832610" y="3722370"/>
            <a:ext cx="152019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80" b="1">
                <a:solidFill>
                  <a:srgbClr val="231F20"/>
                </a:solidFill>
                <a:latin typeface="Yu Gothic"/>
                <a:ea typeface="Yu Gothic"/>
                <a:cs typeface="Yu Gothic"/>
              </a:defRPr>
            </a:defPPr>
            <a:lvl1pPr algn="ctr">
              <a:defRPr sz="1980" b="1">
                <a:solidFill>
                  <a:srgbClr val="231F20"/>
                </a:solidFill>
                <a:latin typeface="Yu Gothic"/>
                <a:ea typeface="Yu Gothic"/>
                <a:cs typeface="Yu Gothic"/>
              </a:defRPr>
            </a:lvl1pPr>
            <a:lvl2pPr algn="ctr">
              <a:defRPr sz="1980" b="1">
                <a:solidFill>
                  <a:srgbClr val="231F20"/>
                </a:solidFill>
                <a:latin typeface="Yu Gothic"/>
                <a:ea typeface="Yu Gothic"/>
                <a:cs typeface="Yu Gothic"/>
              </a:defRPr>
            </a:lvl2pPr>
            <a:lvl3pPr algn="ctr">
              <a:defRPr sz="1980" b="1">
                <a:solidFill>
                  <a:srgbClr val="231F20"/>
                </a:solidFill>
                <a:latin typeface="Yu Gothic"/>
                <a:ea typeface="Yu Gothic"/>
                <a:cs typeface="Yu Gothic"/>
              </a:defRPr>
            </a:lvl3pPr>
            <a:lvl4pPr algn="ctr">
              <a:defRPr sz="1980" b="1">
                <a:solidFill>
                  <a:srgbClr val="231F20"/>
                </a:solidFill>
                <a:latin typeface="Yu Gothic"/>
                <a:ea typeface="Yu Gothic"/>
                <a:cs typeface="Yu Gothic"/>
              </a:defRPr>
            </a:lvl4pPr>
            <a:lvl5pPr algn="ctr">
              <a:defRPr sz="1980" b="1">
                <a:solidFill>
                  <a:srgbClr val="231F20"/>
                </a:solidFill>
                <a:latin typeface="Yu Gothic"/>
                <a:ea typeface="Yu Gothic"/>
                <a:cs typeface="Yu Gothic"/>
              </a:defRPr>
            </a:lvl5pPr>
            <a:lvl6pPr algn="ctr">
              <a:defRPr sz="1980" b="1">
                <a:solidFill>
                  <a:srgbClr val="231F20"/>
                </a:solidFill>
                <a:latin typeface="Yu Gothic"/>
                <a:ea typeface="Yu Gothic"/>
                <a:cs typeface="Yu Gothic"/>
              </a:defRPr>
            </a:lvl6pPr>
            <a:lvl7pPr algn="ctr">
              <a:defRPr sz="1980" b="1">
                <a:solidFill>
                  <a:srgbClr val="231F20"/>
                </a:solidFill>
                <a:latin typeface="Yu Gothic"/>
                <a:ea typeface="Yu Gothic"/>
                <a:cs typeface="Yu Gothic"/>
              </a:defRPr>
            </a:lvl7pPr>
            <a:lvl8pPr algn="ctr">
              <a:defRPr sz="1980" b="1">
                <a:solidFill>
                  <a:srgbClr val="231F20"/>
                </a:solidFill>
                <a:latin typeface="Yu Gothic"/>
                <a:ea typeface="Yu Gothic"/>
                <a:cs typeface="Yu Gothic"/>
              </a:defRPr>
            </a:lvl8pPr>
            <a:lvl9pPr algn="ctr">
              <a:defRPr sz="1980" b="1">
                <a:solidFill>
                  <a:srgbClr val="231F20"/>
                </a:solidFill>
                <a:latin typeface="Yu Gothic"/>
                <a:ea typeface="Yu Gothic"/>
                <a:cs typeface="Yu Gothic"/>
              </a:defRPr>
            </a:lvl9pPr>
          </a:lstStyle>
          <a:p xmlns:a="http://schemas.openxmlformats.org/drawingml/2006/main">
            <a:pPr algn="ctr">
              <a:defRPr sz="1980" b="1">
                <a:solidFill>
                  <a:srgbClr val="231F20"/>
                </a:solidFill>
                <a:latin typeface="Yu Gothic"/>
                <a:ea typeface="Yu Gothic"/>
                <a:cs typeface="Yu Gothic"/>
              </a:defRPr>
            </a:pPr>
            <a:r>
              <a:rPr sz="1980" b="1">
                <a:solidFill>
                  <a:srgbClr val="231F20"/>
                </a:solidFill>
                <a:latin typeface="Yu Gothic"/>
                <a:ea typeface="Yu Gothic"/>
                <a:cs typeface="Yu Gothic"/>
              </a:rPr>
              <a:t>命令メモリ</a:t>
            </a:r>
          </a:p>
        </p:txBody>
      </p:sp>
      <p:sp>
        <p:nvSpPr>
          <p:cNvPr id="41" name="text-113">
            <a:extLst xmlns:a="http://schemas.openxmlformats.org/drawingml/2006/main">
              <a:ext uri="{FF2B5EF4-FFF2-40B4-BE49-F238E27FC236}">
                <a16:creationId xmlns:a16="http://schemas.microsoft.com/office/drawing/2014/main" id="{BFDCEC09-0580-4FEE-BC3E-408371A5BD34}"/>
              </a:ext>
            </a:extLst>
          </p:cNvPr>
          <p:cNvSpPr>
            <a:spLocks xmlns:a="http://schemas.openxmlformats.org/drawingml/2006/main" noGrp="1"/>
          </p:cNvSpPr>
          <p:nvPr/>
        </p:nvSpPr>
        <p:spPr>
          <a:xfrm xmlns:a="http://schemas.openxmlformats.org/drawingml/2006/main">
            <a:off x="1844040" y="4156710"/>
            <a:ext cx="2857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A</a:t>
            </a:r>
          </a:p>
        </p:txBody>
      </p:sp>
      <p:sp>
        <p:nvSpPr>
          <p:cNvPr id="42" name="text-114">
            <a:extLst xmlns:a="http://schemas.openxmlformats.org/drawingml/2006/main">
              <a:ext uri="{FF2B5EF4-FFF2-40B4-BE49-F238E27FC236}">
                <a16:creationId xmlns:a16="http://schemas.microsoft.com/office/drawing/2014/main" id="{832595DD-C1EE-41BE-B9A8-142E06C7E095}"/>
              </a:ext>
            </a:extLst>
          </p:cNvPr>
          <p:cNvSpPr>
            <a:spLocks xmlns:a="http://schemas.openxmlformats.org/drawingml/2006/main" noGrp="1"/>
          </p:cNvSpPr>
          <p:nvPr/>
        </p:nvSpPr>
        <p:spPr>
          <a:xfrm xmlns:a="http://schemas.openxmlformats.org/drawingml/2006/main">
            <a:off x="3055620" y="4156710"/>
            <a:ext cx="3429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RD</a:t>
            </a:r>
          </a:p>
        </p:txBody>
      </p:sp>
      <p:sp>
        <p:nvSpPr>
          <p:cNvPr id="43" name="text-115">
            <a:extLst xmlns:a="http://schemas.openxmlformats.org/drawingml/2006/main">
              <a:ext uri="{FF2B5EF4-FFF2-40B4-BE49-F238E27FC236}">
                <a16:creationId xmlns:a16="http://schemas.microsoft.com/office/drawing/2014/main" id="{D3D0BB9F-DFC0-41E7-84D9-251C2590F370}"/>
              </a:ext>
            </a:extLst>
          </p:cNvPr>
          <p:cNvSpPr>
            <a:spLocks xmlns:a="http://schemas.openxmlformats.org/drawingml/2006/main" noGrp="1"/>
          </p:cNvSpPr>
          <p:nvPr/>
        </p:nvSpPr>
        <p:spPr>
          <a:xfrm xmlns:a="http://schemas.openxmlformats.org/drawingml/2006/main">
            <a:off x="1924050" y="4488180"/>
            <a:ext cx="1325880" cy="537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60" b="1">
                <a:solidFill>
                  <a:srgbClr val="1572C3"/>
                </a:solidFill>
                <a:latin typeface="Yu Gothic"/>
                <a:ea typeface="Yu Gothic"/>
                <a:cs typeface="Yu Gothic"/>
              </a:defRPr>
            </a:defPPr>
            <a:lvl1pPr algn="ctr">
              <a:defRPr sz="1260" b="1">
                <a:solidFill>
                  <a:srgbClr val="1572C3"/>
                </a:solidFill>
                <a:latin typeface="Yu Gothic"/>
                <a:ea typeface="Yu Gothic"/>
                <a:cs typeface="Yu Gothic"/>
              </a:defRPr>
            </a:lvl1pPr>
            <a:lvl2pPr algn="ctr">
              <a:defRPr sz="1260" b="1">
                <a:solidFill>
                  <a:srgbClr val="1572C3"/>
                </a:solidFill>
                <a:latin typeface="Yu Gothic"/>
                <a:ea typeface="Yu Gothic"/>
                <a:cs typeface="Yu Gothic"/>
              </a:defRPr>
            </a:lvl2pPr>
            <a:lvl3pPr algn="ctr">
              <a:defRPr sz="1260" b="1">
                <a:solidFill>
                  <a:srgbClr val="1572C3"/>
                </a:solidFill>
                <a:latin typeface="Yu Gothic"/>
                <a:ea typeface="Yu Gothic"/>
                <a:cs typeface="Yu Gothic"/>
              </a:defRPr>
            </a:lvl3pPr>
            <a:lvl4pPr algn="ctr">
              <a:defRPr sz="1260" b="1">
                <a:solidFill>
                  <a:srgbClr val="1572C3"/>
                </a:solidFill>
                <a:latin typeface="Yu Gothic"/>
                <a:ea typeface="Yu Gothic"/>
                <a:cs typeface="Yu Gothic"/>
              </a:defRPr>
            </a:lvl4pPr>
            <a:lvl5pPr algn="ctr">
              <a:defRPr sz="1260" b="1">
                <a:solidFill>
                  <a:srgbClr val="1572C3"/>
                </a:solidFill>
                <a:latin typeface="Yu Gothic"/>
                <a:ea typeface="Yu Gothic"/>
                <a:cs typeface="Yu Gothic"/>
              </a:defRPr>
            </a:lvl5pPr>
            <a:lvl6pPr algn="ctr">
              <a:defRPr sz="1260" b="1">
                <a:solidFill>
                  <a:srgbClr val="1572C3"/>
                </a:solidFill>
                <a:latin typeface="Yu Gothic"/>
                <a:ea typeface="Yu Gothic"/>
                <a:cs typeface="Yu Gothic"/>
              </a:defRPr>
            </a:lvl6pPr>
            <a:lvl7pPr algn="ctr">
              <a:defRPr sz="1260" b="1">
                <a:solidFill>
                  <a:srgbClr val="1572C3"/>
                </a:solidFill>
                <a:latin typeface="Yu Gothic"/>
                <a:ea typeface="Yu Gothic"/>
                <a:cs typeface="Yu Gothic"/>
              </a:defRPr>
            </a:lvl7pPr>
            <a:lvl8pPr algn="ctr">
              <a:defRPr sz="1260" b="1">
                <a:solidFill>
                  <a:srgbClr val="1572C3"/>
                </a:solidFill>
                <a:latin typeface="Yu Gothic"/>
                <a:ea typeface="Yu Gothic"/>
                <a:cs typeface="Yu Gothic"/>
              </a:defRPr>
            </a:lvl8pPr>
            <a:lvl9pPr algn="ctr">
              <a:defRPr sz="1260" b="1">
                <a:solidFill>
                  <a:srgbClr val="1572C3"/>
                </a:solidFill>
                <a:latin typeface="Yu Gothic"/>
                <a:ea typeface="Yu Gothic"/>
                <a:cs typeface="Yu Gothic"/>
              </a:defRPr>
            </a:lvl9pPr>
          </a:lstStyle>
          <a:p xmlns:a="http://schemas.openxmlformats.org/drawingml/2006/main">
            <a:pPr algn="ctr">
              <a:defRPr sz="1260" b="1">
                <a:solidFill>
                  <a:srgbClr val="1572C3"/>
                </a:solidFill>
                <a:latin typeface="Yu Gothic"/>
                <a:ea typeface="Yu Gothic"/>
                <a:cs typeface="Yu Gothic"/>
              </a:defRPr>
            </a:pPr>
            <a:r>
              <a:rPr sz="1260" b="1">
                <a:solidFill>
                  <a:srgbClr val="1572C3"/>
                </a:solidFill>
                <a:latin typeface="Yu Gothic"/>
                <a:ea typeface="Yu Gothic"/>
                <a:cs typeface="Yu Gothic"/>
              </a:rPr>
              <a:t>0：lw x1,8(x0)</a:t>
            </a:r>
          </a:p>
        </p:txBody>
      </p:sp>
      <p:sp>
        <p:nvSpPr>
          <p:cNvPr id="44" name="wire-116">
            <a:extLst xmlns:a="http://schemas.openxmlformats.org/drawingml/2006/main">
              <a:ext uri="{FF2B5EF4-FFF2-40B4-BE49-F238E27FC236}">
                <a16:creationId xmlns:a16="http://schemas.microsoft.com/office/drawing/2014/main" id="{F24084E5-E3FE-4288-9048-B269732F5A6A}"/>
              </a:ext>
            </a:extLst>
          </p:cNvPr>
          <p:cNvSpPr>
            <a:spLocks xmlns:a="http://schemas.openxmlformats.org/drawingml/2006/main" noGrp="1"/>
          </p:cNvSpPr>
          <p:nvPr/>
        </p:nvSpPr>
        <p:spPr>
          <a:xfrm xmlns:a="http://schemas.openxmlformats.org/drawingml/2006/main">
            <a:off x="3421380" y="429387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231F20"/>
            </a:solidFill>
          </a:ln>
        </p:spPr>
      </p:sp>
      <p:sp>
        <p:nvSpPr>
          <p:cNvPr id="45" name="wire-117">
            <a:extLst xmlns:a="http://schemas.openxmlformats.org/drawingml/2006/main">
              <a:ext uri="{FF2B5EF4-FFF2-40B4-BE49-F238E27FC236}">
                <a16:creationId xmlns:a16="http://schemas.microsoft.com/office/drawing/2014/main" id="{68522C63-7B7D-45BF-89BF-3DA9CC597A7B}"/>
              </a:ext>
            </a:extLst>
          </p:cNvPr>
          <p:cNvSpPr>
            <a:spLocks xmlns:a="http://schemas.openxmlformats.org/drawingml/2006/main" noGrp="1"/>
          </p:cNvSpPr>
          <p:nvPr/>
        </p:nvSpPr>
        <p:spPr>
          <a:xfrm xmlns:a="http://schemas.openxmlformats.org/drawingml/2006/main">
            <a:off x="3684270" y="3002280"/>
            <a:ext cx="9525" cy="1291590"/>
          </a:xfrm>
          <a:custGeom xmlns:a="http://schemas.openxmlformats.org/drawingml/2006/main">
            <a:pathLst>
              <a:path w="9525" h="1291590">
                <a:moveTo>
                  <a:pt x="0" y="1291590"/>
                </a:moveTo>
                <a:lnTo>
                  <a:pt x="0" y="0"/>
                </a:lnTo>
              </a:path>
            </a:pathLst>
          </a:custGeom>
          <a:noFill xmlns:a="http://schemas.openxmlformats.org/drawingml/2006/main"/>
          <a:ln xmlns:a="http://schemas.openxmlformats.org/drawingml/2006/main" w="26289">
            <a:solidFill>
              <a:srgbClr val="231F20"/>
            </a:solidFill>
          </a:ln>
        </p:spPr>
      </p:sp>
      <p:sp>
        <p:nvSpPr>
          <p:cNvPr id="46" name="wire-118">
            <a:extLst xmlns:a="http://schemas.openxmlformats.org/drawingml/2006/main">
              <a:ext uri="{FF2B5EF4-FFF2-40B4-BE49-F238E27FC236}">
                <a16:creationId xmlns:a16="http://schemas.microsoft.com/office/drawing/2014/main" id="{F8EA8905-4B7E-4F0E-A9A3-15F18E2F6F0F}"/>
              </a:ext>
            </a:extLst>
          </p:cNvPr>
          <p:cNvSpPr>
            <a:spLocks xmlns:a="http://schemas.openxmlformats.org/drawingml/2006/main" noGrp="1"/>
          </p:cNvSpPr>
          <p:nvPr/>
        </p:nvSpPr>
        <p:spPr>
          <a:xfrm xmlns:a="http://schemas.openxmlformats.org/drawingml/2006/main">
            <a:off x="3684270" y="300228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231F20"/>
            </a:solidFill>
          </a:ln>
        </p:spPr>
      </p:sp>
      <p:sp>
        <p:nvSpPr>
          <p:cNvPr id="47" name="circuit-119">
            <a:extLst xmlns:a="http://schemas.openxmlformats.org/drawingml/2006/main">
              <a:ext uri="{FF2B5EF4-FFF2-40B4-BE49-F238E27FC236}">
                <a16:creationId xmlns:a16="http://schemas.microsoft.com/office/drawing/2014/main" id="{CA9E32B3-1F95-4059-B2B5-EFA7418C1529}"/>
              </a:ext>
            </a:extLst>
          </p:cNvPr>
          <p:cNvSpPr>
            <a:spLocks xmlns:a="http://schemas.openxmlformats.org/drawingml/2006/main" noGrp="1"/>
          </p:cNvSpPr>
          <p:nvPr/>
        </p:nvSpPr>
        <p:spPr>
          <a:xfrm xmlns:a="http://schemas.openxmlformats.org/drawingml/2006/main">
            <a:off x="3870960" y="297084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8" name="wire-120">
            <a:extLst xmlns:a="http://schemas.openxmlformats.org/drawingml/2006/main">
              <a:ext uri="{FF2B5EF4-FFF2-40B4-BE49-F238E27FC236}">
                <a16:creationId xmlns:a16="http://schemas.microsoft.com/office/drawing/2014/main" id="{ACD010C3-8596-4204-80FA-742B83098DEC}"/>
              </a:ext>
            </a:extLst>
          </p:cNvPr>
          <p:cNvSpPr>
            <a:spLocks xmlns:a="http://schemas.openxmlformats.org/drawingml/2006/main" noGrp="1"/>
          </p:cNvSpPr>
          <p:nvPr/>
        </p:nvSpPr>
        <p:spPr>
          <a:xfrm xmlns:a="http://schemas.openxmlformats.org/drawingml/2006/main">
            <a:off x="5810250" y="3162300"/>
            <a:ext cx="9525" cy="160020"/>
          </a:xfrm>
          <a:custGeom xmlns:a="http://schemas.openxmlformats.org/drawingml/2006/main">
            <a:pathLst>
              <a:path w="9525" h="160020">
                <a:moveTo>
                  <a:pt x="0" y="0"/>
                </a:moveTo>
                <a:lnTo>
                  <a:pt x="0" y="160020"/>
                </a:lnTo>
              </a:path>
            </a:pathLst>
          </a:custGeom>
          <a:noFill xmlns:a="http://schemas.openxmlformats.org/drawingml/2006/main"/>
          <a:ln xmlns:a="http://schemas.openxmlformats.org/drawingml/2006/main" w="24003">
            <a:solidFill>
              <a:srgbClr val="1572C3"/>
            </a:solidFill>
          </a:ln>
        </p:spPr>
      </p:sp>
      <p:sp>
        <p:nvSpPr>
          <p:cNvPr id="49" name="wire-121">
            <a:extLst xmlns:a="http://schemas.openxmlformats.org/drawingml/2006/main">
              <a:ext uri="{FF2B5EF4-FFF2-40B4-BE49-F238E27FC236}">
                <a16:creationId xmlns:a16="http://schemas.microsoft.com/office/drawing/2014/main" id="{7FA4D606-1A07-4D9E-AF5E-209473080DF2}"/>
              </a:ext>
            </a:extLst>
          </p:cNvPr>
          <p:cNvSpPr>
            <a:spLocks xmlns:a="http://schemas.openxmlformats.org/drawingml/2006/main" noGrp="1"/>
          </p:cNvSpPr>
          <p:nvPr/>
        </p:nvSpPr>
        <p:spPr>
          <a:xfrm xmlns:a="http://schemas.openxmlformats.org/drawingml/2006/main">
            <a:off x="4187190" y="3322320"/>
            <a:ext cx="1623060" cy="9525"/>
          </a:xfrm>
          <a:custGeom xmlns:a="http://schemas.openxmlformats.org/drawingml/2006/main">
            <a:pathLst>
              <a:path w="1623060" h="9525">
                <a:moveTo>
                  <a:pt x="1623060" y="0"/>
                </a:moveTo>
                <a:lnTo>
                  <a:pt x="0" y="0"/>
                </a:lnTo>
              </a:path>
            </a:pathLst>
          </a:custGeom>
          <a:noFill xmlns:a="http://schemas.openxmlformats.org/drawingml/2006/main"/>
          <a:ln xmlns:a="http://schemas.openxmlformats.org/drawingml/2006/main" w="24003">
            <a:solidFill>
              <a:srgbClr val="1572C3"/>
            </a:solidFill>
          </a:ln>
        </p:spPr>
      </p:sp>
      <p:sp>
        <p:nvSpPr>
          <p:cNvPr id="50" name="wire-122">
            <a:extLst xmlns:a="http://schemas.openxmlformats.org/drawingml/2006/main">
              <a:ext uri="{FF2B5EF4-FFF2-40B4-BE49-F238E27FC236}">
                <a16:creationId xmlns:a16="http://schemas.microsoft.com/office/drawing/2014/main" id="{5AB5BF4E-8657-4463-A29B-E2938432370F}"/>
              </a:ext>
            </a:extLst>
          </p:cNvPr>
          <p:cNvSpPr>
            <a:spLocks xmlns:a="http://schemas.openxmlformats.org/drawingml/2006/main" noGrp="1"/>
          </p:cNvSpPr>
          <p:nvPr/>
        </p:nvSpPr>
        <p:spPr>
          <a:xfrm xmlns:a="http://schemas.openxmlformats.org/drawingml/2006/main">
            <a:off x="4187190" y="3322320"/>
            <a:ext cx="9525" cy="674370"/>
          </a:xfrm>
          <a:custGeom xmlns:a="http://schemas.openxmlformats.org/drawingml/2006/main">
            <a:pathLst>
              <a:path w="9525" h="674370">
                <a:moveTo>
                  <a:pt x="0" y="0"/>
                </a:moveTo>
                <a:lnTo>
                  <a:pt x="0" y="674370"/>
                </a:lnTo>
              </a:path>
            </a:pathLst>
          </a:custGeom>
          <a:noFill xmlns:a="http://schemas.openxmlformats.org/drawingml/2006/main"/>
          <a:ln xmlns:a="http://schemas.openxmlformats.org/drawingml/2006/main" w="24003">
            <a:solidFill>
              <a:srgbClr val="1572C3"/>
            </a:solidFill>
          </a:ln>
        </p:spPr>
      </p:sp>
      <p:sp>
        <p:nvSpPr>
          <p:cNvPr id="51" name="wire-123">
            <a:extLst xmlns:a="http://schemas.openxmlformats.org/drawingml/2006/main">
              <a:ext uri="{FF2B5EF4-FFF2-40B4-BE49-F238E27FC236}">
                <a16:creationId xmlns:a16="http://schemas.microsoft.com/office/drawing/2014/main" id="{14353FDC-12B1-4608-BCE3-19AFB2549BE6}"/>
              </a:ext>
            </a:extLst>
          </p:cNvPr>
          <p:cNvSpPr>
            <a:spLocks xmlns:a="http://schemas.openxmlformats.org/drawingml/2006/main" noGrp="1"/>
          </p:cNvSpPr>
          <p:nvPr/>
        </p:nvSpPr>
        <p:spPr>
          <a:xfrm xmlns:a="http://schemas.openxmlformats.org/drawingml/2006/main">
            <a:off x="4187190" y="3996690"/>
            <a:ext cx="205740" cy="9525"/>
          </a:xfrm>
          <a:custGeom xmlns:a="http://schemas.openxmlformats.org/drawingml/2006/main">
            <a:pathLst>
              <a:path w="205740" h="9525">
                <a:moveTo>
                  <a:pt x="0" y="0"/>
                </a:moveTo>
                <a:lnTo>
                  <a:pt x="205740" y="0"/>
                </a:lnTo>
              </a:path>
            </a:pathLst>
          </a:custGeom>
          <a:noFill xmlns:a="http://schemas.openxmlformats.org/drawingml/2006/main"/>
          <a:ln xmlns:a="http://schemas.openxmlformats.org/drawingml/2006/main" w="24003">
            <a:solidFill>
              <a:srgbClr val="1572C3"/>
            </a:solidFill>
          </a:ln>
        </p:spPr>
      </p:sp>
      <p:sp>
        <p:nvSpPr>
          <p:cNvPr id="52" name="circuit-124">
            <a:extLst xmlns:a="http://schemas.openxmlformats.org/drawingml/2006/main">
              <a:ext uri="{FF2B5EF4-FFF2-40B4-BE49-F238E27FC236}">
                <a16:creationId xmlns:a16="http://schemas.microsoft.com/office/drawing/2014/main" id="{392E8A62-5C8C-423D-86AF-A5A1AEAEEF9A}"/>
              </a:ext>
            </a:extLst>
          </p:cNvPr>
          <p:cNvSpPr>
            <a:spLocks xmlns:a="http://schemas.openxmlformats.org/drawingml/2006/main" noGrp="1"/>
          </p:cNvSpPr>
          <p:nvPr/>
        </p:nvSpPr>
        <p:spPr>
          <a:xfrm xmlns:a="http://schemas.openxmlformats.org/drawingml/2006/main">
            <a:off x="4316730" y="396525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3" name="wire-125">
            <a:extLst xmlns:a="http://schemas.openxmlformats.org/drawingml/2006/main">
              <a:ext uri="{FF2B5EF4-FFF2-40B4-BE49-F238E27FC236}">
                <a16:creationId xmlns:a16="http://schemas.microsoft.com/office/drawing/2014/main" id="{589D6306-14AB-45A6-A971-68DA2582C16E}"/>
              </a:ext>
            </a:extLst>
          </p:cNvPr>
          <p:cNvSpPr>
            <a:spLocks xmlns:a="http://schemas.openxmlformats.org/drawingml/2006/main" noGrp="1"/>
          </p:cNvSpPr>
          <p:nvPr/>
        </p:nvSpPr>
        <p:spPr>
          <a:xfrm xmlns:a="http://schemas.openxmlformats.org/drawingml/2006/main">
            <a:off x="4701540" y="3162300"/>
            <a:ext cx="9525" cy="80010"/>
          </a:xfrm>
          <a:custGeom xmlns:a="http://schemas.openxmlformats.org/drawingml/2006/main">
            <a:pathLst>
              <a:path w="9525" h="80010">
                <a:moveTo>
                  <a:pt x="0" y="0"/>
                </a:moveTo>
                <a:lnTo>
                  <a:pt x="0" y="80010"/>
                </a:lnTo>
              </a:path>
            </a:pathLst>
          </a:custGeom>
          <a:noFill xmlns:a="http://schemas.openxmlformats.org/drawingml/2006/main"/>
          <a:ln xmlns:a="http://schemas.openxmlformats.org/drawingml/2006/main" w="26289">
            <a:solidFill>
              <a:srgbClr val="1572C3"/>
            </a:solidFill>
          </a:ln>
        </p:spPr>
      </p:sp>
      <p:sp>
        <p:nvSpPr>
          <p:cNvPr id="54" name="wire-126">
            <a:extLst xmlns:a="http://schemas.openxmlformats.org/drawingml/2006/main">
              <a:ext uri="{FF2B5EF4-FFF2-40B4-BE49-F238E27FC236}">
                <a16:creationId xmlns:a16="http://schemas.microsoft.com/office/drawing/2014/main" id="{32C818E5-BBBD-45C6-957C-106293168CB9}"/>
              </a:ext>
            </a:extLst>
          </p:cNvPr>
          <p:cNvSpPr>
            <a:spLocks xmlns:a="http://schemas.openxmlformats.org/drawingml/2006/main" noGrp="1"/>
          </p:cNvSpPr>
          <p:nvPr/>
        </p:nvSpPr>
        <p:spPr>
          <a:xfrm xmlns:a="http://schemas.openxmlformats.org/drawingml/2006/main">
            <a:off x="4701540" y="3242310"/>
            <a:ext cx="2068830" cy="9525"/>
          </a:xfrm>
          <a:custGeom xmlns:a="http://schemas.openxmlformats.org/drawingml/2006/main">
            <a:pathLst>
              <a:path w="2068830" h="9525">
                <a:moveTo>
                  <a:pt x="0" y="0"/>
                </a:moveTo>
                <a:lnTo>
                  <a:pt x="2068830" y="0"/>
                </a:lnTo>
              </a:path>
            </a:pathLst>
          </a:custGeom>
          <a:noFill xmlns:a="http://schemas.openxmlformats.org/drawingml/2006/main"/>
          <a:ln xmlns:a="http://schemas.openxmlformats.org/drawingml/2006/main" w="26289">
            <a:solidFill>
              <a:srgbClr val="1572C3"/>
            </a:solidFill>
          </a:ln>
        </p:spPr>
      </p:sp>
      <p:sp>
        <p:nvSpPr>
          <p:cNvPr id="55" name="wire-127">
            <a:extLst xmlns:a="http://schemas.openxmlformats.org/drawingml/2006/main">
              <a:ext uri="{FF2B5EF4-FFF2-40B4-BE49-F238E27FC236}">
                <a16:creationId xmlns:a16="http://schemas.microsoft.com/office/drawing/2014/main" id="{2AB48678-3430-4225-A886-47F8FB04D3F5}"/>
              </a:ext>
            </a:extLst>
          </p:cNvPr>
          <p:cNvSpPr>
            <a:spLocks xmlns:a="http://schemas.openxmlformats.org/drawingml/2006/main" noGrp="1"/>
          </p:cNvSpPr>
          <p:nvPr/>
        </p:nvSpPr>
        <p:spPr>
          <a:xfrm xmlns:a="http://schemas.openxmlformats.org/drawingml/2006/main">
            <a:off x="6770370" y="3242310"/>
            <a:ext cx="9525" cy="1508760"/>
          </a:xfrm>
          <a:custGeom xmlns:a="http://schemas.openxmlformats.org/drawingml/2006/main">
            <a:pathLst>
              <a:path w="9525" h="1508760">
                <a:moveTo>
                  <a:pt x="0" y="0"/>
                </a:moveTo>
                <a:lnTo>
                  <a:pt x="0" y="1508760"/>
                </a:lnTo>
              </a:path>
            </a:pathLst>
          </a:custGeom>
          <a:noFill xmlns:a="http://schemas.openxmlformats.org/drawingml/2006/main"/>
          <a:ln xmlns:a="http://schemas.openxmlformats.org/drawingml/2006/main" w="26289">
            <a:solidFill>
              <a:srgbClr val="1572C3"/>
            </a:solidFill>
          </a:ln>
        </p:spPr>
      </p:sp>
      <p:sp>
        <p:nvSpPr>
          <p:cNvPr id="56" name="wire-128">
            <a:extLst xmlns:a="http://schemas.openxmlformats.org/drawingml/2006/main">
              <a:ext uri="{FF2B5EF4-FFF2-40B4-BE49-F238E27FC236}">
                <a16:creationId xmlns:a16="http://schemas.microsoft.com/office/drawing/2014/main" id="{CC6829B1-ADA3-4D77-8EB7-BB5F03225BD6}"/>
              </a:ext>
            </a:extLst>
          </p:cNvPr>
          <p:cNvSpPr>
            <a:spLocks xmlns:a="http://schemas.openxmlformats.org/drawingml/2006/main" noGrp="1"/>
          </p:cNvSpPr>
          <p:nvPr/>
        </p:nvSpPr>
        <p:spPr>
          <a:xfrm xmlns:a="http://schemas.openxmlformats.org/drawingml/2006/main">
            <a:off x="6770370" y="475107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1572C3"/>
            </a:solidFill>
          </a:ln>
        </p:spPr>
      </p:sp>
      <p:sp>
        <p:nvSpPr>
          <p:cNvPr id="57" name="circuit-129">
            <a:extLst xmlns:a="http://schemas.openxmlformats.org/drawingml/2006/main">
              <a:ext uri="{FF2B5EF4-FFF2-40B4-BE49-F238E27FC236}">
                <a16:creationId xmlns:a16="http://schemas.microsoft.com/office/drawing/2014/main" id="{A717D898-5B37-4743-8425-559F8232418F}"/>
              </a:ext>
            </a:extLst>
          </p:cNvPr>
          <p:cNvSpPr>
            <a:spLocks xmlns:a="http://schemas.openxmlformats.org/drawingml/2006/main" noGrp="1"/>
          </p:cNvSpPr>
          <p:nvPr/>
        </p:nvSpPr>
        <p:spPr>
          <a:xfrm xmlns:a="http://schemas.openxmlformats.org/drawingml/2006/main">
            <a:off x="6957060" y="471963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8" name="wire-130">
            <a:extLst xmlns:a="http://schemas.openxmlformats.org/drawingml/2006/main">
              <a:ext uri="{FF2B5EF4-FFF2-40B4-BE49-F238E27FC236}">
                <a16:creationId xmlns:a16="http://schemas.microsoft.com/office/drawing/2014/main" id="{8CD48698-DE5A-4749-91D4-547349B673E3}"/>
              </a:ext>
            </a:extLst>
          </p:cNvPr>
          <p:cNvSpPr>
            <a:spLocks xmlns:a="http://schemas.openxmlformats.org/drawingml/2006/main" noGrp="1"/>
          </p:cNvSpPr>
          <p:nvPr/>
        </p:nvSpPr>
        <p:spPr>
          <a:xfrm xmlns:a="http://schemas.openxmlformats.org/drawingml/2006/main">
            <a:off x="7056120" y="3162300"/>
            <a:ext cx="9525" cy="262890"/>
          </a:xfrm>
          <a:custGeom xmlns:a="http://schemas.openxmlformats.org/drawingml/2006/main">
            <a:pathLst>
              <a:path w="9525" h="262890">
                <a:moveTo>
                  <a:pt x="0" y="0"/>
                </a:moveTo>
                <a:lnTo>
                  <a:pt x="0" y="262890"/>
                </a:lnTo>
              </a:path>
            </a:pathLst>
          </a:custGeom>
          <a:noFill xmlns:a="http://schemas.openxmlformats.org/drawingml/2006/main"/>
          <a:ln xmlns:a="http://schemas.openxmlformats.org/drawingml/2006/main" w="24003">
            <a:solidFill>
              <a:srgbClr val="1572C3"/>
            </a:solidFill>
          </a:ln>
        </p:spPr>
      </p:sp>
      <p:sp>
        <p:nvSpPr>
          <p:cNvPr id="59" name="wire-131">
            <a:extLst xmlns:a="http://schemas.openxmlformats.org/drawingml/2006/main">
              <a:ext uri="{FF2B5EF4-FFF2-40B4-BE49-F238E27FC236}">
                <a16:creationId xmlns:a16="http://schemas.microsoft.com/office/drawing/2014/main" id="{15880BB5-2DE0-49E5-B76A-3D0A1B56C5D5}"/>
              </a:ext>
            </a:extLst>
          </p:cNvPr>
          <p:cNvSpPr>
            <a:spLocks xmlns:a="http://schemas.openxmlformats.org/drawingml/2006/main" noGrp="1"/>
          </p:cNvSpPr>
          <p:nvPr/>
        </p:nvSpPr>
        <p:spPr>
          <a:xfrm xmlns:a="http://schemas.openxmlformats.org/drawingml/2006/main">
            <a:off x="4015740" y="3425190"/>
            <a:ext cx="3040380" cy="9525"/>
          </a:xfrm>
          <a:custGeom xmlns:a="http://schemas.openxmlformats.org/drawingml/2006/main">
            <a:pathLst>
              <a:path w="3040380" h="9525">
                <a:moveTo>
                  <a:pt x="3040380" y="0"/>
                </a:moveTo>
                <a:lnTo>
                  <a:pt x="0" y="0"/>
                </a:lnTo>
              </a:path>
            </a:pathLst>
          </a:custGeom>
          <a:noFill xmlns:a="http://schemas.openxmlformats.org/drawingml/2006/main"/>
          <a:ln xmlns:a="http://schemas.openxmlformats.org/drawingml/2006/main" w="24003">
            <a:solidFill>
              <a:srgbClr val="1572C3"/>
            </a:solidFill>
          </a:ln>
        </p:spPr>
      </p:sp>
      <p:sp>
        <p:nvSpPr>
          <p:cNvPr id="60" name="wire-132">
            <a:extLst xmlns:a="http://schemas.openxmlformats.org/drawingml/2006/main">
              <a:ext uri="{FF2B5EF4-FFF2-40B4-BE49-F238E27FC236}">
                <a16:creationId xmlns:a16="http://schemas.microsoft.com/office/drawing/2014/main" id="{CCAAD0D4-48C7-4C13-A9F6-57DB094FAB82}"/>
              </a:ext>
            </a:extLst>
          </p:cNvPr>
          <p:cNvSpPr>
            <a:spLocks xmlns:a="http://schemas.openxmlformats.org/drawingml/2006/main" noGrp="1"/>
          </p:cNvSpPr>
          <p:nvPr/>
        </p:nvSpPr>
        <p:spPr>
          <a:xfrm xmlns:a="http://schemas.openxmlformats.org/drawingml/2006/main">
            <a:off x="4015740" y="3425190"/>
            <a:ext cx="9525" cy="1405890"/>
          </a:xfrm>
          <a:custGeom xmlns:a="http://schemas.openxmlformats.org/drawingml/2006/main">
            <a:pathLst>
              <a:path w="9525" h="1405890">
                <a:moveTo>
                  <a:pt x="0" y="0"/>
                </a:moveTo>
                <a:lnTo>
                  <a:pt x="0" y="1405890"/>
                </a:lnTo>
              </a:path>
            </a:pathLst>
          </a:custGeom>
          <a:noFill xmlns:a="http://schemas.openxmlformats.org/drawingml/2006/main"/>
          <a:ln xmlns:a="http://schemas.openxmlformats.org/drawingml/2006/main" w="24003">
            <a:solidFill>
              <a:srgbClr val="1572C3"/>
            </a:solidFill>
          </a:ln>
        </p:spPr>
      </p:sp>
      <p:sp>
        <p:nvSpPr>
          <p:cNvPr id="61" name="wire-133">
            <a:extLst xmlns:a="http://schemas.openxmlformats.org/drawingml/2006/main">
              <a:ext uri="{FF2B5EF4-FFF2-40B4-BE49-F238E27FC236}">
                <a16:creationId xmlns:a16="http://schemas.microsoft.com/office/drawing/2014/main" id="{857AE222-3A3D-419E-AD02-5CF15BB26757}"/>
              </a:ext>
            </a:extLst>
          </p:cNvPr>
          <p:cNvSpPr>
            <a:spLocks xmlns:a="http://schemas.openxmlformats.org/drawingml/2006/main" noGrp="1"/>
          </p:cNvSpPr>
          <p:nvPr/>
        </p:nvSpPr>
        <p:spPr>
          <a:xfrm xmlns:a="http://schemas.openxmlformats.org/drawingml/2006/main">
            <a:off x="4015740" y="4831080"/>
            <a:ext cx="377190" cy="9525"/>
          </a:xfrm>
          <a:custGeom xmlns:a="http://schemas.openxmlformats.org/drawingml/2006/main">
            <a:pathLst>
              <a:path w="377190" h="9525">
                <a:moveTo>
                  <a:pt x="0" y="0"/>
                </a:moveTo>
                <a:lnTo>
                  <a:pt x="377190" y="0"/>
                </a:lnTo>
              </a:path>
            </a:pathLst>
          </a:custGeom>
          <a:noFill xmlns:a="http://schemas.openxmlformats.org/drawingml/2006/main"/>
          <a:ln xmlns:a="http://schemas.openxmlformats.org/drawingml/2006/main" w="24003">
            <a:solidFill>
              <a:srgbClr val="1572C3"/>
            </a:solidFill>
          </a:ln>
        </p:spPr>
      </p:sp>
      <p:sp>
        <p:nvSpPr>
          <p:cNvPr id="62" name="circuit-134">
            <a:extLst xmlns:a="http://schemas.openxmlformats.org/drawingml/2006/main">
              <a:ext uri="{FF2B5EF4-FFF2-40B4-BE49-F238E27FC236}">
                <a16:creationId xmlns:a16="http://schemas.microsoft.com/office/drawing/2014/main" id="{A1E85259-F9F7-41D4-9BA9-5726A283578A}"/>
              </a:ext>
            </a:extLst>
          </p:cNvPr>
          <p:cNvSpPr>
            <a:spLocks xmlns:a="http://schemas.openxmlformats.org/drawingml/2006/main" noGrp="1"/>
          </p:cNvSpPr>
          <p:nvPr/>
        </p:nvSpPr>
        <p:spPr>
          <a:xfrm xmlns:a="http://schemas.openxmlformats.org/drawingml/2006/main">
            <a:off x="4316730" y="479964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63" name="wire-135">
            <a:extLst xmlns:a="http://schemas.openxmlformats.org/drawingml/2006/main">
              <a:ext uri="{FF2B5EF4-FFF2-40B4-BE49-F238E27FC236}">
                <a16:creationId xmlns:a16="http://schemas.microsoft.com/office/drawing/2014/main" id="{3F9FB529-951C-4D17-85B7-D364D1D78250}"/>
              </a:ext>
            </a:extLst>
          </p:cNvPr>
          <p:cNvSpPr>
            <a:spLocks xmlns:a="http://schemas.openxmlformats.org/drawingml/2006/main" noGrp="1"/>
          </p:cNvSpPr>
          <p:nvPr/>
        </p:nvSpPr>
        <p:spPr>
          <a:xfrm xmlns:a="http://schemas.openxmlformats.org/drawingml/2006/main">
            <a:off x="4198620" y="4476750"/>
            <a:ext cx="194310" cy="9525"/>
          </a:xfrm>
          <a:custGeom xmlns:a="http://schemas.openxmlformats.org/drawingml/2006/main">
            <a:pathLst>
              <a:path w="194310" h="9525">
                <a:moveTo>
                  <a:pt x="0" y="0"/>
                </a:moveTo>
                <a:lnTo>
                  <a:pt x="194310" y="0"/>
                </a:lnTo>
              </a:path>
            </a:pathLst>
          </a:custGeom>
          <a:noFill xmlns:a="http://schemas.openxmlformats.org/drawingml/2006/main"/>
          <a:ln xmlns:a="http://schemas.openxmlformats.org/drawingml/2006/main" w="17145">
            <a:solidFill>
              <a:srgbClr val="9FA9B9"/>
            </a:solidFill>
          </a:ln>
        </p:spPr>
      </p:sp>
      <p:sp>
        <p:nvSpPr>
          <p:cNvPr id="64" name="circuit-136">
            <a:extLst xmlns:a="http://schemas.openxmlformats.org/drawingml/2006/main">
              <a:ext uri="{FF2B5EF4-FFF2-40B4-BE49-F238E27FC236}">
                <a16:creationId xmlns:a16="http://schemas.microsoft.com/office/drawing/2014/main" id="{D9E31832-7BCE-40F8-9DAB-BB94F2785BF9}"/>
              </a:ext>
            </a:extLst>
          </p:cNvPr>
          <p:cNvSpPr>
            <a:spLocks xmlns:a="http://schemas.openxmlformats.org/drawingml/2006/main" noGrp="1"/>
          </p:cNvSpPr>
          <p:nvPr/>
        </p:nvSpPr>
        <p:spPr>
          <a:xfrm xmlns:a="http://schemas.openxmlformats.org/drawingml/2006/main">
            <a:off x="4316730" y="4445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65" name="board-stable-rf">
            <a:extLst xmlns:a="http://schemas.openxmlformats.org/drawingml/2006/main">
              <a:ext uri="{FF2B5EF4-FFF2-40B4-BE49-F238E27FC236}">
                <a16:creationId xmlns:a16="http://schemas.microsoft.com/office/drawing/2014/main" id="{807C4710-8101-4325-8271-551C3BB2775D}"/>
              </a:ext>
            </a:extLst>
          </p:cNvPr>
          <p:cNvSpPr>
            <a:spLocks xmlns:a="http://schemas.openxmlformats.org/drawingml/2006/main" noGrp="1"/>
          </p:cNvSpPr>
          <p:nvPr/>
        </p:nvSpPr>
        <p:spPr>
          <a:xfrm xmlns:a="http://schemas.openxmlformats.org/drawingml/2006/main">
            <a:off x="4392930" y="3505200"/>
            <a:ext cx="1885950" cy="178308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66" name="circuit-138">
            <a:extLst xmlns:a="http://schemas.openxmlformats.org/drawingml/2006/main">
              <a:ext uri="{FF2B5EF4-FFF2-40B4-BE49-F238E27FC236}">
                <a16:creationId xmlns:a16="http://schemas.microsoft.com/office/drawing/2014/main" id="{62633A48-381E-4926-94D4-B11074251E56}"/>
              </a:ext>
            </a:extLst>
          </p:cNvPr>
          <p:cNvSpPr>
            <a:spLocks xmlns:a="http://schemas.openxmlformats.org/drawingml/2006/main" noGrp="1"/>
          </p:cNvSpPr>
          <p:nvPr/>
        </p:nvSpPr>
        <p:spPr>
          <a:xfrm xmlns:a="http://schemas.openxmlformats.org/drawingml/2006/main">
            <a:off x="4861560" y="3505200"/>
            <a:ext cx="182880" cy="102870"/>
          </a:xfrm>
          <a:custGeom xmlns:a="http://schemas.openxmlformats.org/drawingml/2006/main">
            <a:pathLst>
              <a:path w="182880" h="102870">
                <a:moveTo>
                  <a:pt x="0" y="0"/>
                </a:moveTo>
                <a:lnTo>
                  <a:pt x="91440" y="102870"/>
                </a:lnTo>
                <a:lnTo>
                  <a:pt x="182880" y="0"/>
                </a:lnTo>
                <a:close/>
              </a:path>
            </a:pathLst>
          </a:custGeom>
          <a:noFill xmlns:a="http://schemas.openxmlformats.org/drawingml/2006/main"/>
          <a:ln xmlns:a="http://schemas.openxmlformats.org/drawingml/2006/main" w="25146">
            <a:solidFill>
              <a:srgbClr val="231F20"/>
            </a:solidFill>
          </a:ln>
        </p:spPr>
      </p:sp>
      <p:sp>
        <p:nvSpPr>
          <p:cNvPr id="67" name="wire-139">
            <a:extLst xmlns:a="http://schemas.openxmlformats.org/drawingml/2006/main">
              <a:ext uri="{FF2B5EF4-FFF2-40B4-BE49-F238E27FC236}">
                <a16:creationId xmlns:a16="http://schemas.microsoft.com/office/drawing/2014/main" id="{A2A58FEF-9E2E-44E1-B894-075AE803AC30}"/>
              </a:ext>
            </a:extLst>
          </p:cNvPr>
          <p:cNvSpPr>
            <a:spLocks xmlns:a="http://schemas.openxmlformats.org/drawingml/2006/main" noGrp="1"/>
          </p:cNvSpPr>
          <p:nvPr/>
        </p:nvSpPr>
        <p:spPr>
          <a:xfrm xmlns:a="http://schemas.openxmlformats.org/drawingml/2006/main">
            <a:off x="4953000" y="3425190"/>
            <a:ext cx="9525" cy="80010"/>
          </a:xfrm>
          <a:custGeom xmlns:a="http://schemas.openxmlformats.org/drawingml/2006/main">
            <a:pathLst>
              <a:path w="9525" h="80010">
                <a:moveTo>
                  <a:pt x="0" y="0"/>
                </a:moveTo>
                <a:lnTo>
                  <a:pt x="0" y="80010"/>
                </a:lnTo>
              </a:path>
            </a:pathLst>
          </a:custGeom>
          <a:noFill xmlns:a="http://schemas.openxmlformats.org/drawingml/2006/main"/>
          <a:ln xmlns:a="http://schemas.openxmlformats.org/drawingml/2006/main" w="13716">
            <a:solidFill>
              <a:srgbClr val="231F20"/>
            </a:solidFill>
          </a:ln>
        </p:spPr>
      </p:sp>
      <p:sp>
        <p:nvSpPr>
          <p:cNvPr id="68" name="text-140">
            <a:extLst xmlns:a="http://schemas.openxmlformats.org/drawingml/2006/main">
              <a:ext uri="{FF2B5EF4-FFF2-40B4-BE49-F238E27FC236}">
                <a16:creationId xmlns:a16="http://schemas.microsoft.com/office/drawing/2014/main" id="{4C03765A-94EE-42B2-8717-9213FCB6DD8E}"/>
              </a:ext>
            </a:extLst>
          </p:cNvPr>
          <p:cNvSpPr>
            <a:spLocks xmlns:a="http://schemas.openxmlformats.org/drawingml/2006/main" noGrp="1"/>
          </p:cNvSpPr>
          <p:nvPr/>
        </p:nvSpPr>
        <p:spPr>
          <a:xfrm xmlns:a="http://schemas.openxmlformats.org/drawingml/2006/main">
            <a:off x="4872990" y="4099560"/>
            <a:ext cx="9144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10" b="1">
                <a:solidFill>
                  <a:srgbClr val="231F20"/>
                </a:solidFill>
                <a:latin typeface="Yu Gothic"/>
                <a:ea typeface="Yu Gothic"/>
                <a:cs typeface="Yu Gothic"/>
              </a:defRPr>
            </a:defPPr>
            <a:lvl1pPr algn="ctr">
              <a:defRPr sz="1710" b="1">
                <a:solidFill>
                  <a:srgbClr val="231F20"/>
                </a:solidFill>
                <a:latin typeface="Yu Gothic"/>
                <a:ea typeface="Yu Gothic"/>
                <a:cs typeface="Yu Gothic"/>
              </a:defRPr>
            </a:lvl1pPr>
            <a:lvl2pPr algn="ctr">
              <a:defRPr sz="1710" b="1">
                <a:solidFill>
                  <a:srgbClr val="231F20"/>
                </a:solidFill>
                <a:latin typeface="Yu Gothic"/>
                <a:ea typeface="Yu Gothic"/>
                <a:cs typeface="Yu Gothic"/>
              </a:defRPr>
            </a:lvl2pPr>
            <a:lvl3pPr algn="ctr">
              <a:defRPr sz="1710" b="1">
                <a:solidFill>
                  <a:srgbClr val="231F20"/>
                </a:solidFill>
                <a:latin typeface="Yu Gothic"/>
                <a:ea typeface="Yu Gothic"/>
                <a:cs typeface="Yu Gothic"/>
              </a:defRPr>
            </a:lvl3pPr>
            <a:lvl4pPr algn="ctr">
              <a:defRPr sz="1710" b="1">
                <a:solidFill>
                  <a:srgbClr val="231F20"/>
                </a:solidFill>
                <a:latin typeface="Yu Gothic"/>
                <a:ea typeface="Yu Gothic"/>
                <a:cs typeface="Yu Gothic"/>
              </a:defRPr>
            </a:lvl4pPr>
            <a:lvl5pPr algn="ctr">
              <a:defRPr sz="1710" b="1">
                <a:solidFill>
                  <a:srgbClr val="231F20"/>
                </a:solidFill>
                <a:latin typeface="Yu Gothic"/>
                <a:ea typeface="Yu Gothic"/>
                <a:cs typeface="Yu Gothic"/>
              </a:defRPr>
            </a:lvl5pPr>
            <a:lvl6pPr algn="ctr">
              <a:defRPr sz="1710" b="1">
                <a:solidFill>
                  <a:srgbClr val="231F20"/>
                </a:solidFill>
                <a:latin typeface="Yu Gothic"/>
                <a:ea typeface="Yu Gothic"/>
                <a:cs typeface="Yu Gothic"/>
              </a:defRPr>
            </a:lvl6pPr>
            <a:lvl7pPr algn="ctr">
              <a:defRPr sz="1710" b="1">
                <a:solidFill>
                  <a:srgbClr val="231F20"/>
                </a:solidFill>
                <a:latin typeface="Yu Gothic"/>
                <a:ea typeface="Yu Gothic"/>
                <a:cs typeface="Yu Gothic"/>
              </a:defRPr>
            </a:lvl7pPr>
            <a:lvl8pPr algn="ctr">
              <a:defRPr sz="1710" b="1">
                <a:solidFill>
                  <a:srgbClr val="231F20"/>
                </a:solidFill>
                <a:latin typeface="Yu Gothic"/>
                <a:ea typeface="Yu Gothic"/>
                <a:cs typeface="Yu Gothic"/>
              </a:defRPr>
            </a:lvl8pPr>
            <a:lvl9pPr algn="ctr">
              <a:defRPr sz="1710" b="1">
                <a:solidFill>
                  <a:srgbClr val="231F20"/>
                </a:solidFill>
                <a:latin typeface="Yu Gothic"/>
                <a:ea typeface="Yu Gothic"/>
                <a:cs typeface="Yu Gothic"/>
              </a:defRPr>
            </a:lvl9pPr>
          </a:lstStyle>
          <a:p xmlns:a="http://schemas.openxmlformats.org/drawingml/2006/main">
            <a:pPr algn="ctr">
              <a:defRPr sz="1710" b="1">
                <a:solidFill>
                  <a:srgbClr val="231F20"/>
                </a:solidFill>
                <a:latin typeface="Yu Gothic"/>
                <a:ea typeface="Yu Gothic"/>
                <a:cs typeface="Yu Gothic"/>
              </a:defRPr>
            </a:pPr>
            <a:r>
              <a:rPr sz="1710" b="1">
                <a:solidFill>
                  <a:srgbClr val="231F20"/>
                </a:solidFill>
                <a:latin typeface="Yu Gothic"/>
                <a:ea typeface="Yu Gothic"/>
                <a:cs typeface="Yu Gothic"/>
              </a:rPr>
              <a:t>レジスタ</a:t>
            </a:r>
          </a:p>
          <a:p xmlns:a="http://schemas.openxmlformats.org/drawingml/2006/main">
            <a:pPr algn="ctr">
              <a:defRPr sz="1710" b="1">
                <a:solidFill>
                  <a:srgbClr val="231F20"/>
                </a:solidFill>
                <a:latin typeface="Yu Gothic"/>
                <a:ea typeface="Yu Gothic"/>
                <a:cs typeface="Yu Gothic"/>
              </a:defRPr>
            </a:pPr>
            <a:r>
              <a:rPr sz="1710" b="1">
                <a:solidFill>
                  <a:srgbClr val="231F20"/>
                </a:solidFill>
                <a:latin typeface="Yu Gothic"/>
                <a:ea typeface="Yu Gothic"/>
                <a:cs typeface="Yu Gothic"/>
              </a:rPr>
              <a:t>群</a:t>
            </a:r>
          </a:p>
        </p:txBody>
      </p:sp>
      <p:sp>
        <p:nvSpPr>
          <p:cNvPr id="69" name="text-141">
            <a:extLst xmlns:a="http://schemas.openxmlformats.org/drawingml/2006/main">
              <a:ext uri="{FF2B5EF4-FFF2-40B4-BE49-F238E27FC236}">
                <a16:creationId xmlns:a16="http://schemas.microsoft.com/office/drawing/2014/main" id="{02434AB1-5D93-4149-9DB1-87F2B297E38F}"/>
              </a:ext>
            </a:extLst>
          </p:cNvPr>
          <p:cNvSpPr>
            <a:spLocks xmlns:a="http://schemas.openxmlformats.org/drawingml/2006/main" noGrp="1"/>
          </p:cNvSpPr>
          <p:nvPr/>
        </p:nvSpPr>
        <p:spPr>
          <a:xfrm xmlns:a="http://schemas.openxmlformats.org/drawingml/2006/main">
            <a:off x="4461510" y="382524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A1</a:t>
            </a:r>
          </a:p>
        </p:txBody>
      </p:sp>
      <p:sp>
        <p:nvSpPr>
          <p:cNvPr id="70" name="text-142">
            <a:extLst xmlns:a="http://schemas.openxmlformats.org/drawingml/2006/main">
              <a:ext uri="{FF2B5EF4-FFF2-40B4-BE49-F238E27FC236}">
                <a16:creationId xmlns:a16="http://schemas.microsoft.com/office/drawing/2014/main" id="{1F1EF42D-C01C-4BC4-91F3-9DDF028B48C6}"/>
              </a:ext>
            </a:extLst>
          </p:cNvPr>
          <p:cNvSpPr>
            <a:spLocks xmlns:a="http://schemas.openxmlformats.org/drawingml/2006/main" noGrp="1"/>
          </p:cNvSpPr>
          <p:nvPr/>
        </p:nvSpPr>
        <p:spPr>
          <a:xfrm xmlns:a="http://schemas.openxmlformats.org/drawingml/2006/main">
            <a:off x="4461510" y="43281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A2</a:t>
            </a:r>
          </a:p>
        </p:txBody>
      </p:sp>
      <p:sp>
        <p:nvSpPr>
          <p:cNvPr id="71" name="text-143">
            <a:extLst xmlns:a="http://schemas.openxmlformats.org/drawingml/2006/main">
              <a:ext uri="{FF2B5EF4-FFF2-40B4-BE49-F238E27FC236}">
                <a16:creationId xmlns:a16="http://schemas.microsoft.com/office/drawing/2014/main" id="{80A87AA4-B42A-4F95-AB2C-7ECFE075DA53}"/>
              </a:ext>
            </a:extLst>
          </p:cNvPr>
          <p:cNvSpPr>
            <a:spLocks xmlns:a="http://schemas.openxmlformats.org/drawingml/2006/main" noGrp="1"/>
          </p:cNvSpPr>
          <p:nvPr/>
        </p:nvSpPr>
        <p:spPr>
          <a:xfrm xmlns:a="http://schemas.openxmlformats.org/drawingml/2006/main">
            <a:off x="4461510" y="46710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A3</a:t>
            </a:r>
          </a:p>
        </p:txBody>
      </p:sp>
      <p:sp>
        <p:nvSpPr>
          <p:cNvPr id="72" name="text-144">
            <a:extLst xmlns:a="http://schemas.openxmlformats.org/drawingml/2006/main">
              <a:ext uri="{FF2B5EF4-FFF2-40B4-BE49-F238E27FC236}">
                <a16:creationId xmlns:a16="http://schemas.microsoft.com/office/drawing/2014/main" id="{527A7F9D-24FC-4A50-B597-9DBD867D9A87}"/>
              </a:ext>
            </a:extLst>
          </p:cNvPr>
          <p:cNvSpPr>
            <a:spLocks xmlns:a="http://schemas.openxmlformats.org/drawingml/2006/main" noGrp="1"/>
          </p:cNvSpPr>
          <p:nvPr/>
        </p:nvSpPr>
        <p:spPr>
          <a:xfrm xmlns:a="http://schemas.openxmlformats.org/drawingml/2006/main">
            <a:off x="4461510" y="50139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WD3</a:t>
            </a:r>
          </a:p>
        </p:txBody>
      </p:sp>
      <p:sp>
        <p:nvSpPr>
          <p:cNvPr id="73" name="text-145">
            <a:extLst xmlns:a="http://schemas.openxmlformats.org/drawingml/2006/main">
              <a:ext uri="{FF2B5EF4-FFF2-40B4-BE49-F238E27FC236}">
                <a16:creationId xmlns:a16="http://schemas.microsoft.com/office/drawing/2014/main" id="{4B8A9A37-BB41-498D-9D5B-B758AE5A0EEF}"/>
              </a:ext>
            </a:extLst>
          </p:cNvPr>
          <p:cNvSpPr>
            <a:spLocks xmlns:a="http://schemas.openxmlformats.org/drawingml/2006/main" noGrp="1"/>
          </p:cNvSpPr>
          <p:nvPr/>
        </p:nvSpPr>
        <p:spPr>
          <a:xfrm xmlns:a="http://schemas.openxmlformats.org/drawingml/2006/main">
            <a:off x="5821680" y="382524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RD1</a:t>
            </a:r>
          </a:p>
        </p:txBody>
      </p:sp>
      <p:sp>
        <p:nvSpPr>
          <p:cNvPr id="74" name="text-146">
            <a:extLst xmlns:a="http://schemas.openxmlformats.org/drawingml/2006/main">
              <a:ext uri="{FF2B5EF4-FFF2-40B4-BE49-F238E27FC236}">
                <a16:creationId xmlns:a16="http://schemas.microsoft.com/office/drawing/2014/main" id="{2BC24133-6674-48AE-AC44-3F207C7C9E7A}"/>
              </a:ext>
            </a:extLst>
          </p:cNvPr>
          <p:cNvSpPr>
            <a:spLocks xmlns:a="http://schemas.openxmlformats.org/drawingml/2006/main" noGrp="1"/>
          </p:cNvSpPr>
          <p:nvPr/>
        </p:nvSpPr>
        <p:spPr>
          <a:xfrm xmlns:a="http://schemas.openxmlformats.org/drawingml/2006/main">
            <a:off x="5821680" y="43281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RD2</a:t>
            </a:r>
          </a:p>
        </p:txBody>
      </p:sp>
      <p:sp>
        <p:nvSpPr>
          <p:cNvPr id="75" name="text-147">
            <a:extLst xmlns:a="http://schemas.openxmlformats.org/drawingml/2006/main">
              <a:ext uri="{FF2B5EF4-FFF2-40B4-BE49-F238E27FC236}">
                <a16:creationId xmlns:a16="http://schemas.microsoft.com/office/drawing/2014/main" id="{836949E3-B5CD-4461-8E24-7EE86CDFF561}"/>
              </a:ext>
            </a:extLst>
          </p:cNvPr>
          <p:cNvSpPr>
            <a:spLocks xmlns:a="http://schemas.openxmlformats.org/drawingml/2006/main" noGrp="1"/>
          </p:cNvSpPr>
          <p:nvPr/>
        </p:nvSpPr>
        <p:spPr>
          <a:xfrm xmlns:a="http://schemas.openxmlformats.org/drawingml/2006/main">
            <a:off x="5798820" y="3528060"/>
            <a:ext cx="42291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1572C3"/>
                </a:solidFill>
                <a:latin typeface="Arial"/>
                <a:ea typeface="Arial"/>
                <a:cs typeface="Arial"/>
              </a:defRPr>
            </a:defPPr>
            <a:lvl1pPr algn="l">
              <a:defRPr sz="1260" b="0">
                <a:solidFill>
                  <a:srgbClr val="1572C3"/>
                </a:solidFill>
                <a:latin typeface="Arial"/>
                <a:ea typeface="Arial"/>
                <a:cs typeface="Arial"/>
              </a:defRPr>
            </a:lvl1pPr>
            <a:lvl2pPr algn="l">
              <a:defRPr sz="1260" b="0">
                <a:solidFill>
                  <a:srgbClr val="1572C3"/>
                </a:solidFill>
                <a:latin typeface="Arial"/>
                <a:ea typeface="Arial"/>
                <a:cs typeface="Arial"/>
              </a:defRPr>
            </a:lvl2pPr>
            <a:lvl3pPr algn="l">
              <a:defRPr sz="1260" b="0">
                <a:solidFill>
                  <a:srgbClr val="1572C3"/>
                </a:solidFill>
                <a:latin typeface="Arial"/>
                <a:ea typeface="Arial"/>
                <a:cs typeface="Arial"/>
              </a:defRPr>
            </a:lvl3pPr>
            <a:lvl4pPr algn="l">
              <a:defRPr sz="1260" b="0">
                <a:solidFill>
                  <a:srgbClr val="1572C3"/>
                </a:solidFill>
                <a:latin typeface="Arial"/>
                <a:ea typeface="Arial"/>
                <a:cs typeface="Arial"/>
              </a:defRPr>
            </a:lvl4pPr>
            <a:lvl5pPr algn="l">
              <a:defRPr sz="1260" b="0">
                <a:solidFill>
                  <a:srgbClr val="1572C3"/>
                </a:solidFill>
                <a:latin typeface="Arial"/>
                <a:ea typeface="Arial"/>
                <a:cs typeface="Arial"/>
              </a:defRPr>
            </a:lvl5pPr>
            <a:lvl6pPr algn="l">
              <a:defRPr sz="1260" b="0">
                <a:solidFill>
                  <a:srgbClr val="1572C3"/>
                </a:solidFill>
                <a:latin typeface="Arial"/>
                <a:ea typeface="Arial"/>
                <a:cs typeface="Arial"/>
              </a:defRPr>
            </a:lvl6pPr>
            <a:lvl7pPr algn="l">
              <a:defRPr sz="1260" b="0">
                <a:solidFill>
                  <a:srgbClr val="1572C3"/>
                </a:solidFill>
                <a:latin typeface="Arial"/>
                <a:ea typeface="Arial"/>
                <a:cs typeface="Arial"/>
              </a:defRPr>
            </a:lvl7pPr>
            <a:lvl8pPr algn="l">
              <a:defRPr sz="1260" b="0">
                <a:solidFill>
                  <a:srgbClr val="1572C3"/>
                </a:solidFill>
                <a:latin typeface="Arial"/>
                <a:ea typeface="Arial"/>
                <a:cs typeface="Arial"/>
              </a:defRPr>
            </a:lvl8pPr>
            <a:lvl9pPr algn="l">
              <a:defRPr sz="1260" b="0">
                <a:solidFill>
                  <a:srgbClr val="1572C3"/>
                </a:solidFill>
                <a:latin typeface="Arial"/>
                <a:ea typeface="Arial"/>
                <a:cs typeface="Arial"/>
              </a:defRPr>
            </a:lvl9pPr>
          </a:lstStyle>
          <a:p xmlns:a="http://schemas.openxmlformats.org/drawingml/2006/main">
            <a:pPr algn="l">
              <a:defRPr sz="1260" b="0">
                <a:solidFill>
                  <a:srgbClr val="1572C3"/>
                </a:solidFill>
                <a:latin typeface="Arial"/>
                <a:ea typeface="Arial"/>
                <a:cs typeface="Arial"/>
              </a:defRPr>
            </a:pPr>
            <a:r>
              <a:rPr sz="1260" b="0">
                <a:solidFill>
                  <a:srgbClr val="1572C3"/>
                </a:solidFill>
                <a:latin typeface="Arial"/>
                <a:ea typeface="Arial"/>
                <a:cs typeface="Arial"/>
              </a:rPr>
              <a:t>WE3</a:t>
            </a:r>
          </a:p>
        </p:txBody>
      </p:sp>
      <p:sp>
        <p:nvSpPr>
          <p:cNvPr id="76" name="wire-148">
            <a:extLst xmlns:a="http://schemas.openxmlformats.org/drawingml/2006/main">
              <a:ext uri="{FF2B5EF4-FFF2-40B4-BE49-F238E27FC236}">
                <a16:creationId xmlns:a16="http://schemas.microsoft.com/office/drawing/2014/main" id="{6CB767E5-2B89-42D0-9967-8EFF95A46401}"/>
              </a:ext>
            </a:extLst>
          </p:cNvPr>
          <p:cNvSpPr>
            <a:spLocks xmlns:a="http://schemas.openxmlformats.org/drawingml/2006/main" noGrp="1"/>
          </p:cNvSpPr>
          <p:nvPr/>
        </p:nvSpPr>
        <p:spPr>
          <a:xfrm xmlns:a="http://schemas.openxmlformats.org/drawingml/2006/main">
            <a:off x="6278880" y="3996690"/>
            <a:ext cx="754380" cy="9525"/>
          </a:xfrm>
          <a:custGeom xmlns:a="http://schemas.openxmlformats.org/drawingml/2006/main">
            <a:pathLst>
              <a:path w="754380" h="9525">
                <a:moveTo>
                  <a:pt x="0" y="0"/>
                </a:moveTo>
                <a:lnTo>
                  <a:pt x="754380" y="0"/>
                </a:lnTo>
              </a:path>
            </a:pathLst>
          </a:custGeom>
          <a:noFill xmlns:a="http://schemas.openxmlformats.org/drawingml/2006/main"/>
          <a:ln xmlns:a="http://schemas.openxmlformats.org/drawingml/2006/main" w="30861">
            <a:solidFill>
              <a:srgbClr val="231F20"/>
            </a:solidFill>
          </a:ln>
        </p:spPr>
      </p:sp>
      <p:sp>
        <p:nvSpPr>
          <p:cNvPr id="77" name="circuit-149">
            <a:extLst xmlns:a="http://schemas.openxmlformats.org/drawingml/2006/main">
              <a:ext uri="{FF2B5EF4-FFF2-40B4-BE49-F238E27FC236}">
                <a16:creationId xmlns:a16="http://schemas.microsoft.com/office/drawing/2014/main" id="{A49DF028-1659-4193-B81E-6D6848BD19E0}"/>
              </a:ext>
            </a:extLst>
          </p:cNvPr>
          <p:cNvSpPr>
            <a:spLocks xmlns:a="http://schemas.openxmlformats.org/drawingml/2006/main" noGrp="1"/>
          </p:cNvSpPr>
          <p:nvPr/>
        </p:nvSpPr>
        <p:spPr>
          <a:xfrm xmlns:a="http://schemas.openxmlformats.org/drawingml/2006/main">
            <a:off x="6957060" y="396525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8" name="text-150">
            <a:extLst xmlns:a="http://schemas.openxmlformats.org/drawingml/2006/main">
              <a:ext uri="{FF2B5EF4-FFF2-40B4-BE49-F238E27FC236}">
                <a16:creationId xmlns:a16="http://schemas.microsoft.com/office/drawing/2014/main" id="{A8D38003-8865-45A5-A217-E866A567D5B1}"/>
              </a:ext>
            </a:extLst>
          </p:cNvPr>
          <p:cNvSpPr>
            <a:spLocks xmlns:a="http://schemas.openxmlformats.org/drawingml/2006/main" noGrp="1"/>
          </p:cNvSpPr>
          <p:nvPr/>
        </p:nvSpPr>
        <p:spPr>
          <a:xfrm xmlns:a="http://schemas.openxmlformats.org/drawingml/2006/main">
            <a:off x="6381750" y="3619500"/>
            <a:ext cx="32004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1572C3"/>
                </a:solidFill>
                <a:latin typeface="Arial"/>
                <a:ea typeface="Arial"/>
                <a:cs typeface="Arial"/>
              </a:defRPr>
            </a:defPPr>
            <a:lvl1pPr algn="ctr">
              <a:defRPr sz="2070" b="1">
                <a:solidFill>
                  <a:srgbClr val="1572C3"/>
                </a:solidFill>
                <a:latin typeface="Arial"/>
                <a:ea typeface="Arial"/>
                <a:cs typeface="Arial"/>
              </a:defRPr>
            </a:lvl1pPr>
            <a:lvl2pPr algn="ctr">
              <a:defRPr sz="2070" b="1">
                <a:solidFill>
                  <a:srgbClr val="1572C3"/>
                </a:solidFill>
                <a:latin typeface="Arial"/>
                <a:ea typeface="Arial"/>
                <a:cs typeface="Arial"/>
              </a:defRPr>
            </a:lvl2pPr>
            <a:lvl3pPr algn="ctr">
              <a:defRPr sz="2070" b="1">
                <a:solidFill>
                  <a:srgbClr val="1572C3"/>
                </a:solidFill>
                <a:latin typeface="Arial"/>
                <a:ea typeface="Arial"/>
                <a:cs typeface="Arial"/>
              </a:defRPr>
            </a:lvl3pPr>
            <a:lvl4pPr algn="ctr">
              <a:defRPr sz="2070" b="1">
                <a:solidFill>
                  <a:srgbClr val="1572C3"/>
                </a:solidFill>
                <a:latin typeface="Arial"/>
                <a:ea typeface="Arial"/>
                <a:cs typeface="Arial"/>
              </a:defRPr>
            </a:lvl4pPr>
            <a:lvl5pPr algn="ctr">
              <a:defRPr sz="2070" b="1">
                <a:solidFill>
                  <a:srgbClr val="1572C3"/>
                </a:solidFill>
                <a:latin typeface="Arial"/>
                <a:ea typeface="Arial"/>
                <a:cs typeface="Arial"/>
              </a:defRPr>
            </a:lvl5pPr>
            <a:lvl6pPr algn="ctr">
              <a:defRPr sz="2070" b="1">
                <a:solidFill>
                  <a:srgbClr val="1572C3"/>
                </a:solidFill>
                <a:latin typeface="Arial"/>
                <a:ea typeface="Arial"/>
                <a:cs typeface="Arial"/>
              </a:defRPr>
            </a:lvl6pPr>
            <a:lvl7pPr algn="ctr">
              <a:defRPr sz="2070" b="1">
                <a:solidFill>
                  <a:srgbClr val="1572C3"/>
                </a:solidFill>
                <a:latin typeface="Arial"/>
                <a:ea typeface="Arial"/>
                <a:cs typeface="Arial"/>
              </a:defRPr>
            </a:lvl7pPr>
            <a:lvl8pPr algn="ctr">
              <a:defRPr sz="2070" b="1">
                <a:solidFill>
                  <a:srgbClr val="1572C3"/>
                </a:solidFill>
                <a:latin typeface="Arial"/>
                <a:ea typeface="Arial"/>
                <a:cs typeface="Arial"/>
              </a:defRPr>
            </a:lvl8pPr>
            <a:lvl9pPr algn="ctr">
              <a:defRPr sz="2070" b="1">
                <a:solidFill>
                  <a:srgbClr val="1572C3"/>
                </a:solidFill>
                <a:latin typeface="Arial"/>
                <a:ea typeface="Arial"/>
                <a:cs typeface="Arial"/>
              </a:defRPr>
            </a:lvl9pPr>
          </a:lstStyle>
          <a:p xmlns:a="http://schemas.openxmlformats.org/drawingml/2006/main">
            <a:pPr algn="ctr">
              <a:defRPr sz="2070" b="1">
                <a:solidFill>
                  <a:srgbClr val="1572C3"/>
                </a:solidFill>
                <a:latin typeface="Arial"/>
                <a:ea typeface="Arial"/>
                <a:cs typeface="Arial"/>
              </a:defRPr>
            </a:pPr>
            <a:r>
              <a:rPr sz="2070" b="1">
                <a:solidFill>
                  <a:srgbClr val="1572C3"/>
                </a:solidFill>
                <a:latin typeface="Arial"/>
                <a:ea typeface="Arial"/>
                <a:cs typeface="Arial"/>
              </a:rPr>
              <a:t>0</a:t>
            </a:r>
          </a:p>
        </p:txBody>
      </p:sp>
      <p:sp>
        <p:nvSpPr>
          <p:cNvPr id="79" name="board-stable-alu">
            <a:extLst xmlns:a="http://schemas.openxmlformats.org/drawingml/2006/main">
              <a:ext uri="{FF2B5EF4-FFF2-40B4-BE49-F238E27FC236}">
                <a16:creationId xmlns:a16="http://schemas.microsoft.com/office/drawing/2014/main" id="{6DE9A88B-176B-4375-B344-E4559349CF8D}"/>
              </a:ext>
            </a:extLst>
          </p:cNvPr>
          <p:cNvSpPr>
            <a:spLocks xmlns:a="http://schemas.openxmlformats.org/drawingml/2006/main" noGrp="1"/>
          </p:cNvSpPr>
          <p:nvPr/>
        </p:nvSpPr>
        <p:spPr>
          <a:xfrm xmlns:a="http://schemas.openxmlformats.org/drawingml/2006/main">
            <a:off x="7033260" y="3825240"/>
            <a:ext cx="777240" cy="1120140"/>
          </a:xfrm>
          <a:custGeom xmlns:a="http://schemas.openxmlformats.org/drawingml/2006/main">
            <a:pathLst>
              <a:path w="777240" h="1120140">
                <a:moveTo>
                  <a:pt x="0" y="0"/>
                </a:moveTo>
                <a:lnTo>
                  <a:pt x="777240" y="205740"/>
                </a:lnTo>
                <a:lnTo>
                  <a:pt x="777240" y="891540"/>
                </a:lnTo>
                <a:lnTo>
                  <a:pt x="0" y="1120140"/>
                </a:lnTo>
                <a:lnTo>
                  <a:pt x="0" y="685800"/>
                </a:lnTo>
                <a:lnTo>
                  <a:pt x="205740" y="548640"/>
                </a:lnTo>
                <a:lnTo>
                  <a:pt x="0" y="308610"/>
                </a:lnTo>
                <a:close/>
              </a:path>
            </a:pathLst>
          </a:custGeom>
          <a:solidFill xmlns:a="http://schemas.openxmlformats.org/drawingml/2006/main">
            <a:srgbClr val="FFFFFF"/>
          </a:solidFill>
          <a:ln xmlns:a="http://schemas.openxmlformats.org/drawingml/2006/main" w="26289">
            <a:solidFill>
              <a:srgbClr val="231F20"/>
            </a:solidFill>
          </a:ln>
        </p:spPr>
      </p:sp>
      <p:sp>
        <p:nvSpPr>
          <p:cNvPr id="80" name="text-152">
            <a:extLst xmlns:a="http://schemas.openxmlformats.org/drawingml/2006/main">
              <a:ext uri="{FF2B5EF4-FFF2-40B4-BE49-F238E27FC236}">
                <a16:creationId xmlns:a16="http://schemas.microsoft.com/office/drawing/2014/main" id="{756B1A9E-3313-452B-A43B-9721605BD708}"/>
              </a:ext>
            </a:extLst>
          </p:cNvPr>
          <p:cNvSpPr>
            <a:spLocks xmlns:a="http://schemas.openxmlformats.org/drawingml/2006/main" noGrp="1"/>
          </p:cNvSpPr>
          <p:nvPr/>
        </p:nvSpPr>
        <p:spPr>
          <a:xfrm xmlns:a="http://schemas.openxmlformats.org/drawingml/2006/main">
            <a:off x="7136130" y="3482340"/>
            <a:ext cx="685800" cy="3086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60" b="1">
                <a:solidFill>
                  <a:srgbClr val="231F20"/>
                </a:solidFill>
                <a:latin typeface="Arial"/>
                <a:ea typeface="Arial"/>
                <a:cs typeface="Arial"/>
              </a:defRPr>
            </a:defPPr>
            <a:lvl1pPr algn="ctr">
              <a:defRPr sz="2160" b="1">
                <a:solidFill>
                  <a:srgbClr val="231F20"/>
                </a:solidFill>
                <a:latin typeface="Arial"/>
                <a:ea typeface="Arial"/>
                <a:cs typeface="Arial"/>
              </a:defRPr>
            </a:lvl1pPr>
            <a:lvl2pPr algn="ctr">
              <a:defRPr sz="2160" b="1">
                <a:solidFill>
                  <a:srgbClr val="231F20"/>
                </a:solidFill>
                <a:latin typeface="Arial"/>
                <a:ea typeface="Arial"/>
                <a:cs typeface="Arial"/>
              </a:defRPr>
            </a:lvl2pPr>
            <a:lvl3pPr algn="ctr">
              <a:defRPr sz="2160" b="1">
                <a:solidFill>
                  <a:srgbClr val="231F20"/>
                </a:solidFill>
                <a:latin typeface="Arial"/>
                <a:ea typeface="Arial"/>
                <a:cs typeface="Arial"/>
              </a:defRPr>
            </a:lvl3pPr>
            <a:lvl4pPr algn="ctr">
              <a:defRPr sz="2160" b="1">
                <a:solidFill>
                  <a:srgbClr val="231F20"/>
                </a:solidFill>
                <a:latin typeface="Arial"/>
                <a:ea typeface="Arial"/>
                <a:cs typeface="Arial"/>
              </a:defRPr>
            </a:lvl4pPr>
            <a:lvl5pPr algn="ctr">
              <a:defRPr sz="2160" b="1">
                <a:solidFill>
                  <a:srgbClr val="231F20"/>
                </a:solidFill>
                <a:latin typeface="Arial"/>
                <a:ea typeface="Arial"/>
                <a:cs typeface="Arial"/>
              </a:defRPr>
            </a:lvl5pPr>
            <a:lvl6pPr algn="ctr">
              <a:defRPr sz="2160" b="1">
                <a:solidFill>
                  <a:srgbClr val="231F20"/>
                </a:solidFill>
                <a:latin typeface="Arial"/>
                <a:ea typeface="Arial"/>
                <a:cs typeface="Arial"/>
              </a:defRPr>
            </a:lvl6pPr>
            <a:lvl7pPr algn="ctr">
              <a:defRPr sz="2160" b="1">
                <a:solidFill>
                  <a:srgbClr val="231F20"/>
                </a:solidFill>
                <a:latin typeface="Arial"/>
                <a:ea typeface="Arial"/>
                <a:cs typeface="Arial"/>
              </a:defRPr>
            </a:lvl7pPr>
            <a:lvl8pPr algn="ctr">
              <a:defRPr sz="2160" b="1">
                <a:solidFill>
                  <a:srgbClr val="231F20"/>
                </a:solidFill>
                <a:latin typeface="Arial"/>
                <a:ea typeface="Arial"/>
                <a:cs typeface="Arial"/>
              </a:defRPr>
            </a:lvl8pPr>
            <a:lvl9pPr algn="ctr">
              <a:defRPr sz="2160" b="1">
                <a:solidFill>
                  <a:srgbClr val="231F20"/>
                </a:solidFill>
                <a:latin typeface="Arial"/>
                <a:ea typeface="Arial"/>
                <a:cs typeface="Arial"/>
              </a:defRPr>
            </a:lvl9pPr>
          </a:lstStyle>
          <a:p xmlns:a="http://schemas.openxmlformats.org/drawingml/2006/main">
            <a:pPr algn="ctr">
              <a:defRPr sz="2160" b="1">
                <a:solidFill>
                  <a:srgbClr val="231F20"/>
                </a:solidFill>
                <a:latin typeface="Arial"/>
                <a:ea typeface="Arial"/>
                <a:cs typeface="Arial"/>
              </a:defRPr>
            </a:pPr>
            <a:r>
              <a:rPr sz="2160" b="1">
                <a:solidFill>
                  <a:srgbClr val="231F20"/>
                </a:solidFill>
                <a:latin typeface="Arial"/>
                <a:ea typeface="Arial"/>
                <a:cs typeface="Arial"/>
              </a:rPr>
              <a:t>ALU</a:t>
            </a:r>
          </a:p>
        </p:txBody>
      </p:sp>
      <p:sp>
        <p:nvSpPr>
          <p:cNvPr id="81" name="text-153">
            <a:extLst xmlns:a="http://schemas.openxmlformats.org/drawingml/2006/main">
              <a:ext uri="{FF2B5EF4-FFF2-40B4-BE49-F238E27FC236}">
                <a16:creationId xmlns:a16="http://schemas.microsoft.com/office/drawing/2014/main" id="{D4CE3500-E76F-4DA3-B2F2-C47A2C784C8E}"/>
              </a:ext>
            </a:extLst>
          </p:cNvPr>
          <p:cNvSpPr>
            <a:spLocks xmlns:a="http://schemas.openxmlformats.org/drawingml/2006/main" noGrp="1"/>
          </p:cNvSpPr>
          <p:nvPr/>
        </p:nvSpPr>
        <p:spPr>
          <a:xfrm xmlns:a="http://schemas.openxmlformats.org/drawingml/2006/main">
            <a:off x="7353300" y="4156710"/>
            <a:ext cx="37719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00" b="0">
                <a:solidFill>
                  <a:srgbClr val="231F20"/>
                </a:solidFill>
                <a:latin typeface="Arial"/>
                <a:ea typeface="Arial"/>
                <a:cs typeface="Arial"/>
              </a:defRPr>
            </a:defPPr>
            <a:lvl1pPr algn="ctr">
              <a:defRPr sz="2700" b="0">
                <a:solidFill>
                  <a:srgbClr val="231F20"/>
                </a:solidFill>
                <a:latin typeface="Arial"/>
                <a:ea typeface="Arial"/>
                <a:cs typeface="Arial"/>
              </a:defRPr>
            </a:lvl1pPr>
            <a:lvl2pPr algn="ctr">
              <a:defRPr sz="2700" b="0">
                <a:solidFill>
                  <a:srgbClr val="231F20"/>
                </a:solidFill>
                <a:latin typeface="Arial"/>
                <a:ea typeface="Arial"/>
                <a:cs typeface="Arial"/>
              </a:defRPr>
            </a:lvl2pPr>
            <a:lvl3pPr algn="ctr">
              <a:defRPr sz="2700" b="0">
                <a:solidFill>
                  <a:srgbClr val="231F20"/>
                </a:solidFill>
                <a:latin typeface="Arial"/>
                <a:ea typeface="Arial"/>
                <a:cs typeface="Arial"/>
              </a:defRPr>
            </a:lvl3pPr>
            <a:lvl4pPr algn="ctr">
              <a:defRPr sz="2700" b="0">
                <a:solidFill>
                  <a:srgbClr val="231F20"/>
                </a:solidFill>
                <a:latin typeface="Arial"/>
                <a:ea typeface="Arial"/>
                <a:cs typeface="Arial"/>
              </a:defRPr>
            </a:lvl4pPr>
            <a:lvl5pPr algn="ctr">
              <a:defRPr sz="2700" b="0">
                <a:solidFill>
                  <a:srgbClr val="231F20"/>
                </a:solidFill>
                <a:latin typeface="Arial"/>
                <a:ea typeface="Arial"/>
                <a:cs typeface="Arial"/>
              </a:defRPr>
            </a:lvl5pPr>
            <a:lvl6pPr algn="ctr">
              <a:defRPr sz="2700" b="0">
                <a:solidFill>
                  <a:srgbClr val="231F20"/>
                </a:solidFill>
                <a:latin typeface="Arial"/>
                <a:ea typeface="Arial"/>
                <a:cs typeface="Arial"/>
              </a:defRPr>
            </a:lvl6pPr>
            <a:lvl7pPr algn="ctr">
              <a:defRPr sz="2700" b="0">
                <a:solidFill>
                  <a:srgbClr val="231F20"/>
                </a:solidFill>
                <a:latin typeface="Arial"/>
                <a:ea typeface="Arial"/>
                <a:cs typeface="Arial"/>
              </a:defRPr>
            </a:lvl7pPr>
            <a:lvl8pPr algn="ctr">
              <a:defRPr sz="2700" b="0">
                <a:solidFill>
                  <a:srgbClr val="231F20"/>
                </a:solidFill>
                <a:latin typeface="Arial"/>
                <a:ea typeface="Arial"/>
                <a:cs typeface="Arial"/>
              </a:defRPr>
            </a:lvl8pPr>
            <a:lvl9pPr algn="ctr">
              <a:defRPr sz="2700" b="0">
                <a:solidFill>
                  <a:srgbClr val="231F20"/>
                </a:solidFill>
                <a:latin typeface="Arial"/>
                <a:ea typeface="Arial"/>
                <a:cs typeface="Arial"/>
              </a:defRPr>
            </a:lvl9pPr>
          </a:lstStyle>
          <a:p xmlns:a="http://schemas.openxmlformats.org/drawingml/2006/main">
            <a:pPr algn="ctr">
              <a:defRPr sz="2700" b="0">
                <a:solidFill>
                  <a:srgbClr val="231F20"/>
                </a:solidFill>
                <a:latin typeface="Arial"/>
                <a:ea typeface="Arial"/>
                <a:cs typeface="Arial"/>
              </a:defRPr>
            </a:pPr>
            <a:r>
              <a:rPr sz="2700" b="0">
                <a:solidFill>
                  <a:srgbClr val="231F20"/>
                </a:solidFill>
                <a:latin typeface="Arial"/>
                <a:ea typeface="Arial"/>
                <a:cs typeface="Arial"/>
              </a:rPr>
              <a:t>+</a:t>
            </a:r>
          </a:p>
        </p:txBody>
      </p:sp>
      <p:sp>
        <p:nvSpPr>
          <p:cNvPr id="82" name="text-154">
            <a:extLst xmlns:a="http://schemas.openxmlformats.org/drawingml/2006/main">
              <a:ext uri="{FF2B5EF4-FFF2-40B4-BE49-F238E27FC236}">
                <a16:creationId xmlns:a16="http://schemas.microsoft.com/office/drawing/2014/main" id="{AE8FB61E-450A-42A2-B9F8-FD8A6C970DCA}"/>
              </a:ext>
            </a:extLst>
          </p:cNvPr>
          <p:cNvSpPr>
            <a:spLocks xmlns:a="http://schemas.openxmlformats.org/drawingml/2006/main" noGrp="1"/>
          </p:cNvSpPr>
          <p:nvPr/>
        </p:nvSpPr>
        <p:spPr>
          <a:xfrm xmlns:a="http://schemas.openxmlformats.org/drawingml/2006/main">
            <a:off x="6610350" y="4968240"/>
            <a:ext cx="131445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Yu Gothic"/>
                <a:ea typeface="Yu Gothic"/>
                <a:cs typeface="Yu Gothic"/>
              </a:defRPr>
            </a:defPPr>
            <a:lvl1pPr algn="ctr">
              <a:defRPr sz="1890" b="1">
                <a:solidFill>
                  <a:srgbClr val="1572C3"/>
                </a:solidFill>
                <a:latin typeface="Yu Gothic"/>
                <a:ea typeface="Yu Gothic"/>
                <a:cs typeface="Yu Gothic"/>
              </a:defRPr>
            </a:lvl1pPr>
            <a:lvl2pPr algn="ctr">
              <a:defRPr sz="1890" b="1">
                <a:solidFill>
                  <a:srgbClr val="1572C3"/>
                </a:solidFill>
                <a:latin typeface="Yu Gothic"/>
                <a:ea typeface="Yu Gothic"/>
                <a:cs typeface="Yu Gothic"/>
              </a:defRPr>
            </a:lvl2pPr>
            <a:lvl3pPr algn="ctr">
              <a:defRPr sz="1890" b="1">
                <a:solidFill>
                  <a:srgbClr val="1572C3"/>
                </a:solidFill>
                <a:latin typeface="Yu Gothic"/>
                <a:ea typeface="Yu Gothic"/>
                <a:cs typeface="Yu Gothic"/>
              </a:defRPr>
            </a:lvl3pPr>
            <a:lvl4pPr algn="ctr">
              <a:defRPr sz="1890" b="1">
                <a:solidFill>
                  <a:srgbClr val="1572C3"/>
                </a:solidFill>
                <a:latin typeface="Yu Gothic"/>
                <a:ea typeface="Yu Gothic"/>
                <a:cs typeface="Yu Gothic"/>
              </a:defRPr>
            </a:lvl4pPr>
            <a:lvl5pPr algn="ctr">
              <a:defRPr sz="1890" b="1">
                <a:solidFill>
                  <a:srgbClr val="1572C3"/>
                </a:solidFill>
                <a:latin typeface="Yu Gothic"/>
                <a:ea typeface="Yu Gothic"/>
                <a:cs typeface="Yu Gothic"/>
              </a:defRPr>
            </a:lvl5pPr>
            <a:lvl6pPr algn="ctr">
              <a:defRPr sz="1890" b="1">
                <a:solidFill>
                  <a:srgbClr val="1572C3"/>
                </a:solidFill>
                <a:latin typeface="Yu Gothic"/>
                <a:ea typeface="Yu Gothic"/>
                <a:cs typeface="Yu Gothic"/>
              </a:defRPr>
            </a:lvl6pPr>
            <a:lvl7pPr algn="ctr">
              <a:defRPr sz="1890" b="1">
                <a:solidFill>
                  <a:srgbClr val="1572C3"/>
                </a:solidFill>
                <a:latin typeface="Yu Gothic"/>
                <a:ea typeface="Yu Gothic"/>
                <a:cs typeface="Yu Gothic"/>
              </a:defRPr>
            </a:lvl7pPr>
            <a:lvl8pPr algn="ctr">
              <a:defRPr sz="1890" b="1">
                <a:solidFill>
                  <a:srgbClr val="1572C3"/>
                </a:solidFill>
                <a:latin typeface="Yu Gothic"/>
                <a:ea typeface="Yu Gothic"/>
                <a:cs typeface="Yu Gothic"/>
              </a:defRPr>
            </a:lvl8pPr>
            <a:lvl9pPr algn="ctr">
              <a:defRPr sz="1890" b="1">
                <a:solidFill>
                  <a:srgbClr val="1572C3"/>
                </a:solidFill>
                <a:latin typeface="Yu Gothic"/>
                <a:ea typeface="Yu Gothic"/>
                <a:cs typeface="Yu Gothic"/>
              </a:defRPr>
            </a:lvl9pPr>
          </a:lstStyle>
          <a:p xmlns:a="http://schemas.openxmlformats.org/drawingml/2006/main">
            <a:pPr algn="ctr">
              <a:defRPr sz="1890" b="1">
                <a:solidFill>
                  <a:srgbClr val="1572C3"/>
                </a:solidFill>
                <a:latin typeface="Yu Gothic"/>
                <a:ea typeface="Yu Gothic"/>
                <a:cs typeface="Yu Gothic"/>
              </a:defRPr>
            </a:pPr>
            <a:r>
              <a:rPr sz="1890" b="1">
                <a:solidFill>
                  <a:srgbClr val="1572C3"/>
                </a:solidFill>
                <a:latin typeface="Yu Gothic"/>
                <a:ea typeface="Yu Gothic"/>
                <a:cs typeface="Yu Gothic"/>
              </a:rPr>
              <a:t>即値 8</a:t>
            </a:r>
          </a:p>
        </p:txBody>
      </p:sp>
      <p:sp>
        <p:nvSpPr>
          <p:cNvPr id="83" name="wire-155">
            <a:extLst xmlns:a="http://schemas.openxmlformats.org/drawingml/2006/main">
              <a:ext uri="{FF2B5EF4-FFF2-40B4-BE49-F238E27FC236}">
                <a16:creationId xmlns:a16="http://schemas.microsoft.com/office/drawing/2014/main" id="{9747C169-525D-4E59-965A-1A2222A029E6}"/>
              </a:ext>
            </a:extLst>
          </p:cNvPr>
          <p:cNvSpPr>
            <a:spLocks xmlns:a="http://schemas.openxmlformats.org/drawingml/2006/main" noGrp="1"/>
          </p:cNvSpPr>
          <p:nvPr/>
        </p:nvSpPr>
        <p:spPr>
          <a:xfrm xmlns:a="http://schemas.openxmlformats.org/drawingml/2006/main">
            <a:off x="7810500" y="4248150"/>
            <a:ext cx="1828800" cy="9525"/>
          </a:xfrm>
          <a:custGeom xmlns:a="http://schemas.openxmlformats.org/drawingml/2006/main">
            <a:pathLst>
              <a:path w="1828800" h="9525">
                <a:moveTo>
                  <a:pt x="0" y="0"/>
                </a:moveTo>
                <a:lnTo>
                  <a:pt x="1828800" y="0"/>
                </a:lnTo>
              </a:path>
            </a:pathLst>
          </a:custGeom>
          <a:noFill xmlns:a="http://schemas.openxmlformats.org/drawingml/2006/main"/>
          <a:ln xmlns:a="http://schemas.openxmlformats.org/drawingml/2006/main" w="32004">
            <a:solidFill>
              <a:srgbClr val="1572C3"/>
            </a:solidFill>
          </a:ln>
        </p:spPr>
      </p:sp>
      <p:sp>
        <p:nvSpPr>
          <p:cNvPr id="84" name="circuit-156">
            <a:extLst xmlns:a="http://schemas.openxmlformats.org/drawingml/2006/main">
              <a:ext uri="{FF2B5EF4-FFF2-40B4-BE49-F238E27FC236}">
                <a16:creationId xmlns:a16="http://schemas.microsoft.com/office/drawing/2014/main" id="{3B4A9CDF-4276-469C-92E0-31D9F225C6E8}"/>
              </a:ext>
            </a:extLst>
          </p:cNvPr>
          <p:cNvSpPr>
            <a:spLocks xmlns:a="http://schemas.openxmlformats.org/drawingml/2006/main" noGrp="1"/>
          </p:cNvSpPr>
          <p:nvPr/>
        </p:nvSpPr>
        <p:spPr>
          <a:xfrm xmlns:a="http://schemas.openxmlformats.org/drawingml/2006/main">
            <a:off x="9563100" y="42167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85" name="text-157">
            <a:extLst xmlns:a="http://schemas.openxmlformats.org/drawingml/2006/main">
              <a:ext uri="{FF2B5EF4-FFF2-40B4-BE49-F238E27FC236}">
                <a16:creationId xmlns:a16="http://schemas.microsoft.com/office/drawing/2014/main" id="{F5F08392-CD72-4C60-8729-729F4C188692}"/>
              </a:ext>
            </a:extLst>
          </p:cNvPr>
          <p:cNvSpPr>
            <a:spLocks xmlns:a="http://schemas.openxmlformats.org/drawingml/2006/main" noGrp="1"/>
          </p:cNvSpPr>
          <p:nvPr/>
        </p:nvSpPr>
        <p:spPr>
          <a:xfrm xmlns:a="http://schemas.openxmlformats.org/drawingml/2006/main">
            <a:off x="7867650" y="3870960"/>
            <a:ext cx="58293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1572C3"/>
                </a:solidFill>
                <a:latin typeface="Arial"/>
                <a:ea typeface="Arial"/>
                <a:cs typeface="Arial"/>
              </a:defRPr>
            </a:defPPr>
            <a:lvl1pPr algn="ctr">
              <a:defRPr sz="2070" b="1">
                <a:solidFill>
                  <a:srgbClr val="1572C3"/>
                </a:solidFill>
                <a:latin typeface="Arial"/>
                <a:ea typeface="Arial"/>
                <a:cs typeface="Arial"/>
              </a:defRPr>
            </a:lvl1pPr>
            <a:lvl2pPr algn="ctr">
              <a:defRPr sz="2070" b="1">
                <a:solidFill>
                  <a:srgbClr val="1572C3"/>
                </a:solidFill>
                <a:latin typeface="Arial"/>
                <a:ea typeface="Arial"/>
                <a:cs typeface="Arial"/>
              </a:defRPr>
            </a:lvl2pPr>
            <a:lvl3pPr algn="ctr">
              <a:defRPr sz="2070" b="1">
                <a:solidFill>
                  <a:srgbClr val="1572C3"/>
                </a:solidFill>
                <a:latin typeface="Arial"/>
                <a:ea typeface="Arial"/>
                <a:cs typeface="Arial"/>
              </a:defRPr>
            </a:lvl3pPr>
            <a:lvl4pPr algn="ctr">
              <a:defRPr sz="2070" b="1">
                <a:solidFill>
                  <a:srgbClr val="1572C3"/>
                </a:solidFill>
                <a:latin typeface="Arial"/>
                <a:ea typeface="Arial"/>
                <a:cs typeface="Arial"/>
              </a:defRPr>
            </a:lvl4pPr>
            <a:lvl5pPr algn="ctr">
              <a:defRPr sz="2070" b="1">
                <a:solidFill>
                  <a:srgbClr val="1572C3"/>
                </a:solidFill>
                <a:latin typeface="Arial"/>
                <a:ea typeface="Arial"/>
                <a:cs typeface="Arial"/>
              </a:defRPr>
            </a:lvl5pPr>
            <a:lvl6pPr algn="ctr">
              <a:defRPr sz="2070" b="1">
                <a:solidFill>
                  <a:srgbClr val="1572C3"/>
                </a:solidFill>
                <a:latin typeface="Arial"/>
                <a:ea typeface="Arial"/>
                <a:cs typeface="Arial"/>
              </a:defRPr>
            </a:lvl6pPr>
            <a:lvl7pPr algn="ctr">
              <a:defRPr sz="2070" b="1">
                <a:solidFill>
                  <a:srgbClr val="1572C3"/>
                </a:solidFill>
                <a:latin typeface="Arial"/>
                <a:ea typeface="Arial"/>
                <a:cs typeface="Arial"/>
              </a:defRPr>
            </a:lvl7pPr>
            <a:lvl8pPr algn="ctr">
              <a:defRPr sz="2070" b="1">
                <a:solidFill>
                  <a:srgbClr val="1572C3"/>
                </a:solidFill>
                <a:latin typeface="Arial"/>
                <a:ea typeface="Arial"/>
                <a:cs typeface="Arial"/>
              </a:defRPr>
            </a:lvl8pPr>
            <a:lvl9pPr algn="ctr">
              <a:defRPr sz="2070" b="1">
                <a:solidFill>
                  <a:srgbClr val="1572C3"/>
                </a:solidFill>
                <a:latin typeface="Arial"/>
                <a:ea typeface="Arial"/>
                <a:cs typeface="Arial"/>
              </a:defRPr>
            </a:lvl9pPr>
          </a:lstStyle>
          <a:p xmlns:a="http://schemas.openxmlformats.org/drawingml/2006/main">
            <a:pPr algn="ctr">
              <a:defRPr sz="2070" b="1">
                <a:solidFill>
                  <a:srgbClr val="1572C3"/>
                </a:solidFill>
                <a:latin typeface="Arial"/>
                <a:ea typeface="Arial"/>
                <a:cs typeface="Arial"/>
              </a:defRPr>
            </a:pPr>
            <a:r>
              <a:rPr sz="2070" b="1">
                <a:solidFill>
                  <a:srgbClr val="1572C3"/>
                </a:solidFill>
                <a:latin typeface="Arial"/>
                <a:ea typeface="Arial"/>
                <a:cs typeface="Arial"/>
              </a:rPr>
              <a:t>8</a:t>
            </a:r>
          </a:p>
        </p:txBody>
      </p:sp>
      <p:sp>
        <p:nvSpPr>
          <p:cNvPr id="86" name="wire-158">
            <a:extLst xmlns:a="http://schemas.openxmlformats.org/drawingml/2006/main">
              <a:ext uri="{FF2B5EF4-FFF2-40B4-BE49-F238E27FC236}">
                <a16:creationId xmlns:a16="http://schemas.microsoft.com/office/drawing/2014/main" id="{47610FA5-F87E-405D-9248-B2B63830758D}"/>
              </a:ext>
            </a:extLst>
          </p:cNvPr>
          <p:cNvSpPr>
            <a:spLocks xmlns:a="http://schemas.openxmlformats.org/drawingml/2006/main" noGrp="1"/>
          </p:cNvSpPr>
          <p:nvPr/>
        </p:nvSpPr>
        <p:spPr>
          <a:xfrm xmlns:a="http://schemas.openxmlformats.org/drawingml/2006/main">
            <a:off x="6278880" y="4476750"/>
            <a:ext cx="137160" cy="9525"/>
          </a:xfrm>
          <a:custGeom xmlns:a="http://schemas.openxmlformats.org/drawingml/2006/main">
            <a:pathLst>
              <a:path w="137160" h="9525">
                <a:moveTo>
                  <a:pt x="0" y="0"/>
                </a:moveTo>
                <a:lnTo>
                  <a:pt x="137160" y="0"/>
                </a:lnTo>
              </a:path>
            </a:pathLst>
          </a:custGeom>
          <a:noFill xmlns:a="http://schemas.openxmlformats.org/drawingml/2006/main"/>
          <a:ln xmlns:a="http://schemas.openxmlformats.org/drawingml/2006/main" w="30861">
            <a:solidFill>
              <a:srgbClr val="9FA9B9"/>
            </a:solidFill>
          </a:ln>
        </p:spPr>
      </p:sp>
      <p:sp>
        <p:nvSpPr>
          <p:cNvPr id="87" name="wire-159">
            <a:extLst xmlns:a="http://schemas.openxmlformats.org/drawingml/2006/main">
              <a:ext uri="{FF2B5EF4-FFF2-40B4-BE49-F238E27FC236}">
                <a16:creationId xmlns:a16="http://schemas.microsoft.com/office/drawing/2014/main" id="{3949BDAD-9135-419C-8B52-694856479416}"/>
              </a:ext>
            </a:extLst>
          </p:cNvPr>
          <p:cNvSpPr>
            <a:spLocks xmlns:a="http://schemas.openxmlformats.org/drawingml/2006/main" noGrp="1"/>
          </p:cNvSpPr>
          <p:nvPr/>
        </p:nvSpPr>
        <p:spPr>
          <a:xfrm xmlns:a="http://schemas.openxmlformats.org/drawingml/2006/main">
            <a:off x="6416040" y="4476750"/>
            <a:ext cx="9525" cy="925830"/>
          </a:xfrm>
          <a:custGeom xmlns:a="http://schemas.openxmlformats.org/drawingml/2006/main">
            <a:pathLst>
              <a:path w="9525" h="925830">
                <a:moveTo>
                  <a:pt x="0" y="0"/>
                </a:moveTo>
                <a:lnTo>
                  <a:pt x="0" y="925830"/>
                </a:lnTo>
              </a:path>
            </a:pathLst>
          </a:custGeom>
          <a:noFill xmlns:a="http://schemas.openxmlformats.org/drawingml/2006/main"/>
          <a:ln xmlns:a="http://schemas.openxmlformats.org/drawingml/2006/main" w="30861">
            <a:solidFill>
              <a:srgbClr val="9FA9B9"/>
            </a:solidFill>
          </a:ln>
        </p:spPr>
      </p:sp>
      <p:sp>
        <p:nvSpPr>
          <p:cNvPr id="88" name="wire-160">
            <a:extLst xmlns:a="http://schemas.openxmlformats.org/drawingml/2006/main">
              <a:ext uri="{FF2B5EF4-FFF2-40B4-BE49-F238E27FC236}">
                <a16:creationId xmlns:a16="http://schemas.microsoft.com/office/drawing/2014/main" id="{5430EE24-8D80-4B8C-86F1-59FD45F7BB70}"/>
              </a:ext>
            </a:extLst>
          </p:cNvPr>
          <p:cNvSpPr>
            <a:spLocks xmlns:a="http://schemas.openxmlformats.org/drawingml/2006/main" noGrp="1"/>
          </p:cNvSpPr>
          <p:nvPr/>
        </p:nvSpPr>
        <p:spPr>
          <a:xfrm xmlns:a="http://schemas.openxmlformats.org/drawingml/2006/main">
            <a:off x="6416040" y="5402580"/>
            <a:ext cx="2903220" cy="9525"/>
          </a:xfrm>
          <a:custGeom xmlns:a="http://schemas.openxmlformats.org/drawingml/2006/main">
            <a:pathLst>
              <a:path w="2903220" h="9525">
                <a:moveTo>
                  <a:pt x="0" y="0"/>
                </a:moveTo>
                <a:lnTo>
                  <a:pt x="2903220" y="0"/>
                </a:lnTo>
              </a:path>
            </a:pathLst>
          </a:custGeom>
          <a:noFill xmlns:a="http://schemas.openxmlformats.org/drawingml/2006/main"/>
          <a:ln xmlns:a="http://schemas.openxmlformats.org/drawingml/2006/main" w="30861">
            <a:solidFill>
              <a:srgbClr val="9FA9B9"/>
            </a:solidFill>
          </a:ln>
        </p:spPr>
      </p:sp>
      <p:sp>
        <p:nvSpPr>
          <p:cNvPr id="89" name="wire-161">
            <a:extLst xmlns:a="http://schemas.openxmlformats.org/drawingml/2006/main">
              <a:ext uri="{FF2B5EF4-FFF2-40B4-BE49-F238E27FC236}">
                <a16:creationId xmlns:a16="http://schemas.microsoft.com/office/drawing/2014/main" id="{4FC410F8-B3B3-4FA0-8E1E-2F023CD0DD6E}"/>
              </a:ext>
            </a:extLst>
          </p:cNvPr>
          <p:cNvSpPr>
            <a:spLocks xmlns:a="http://schemas.openxmlformats.org/drawingml/2006/main" noGrp="1"/>
          </p:cNvSpPr>
          <p:nvPr/>
        </p:nvSpPr>
        <p:spPr>
          <a:xfrm xmlns:a="http://schemas.openxmlformats.org/drawingml/2006/main">
            <a:off x="9319260" y="4968240"/>
            <a:ext cx="9525" cy="434340"/>
          </a:xfrm>
          <a:custGeom xmlns:a="http://schemas.openxmlformats.org/drawingml/2006/main">
            <a:pathLst>
              <a:path w="9525" h="434340">
                <a:moveTo>
                  <a:pt x="0" y="434340"/>
                </a:moveTo>
                <a:lnTo>
                  <a:pt x="0" y="0"/>
                </a:lnTo>
              </a:path>
            </a:pathLst>
          </a:custGeom>
          <a:noFill xmlns:a="http://schemas.openxmlformats.org/drawingml/2006/main"/>
          <a:ln xmlns:a="http://schemas.openxmlformats.org/drawingml/2006/main" w="30861">
            <a:solidFill>
              <a:srgbClr val="9FA9B9"/>
            </a:solidFill>
          </a:ln>
        </p:spPr>
      </p:sp>
      <p:sp>
        <p:nvSpPr>
          <p:cNvPr id="90" name="wire-162">
            <a:extLst xmlns:a="http://schemas.openxmlformats.org/drawingml/2006/main">
              <a:ext uri="{FF2B5EF4-FFF2-40B4-BE49-F238E27FC236}">
                <a16:creationId xmlns:a16="http://schemas.microsoft.com/office/drawing/2014/main" id="{E2B36B6B-4806-4EDB-ADCF-0C9B49843880}"/>
              </a:ext>
            </a:extLst>
          </p:cNvPr>
          <p:cNvSpPr>
            <a:spLocks xmlns:a="http://schemas.openxmlformats.org/drawingml/2006/main" noGrp="1"/>
          </p:cNvSpPr>
          <p:nvPr/>
        </p:nvSpPr>
        <p:spPr>
          <a:xfrm xmlns:a="http://schemas.openxmlformats.org/drawingml/2006/main">
            <a:off x="9319260" y="4968240"/>
            <a:ext cx="320040" cy="9525"/>
          </a:xfrm>
          <a:custGeom xmlns:a="http://schemas.openxmlformats.org/drawingml/2006/main">
            <a:pathLst>
              <a:path w="320040" h="9525">
                <a:moveTo>
                  <a:pt x="0" y="0"/>
                </a:moveTo>
                <a:lnTo>
                  <a:pt x="320040" y="0"/>
                </a:lnTo>
              </a:path>
            </a:pathLst>
          </a:custGeom>
          <a:noFill xmlns:a="http://schemas.openxmlformats.org/drawingml/2006/main"/>
          <a:ln xmlns:a="http://schemas.openxmlformats.org/drawingml/2006/main" w="30861">
            <a:solidFill>
              <a:srgbClr val="9FA9B9"/>
            </a:solidFill>
          </a:ln>
        </p:spPr>
      </p:sp>
      <p:sp>
        <p:nvSpPr>
          <p:cNvPr id="91" name="circuit-163">
            <a:extLst xmlns:a="http://schemas.openxmlformats.org/drawingml/2006/main">
              <a:ext uri="{FF2B5EF4-FFF2-40B4-BE49-F238E27FC236}">
                <a16:creationId xmlns:a16="http://schemas.microsoft.com/office/drawing/2014/main" id="{CEFE6453-C987-409E-A7E5-B086C84B5042}"/>
              </a:ext>
            </a:extLst>
          </p:cNvPr>
          <p:cNvSpPr>
            <a:spLocks xmlns:a="http://schemas.openxmlformats.org/drawingml/2006/main" noGrp="1"/>
          </p:cNvSpPr>
          <p:nvPr/>
        </p:nvSpPr>
        <p:spPr>
          <a:xfrm xmlns:a="http://schemas.openxmlformats.org/drawingml/2006/main">
            <a:off x="9563100" y="493680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92" name="text-164">
            <a:extLst xmlns:a="http://schemas.openxmlformats.org/drawingml/2006/main">
              <a:ext uri="{FF2B5EF4-FFF2-40B4-BE49-F238E27FC236}">
                <a16:creationId xmlns:a16="http://schemas.microsoft.com/office/drawing/2014/main" id="{06E6FC04-9C4B-4276-BEE4-B2B86796B094}"/>
              </a:ext>
            </a:extLst>
          </p:cNvPr>
          <p:cNvSpPr>
            <a:spLocks xmlns:a="http://schemas.openxmlformats.org/drawingml/2006/main" noGrp="1"/>
          </p:cNvSpPr>
          <p:nvPr/>
        </p:nvSpPr>
        <p:spPr>
          <a:xfrm xmlns:a="http://schemas.openxmlformats.org/drawingml/2006/main">
            <a:off x="6461760" y="4659630"/>
            <a:ext cx="274320" cy="3086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r>
              <a:t/>
            </a:r>
          </a:p>
        </p:txBody>
      </p:sp>
      <p:sp>
        <p:nvSpPr>
          <p:cNvPr id="93" name="wire-165">
            <a:extLst xmlns:a="http://schemas.openxmlformats.org/drawingml/2006/main">
              <a:ext uri="{FF2B5EF4-FFF2-40B4-BE49-F238E27FC236}">
                <a16:creationId xmlns:a16="http://schemas.microsoft.com/office/drawing/2014/main" id="{766CFCEB-0DE2-42E2-8942-1C23235B3351}"/>
              </a:ext>
            </a:extLst>
          </p:cNvPr>
          <p:cNvSpPr>
            <a:spLocks xmlns:a="http://schemas.openxmlformats.org/drawingml/2006/main" noGrp="1"/>
          </p:cNvSpPr>
          <p:nvPr/>
        </p:nvSpPr>
        <p:spPr>
          <a:xfrm xmlns:a="http://schemas.openxmlformats.org/drawingml/2006/main">
            <a:off x="11319510" y="4796790"/>
            <a:ext cx="125730" cy="9525"/>
          </a:xfrm>
          <a:custGeom xmlns:a="http://schemas.openxmlformats.org/drawingml/2006/main">
            <a:pathLst>
              <a:path w="125730" h="9525">
                <a:moveTo>
                  <a:pt x="0" y="0"/>
                </a:moveTo>
                <a:lnTo>
                  <a:pt x="125730" y="0"/>
                </a:lnTo>
              </a:path>
            </a:pathLst>
          </a:custGeom>
          <a:noFill xmlns:a="http://schemas.openxmlformats.org/drawingml/2006/main"/>
          <a:ln xmlns:a="http://schemas.openxmlformats.org/drawingml/2006/main" w="30861">
            <a:solidFill>
              <a:srgbClr val="1572C3"/>
            </a:solidFill>
          </a:ln>
        </p:spPr>
      </p:sp>
      <p:sp>
        <p:nvSpPr>
          <p:cNvPr id="94" name="wire-166">
            <a:extLst xmlns:a="http://schemas.openxmlformats.org/drawingml/2006/main">
              <a:ext uri="{FF2B5EF4-FFF2-40B4-BE49-F238E27FC236}">
                <a16:creationId xmlns:a16="http://schemas.microsoft.com/office/drawing/2014/main" id="{71E682C8-5962-49E1-BD7D-1A91D89BDBC4}"/>
              </a:ext>
            </a:extLst>
          </p:cNvPr>
          <p:cNvSpPr>
            <a:spLocks xmlns:a="http://schemas.openxmlformats.org/drawingml/2006/main" noGrp="1"/>
          </p:cNvSpPr>
          <p:nvPr/>
        </p:nvSpPr>
        <p:spPr>
          <a:xfrm xmlns:a="http://schemas.openxmlformats.org/drawingml/2006/main">
            <a:off x="11445240" y="4796790"/>
            <a:ext cx="9525" cy="1120140"/>
          </a:xfrm>
          <a:custGeom xmlns:a="http://schemas.openxmlformats.org/drawingml/2006/main">
            <a:pathLst>
              <a:path w="9525" h="1120140">
                <a:moveTo>
                  <a:pt x="0" y="0"/>
                </a:moveTo>
                <a:lnTo>
                  <a:pt x="0" y="1120140"/>
                </a:lnTo>
              </a:path>
            </a:pathLst>
          </a:custGeom>
          <a:noFill xmlns:a="http://schemas.openxmlformats.org/drawingml/2006/main"/>
          <a:ln xmlns:a="http://schemas.openxmlformats.org/drawingml/2006/main" w="30861">
            <a:solidFill>
              <a:srgbClr val="1572C3"/>
            </a:solidFill>
          </a:ln>
        </p:spPr>
      </p:sp>
      <p:sp>
        <p:nvSpPr>
          <p:cNvPr id="95" name="wire-167">
            <a:extLst xmlns:a="http://schemas.openxmlformats.org/drawingml/2006/main">
              <a:ext uri="{FF2B5EF4-FFF2-40B4-BE49-F238E27FC236}">
                <a16:creationId xmlns:a16="http://schemas.microsoft.com/office/drawing/2014/main" id="{EF189E33-4D37-4C80-82DD-20D249E3FE03}"/>
              </a:ext>
            </a:extLst>
          </p:cNvPr>
          <p:cNvSpPr>
            <a:spLocks xmlns:a="http://schemas.openxmlformats.org/drawingml/2006/main" noGrp="1"/>
          </p:cNvSpPr>
          <p:nvPr/>
        </p:nvSpPr>
        <p:spPr>
          <a:xfrm xmlns:a="http://schemas.openxmlformats.org/drawingml/2006/main">
            <a:off x="4187190" y="5916930"/>
            <a:ext cx="7258050" cy="9525"/>
          </a:xfrm>
          <a:custGeom xmlns:a="http://schemas.openxmlformats.org/drawingml/2006/main">
            <a:pathLst>
              <a:path w="7258050" h="9525">
                <a:moveTo>
                  <a:pt x="7258050" y="0"/>
                </a:moveTo>
                <a:lnTo>
                  <a:pt x="0" y="0"/>
                </a:lnTo>
              </a:path>
            </a:pathLst>
          </a:custGeom>
          <a:noFill xmlns:a="http://schemas.openxmlformats.org/drawingml/2006/main"/>
          <a:ln xmlns:a="http://schemas.openxmlformats.org/drawingml/2006/main" w="30861">
            <a:solidFill>
              <a:srgbClr val="1572C3"/>
            </a:solidFill>
          </a:ln>
        </p:spPr>
      </p:sp>
      <p:sp>
        <p:nvSpPr>
          <p:cNvPr id="96" name="wire-168">
            <a:extLst xmlns:a="http://schemas.openxmlformats.org/drawingml/2006/main">
              <a:ext uri="{FF2B5EF4-FFF2-40B4-BE49-F238E27FC236}">
                <a16:creationId xmlns:a16="http://schemas.microsoft.com/office/drawing/2014/main" id="{D4BAA70F-E726-41D8-9FFD-5495B1BAB6A4}"/>
              </a:ext>
            </a:extLst>
          </p:cNvPr>
          <p:cNvSpPr>
            <a:spLocks xmlns:a="http://schemas.openxmlformats.org/drawingml/2006/main" noGrp="1"/>
          </p:cNvSpPr>
          <p:nvPr/>
        </p:nvSpPr>
        <p:spPr>
          <a:xfrm xmlns:a="http://schemas.openxmlformats.org/drawingml/2006/main">
            <a:off x="4187190" y="5128260"/>
            <a:ext cx="9525" cy="788670"/>
          </a:xfrm>
          <a:custGeom xmlns:a="http://schemas.openxmlformats.org/drawingml/2006/main">
            <a:pathLst>
              <a:path w="9525" h="788670">
                <a:moveTo>
                  <a:pt x="0" y="788670"/>
                </a:moveTo>
                <a:lnTo>
                  <a:pt x="0" y="0"/>
                </a:lnTo>
              </a:path>
            </a:pathLst>
          </a:custGeom>
          <a:noFill xmlns:a="http://schemas.openxmlformats.org/drawingml/2006/main"/>
          <a:ln xmlns:a="http://schemas.openxmlformats.org/drawingml/2006/main" w="30861">
            <a:solidFill>
              <a:srgbClr val="1572C3"/>
            </a:solidFill>
          </a:ln>
        </p:spPr>
      </p:sp>
      <p:sp>
        <p:nvSpPr>
          <p:cNvPr id="97" name="wire-169">
            <a:extLst xmlns:a="http://schemas.openxmlformats.org/drawingml/2006/main">
              <a:ext uri="{FF2B5EF4-FFF2-40B4-BE49-F238E27FC236}">
                <a16:creationId xmlns:a16="http://schemas.microsoft.com/office/drawing/2014/main" id="{D8A5E2C6-1976-4A62-9C70-434D39CF9DA5}"/>
              </a:ext>
            </a:extLst>
          </p:cNvPr>
          <p:cNvSpPr>
            <a:spLocks xmlns:a="http://schemas.openxmlformats.org/drawingml/2006/main" noGrp="1"/>
          </p:cNvSpPr>
          <p:nvPr/>
        </p:nvSpPr>
        <p:spPr>
          <a:xfrm xmlns:a="http://schemas.openxmlformats.org/drawingml/2006/main">
            <a:off x="4187190" y="5128260"/>
            <a:ext cx="205740" cy="9525"/>
          </a:xfrm>
          <a:custGeom xmlns:a="http://schemas.openxmlformats.org/drawingml/2006/main">
            <a:pathLst>
              <a:path w="205740" h="9525">
                <a:moveTo>
                  <a:pt x="0" y="0"/>
                </a:moveTo>
                <a:lnTo>
                  <a:pt x="205740" y="0"/>
                </a:lnTo>
              </a:path>
            </a:pathLst>
          </a:custGeom>
          <a:noFill xmlns:a="http://schemas.openxmlformats.org/drawingml/2006/main"/>
          <a:ln xmlns:a="http://schemas.openxmlformats.org/drawingml/2006/main" w="30861">
            <a:solidFill>
              <a:srgbClr val="1572C3"/>
            </a:solidFill>
          </a:ln>
        </p:spPr>
      </p:sp>
      <p:sp>
        <p:nvSpPr>
          <p:cNvPr id="98" name="circuit-170">
            <a:extLst xmlns:a="http://schemas.openxmlformats.org/drawingml/2006/main">
              <a:ext uri="{FF2B5EF4-FFF2-40B4-BE49-F238E27FC236}">
                <a16:creationId xmlns:a16="http://schemas.microsoft.com/office/drawing/2014/main" id="{76D29539-7F34-4409-9782-DE4861751884}"/>
              </a:ext>
            </a:extLst>
          </p:cNvPr>
          <p:cNvSpPr>
            <a:spLocks xmlns:a="http://schemas.openxmlformats.org/drawingml/2006/main" noGrp="1"/>
          </p:cNvSpPr>
          <p:nvPr/>
        </p:nvSpPr>
        <p:spPr>
          <a:xfrm xmlns:a="http://schemas.openxmlformats.org/drawingml/2006/main">
            <a:off x="4316730" y="509682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99" name="text-171">
            <a:extLst xmlns:a="http://schemas.openxmlformats.org/drawingml/2006/main">
              <a:ext uri="{FF2B5EF4-FFF2-40B4-BE49-F238E27FC236}">
                <a16:creationId xmlns:a16="http://schemas.microsoft.com/office/drawing/2014/main" id="{7FC28B32-F030-4192-99E6-17022CB3090D}"/>
              </a:ext>
            </a:extLst>
          </p:cNvPr>
          <p:cNvSpPr>
            <a:spLocks xmlns:a="http://schemas.openxmlformats.org/drawingml/2006/main" noGrp="1"/>
          </p:cNvSpPr>
          <p:nvPr/>
        </p:nvSpPr>
        <p:spPr>
          <a:xfrm xmlns:a="http://schemas.openxmlformats.org/drawingml/2006/main">
            <a:off x="3855720" y="5093970"/>
            <a:ext cx="27432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Arial"/>
                <a:ea typeface="Arial"/>
                <a:cs typeface="Arial"/>
              </a:defRPr>
            </a:defPPr>
            <a:lvl1pPr algn="ctr">
              <a:defRPr sz="1890" b="1">
                <a:solidFill>
                  <a:srgbClr val="1572C3"/>
                </a:solidFill>
                <a:latin typeface="Arial"/>
                <a:ea typeface="Arial"/>
                <a:cs typeface="Arial"/>
              </a:defRPr>
            </a:lvl1pPr>
            <a:lvl2pPr algn="ctr">
              <a:defRPr sz="1890" b="1">
                <a:solidFill>
                  <a:srgbClr val="1572C3"/>
                </a:solidFill>
                <a:latin typeface="Arial"/>
                <a:ea typeface="Arial"/>
                <a:cs typeface="Arial"/>
              </a:defRPr>
            </a:lvl2pPr>
            <a:lvl3pPr algn="ctr">
              <a:defRPr sz="1890" b="1">
                <a:solidFill>
                  <a:srgbClr val="1572C3"/>
                </a:solidFill>
                <a:latin typeface="Arial"/>
                <a:ea typeface="Arial"/>
                <a:cs typeface="Arial"/>
              </a:defRPr>
            </a:lvl3pPr>
            <a:lvl4pPr algn="ctr">
              <a:defRPr sz="1890" b="1">
                <a:solidFill>
                  <a:srgbClr val="1572C3"/>
                </a:solidFill>
                <a:latin typeface="Arial"/>
                <a:ea typeface="Arial"/>
                <a:cs typeface="Arial"/>
              </a:defRPr>
            </a:lvl4pPr>
            <a:lvl5pPr algn="ctr">
              <a:defRPr sz="1890" b="1">
                <a:solidFill>
                  <a:srgbClr val="1572C3"/>
                </a:solidFill>
                <a:latin typeface="Arial"/>
                <a:ea typeface="Arial"/>
                <a:cs typeface="Arial"/>
              </a:defRPr>
            </a:lvl5pPr>
            <a:lvl6pPr algn="ctr">
              <a:defRPr sz="1890" b="1">
                <a:solidFill>
                  <a:srgbClr val="1572C3"/>
                </a:solidFill>
                <a:latin typeface="Arial"/>
                <a:ea typeface="Arial"/>
                <a:cs typeface="Arial"/>
              </a:defRPr>
            </a:lvl6pPr>
            <a:lvl7pPr algn="ctr">
              <a:defRPr sz="1890" b="1">
                <a:solidFill>
                  <a:srgbClr val="1572C3"/>
                </a:solidFill>
                <a:latin typeface="Arial"/>
                <a:ea typeface="Arial"/>
                <a:cs typeface="Arial"/>
              </a:defRPr>
            </a:lvl7pPr>
            <a:lvl8pPr algn="ctr">
              <a:defRPr sz="1890" b="1">
                <a:solidFill>
                  <a:srgbClr val="1572C3"/>
                </a:solidFill>
                <a:latin typeface="Arial"/>
                <a:ea typeface="Arial"/>
                <a:cs typeface="Arial"/>
              </a:defRPr>
            </a:lvl8pPr>
            <a:lvl9pPr algn="ctr">
              <a:defRPr sz="1890" b="1">
                <a:solidFill>
                  <a:srgbClr val="1572C3"/>
                </a:solidFill>
                <a:latin typeface="Arial"/>
                <a:ea typeface="Arial"/>
                <a:cs typeface="Arial"/>
              </a:defRPr>
            </a:lvl9pPr>
          </a:lstStyle>
          <a:p xmlns:a="http://schemas.openxmlformats.org/drawingml/2006/main">
            <a:pPr algn="ctr">
              <a:defRPr sz="1890" b="1">
                <a:solidFill>
                  <a:srgbClr val="1572C3"/>
                </a:solidFill>
                <a:latin typeface="Arial"/>
                <a:ea typeface="Arial"/>
                <a:cs typeface="Arial"/>
              </a:defRPr>
            </a:pPr>
            <a:r>
              <a:rPr sz="1890" b="1">
                <a:solidFill>
                  <a:srgbClr val="1572C3"/>
                </a:solidFill>
                <a:latin typeface="Arial"/>
                <a:ea typeface="Arial"/>
                <a:cs typeface="Arial"/>
              </a:rPr>
              <a:t>3</a:t>
            </a:r>
          </a:p>
        </p:txBody>
      </p:sp>
      <p:sp>
        <p:nvSpPr>
          <p:cNvPr id="100" name="text-172">
            <a:extLst xmlns:a="http://schemas.openxmlformats.org/drawingml/2006/main">
              <a:ext uri="{FF2B5EF4-FFF2-40B4-BE49-F238E27FC236}">
                <a16:creationId xmlns:a16="http://schemas.microsoft.com/office/drawing/2014/main" id="{345CA4F2-99D8-47D6-8CD4-D994E682CEEE}"/>
              </a:ext>
            </a:extLst>
          </p:cNvPr>
          <p:cNvSpPr>
            <a:spLocks xmlns:a="http://schemas.openxmlformats.org/drawingml/2006/main" noGrp="1"/>
          </p:cNvSpPr>
          <p:nvPr/>
        </p:nvSpPr>
        <p:spPr>
          <a:xfrm xmlns:a="http://schemas.openxmlformats.org/drawingml/2006/main">
            <a:off x="609600" y="6143625"/>
            <a:ext cx="9810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x0の0 ＋ 命令中の8 ＝ 番地8 → 読んだ3をx1へ</a:t>
            </a:r>
          </a:p>
        </p:txBody>
      </p:sp>
      <p:sp>
        <p:nvSpPr>
          <p:cNvPr id="101" name="text-173">
            <a:extLst xmlns:a="http://schemas.openxmlformats.org/drawingml/2006/main">
              <a:ext uri="{FF2B5EF4-FFF2-40B4-BE49-F238E27FC236}">
                <a16:creationId xmlns:a16="http://schemas.microsoft.com/office/drawing/2014/main" id="{BF33C34B-A312-40EE-9BA5-FDC70856EED9}"/>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4</a:t>
            </a:r>
          </a:p>
        </p:txBody>
      </p:sp>
      <p:sp>
        <p:nvSpPr>
          <p:cNvPr id="102" name="text-174">
            <a:extLst xmlns:a="http://schemas.openxmlformats.org/drawingml/2006/main">
              <a:ext uri="{FF2B5EF4-FFF2-40B4-BE49-F238E27FC236}">
                <a16:creationId xmlns:a16="http://schemas.microsoft.com/office/drawing/2014/main" id="{F2883AF7-3AF4-45D3-A9C2-6A24A19DAD47}"/>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命令メモリもデータメモリもFPGA内に置く説明用の構成。灰色の線はlwでは使わない</a:t>
            </a:r>
          </a:p>
        </p:txBody>
      </p:sp>
    </p:spTree>
    <p:extLst>
      <p:ext uri="{BB962C8B-B14F-4D97-AF65-F5344CB8AC3E}">
        <p14:creationId xmlns:p14="http://schemas.microsoft.com/office/powerpoint/2010/main" val="6463867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text-175">
            <a:extLst xmlns:a="http://schemas.openxmlformats.org/drawingml/2006/main">
              <a:ext uri="{FF2B5EF4-FFF2-40B4-BE49-F238E27FC236}">
                <a16:creationId xmlns:a16="http://schemas.microsoft.com/office/drawing/2014/main" id="{F6FE4E68-2AC1-47EE-8ADE-727111C1592E}"/>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5</a:t>
            </a:r>
          </a:p>
        </p:txBody>
      </p:sp>
      <p:sp>
        <p:nvSpPr>
          <p:cNvPr id="2" name="text-176">
            <a:extLst xmlns:a="http://schemas.openxmlformats.org/drawingml/2006/main">
              <a:ext uri="{FF2B5EF4-FFF2-40B4-BE49-F238E27FC236}">
                <a16:creationId xmlns:a16="http://schemas.microsoft.com/office/drawing/2014/main" id="{CEC9B80A-D199-41A5-B0DA-3267DC51D0F5}"/>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sw：レジスタの値を指定した番地へ書く</a:t>
            </a:r>
          </a:p>
        </p:txBody>
      </p:sp>
      <p:sp>
        <p:nvSpPr>
          <p:cNvPr id="3" name="text-177">
            <a:extLst xmlns:a="http://schemas.openxmlformats.org/drawingml/2006/main">
              <a:ext uri="{FF2B5EF4-FFF2-40B4-BE49-F238E27FC236}">
                <a16:creationId xmlns:a16="http://schemas.microsoft.com/office/drawing/2014/main" id="{AADE5BD5-01E0-4D0C-9C8C-B2E0F88932B5}"/>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5</a:t>
            </a:r>
          </a:p>
        </p:txBody>
      </p:sp>
      <p:sp>
        <p:nvSpPr>
          <p:cNvPr id="4" name="text-178">
            <a:extLst xmlns:a="http://schemas.openxmlformats.org/drawingml/2006/main">
              <a:ext uri="{FF2B5EF4-FFF2-40B4-BE49-F238E27FC236}">
                <a16:creationId xmlns:a16="http://schemas.microsoft.com/office/drawing/2014/main" id="{64C1B945-B5A6-4C80-9682-ABDF1B5C1925}"/>
              </a:ext>
            </a:extLst>
          </p:cNvPr>
          <p:cNvSpPr>
            <a:spLocks xmlns:a="http://schemas.openxmlformats.org/drawingml/2006/main" noGrp="1"/>
          </p:cNvSpPr>
          <p:nvPr/>
        </p:nvSpPr>
        <p:spPr>
          <a:xfrm xmlns:a="http://schemas.openxmlformats.org/drawingml/2006/main">
            <a:off x="609600" y="12287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sw x1, 12(x0)　：　x1の値を、データの12番地へ書く</a:t>
            </a:r>
          </a:p>
        </p:txBody>
      </p:sp>
      <p:sp>
        <p:nvSpPr>
          <p:cNvPr id="5" name="board-stable-chip">
            <a:extLst xmlns:a="http://schemas.openxmlformats.org/drawingml/2006/main">
              <a:ext uri="{FF2B5EF4-FFF2-40B4-BE49-F238E27FC236}">
                <a16:creationId xmlns:a16="http://schemas.microsoft.com/office/drawing/2014/main" id="{C08962BB-C223-46C2-A45C-48C4B097CC51}"/>
              </a:ext>
            </a:extLst>
          </p:cNvPr>
          <p:cNvSpPr>
            <a:spLocks xmlns:a="http://schemas.openxmlformats.org/drawingml/2006/main" noGrp="1"/>
          </p:cNvSpPr>
          <p:nvPr/>
        </p:nvSpPr>
        <p:spPr>
          <a:xfrm xmlns:a="http://schemas.openxmlformats.org/drawingml/2006/main">
            <a:off x="609600" y="1962150"/>
            <a:ext cx="10972800" cy="4080510"/>
          </a:xfrm>
          <a:prstGeom xmlns:a="http://schemas.openxmlformats.org/drawingml/2006/main" prst="rect">
            <a:avLst/>
          </a:prstGeom>
          <a:solidFill xmlns:a="http://schemas.openxmlformats.org/drawingml/2006/main">
            <a:srgbClr val="CCD9F1"/>
          </a:solidFill>
          <a:ln xmlns:a="http://schemas.openxmlformats.org/drawingml/2006/main" w="25146">
            <a:solidFill>
              <a:srgbClr val="1572C3"/>
            </a:solidFill>
          </a:ln>
        </p:spPr>
      </p:sp>
      <p:sp>
        <p:nvSpPr>
          <p:cNvPr id="6" name="text-180">
            <a:extLst xmlns:a="http://schemas.openxmlformats.org/drawingml/2006/main">
              <a:ext uri="{FF2B5EF4-FFF2-40B4-BE49-F238E27FC236}">
                <a16:creationId xmlns:a16="http://schemas.microsoft.com/office/drawing/2014/main" id="{CF366579-E261-4098-BED4-8322C251A9A6}"/>
              </a:ext>
            </a:extLst>
          </p:cNvPr>
          <p:cNvSpPr>
            <a:spLocks xmlns:a="http://schemas.openxmlformats.org/drawingml/2006/main" noGrp="1"/>
          </p:cNvSpPr>
          <p:nvPr/>
        </p:nvSpPr>
        <p:spPr>
          <a:xfrm xmlns:a="http://schemas.openxmlformats.org/drawingml/2006/main">
            <a:off x="758190" y="1985010"/>
            <a:ext cx="285750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70" b="1">
                <a:solidFill>
                  <a:srgbClr val="1572C3"/>
                </a:solidFill>
                <a:latin typeface="Yu Gothic"/>
                <a:ea typeface="Yu Gothic"/>
                <a:cs typeface="Yu Gothic"/>
              </a:defRPr>
            </a:defPPr>
            <a:lvl1pPr algn="l">
              <a:defRPr sz="2070" b="1">
                <a:solidFill>
                  <a:srgbClr val="1572C3"/>
                </a:solidFill>
                <a:latin typeface="Yu Gothic"/>
                <a:ea typeface="Yu Gothic"/>
                <a:cs typeface="Yu Gothic"/>
              </a:defRPr>
            </a:lvl1pPr>
            <a:lvl2pPr algn="l">
              <a:defRPr sz="2070" b="1">
                <a:solidFill>
                  <a:srgbClr val="1572C3"/>
                </a:solidFill>
                <a:latin typeface="Yu Gothic"/>
                <a:ea typeface="Yu Gothic"/>
                <a:cs typeface="Yu Gothic"/>
              </a:defRPr>
            </a:lvl2pPr>
            <a:lvl3pPr algn="l">
              <a:defRPr sz="2070" b="1">
                <a:solidFill>
                  <a:srgbClr val="1572C3"/>
                </a:solidFill>
                <a:latin typeface="Yu Gothic"/>
                <a:ea typeface="Yu Gothic"/>
                <a:cs typeface="Yu Gothic"/>
              </a:defRPr>
            </a:lvl3pPr>
            <a:lvl4pPr algn="l">
              <a:defRPr sz="2070" b="1">
                <a:solidFill>
                  <a:srgbClr val="1572C3"/>
                </a:solidFill>
                <a:latin typeface="Yu Gothic"/>
                <a:ea typeface="Yu Gothic"/>
                <a:cs typeface="Yu Gothic"/>
              </a:defRPr>
            </a:lvl4pPr>
            <a:lvl5pPr algn="l">
              <a:defRPr sz="2070" b="1">
                <a:solidFill>
                  <a:srgbClr val="1572C3"/>
                </a:solidFill>
                <a:latin typeface="Yu Gothic"/>
                <a:ea typeface="Yu Gothic"/>
                <a:cs typeface="Yu Gothic"/>
              </a:defRPr>
            </a:lvl5pPr>
            <a:lvl6pPr algn="l">
              <a:defRPr sz="2070" b="1">
                <a:solidFill>
                  <a:srgbClr val="1572C3"/>
                </a:solidFill>
                <a:latin typeface="Yu Gothic"/>
                <a:ea typeface="Yu Gothic"/>
                <a:cs typeface="Yu Gothic"/>
              </a:defRPr>
            </a:lvl6pPr>
            <a:lvl7pPr algn="l">
              <a:defRPr sz="2070" b="1">
                <a:solidFill>
                  <a:srgbClr val="1572C3"/>
                </a:solidFill>
                <a:latin typeface="Yu Gothic"/>
                <a:ea typeface="Yu Gothic"/>
                <a:cs typeface="Yu Gothic"/>
              </a:defRPr>
            </a:lvl7pPr>
            <a:lvl8pPr algn="l">
              <a:defRPr sz="2070" b="1">
                <a:solidFill>
                  <a:srgbClr val="1572C3"/>
                </a:solidFill>
                <a:latin typeface="Yu Gothic"/>
                <a:ea typeface="Yu Gothic"/>
                <a:cs typeface="Yu Gothic"/>
              </a:defRPr>
            </a:lvl8pPr>
            <a:lvl9pPr algn="l">
              <a:defRPr sz="2070" b="1">
                <a:solidFill>
                  <a:srgbClr val="1572C3"/>
                </a:solidFill>
                <a:latin typeface="Yu Gothic"/>
                <a:ea typeface="Yu Gothic"/>
                <a:cs typeface="Yu Gothic"/>
              </a:defRPr>
            </a:lvl9pPr>
          </a:lstStyle>
          <a:p xmlns:a="http://schemas.openxmlformats.org/drawingml/2006/main">
            <a:pPr algn="l">
              <a:defRPr sz="2070" b="1">
                <a:solidFill>
                  <a:srgbClr val="1572C3"/>
                </a:solidFill>
                <a:latin typeface="Yu Gothic"/>
                <a:ea typeface="Yu Gothic"/>
                <a:cs typeface="Yu Gothic"/>
              </a:defRPr>
            </a:pPr>
            <a:r>
              <a:rPr sz="2070" b="1">
                <a:solidFill>
                  <a:srgbClr val="1572C3"/>
                </a:solidFill>
                <a:latin typeface="Yu Gothic"/>
                <a:ea typeface="Yu Gothic"/>
                <a:cs typeface="Yu Gothic"/>
              </a:rPr>
              <a:t>FPGAチップ</a:t>
            </a:r>
          </a:p>
        </p:txBody>
      </p:sp>
      <p:sp>
        <p:nvSpPr>
          <p:cNvPr id="7" name="board-stable-dataMemory">
            <a:extLst xmlns:a="http://schemas.openxmlformats.org/drawingml/2006/main">
              <a:ext uri="{FF2B5EF4-FFF2-40B4-BE49-F238E27FC236}">
                <a16:creationId xmlns:a16="http://schemas.microsoft.com/office/drawing/2014/main" id="{4749552E-19B1-4905-9EE1-2424CBDAA203}"/>
              </a:ext>
            </a:extLst>
          </p:cNvPr>
          <p:cNvSpPr>
            <a:spLocks xmlns:a="http://schemas.openxmlformats.org/drawingml/2006/main" noGrp="1"/>
          </p:cNvSpPr>
          <p:nvPr/>
        </p:nvSpPr>
        <p:spPr>
          <a:xfrm xmlns:a="http://schemas.openxmlformats.org/drawingml/2006/main">
            <a:off x="9639300" y="3676650"/>
            <a:ext cx="1680210" cy="162306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8" name="text-182">
            <a:extLst xmlns:a="http://schemas.openxmlformats.org/drawingml/2006/main">
              <a:ext uri="{FF2B5EF4-FFF2-40B4-BE49-F238E27FC236}">
                <a16:creationId xmlns:a16="http://schemas.microsoft.com/office/drawing/2014/main" id="{C403483A-DA1E-4D98-BA34-18899934870F}"/>
              </a:ext>
            </a:extLst>
          </p:cNvPr>
          <p:cNvSpPr>
            <a:spLocks xmlns:a="http://schemas.openxmlformats.org/drawingml/2006/main" noGrp="1"/>
          </p:cNvSpPr>
          <p:nvPr/>
        </p:nvSpPr>
        <p:spPr>
          <a:xfrm xmlns:a="http://schemas.openxmlformats.org/drawingml/2006/main">
            <a:off x="9387840" y="3219450"/>
            <a:ext cx="2171700" cy="3771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Yu Gothic"/>
                <a:ea typeface="Yu Gothic"/>
                <a:cs typeface="Yu Gothic"/>
              </a:defRPr>
            </a:defPPr>
            <a:lvl1pPr algn="ctr">
              <a:defRPr sz="2250" b="1">
                <a:solidFill>
                  <a:srgbClr val="231F20"/>
                </a:solidFill>
                <a:latin typeface="Yu Gothic"/>
                <a:ea typeface="Yu Gothic"/>
                <a:cs typeface="Yu Gothic"/>
              </a:defRPr>
            </a:lvl1pPr>
            <a:lvl2pPr algn="ctr">
              <a:defRPr sz="2250" b="1">
                <a:solidFill>
                  <a:srgbClr val="231F20"/>
                </a:solidFill>
                <a:latin typeface="Yu Gothic"/>
                <a:ea typeface="Yu Gothic"/>
                <a:cs typeface="Yu Gothic"/>
              </a:defRPr>
            </a:lvl2pPr>
            <a:lvl3pPr algn="ctr">
              <a:defRPr sz="2250" b="1">
                <a:solidFill>
                  <a:srgbClr val="231F20"/>
                </a:solidFill>
                <a:latin typeface="Yu Gothic"/>
                <a:ea typeface="Yu Gothic"/>
                <a:cs typeface="Yu Gothic"/>
              </a:defRPr>
            </a:lvl3pPr>
            <a:lvl4pPr algn="ctr">
              <a:defRPr sz="2250" b="1">
                <a:solidFill>
                  <a:srgbClr val="231F20"/>
                </a:solidFill>
                <a:latin typeface="Yu Gothic"/>
                <a:ea typeface="Yu Gothic"/>
                <a:cs typeface="Yu Gothic"/>
              </a:defRPr>
            </a:lvl4pPr>
            <a:lvl5pPr algn="ctr">
              <a:defRPr sz="2250" b="1">
                <a:solidFill>
                  <a:srgbClr val="231F20"/>
                </a:solidFill>
                <a:latin typeface="Yu Gothic"/>
                <a:ea typeface="Yu Gothic"/>
                <a:cs typeface="Yu Gothic"/>
              </a:defRPr>
            </a:lvl5pPr>
            <a:lvl6pPr algn="ctr">
              <a:defRPr sz="2250" b="1">
                <a:solidFill>
                  <a:srgbClr val="231F20"/>
                </a:solidFill>
                <a:latin typeface="Yu Gothic"/>
                <a:ea typeface="Yu Gothic"/>
                <a:cs typeface="Yu Gothic"/>
              </a:defRPr>
            </a:lvl6pPr>
            <a:lvl7pPr algn="ctr">
              <a:defRPr sz="2250" b="1">
                <a:solidFill>
                  <a:srgbClr val="231F20"/>
                </a:solidFill>
                <a:latin typeface="Yu Gothic"/>
                <a:ea typeface="Yu Gothic"/>
                <a:cs typeface="Yu Gothic"/>
              </a:defRPr>
            </a:lvl7pPr>
            <a:lvl8pPr algn="ctr">
              <a:defRPr sz="2250" b="1">
                <a:solidFill>
                  <a:srgbClr val="231F20"/>
                </a:solidFill>
                <a:latin typeface="Yu Gothic"/>
                <a:ea typeface="Yu Gothic"/>
                <a:cs typeface="Yu Gothic"/>
              </a:defRPr>
            </a:lvl8pPr>
            <a:lvl9pPr algn="ctr">
              <a:defRPr sz="2250" b="1">
                <a:solidFill>
                  <a:srgbClr val="231F20"/>
                </a:solidFill>
                <a:latin typeface="Yu Gothic"/>
                <a:ea typeface="Yu Gothic"/>
                <a:cs typeface="Yu Gothic"/>
              </a:defRPr>
            </a:lvl9pPr>
          </a:lstStyle>
          <a:p xmlns:a="http://schemas.openxmlformats.org/drawingml/2006/main">
            <a:pPr algn="ctr">
              <a:defRPr sz="2250" b="1">
                <a:solidFill>
                  <a:srgbClr val="231F20"/>
                </a:solidFill>
                <a:latin typeface="Yu Gothic"/>
                <a:ea typeface="Yu Gothic"/>
                <a:cs typeface="Yu Gothic"/>
              </a:defRPr>
            </a:pPr>
            <a:r>
              <a:rPr sz="2250" b="1">
                <a:solidFill>
                  <a:srgbClr val="231F20"/>
                </a:solidFill>
                <a:latin typeface="Yu Gothic"/>
                <a:ea typeface="Yu Gothic"/>
                <a:cs typeface="Yu Gothic"/>
              </a:rPr>
              <a:t>データメモリ</a:t>
            </a:r>
          </a:p>
        </p:txBody>
      </p:sp>
      <p:sp>
        <p:nvSpPr>
          <p:cNvPr id="9" name="text-183">
            <a:extLst xmlns:a="http://schemas.openxmlformats.org/drawingml/2006/main">
              <a:ext uri="{FF2B5EF4-FFF2-40B4-BE49-F238E27FC236}">
                <a16:creationId xmlns:a16="http://schemas.microsoft.com/office/drawing/2014/main" id="{5ACB5034-ABAF-4190-A85D-08DD81192B57}"/>
              </a:ext>
            </a:extLst>
          </p:cNvPr>
          <p:cNvSpPr>
            <a:spLocks xmlns:a="http://schemas.openxmlformats.org/drawingml/2006/main" noGrp="1"/>
          </p:cNvSpPr>
          <p:nvPr/>
        </p:nvSpPr>
        <p:spPr>
          <a:xfrm xmlns:a="http://schemas.openxmlformats.org/drawingml/2006/main">
            <a:off x="9719310" y="4110990"/>
            <a:ext cx="2857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A</a:t>
            </a:r>
          </a:p>
        </p:txBody>
      </p:sp>
      <p:sp>
        <p:nvSpPr>
          <p:cNvPr id="10" name="text-184">
            <a:extLst xmlns:a="http://schemas.openxmlformats.org/drawingml/2006/main">
              <a:ext uri="{FF2B5EF4-FFF2-40B4-BE49-F238E27FC236}">
                <a16:creationId xmlns:a16="http://schemas.microsoft.com/office/drawing/2014/main" id="{C02DA2AD-4393-48F4-A0E6-6F7D6B423466}"/>
              </a:ext>
            </a:extLst>
          </p:cNvPr>
          <p:cNvSpPr>
            <a:spLocks xmlns:a="http://schemas.openxmlformats.org/drawingml/2006/main" noGrp="1"/>
          </p:cNvSpPr>
          <p:nvPr/>
        </p:nvSpPr>
        <p:spPr>
          <a:xfrm xmlns:a="http://schemas.openxmlformats.org/drawingml/2006/main">
            <a:off x="9719310" y="4831080"/>
            <a:ext cx="4000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WD</a:t>
            </a:r>
          </a:p>
        </p:txBody>
      </p:sp>
      <p:sp>
        <p:nvSpPr>
          <p:cNvPr id="11" name="text-185">
            <a:extLst xmlns:a="http://schemas.openxmlformats.org/drawingml/2006/main">
              <a:ext uri="{FF2B5EF4-FFF2-40B4-BE49-F238E27FC236}">
                <a16:creationId xmlns:a16="http://schemas.microsoft.com/office/drawing/2014/main" id="{74BAC1D6-AA81-49FB-9127-232FF28D95BB}"/>
              </a:ext>
            </a:extLst>
          </p:cNvPr>
          <p:cNvSpPr>
            <a:spLocks xmlns:a="http://schemas.openxmlformats.org/drawingml/2006/main" noGrp="1"/>
          </p:cNvSpPr>
          <p:nvPr/>
        </p:nvSpPr>
        <p:spPr>
          <a:xfrm xmlns:a="http://schemas.openxmlformats.org/drawingml/2006/main">
            <a:off x="10908030" y="4636770"/>
            <a:ext cx="3429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RD</a:t>
            </a:r>
          </a:p>
        </p:txBody>
      </p:sp>
      <p:sp>
        <p:nvSpPr>
          <p:cNvPr id="12" name="text-186">
            <a:extLst xmlns:a="http://schemas.openxmlformats.org/drawingml/2006/main">
              <a:ext uri="{FF2B5EF4-FFF2-40B4-BE49-F238E27FC236}">
                <a16:creationId xmlns:a16="http://schemas.microsoft.com/office/drawing/2014/main" id="{390C9755-817F-405F-827A-A036F21372CA}"/>
              </a:ext>
            </a:extLst>
          </p:cNvPr>
          <p:cNvSpPr>
            <a:spLocks xmlns:a="http://schemas.openxmlformats.org/drawingml/2006/main" noGrp="1"/>
          </p:cNvSpPr>
          <p:nvPr/>
        </p:nvSpPr>
        <p:spPr>
          <a:xfrm xmlns:a="http://schemas.openxmlformats.org/drawingml/2006/main">
            <a:off x="10096500" y="3905250"/>
            <a:ext cx="113157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Yu Gothic"/>
                <a:ea typeface="Yu Gothic"/>
                <a:cs typeface="Yu Gothic"/>
              </a:defRPr>
            </a:defPPr>
            <a:lvl1pPr algn="ctr">
              <a:defRPr sz="1890" b="1">
                <a:solidFill>
                  <a:srgbClr val="1572C3"/>
                </a:solidFill>
                <a:latin typeface="Yu Gothic"/>
                <a:ea typeface="Yu Gothic"/>
                <a:cs typeface="Yu Gothic"/>
              </a:defRPr>
            </a:lvl1pPr>
            <a:lvl2pPr algn="ctr">
              <a:defRPr sz="1890" b="1">
                <a:solidFill>
                  <a:srgbClr val="1572C3"/>
                </a:solidFill>
                <a:latin typeface="Yu Gothic"/>
                <a:ea typeface="Yu Gothic"/>
                <a:cs typeface="Yu Gothic"/>
              </a:defRPr>
            </a:lvl2pPr>
            <a:lvl3pPr algn="ctr">
              <a:defRPr sz="1890" b="1">
                <a:solidFill>
                  <a:srgbClr val="1572C3"/>
                </a:solidFill>
                <a:latin typeface="Yu Gothic"/>
                <a:ea typeface="Yu Gothic"/>
                <a:cs typeface="Yu Gothic"/>
              </a:defRPr>
            </a:lvl3pPr>
            <a:lvl4pPr algn="ctr">
              <a:defRPr sz="1890" b="1">
                <a:solidFill>
                  <a:srgbClr val="1572C3"/>
                </a:solidFill>
                <a:latin typeface="Yu Gothic"/>
                <a:ea typeface="Yu Gothic"/>
                <a:cs typeface="Yu Gothic"/>
              </a:defRPr>
            </a:lvl4pPr>
            <a:lvl5pPr algn="ctr">
              <a:defRPr sz="1890" b="1">
                <a:solidFill>
                  <a:srgbClr val="1572C3"/>
                </a:solidFill>
                <a:latin typeface="Yu Gothic"/>
                <a:ea typeface="Yu Gothic"/>
                <a:cs typeface="Yu Gothic"/>
              </a:defRPr>
            </a:lvl5pPr>
            <a:lvl6pPr algn="ctr">
              <a:defRPr sz="1890" b="1">
                <a:solidFill>
                  <a:srgbClr val="1572C3"/>
                </a:solidFill>
                <a:latin typeface="Yu Gothic"/>
                <a:ea typeface="Yu Gothic"/>
                <a:cs typeface="Yu Gothic"/>
              </a:defRPr>
            </a:lvl6pPr>
            <a:lvl7pPr algn="ctr">
              <a:defRPr sz="1890" b="1">
                <a:solidFill>
                  <a:srgbClr val="1572C3"/>
                </a:solidFill>
                <a:latin typeface="Yu Gothic"/>
                <a:ea typeface="Yu Gothic"/>
                <a:cs typeface="Yu Gothic"/>
              </a:defRPr>
            </a:lvl7pPr>
            <a:lvl8pPr algn="ctr">
              <a:defRPr sz="1890" b="1">
                <a:solidFill>
                  <a:srgbClr val="1572C3"/>
                </a:solidFill>
                <a:latin typeface="Yu Gothic"/>
                <a:ea typeface="Yu Gothic"/>
                <a:cs typeface="Yu Gothic"/>
              </a:defRPr>
            </a:lvl8pPr>
            <a:lvl9pPr algn="ctr">
              <a:defRPr sz="1890" b="1">
                <a:solidFill>
                  <a:srgbClr val="1572C3"/>
                </a:solidFill>
                <a:latin typeface="Yu Gothic"/>
                <a:ea typeface="Yu Gothic"/>
                <a:cs typeface="Yu Gothic"/>
              </a:defRPr>
            </a:lvl9pPr>
          </a:lstStyle>
          <a:p xmlns:a="http://schemas.openxmlformats.org/drawingml/2006/main">
            <a:pPr algn="ctr">
              <a:defRPr sz="1890" b="1">
                <a:solidFill>
                  <a:srgbClr val="1572C3"/>
                </a:solidFill>
                <a:latin typeface="Yu Gothic"/>
                <a:ea typeface="Yu Gothic"/>
                <a:cs typeface="Yu Gothic"/>
              </a:defRPr>
            </a:pPr>
            <a:r>
              <a:rPr sz="1890" b="1">
                <a:solidFill>
                  <a:srgbClr val="1572C3"/>
                </a:solidFill>
                <a:latin typeface="Yu Gothic"/>
                <a:ea typeface="Yu Gothic"/>
                <a:cs typeface="Yu Gothic"/>
              </a:rPr>
              <a:t>12番地</a:t>
            </a:r>
          </a:p>
        </p:txBody>
      </p:sp>
      <p:sp>
        <p:nvSpPr>
          <p:cNvPr id="13" name="text-187">
            <a:extLst xmlns:a="http://schemas.openxmlformats.org/drawingml/2006/main">
              <a:ext uri="{FF2B5EF4-FFF2-40B4-BE49-F238E27FC236}">
                <a16:creationId xmlns:a16="http://schemas.microsoft.com/office/drawing/2014/main" id="{DB70BAE7-B986-4E51-92E5-D1D87B8B1AA6}"/>
              </a:ext>
            </a:extLst>
          </p:cNvPr>
          <p:cNvSpPr>
            <a:spLocks xmlns:a="http://schemas.openxmlformats.org/drawingml/2006/main" noGrp="1"/>
          </p:cNvSpPr>
          <p:nvPr/>
        </p:nvSpPr>
        <p:spPr>
          <a:xfrm xmlns:a="http://schemas.openxmlformats.org/drawingml/2006/main">
            <a:off x="10290810" y="4305300"/>
            <a:ext cx="58293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610" b="1">
                <a:solidFill>
                  <a:srgbClr val="1572C3"/>
                </a:solidFill>
                <a:latin typeface="Arial"/>
                <a:ea typeface="Arial"/>
                <a:cs typeface="Arial"/>
              </a:defRPr>
            </a:defPPr>
            <a:lvl1pPr algn="ctr">
              <a:defRPr sz="2610" b="1">
                <a:solidFill>
                  <a:srgbClr val="1572C3"/>
                </a:solidFill>
                <a:latin typeface="Arial"/>
                <a:ea typeface="Arial"/>
                <a:cs typeface="Arial"/>
              </a:defRPr>
            </a:lvl1pPr>
            <a:lvl2pPr algn="ctr">
              <a:defRPr sz="2610" b="1">
                <a:solidFill>
                  <a:srgbClr val="1572C3"/>
                </a:solidFill>
                <a:latin typeface="Arial"/>
                <a:ea typeface="Arial"/>
                <a:cs typeface="Arial"/>
              </a:defRPr>
            </a:lvl2pPr>
            <a:lvl3pPr algn="ctr">
              <a:defRPr sz="2610" b="1">
                <a:solidFill>
                  <a:srgbClr val="1572C3"/>
                </a:solidFill>
                <a:latin typeface="Arial"/>
                <a:ea typeface="Arial"/>
                <a:cs typeface="Arial"/>
              </a:defRPr>
            </a:lvl3pPr>
            <a:lvl4pPr algn="ctr">
              <a:defRPr sz="2610" b="1">
                <a:solidFill>
                  <a:srgbClr val="1572C3"/>
                </a:solidFill>
                <a:latin typeface="Arial"/>
                <a:ea typeface="Arial"/>
                <a:cs typeface="Arial"/>
              </a:defRPr>
            </a:lvl4pPr>
            <a:lvl5pPr algn="ctr">
              <a:defRPr sz="2610" b="1">
                <a:solidFill>
                  <a:srgbClr val="1572C3"/>
                </a:solidFill>
                <a:latin typeface="Arial"/>
                <a:ea typeface="Arial"/>
                <a:cs typeface="Arial"/>
              </a:defRPr>
            </a:lvl5pPr>
            <a:lvl6pPr algn="ctr">
              <a:defRPr sz="2610" b="1">
                <a:solidFill>
                  <a:srgbClr val="1572C3"/>
                </a:solidFill>
                <a:latin typeface="Arial"/>
                <a:ea typeface="Arial"/>
                <a:cs typeface="Arial"/>
              </a:defRPr>
            </a:lvl6pPr>
            <a:lvl7pPr algn="ctr">
              <a:defRPr sz="2610" b="1">
                <a:solidFill>
                  <a:srgbClr val="1572C3"/>
                </a:solidFill>
                <a:latin typeface="Arial"/>
                <a:ea typeface="Arial"/>
                <a:cs typeface="Arial"/>
              </a:defRPr>
            </a:lvl7pPr>
            <a:lvl8pPr algn="ctr">
              <a:defRPr sz="2610" b="1">
                <a:solidFill>
                  <a:srgbClr val="1572C3"/>
                </a:solidFill>
                <a:latin typeface="Arial"/>
                <a:ea typeface="Arial"/>
                <a:cs typeface="Arial"/>
              </a:defRPr>
            </a:lvl8pPr>
            <a:lvl9pPr algn="ctr">
              <a:defRPr sz="2610" b="1">
                <a:solidFill>
                  <a:srgbClr val="1572C3"/>
                </a:solidFill>
                <a:latin typeface="Arial"/>
                <a:ea typeface="Arial"/>
                <a:cs typeface="Arial"/>
              </a:defRPr>
            </a:lvl9pPr>
          </a:lstStyle>
          <a:p xmlns:a="http://schemas.openxmlformats.org/drawingml/2006/main">
            <a:pPr algn="ctr">
              <a:defRPr sz="2610" b="1">
                <a:solidFill>
                  <a:srgbClr val="1572C3"/>
                </a:solidFill>
                <a:latin typeface="Arial"/>
                <a:ea typeface="Arial"/>
                <a:cs typeface="Arial"/>
              </a:defRPr>
            </a:pPr>
            <a:r>
              <a:rPr sz="2610" b="1">
                <a:solidFill>
                  <a:srgbClr val="1572C3"/>
                </a:solidFill>
                <a:latin typeface="Arial"/>
                <a:ea typeface="Arial"/>
                <a:cs typeface="Arial"/>
              </a:rPr>
              <a:t>3</a:t>
            </a:r>
          </a:p>
        </p:txBody>
      </p:sp>
      <p:sp>
        <p:nvSpPr>
          <p:cNvPr id="14" name="text-188">
            <a:extLst xmlns:a="http://schemas.openxmlformats.org/drawingml/2006/main">
              <a:ext uri="{FF2B5EF4-FFF2-40B4-BE49-F238E27FC236}">
                <a16:creationId xmlns:a16="http://schemas.microsoft.com/office/drawing/2014/main" id="{B8DEE14A-8FA3-420C-AF72-77FF7CABEDC4}"/>
              </a:ext>
            </a:extLst>
          </p:cNvPr>
          <p:cNvSpPr>
            <a:spLocks xmlns:a="http://schemas.openxmlformats.org/drawingml/2006/main" noGrp="1"/>
          </p:cNvSpPr>
          <p:nvPr/>
        </p:nvSpPr>
        <p:spPr>
          <a:xfrm xmlns:a="http://schemas.openxmlformats.org/drawingml/2006/main">
            <a:off x="3912870" y="2350770"/>
            <a:ext cx="42748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30" b="1">
                <a:solidFill>
                  <a:srgbClr val="231F20"/>
                </a:solidFill>
                <a:latin typeface="Yu Gothic"/>
                <a:ea typeface="Yu Gothic"/>
                <a:cs typeface="Yu Gothic"/>
              </a:defRPr>
            </a:defPPr>
            <a:lvl1pPr algn="l">
              <a:defRPr sz="1530" b="1">
                <a:solidFill>
                  <a:srgbClr val="231F20"/>
                </a:solidFill>
                <a:latin typeface="Yu Gothic"/>
                <a:ea typeface="Yu Gothic"/>
                <a:cs typeface="Yu Gothic"/>
              </a:defRPr>
            </a:lvl1pPr>
            <a:lvl2pPr algn="l">
              <a:defRPr sz="1530" b="1">
                <a:solidFill>
                  <a:srgbClr val="231F20"/>
                </a:solidFill>
                <a:latin typeface="Yu Gothic"/>
                <a:ea typeface="Yu Gothic"/>
                <a:cs typeface="Yu Gothic"/>
              </a:defRPr>
            </a:lvl2pPr>
            <a:lvl3pPr algn="l">
              <a:defRPr sz="1530" b="1">
                <a:solidFill>
                  <a:srgbClr val="231F20"/>
                </a:solidFill>
                <a:latin typeface="Yu Gothic"/>
                <a:ea typeface="Yu Gothic"/>
                <a:cs typeface="Yu Gothic"/>
              </a:defRPr>
            </a:lvl3pPr>
            <a:lvl4pPr algn="l">
              <a:defRPr sz="1530" b="1">
                <a:solidFill>
                  <a:srgbClr val="231F20"/>
                </a:solidFill>
                <a:latin typeface="Yu Gothic"/>
                <a:ea typeface="Yu Gothic"/>
                <a:cs typeface="Yu Gothic"/>
              </a:defRPr>
            </a:lvl4pPr>
            <a:lvl5pPr algn="l">
              <a:defRPr sz="1530" b="1">
                <a:solidFill>
                  <a:srgbClr val="231F20"/>
                </a:solidFill>
                <a:latin typeface="Yu Gothic"/>
                <a:ea typeface="Yu Gothic"/>
                <a:cs typeface="Yu Gothic"/>
              </a:defRPr>
            </a:lvl5pPr>
            <a:lvl6pPr algn="l">
              <a:defRPr sz="1530" b="1">
                <a:solidFill>
                  <a:srgbClr val="231F20"/>
                </a:solidFill>
                <a:latin typeface="Yu Gothic"/>
                <a:ea typeface="Yu Gothic"/>
                <a:cs typeface="Yu Gothic"/>
              </a:defRPr>
            </a:lvl6pPr>
            <a:lvl7pPr algn="l">
              <a:defRPr sz="1530" b="1">
                <a:solidFill>
                  <a:srgbClr val="231F20"/>
                </a:solidFill>
                <a:latin typeface="Yu Gothic"/>
                <a:ea typeface="Yu Gothic"/>
                <a:cs typeface="Yu Gothic"/>
              </a:defRPr>
            </a:lvl7pPr>
            <a:lvl8pPr algn="l">
              <a:defRPr sz="1530" b="1">
                <a:solidFill>
                  <a:srgbClr val="231F20"/>
                </a:solidFill>
                <a:latin typeface="Yu Gothic"/>
                <a:ea typeface="Yu Gothic"/>
                <a:cs typeface="Yu Gothic"/>
              </a:defRPr>
            </a:lvl8pPr>
            <a:lvl9pPr algn="l">
              <a:defRPr sz="1530" b="1">
                <a:solidFill>
                  <a:srgbClr val="231F20"/>
                </a:solidFill>
                <a:latin typeface="Yu Gothic"/>
                <a:ea typeface="Yu Gothic"/>
                <a:cs typeface="Yu Gothic"/>
              </a:defRPr>
            </a:lvl9pPr>
          </a:lstStyle>
          <a:p xmlns:a="http://schemas.openxmlformats.org/drawingml/2006/main">
            <a:pPr algn="l">
              <a:defRPr sz="1530" b="1">
                <a:solidFill>
                  <a:srgbClr val="231F20"/>
                </a:solidFill>
                <a:latin typeface="Yu Gothic"/>
                <a:ea typeface="Yu Gothic"/>
                <a:cs typeface="Yu Gothic"/>
              </a:defRPr>
            </a:pPr>
            <a:r>
              <a:rPr sz="1530" b="1">
                <a:solidFill>
                  <a:srgbClr val="231F20"/>
                </a:solidFill>
                <a:latin typeface="Yu Gothic"/>
                <a:ea typeface="Yu Gothic"/>
                <a:cs typeface="Yu Gothic"/>
              </a:rPr>
              <a:t>命令から取り出す内容</a:t>
            </a:r>
          </a:p>
        </p:txBody>
      </p:sp>
      <p:sp>
        <p:nvSpPr>
          <p:cNvPr id="15" name="block-189">
            <a:extLst xmlns:a="http://schemas.openxmlformats.org/drawingml/2006/main">
              <a:ext uri="{FF2B5EF4-FFF2-40B4-BE49-F238E27FC236}">
                <a16:creationId xmlns:a16="http://schemas.microsoft.com/office/drawing/2014/main" id="{8B0DD60B-499C-487D-B1D9-3AAAA111453E}"/>
              </a:ext>
            </a:extLst>
          </p:cNvPr>
          <p:cNvSpPr>
            <a:spLocks xmlns:a="http://schemas.openxmlformats.org/drawingml/2006/main" noGrp="1"/>
          </p:cNvSpPr>
          <p:nvPr/>
        </p:nvSpPr>
        <p:spPr>
          <a:xfrm xmlns:a="http://schemas.openxmlformats.org/drawingml/2006/main">
            <a:off x="3947160" y="2842260"/>
            <a:ext cx="15087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16" name="text-190">
            <a:extLst xmlns:a="http://schemas.openxmlformats.org/drawingml/2006/main">
              <a:ext uri="{FF2B5EF4-FFF2-40B4-BE49-F238E27FC236}">
                <a16:creationId xmlns:a16="http://schemas.microsoft.com/office/drawing/2014/main" id="{97FD6751-EEF2-4CAC-9E58-5B7B0D725D3D}"/>
              </a:ext>
            </a:extLst>
          </p:cNvPr>
          <p:cNvSpPr>
            <a:spLocks xmlns:a="http://schemas.openxmlformats.org/drawingml/2006/main" noGrp="1"/>
          </p:cNvSpPr>
          <p:nvPr/>
        </p:nvSpPr>
        <p:spPr>
          <a:xfrm xmlns:a="http://schemas.openxmlformats.org/drawingml/2006/main">
            <a:off x="3947160" y="2602230"/>
            <a:ext cx="15087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40" b="0">
                <a:solidFill>
                  <a:srgbClr val="9FA9B9"/>
                </a:solidFill>
                <a:latin typeface="Yu Gothic"/>
                <a:ea typeface="Yu Gothic"/>
                <a:cs typeface="Yu Gothic"/>
              </a:defRPr>
            </a:defPPr>
            <a:lvl1pPr algn="ctr">
              <a:defRPr sz="1440" b="0">
                <a:solidFill>
                  <a:srgbClr val="9FA9B9"/>
                </a:solidFill>
                <a:latin typeface="Yu Gothic"/>
                <a:ea typeface="Yu Gothic"/>
                <a:cs typeface="Yu Gothic"/>
              </a:defRPr>
            </a:lvl1pPr>
            <a:lvl2pPr algn="ctr">
              <a:defRPr sz="1440" b="0">
                <a:solidFill>
                  <a:srgbClr val="9FA9B9"/>
                </a:solidFill>
                <a:latin typeface="Yu Gothic"/>
                <a:ea typeface="Yu Gothic"/>
                <a:cs typeface="Yu Gothic"/>
              </a:defRPr>
            </a:lvl2pPr>
            <a:lvl3pPr algn="ctr">
              <a:defRPr sz="1440" b="0">
                <a:solidFill>
                  <a:srgbClr val="9FA9B9"/>
                </a:solidFill>
                <a:latin typeface="Yu Gothic"/>
                <a:ea typeface="Yu Gothic"/>
                <a:cs typeface="Yu Gothic"/>
              </a:defRPr>
            </a:lvl3pPr>
            <a:lvl4pPr algn="ctr">
              <a:defRPr sz="1440" b="0">
                <a:solidFill>
                  <a:srgbClr val="9FA9B9"/>
                </a:solidFill>
                <a:latin typeface="Yu Gothic"/>
                <a:ea typeface="Yu Gothic"/>
                <a:cs typeface="Yu Gothic"/>
              </a:defRPr>
            </a:lvl4pPr>
            <a:lvl5pPr algn="ctr">
              <a:defRPr sz="1440" b="0">
                <a:solidFill>
                  <a:srgbClr val="9FA9B9"/>
                </a:solidFill>
                <a:latin typeface="Yu Gothic"/>
                <a:ea typeface="Yu Gothic"/>
                <a:cs typeface="Yu Gothic"/>
              </a:defRPr>
            </a:lvl5pPr>
            <a:lvl6pPr algn="ctr">
              <a:defRPr sz="1440" b="0">
                <a:solidFill>
                  <a:srgbClr val="9FA9B9"/>
                </a:solidFill>
                <a:latin typeface="Yu Gothic"/>
                <a:ea typeface="Yu Gothic"/>
                <a:cs typeface="Yu Gothic"/>
              </a:defRPr>
            </a:lvl6pPr>
            <a:lvl7pPr algn="ctr">
              <a:defRPr sz="1440" b="0">
                <a:solidFill>
                  <a:srgbClr val="9FA9B9"/>
                </a:solidFill>
                <a:latin typeface="Yu Gothic"/>
                <a:ea typeface="Yu Gothic"/>
                <a:cs typeface="Yu Gothic"/>
              </a:defRPr>
            </a:lvl7pPr>
            <a:lvl8pPr algn="ctr">
              <a:defRPr sz="1440" b="0">
                <a:solidFill>
                  <a:srgbClr val="9FA9B9"/>
                </a:solidFill>
                <a:latin typeface="Yu Gothic"/>
                <a:ea typeface="Yu Gothic"/>
                <a:cs typeface="Yu Gothic"/>
              </a:defRPr>
            </a:lvl8pPr>
            <a:lvl9pPr algn="ctr">
              <a:defRPr sz="1440" b="0">
                <a:solidFill>
                  <a:srgbClr val="9FA9B9"/>
                </a:solidFill>
                <a:latin typeface="Yu Gothic"/>
                <a:ea typeface="Yu Gothic"/>
                <a:cs typeface="Yu Gothic"/>
              </a:defRPr>
            </a:lvl9pPr>
          </a:lstStyle>
          <a:p xmlns:a="http://schemas.openxmlformats.org/drawingml/2006/main">
            <a:pPr algn="ctr">
              <a:defRPr sz="1440" b="0">
                <a:solidFill>
                  <a:srgbClr val="9FA9B9"/>
                </a:solidFill>
                <a:latin typeface="Yu Gothic"/>
                <a:ea typeface="Yu Gothic"/>
                <a:cs typeface="Yu Gothic"/>
              </a:defRPr>
            </a:pPr>
            <a:r>
              <a:rPr sz="1440" b="0">
                <a:solidFill>
                  <a:srgbClr val="9FA9B9"/>
                </a:solidFill>
                <a:latin typeface="Yu Gothic"/>
                <a:ea typeface="Yu Gothic"/>
                <a:cs typeface="Yu Gothic"/>
              </a:rPr>
              <a:t>即値</a:t>
            </a:r>
          </a:p>
        </p:txBody>
      </p:sp>
      <p:sp>
        <p:nvSpPr>
          <p:cNvPr id="17" name="text-191">
            <a:extLst xmlns:a="http://schemas.openxmlformats.org/drawingml/2006/main">
              <a:ext uri="{FF2B5EF4-FFF2-40B4-BE49-F238E27FC236}">
                <a16:creationId xmlns:a16="http://schemas.microsoft.com/office/drawing/2014/main" id="{620A8A6D-26CA-4500-B5B3-8D1E8EE51FB3}"/>
              </a:ext>
            </a:extLst>
          </p:cNvPr>
          <p:cNvSpPr>
            <a:spLocks xmlns:a="http://schemas.openxmlformats.org/drawingml/2006/main" noGrp="1"/>
          </p:cNvSpPr>
          <p:nvPr/>
        </p:nvSpPr>
        <p:spPr>
          <a:xfrm xmlns:a="http://schemas.openxmlformats.org/drawingml/2006/main">
            <a:off x="3947160" y="2842260"/>
            <a:ext cx="15087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0">
                <a:solidFill>
                  <a:srgbClr val="231F20"/>
                </a:solidFill>
                <a:latin typeface="Arial"/>
                <a:ea typeface="Arial"/>
                <a:cs typeface="Arial"/>
              </a:defRPr>
            </a:defPPr>
            <a:lvl1pPr algn="ctr">
              <a:defRPr sz="1530" b="0">
                <a:solidFill>
                  <a:srgbClr val="231F20"/>
                </a:solidFill>
                <a:latin typeface="Arial"/>
                <a:ea typeface="Arial"/>
                <a:cs typeface="Arial"/>
              </a:defRPr>
            </a:lvl1pPr>
            <a:lvl2pPr algn="ctr">
              <a:defRPr sz="1530" b="0">
                <a:solidFill>
                  <a:srgbClr val="231F20"/>
                </a:solidFill>
                <a:latin typeface="Arial"/>
                <a:ea typeface="Arial"/>
                <a:cs typeface="Arial"/>
              </a:defRPr>
            </a:lvl2pPr>
            <a:lvl3pPr algn="ctr">
              <a:defRPr sz="1530" b="0">
                <a:solidFill>
                  <a:srgbClr val="231F20"/>
                </a:solidFill>
                <a:latin typeface="Arial"/>
                <a:ea typeface="Arial"/>
                <a:cs typeface="Arial"/>
              </a:defRPr>
            </a:lvl3pPr>
            <a:lvl4pPr algn="ctr">
              <a:defRPr sz="1530" b="0">
                <a:solidFill>
                  <a:srgbClr val="231F20"/>
                </a:solidFill>
                <a:latin typeface="Arial"/>
                <a:ea typeface="Arial"/>
                <a:cs typeface="Arial"/>
              </a:defRPr>
            </a:lvl4pPr>
            <a:lvl5pPr algn="ctr">
              <a:defRPr sz="1530" b="0">
                <a:solidFill>
                  <a:srgbClr val="231F20"/>
                </a:solidFill>
                <a:latin typeface="Arial"/>
                <a:ea typeface="Arial"/>
                <a:cs typeface="Arial"/>
              </a:defRPr>
            </a:lvl5pPr>
            <a:lvl6pPr algn="ctr">
              <a:defRPr sz="1530" b="0">
                <a:solidFill>
                  <a:srgbClr val="231F20"/>
                </a:solidFill>
                <a:latin typeface="Arial"/>
                <a:ea typeface="Arial"/>
                <a:cs typeface="Arial"/>
              </a:defRPr>
            </a:lvl6pPr>
            <a:lvl7pPr algn="ctr">
              <a:defRPr sz="1530" b="0">
                <a:solidFill>
                  <a:srgbClr val="231F20"/>
                </a:solidFill>
                <a:latin typeface="Arial"/>
                <a:ea typeface="Arial"/>
                <a:cs typeface="Arial"/>
              </a:defRPr>
            </a:lvl7pPr>
            <a:lvl8pPr algn="ctr">
              <a:defRPr sz="1530" b="0">
                <a:solidFill>
                  <a:srgbClr val="231F20"/>
                </a:solidFill>
                <a:latin typeface="Arial"/>
                <a:ea typeface="Arial"/>
                <a:cs typeface="Arial"/>
              </a:defRPr>
            </a:lvl8pPr>
            <a:lvl9pPr algn="ctr">
              <a:defRPr sz="1530" b="0">
                <a:solidFill>
                  <a:srgbClr val="231F20"/>
                </a:solidFill>
                <a:latin typeface="Arial"/>
                <a:ea typeface="Arial"/>
                <a:cs typeface="Arial"/>
              </a:defRPr>
            </a:lvl9pPr>
          </a:lstStyle>
          <a:p xmlns:a="http://schemas.openxmlformats.org/drawingml/2006/main">
            <a:pPr algn="ctr">
              <a:defRPr sz="1530" b="0">
                <a:solidFill>
                  <a:srgbClr val="231F20"/>
                </a:solidFill>
                <a:latin typeface="Arial"/>
                <a:ea typeface="Arial"/>
                <a:cs typeface="Arial"/>
              </a:defRPr>
            </a:pPr>
            <a:r>
              <a:rPr sz="1530" b="0">
                <a:solidFill>
                  <a:srgbClr val="231F20"/>
                </a:solidFill>
                <a:latin typeface="Arial"/>
                <a:ea typeface="Arial"/>
                <a:cs typeface="Arial"/>
              </a:rPr>
              <a:t>12</a:t>
            </a:r>
          </a:p>
        </p:txBody>
      </p:sp>
      <p:sp>
        <p:nvSpPr>
          <p:cNvPr id="18" name="block-192">
            <a:extLst xmlns:a="http://schemas.openxmlformats.org/drawingml/2006/main">
              <a:ext uri="{FF2B5EF4-FFF2-40B4-BE49-F238E27FC236}">
                <a16:creationId xmlns:a16="http://schemas.microsoft.com/office/drawing/2014/main" id="{83E118C3-EA30-43B0-9CA8-DBCC380A9C3D}"/>
              </a:ext>
            </a:extLst>
          </p:cNvPr>
          <p:cNvSpPr>
            <a:spLocks xmlns:a="http://schemas.openxmlformats.org/drawingml/2006/main" noGrp="1"/>
          </p:cNvSpPr>
          <p:nvPr/>
        </p:nvSpPr>
        <p:spPr>
          <a:xfrm xmlns:a="http://schemas.openxmlformats.org/drawingml/2006/main">
            <a:off x="545592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19" name="text-193">
            <a:extLst xmlns:a="http://schemas.openxmlformats.org/drawingml/2006/main">
              <a:ext uri="{FF2B5EF4-FFF2-40B4-BE49-F238E27FC236}">
                <a16:creationId xmlns:a16="http://schemas.microsoft.com/office/drawing/2014/main" id="{E3F0E191-ED67-4D57-92A7-4C3EBFD63943}"/>
              </a:ext>
            </a:extLst>
          </p:cNvPr>
          <p:cNvSpPr>
            <a:spLocks xmlns:a="http://schemas.openxmlformats.org/drawingml/2006/main" noGrp="1"/>
          </p:cNvSpPr>
          <p:nvPr/>
        </p:nvSpPr>
        <p:spPr>
          <a:xfrm xmlns:a="http://schemas.openxmlformats.org/drawingml/2006/main">
            <a:off x="545592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40" b="0">
                <a:solidFill>
                  <a:srgbClr val="9FA9B9"/>
                </a:solidFill>
                <a:latin typeface="Arial"/>
                <a:ea typeface="Arial"/>
                <a:cs typeface="Arial"/>
              </a:defRPr>
            </a:defPPr>
            <a:lvl1pPr algn="ctr">
              <a:defRPr sz="1440" b="0">
                <a:solidFill>
                  <a:srgbClr val="9FA9B9"/>
                </a:solidFill>
                <a:latin typeface="Arial"/>
                <a:ea typeface="Arial"/>
                <a:cs typeface="Arial"/>
              </a:defRPr>
            </a:lvl1pPr>
            <a:lvl2pPr algn="ctr">
              <a:defRPr sz="1440" b="0">
                <a:solidFill>
                  <a:srgbClr val="9FA9B9"/>
                </a:solidFill>
                <a:latin typeface="Arial"/>
                <a:ea typeface="Arial"/>
                <a:cs typeface="Arial"/>
              </a:defRPr>
            </a:lvl2pPr>
            <a:lvl3pPr algn="ctr">
              <a:defRPr sz="1440" b="0">
                <a:solidFill>
                  <a:srgbClr val="9FA9B9"/>
                </a:solidFill>
                <a:latin typeface="Arial"/>
                <a:ea typeface="Arial"/>
                <a:cs typeface="Arial"/>
              </a:defRPr>
            </a:lvl3pPr>
            <a:lvl4pPr algn="ctr">
              <a:defRPr sz="1440" b="0">
                <a:solidFill>
                  <a:srgbClr val="9FA9B9"/>
                </a:solidFill>
                <a:latin typeface="Arial"/>
                <a:ea typeface="Arial"/>
                <a:cs typeface="Arial"/>
              </a:defRPr>
            </a:lvl4pPr>
            <a:lvl5pPr algn="ctr">
              <a:defRPr sz="1440" b="0">
                <a:solidFill>
                  <a:srgbClr val="9FA9B9"/>
                </a:solidFill>
                <a:latin typeface="Arial"/>
                <a:ea typeface="Arial"/>
                <a:cs typeface="Arial"/>
              </a:defRPr>
            </a:lvl5pPr>
            <a:lvl6pPr algn="ctr">
              <a:defRPr sz="1440" b="0">
                <a:solidFill>
                  <a:srgbClr val="9FA9B9"/>
                </a:solidFill>
                <a:latin typeface="Arial"/>
                <a:ea typeface="Arial"/>
                <a:cs typeface="Arial"/>
              </a:defRPr>
            </a:lvl6pPr>
            <a:lvl7pPr algn="ctr">
              <a:defRPr sz="1440" b="0">
                <a:solidFill>
                  <a:srgbClr val="9FA9B9"/>
                </a:solidFill>
                <a:latin typeface="Arial"/>
                <a:ea typeface="Arial"/>
                <a:cs typeface="Arial"/>
              </a:defRPr>
            </a:lvl7pPr>
            <a:lvl8pPr algn="ctr">
              <a:defRPr sz="1440" b="0">
                <a:solidFill>
                  <a:srgbClr val="9FA9B9"/>
                </a:solidFill>
                <a:latin typeface="Arial"/>
                <a:ea typeface="Arial"/>
                <a:cs typeface="Arial"/>
              </a:defRPr>
            </a:lvl8pPr>
            <a:lvl9pPr algn="ctr">
              <a:defRPr sz="1440" b="0">
                <a:solidFill>
                  <a:srgbClr val="9FA9B9"/>
                </a:solidFill>
                <a:latin typeface="Arial"/>
                <a:ea typeface="Arial"/>
                <a:cs typeface="Arial"/>
              </a:defRPr>
            </a:lvl9pPr>
          </a:lstStyle>
          <a:p xmlns:a="http://schemas.openxmlformats.org/drawingml/2006/main">
            <a:pPr algn="ctr">
              <a:defRPr sz="1440" b="0">
                <a:solidFill>
                  <a:srgbClr val="9FA9B9"/>
                </a:solidFill>
                <a:latin typeface="Arial"/>
                <a:ea typeface="Arial"/>
                <a:cs typeface="Arial"/>
              </a:defRPr>
            </a:pPr>
            <a:r>
              <a:rPr sz="1440" b="0">
                <a:solidFill>
                  <a:srgbClr val="9FA9B9"/>
                </a:solidFill>
                <a:latin typeface="Arial"/>
                <a:ea typeface="Arial"/>
                <a:cs typeface="Arial"/>
              </a:rPr>
              <a:t>A1</a:t>
            </a:r>
          </a:p>
        </p:txBody>
      </p:sp>
      <p:sp>
        <p:nvSpPr>
          <p:cNvPr id="20" name="text-194">
            <a:extLst xmlns:a="http://schemas.openxmlformats.org/drawingml/2006/main">
              <a:ext uri="{FF2B5EF4-FFF2-40B4-BE49-F238E27FC236}">
                <a16:creationId xmlns:a16="http://schemas.microsoft.com/office/drawing/2014/main" id="{F0C3DCB3-11C9-4C3E-B32D-AE934C4A6483}"/>
              </a:ext>
            </a:extLst>
          </p:cNvPr>
          <p:cNvSpPr>
            <a:spLocks xmlns:a="http://schemas.openxmlformats.org/drawingml/2006/main" noGrp="1"/>
          </p:cNvSpPr>
          <p:nvPr/>
        </p:nvSpPr>
        <p:spPr>
          <a:xfrm xmlns:a="http://schemas.openxmlformats.org/drawingml/2006/main">
            <a:off x="545592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0">
                <a:solidFill>
                  <a:srgbClr val="231F20"/>
                </a:solidFill>
                <a:latin typeface="Arial"/>
                <a:ea typeface="Arial"/>
                <a:cs typeface="Arial"/>
              </a:defRPr>
            </a:defPPr>
            <a:lvl1pPr algn="ctr">
              <a:defRPr sz="1530" b="0">
                <a:solidFill>
                  <a:srgbClr val="231F20"/>
                </a:solidFill>
                <a:latin typeface="Arial"/>
                <a:ea typeface="Arial"/>
                <a:cs typeface="Arial"/>
              </a:defRPr>
            </a:lvl1pPr>
            <a:lvl2pPr algn="ctr">
              <a:defRPr sz="1530" b="0">
                <a:solidFill>
                  <a:srgbClr val="231F20"/>
                </a:solidFill>
                <a:latin typeface="Arial"/>
                <a:ea typeface="Arial"/>
                <a:cs typeface="Arial"/>
              </a:defRPr>
            </a:lvl2pPr>
            <a:lvl3pPr algn="ctr">
              <a:defRPr sz="1530" b="0">
                <a:solidFill>
                  <a:srgbClr val="231F20"/>
                </a:solidFill>
                <a:latin typeface="Arial"/>
                <a:ea typeface="Arial"/>
                <a:cs typeface="Arial"/>
              </a:defRPr>
            </a:lvl3pPr>
            <a:lvl4pPr algn="ctr">
              <a:defRPr sz="1530" b="0">
                <a:solidFill>
                  <a:srgbClr val="231F20"/>
                </a:solidFill>
                <a:latin typeface="Arial"/>
                <a:ea typeface="Arial"/>
                <a:cs typeface="Arial"/>
              </a:defRPr>
            </a:lvl4pPr>
            <a:lvl5pPr algn="ctr">
              <a:defRPr sz="1530" b="0">
                <a:solidFill>
                  <a:srgbClr val="231F20"/>
                </a:solidFill>
                <a:latin typeface="Arial"/>
                <a:ea typeface="Arial"/>
                <a:cs typeface="Arial"/>
              </a:defRPr>
            </a:lvl5pPr>
            <a:lvl6pPr algn="ctr">
              <a:defRPr sz="1530" b="0">
                <a:solidFill>
                  <a:srgbClr val="231F20"/>
                </a:solidFill>
                <a:latin typeface="Arial"/>
                <a:ea typeface="Arial"/>
                <a:cs typeface="Arial"/>
              </a:defRPr>
            </a:lvl6pPr>
            <a:lvl7pPr algn="ctr">
              <a:defRPr sz="1530" b="0">
                <a:solidFill>
                  <a:srgbClr val="231F20"/>
                </a:solidFill>
                <a:latin typeface="Arial"/>
                <a:ea typeface="Arial"/>
                <a:cs typeface="Arial"/>
              </a:defRPr>
            </a:lvl7pPr>
            <a:lvl8pPr algn="ctr">
              <a:defRPr sz="1530" b="0">
                <a:solidFill>
                  <a:srgbClr val="231F20"/>
                </a:solidFill>
                <a:latin typeface="Arial"/>
                <a:ea typeface="Arial"/>
                <a:cs typeface="Arial"/>
              </a:defRPr>
            </a:lvl8pPr>
            <a:lvl9pPr algn="ctr">
              <a:defRPr sz="1530" b="0">
                <a:solidFill>
                  <a:srgbClr val="231F20"/>
                </a:solidFill>
                <a:latin typeface="Arial"/>
                <a:ea typeface="Arial"/>
                <a:cs typeface="Arial"/>
              </a:defRPr>
            </a:lvl9pPr>
          </a:lstStyle>
          <a:p xmlns:a="http://schemas.openxmlformats.org/drawingml/2006/main">
            <a:pPr algn="ctr">
              <a:defRPr sz="1530" b="0">
                <a:solidFill>
                  <a:srgbClr val="231F20"/>
                </a:solidFill>
                <a:latin typeface="Arial"/>
                <a:ea typeface="Arial"/>
                <a:cs typeface="Arial"/>
              </a:defRPr>
            </a:pPr>
            <a:r>
              <a:rPr sz="1530" b="0">
                <a:solidFill>
                  <a:srgbClr val="231F20"/>
                </a:solidFill>
                <a:latin typeface="Arial"/>
                <a:ea typeface="Arial"/>
                <a:cs typeface="Arial"/>
              </a:rPr>
              <a:t>0</a:t>
            </a:r>
          </a:p>
        </p:txBody>
      </p:sp>
      <p:sp>
        <p:nvSpPr>
          <p:cNvPr id="21" name="block-195">
            <a:extLst xmlns:a="http://schemas.openxmlformats.org/drawingml/2006/main">
              <a:ext uri="{FF2B5EF4-FFF2-40B4-BE49-F238E27FC236}">
                <a16:creationId xmlns:a16="http://schemas.microsoft.com/office/drawing/2014/main" id="{31A6A11F-0941-4E63-8E15-CFFCA6353A14}"/>
              </a:ext>
            </a:extLst>
          </p:cNvPr>
          <p:cNvSpPr>
            <a:spLocks xmlns:a="http://schemas.openxmlformats.org/drawingml/2006/main" noGrp="1"/>
          </p:cNvSpPr>
          <p:nvPr/>
        </p:nvSpPr>
        <p:spPr>
          <a:xfrm xmlns:a="http://schemas.openxmlformats.org/drawingml/2006/main">
            <a:off x="6164580" y="2842260"/>
            <a:ext cx="123444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2" name="text-196">
            <a:extLst xmlns:a="http://schemas.openxmlformats.org/drawingml/2006/main">
              <a:ext uri="{FF2B5EF4-FFF2-40B4-BE49-F238E27FC236}">
                <a16:creationId xmlns:a16="http://schemas.microsoft.com/office/drawing/2014/main" id="{598F3F6B-2A68-46FE-AD61-EFADABF08B73}"/>
              </a:ext>
            </a:extLst>
          </p:cNvPr>
          <p:cNvSpPr>
            <a:spLocks xmlns:a="http://schemas.openxmlformats.org/drawingml/2006/main" noGrp="1"/>
          </p:cNvSpPr>
          <p:nvPr/>
        </p:nvSpPr>
        <p:spPr>
          <a:xfrm xmlns:a="http://schemas.openxmlformats.org/drawingml/2006/main">
            <a:off x="6164580" y="2602230"/>
            <a:ext cx="123444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40" b="0">
                <a:solidFill>
                  <a:srgbClr val="9FA9B9"/>
                </a:solidFill>
                <a:latin typeface="Arial"/>
                <a:ea typeface="Arial"/>
                <a:cs typeface="Arial"/>
              </a:defRPr>
            </a:defPPr>
            <a:lvl1pPr algn="ctr">
              <a:defRPr sz="1440" b="0">
                <a:solidFill>
                  <a:srgbClr val="9FA9B9"/>
                </a:solidFill>
                <a:latin typeface="Arial"/>
                <a:ea typeface="Arial"/>
                <a:cs typeface="Arial"/>
              </a:defRPr>
            </a:lvl1pPr>
            <a:lvl2pPr algn="ctr">
              <a:defRPr sz="1440" b="0">
                <a:solidFill>
                  <a:srgbClr val="9FA9B9"/>
                </a:solidFill>
                <a:latin typeface="Arial"/>
                <a:ea typeface="Arial"/>
                <a:cs typeface="Arial"/>
              </a:defRPr>
            </a:lvl2pPr>
            <a:lvl3pPr algn="ctr">
              <a:defRPr sz="1440" b="0">
                <a:solidFill>
                  <a:srgbClr val="9FA9B9"/>
                </a:solidFill>
                <a:latin typeface="Arial"/>
                <a:ea typeface="Arial"/>
                <a:cs typeface="Arial"/>
              </a:defRPr>
            </a:lvl3pPr>
            <a:lvl4pPr algn="ctr">
              <a:defRPr sz="1440" b="0">
                <a:solidFill>
                  <a:srgbClr val="9FA9B9"/>
                </a:solidFill>
                <a:latin typeface="Arial"/>
                <a:ea typeface="Arial"/>
                <a:cs typeface="Arial"/>
              </a:defRPr>
            </a:lvl4pPr>
            <a:lvl5pPr algn="ctr">
              <a:defRPr sz="1440" b="0">
                <a:solidFill>
                  <a:srgbClr val="9FA9B9"/>
                </a:solidFill>
                <a:latin typeface="Arial"/>
                <a:ea typeface="Arial"/>
                <a:cs typeface="Arial"/>
              </a:defRPr>
            </a:lvl5pPr>
            <a:lvl6pPr algn="ctr">
              <a:defRPr sz="1440" b="0">
                <a:solidFill>
                  <a:srgbClr val="9FA9B9"/>
                </a:solidFill>
                <a:latin typeface="Arial"/>
                <a:ea typeface="Arial"/>
                <a:cs typeface="Arial"/>
              </a:defRPr>
            </a:lvl6pPr>
            <a:lvl7pPr algn="ctr">
              <a:defRPr sz="1440" b="0">
                <a:solidFill>
                  <a:srgbClr val="9FA9B9"/>
                </a:solidFill>
                <a:latin typeface="Arial"/>
                <a:ea typeface="Arial"/>
                <a:cs typeface="Arial"/>
              </a:defRPr>
            </a:lvl7pPr>
            <a:lvl8pPr algn="ctr">
              <a:defRPr sz="1440" b="0">
                <a:solidFill>
                  <a:srgbClr val="9FA9B9"/>
                </a:solidFill>
                <a:latin typeface="Arial"/>
                <a:ea typeface="Arial"/>
                <a:cs typeface="Arial"/>
              </a:defRPr>
            </a:lvl8pPr>
            <a:lvl9pPr algn="ctr">
              <a:defRPr sz="1440" b="0">
                <a:solidFill>
                  <a:srgbClr val="9FA9B9"/>
                </a:solidFill>
                <a:latin typeface="Arial"/>
                <a:ea typeface="Arial"/>
                <a:cs typeface="Arial"/>
              </a:defRPr>
            </a:lvl9pPr>
          </a:lstStyle>
          <a:p xmlns:a="http://schemas.openxmlformats.org/drawingml/2006/main">
            <a:pPr algn="ctr">
              <a:defRPr sz="1440" b="0">
                <a:solidFill>
                  <a:srgbClr val="9FA9B9"/>
                </a:solidFill>
                <a:latin typeface="Arial"/>
                <a:ea typeface="Arial"/>
                <a:cs typeface="Arial"/>
              </a:defRPr>
            </a:pPr>
            <a:r>
              <a:rPr sz="1440" b="0">
                <a:solidFill>
                  <a:srgbClr val="9FA9B9"/>
                </a:solidFill>
                <a:latin typeface="Arial"/>
                <a:ea typeface="Arial"/>
                <a:cs typeface="Arial"/>
              </a:rPr>
              <a:t>A2</a:t>
            </a:r>
          </a:p>
        </p:txBody>
      </p:sp>
      <p:sp>
        <p:nvSpPr>
          <p:cNvPr id="23" name="text-197">
            <a:extLst xmlns:a="http://schemas.openxmlformats.org/drawingml/2006/main">
              <a:ext uri="{FF2B5EF4-FFF2-40B4-BE49-F238E27FC236}">
                <a16:creationId xmlns:a16="http://schemas.microsoft.com/office/drawing/2014/main" id="{3B8CD2F7-472D-4B2C-BF54-1F9026731232}"/>
              </a:ext>
            </a:extLst>
          </p:cNvPr>
          <p:cNvSpPr>
            <a:spLocks xmlns:a="http://schemas.openxmlformats.org/drawingml/2006/main" noGrp="1"/>
          </p:cNvSpPr>
          <p:nvPr/>
        </p:nvSpPr>
        <p:spPr>
          <a:xfrm xmlns:a="http://schemas.openxmlformats.org/drawingml/2006/main">
            <a:off x="6164580" y="2842260"/>
            <a:ext cx="123444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0">
                <a:solidFill>
                  <a:srgbClr val="231F20"/>
                </a:solidFill>
                <a:latin typeface="Arial"/>
                <a:ea typeface="Arial"/>
                <a:cs typeface="Arial"/>
              </a:defRPr>
            </a:defPPr>
            <a:lvl1pPr algn="ctr">
              <a:defRPr sz="1530" b="0">
                <a:solidFill>
                  <a:srgbClr val="231F20"/>
                </a:solidFill>
                <a:latin typeface="Arial"/>
                <a:ea typeface="Arial"/>
                <a:cs typeface="Arial"/>
              </a:defRPr>
            </a:lvl1pPr>
            <a:lvl2pPr algn="ctr">
              <a:defRPr sz="1530" b="0">
                <a:solidFill>
                  <a:srgbClr val="231F20"/>
                </a:solidFill>
                <a:latin typeface="Arial"/>
                <a:ea typeface="Arial"/>
                <a:cs typeface="Arial"/>
              </a:defRPr>
            </a:lvl2pPr>
            <a:lvl3pPr algn="ctr">
              <a:defRPr sz="1530" b="0">
                <a:solidFill>
                  <a:srgbClr val="231F20"/>
                </a:solidFill>
                <a:latin typeface="Arial"/>
                <a:ea typeface="Arial"/>
                <a:cs typeface="Arial"/>
              </a:defRPr>
            </a:lvl3pPr>
            <a:lvl4pPr algn="ctr">
              <a:defRPr sz="1530" b="0">
                <a:solidFill>
                  <a:srgbClr val="231F20"/>
                </a:solidFill>
                <a:latin typeface="Arial"/>
                <a:ea typeface="Arial"/>
                <a:cs typeface="Arial"/>
              </a:defRPr>
            </a:lvl4pPr>
            <a:lvl5pPr algn="ctr">
              <a:defRPr sz="1530" b="0">
                <a:solidFill>
                  <a:srgbClr val="231F20"/>
                </a:solidFill>
                <a:latin typeface="Arial"/>
                <a:ea typeface="Arial"/>
                <a:cs typeface="Arial"/>
              </a:defRPr>
            </a:lvl5pPr>
            <a:lvl6pPr algn="ctr">
              <a:defRPr sz="1530" b="0">
                <a:solidFill>
                  <a:srgbClr val="231F20"/>
                </a:solidFill>
                <a:latin typeface="Arial"/>
                <a:ea typeface="Arial"/>
                <a:cs typeface="Arial"/>
              </a:defRPr>
            </a:lvl6pPr>
            <a:lvl7pPr algn="ctr">
              <a:defRPr sz="1530" b="0">
                <a:solidFill>
                  <a:srgbClr val="231F20"/>
                </a:solidFill>
                <a:latin typeface="Arial"/>
                <a:ea typeface="Arial"/>
                <a:cs typeface="Arial"/>
              </a:defRPr>
            </a:lvl7pPr>
            <a:lvl8pPr algn="ctr">
              <a:defRPr sz="1530" b="0">
                <a:solidFill>
                  <a:srgbClr val="231F20"/>
                </a:solidFill>
                <a:latin typeface="Arial"/>
                <a:ea typeface="Arial"/>
                <a:cs typeface="Arial"/>
              </a:defRPr>
            </a:lvl8pPr>
            <a:lvl9pPr algn="ctr">
              <a:defRPr sz="1530" b="0">
                <a:solidFill>
                  <a:srgbClr val="231F20"/>
                </a:solidFill>
                <a:latin typeface="Arial"/>
                <a:ea typeface="Arial"/>
                <a:cs typeface="Arial"/>
              </a:defRPr>
            </a:lvl9pPr>
          </a:lstStyle>
          <a:p xmlns:a="http://schemas.openxmlformats.org/drawingml/2006/main">
            <a:pPr algn="ctr">
              <a:defRPr sz="1530" b="0">
                <a:solidFill>
                  <a:srgbClr val="231F20"/>
                </a:solidFill>
                <a:latin typeface="Arial"/>
                <a:ea typeface="Arial"/>
                <a:cs typeface="Arial"/>
              </a:defRPr>
            </a:pPr>
            <a:r>
              <a:rPr sz="1530" b="0">
                <a:solidFill>
                  <a:srgbClr val="231F20"/>
                </a:solidFill>
                <a:latin typeface="Arial"/>
                <a:ea typeface="Arial"/>
                <a:cs typeface="Arial"/>
              </a:rPr>
              <a:t>1</a:t>
            </a:r>
          </a:p>
        </p:txBody>
      </p:sp>
      <p:sp>
        <p:nvSpPr>
          <p:cNvPr id="24" name="block-198">
            <a:extLst xmlns:a="http://schemas.openxmlformats.org/drawingml/2006/main">
              <a:ext uri="{FF2B5EF4-FFF2-40B4-BE49-F238E27FC236}">
                <a16:creationId xmlns:a16="http://schemas.microsoft.com/office/drawing/2014/main" id="{E0F92C83-5C72-43F3-9B3B-FBF5D7F66CC8}"/>
              </a:ext>
            </a:extLst>
          </p:cNvPr>
          <p:cNvSpPr>
            <a:spLocks xmlns:a="http://schemas.openxmlformats.org/drawingml/2006/main" noGrp="1"/>
          </p:cNvSpPr>
          <p:nvPr/>
        </p:nvSpPr>
        <p:spPr>
          <a:xfrm xmlns:a="http://schemas.openxmlformats.org/drawingml/2006/main">
            <a:off x="739902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5" name="text-199">
            <a:extLst xmlns:a="http://schemas.openxmlformats.org/drawingml/2006/main">
              <a:ext uri="{FF2B5EF4-FFF2-40B4-BE49-F238E27FC236}">
                <a16:creationId xmlns:a16="http://schemas.microsoft.com/office/drawing/2014/main" id="{1CD60B8B-3B05-4B22-9E22-21E9BAC39709}"/>
              </a:ext>
            </a:extLst>
          </p:cNvPr>
          <p:cNvSpPr>
            <a:spLocks xmlns:a="http://schemas.openxmlformats.org/drawingml/2006/main" noGrp="1"/>
          </p:cNvSpPr>
          <p:nvPr/>
        </p:nvSpPr>
        <p:spPr>
          <a:xfrm xmlns:a="http://schemas.openxmlformats.org/drawingml/2006/main">
            <a:off x="739902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40" b="0">
                <a:solidFill>
                  <a:srgbClr val="9FA9B9"/>
                </a:solidFill>
                <a:latin typeface="Yu Gothic"/>
                <a:ea typeface="Yu Gothic"/>
                <a:cs typeface="Yu Gothic"/>
              </a:defRPr>
            </a:defPPr>
            <a:lvl1pPr algn="ctr">
              <a:defRPr sz="1440" b="0">
                <a:solidFill>
                  <a:srgbClr val="9FA9B9"/>
                </a:solidFill>
                <a:latin typeface="Yu Gothic"/>
                <a:ea typeface="Yu Gothic"/>
                <a:cs typeface="Yu Gothic"/>
              </a:defRPr>
            </a:lvl1pPr>
            <a:lvl2pPr algn="ctr">
              <a:defRPr sz="1440" b="0">
                <a:solidFill>
                  <a:srgbClr val="9FA9B9"/>
                </a:solidFill>
                <a:latin typeface="Yu Gothic"/>
                <a:ea typeface="Yu Gothic"/>
                <a:cs typeface="Yu Gothic"/>
              </a:defRPr>
            </a:lvl2pPr>
            <a:lvl3pPr algn="ctr">
              <a:defRPr sz="1440" b="0">
                <a:solidFill>
                  <a:srgbClr val="9FA9B9"/>
                </a:solidFill>
                <a:latin typeface="Yu Gothic"/>
                <a:ea typeface="Yu Gothic"/>
                <a:cs typeface="Yu Gothic"/>
              </a:defRPr>
            </a:lvl3pPr>
            <a:lvl4pPr algn="ctr">
              <a:defRPr sz="1440" b="0">
                <a:solidFill>
                  <a:srgbClr val="9FA9B9"/>
                </a:solidFill>
                <a:latin typeface="Yu Gothic"/>
                <a:ea typeface="Yu Gothic"/>
                <a:cs typeface="Yu Gothic"/>
              </a:defRPr>
            </a:lvl4pPr>
            <a:lvl5pPr algn="ctr">
              <a:defRPr sz="1440" b="0">
                <a:solidFill>
                  <a:srgbClr val="9FA9B9"/>
                </a:solidFill>
                <a:latin typeface="Yu Gothic"/>
                <a:ea typeface="Yu Gothic"/>
                <a:cs typeface="Yu Gothic"/>
              </a:defRPr>
            </a:lvl5pPr>
            <a:lvl6pPr algn="ctr">
              <a:defRPr sz="1440" b="0">
                <a:solidFill>
                  <a:srgbClr val="9FA9B9"/>
                </a:solidFill>
                <a:latin typeface="Yu Gothic"/>
                <a:ea typeface="Yu Gothic"/>
                <a:cs typeface="Yu Gothic"/>
              </a:defRPr>
            </a:lvl6pPr>
            <a:lvl7pPr algn="ctr">
              <a:defRPr sz="1440" b="0">
                <a:solidFill>
                  <a:srgbClr val="9FA9B9"/>
                </a:solidFill>
                <a:latin typeface="Yu Gothic"/>
                <a:ea typeface="Yu Gothic"/>
                <a:cs typeface="Yu Gothic"/>
              </a:defRPr>
            </a:lvl7pPr>
            <a:lvl8pPr algn="ctr">
              <a:defRPr sz="1440" b="0">
                <a:solidFill>
                  <a:srgbClr val="9FA9B9"/>
                </a:solidFill>
                <a:latin typeface="Yu Gothic"/>
                <a:ea typeface="Yu Gothic"/>
                <a:cs typeface="Yu Gothic"/>
              </a:defRPr>
            </a:lvl8pPr>
            <a:lvl9pPr algn="ctr">
              <a:defRPr sz="1440" b="0">
                <a:solidFill>
                  <a:srgbClr val="9FA9B9"/>
                </a:solidFill>
                <a:latin typeface="Yu Gothic"/>
                <a:ea typeface="Yu Gothic"/>
                <a:cs typeface="Yu Gothic"/>
              </a:defRPr>
            </a:lvl9pPr>
          </a:lstStyle>
          <a:p xmlns:a="http://schemas.openxmlformats.org/drawingml/2006/main">
            <a:pPr algn="ctr">
              <a:defRPr sz="1440" b="0">
                <a:solidFill>
                  <a:srgbClr val="9FA9B9"/>
                </a:solidFill>
                <a:latin typeface="Yu Gothic"/>
                <a:ea typeface="Yu Gothic"/>
                <a:cs typeface="Yu Gothic"/>
              </a:defRPr>
            </a:pPr>
            <a:r>
              <a:rPr sz="1440" b="0">
                <a:solidFill>
                  <a:srgbClr val="9FA9B9"/>
                </a:solidFill>
                <a:latin typeface="Yu Gothic"/>
                <a:ea typeface="Yu Gothic"/>
                <a:cs typeface="Yu Gothic"/>
              </a:rPr>
              <a:t>操作</a:t>
            </a:r>
          </a:p>
        </p:txBody>
      </p:sp>
      <p:sp>
        <p:nvSpPr>
          <p:cNvPr id="26" name="text-200">
            <a:extLst xmlns:a="http://schemas.openxmlformats.org/drawingml/2006/main">
              <a:ext uri="{FF2B5EF4-FFF2-40B4-BE49-F238E27FC236}">
                <a16:creationId xmlns:a16="http://schemas.microsoft.com/office/drawing/2014/main" id="{530C07EB-8CB5-4816-ABD3-640D84C0698D}"/>
              </a:ext>
            </a:extLst>
          </p:cNvPr>
          <p:cNvSpPr>
            <a:spLocks xmlns:a="http://schemas.openxmlformats.org/drawingml/2006/main" noGrp="1"/>
          </p:cNvSpPr>
          <p:nvPr/>
        </p:nvSpPr>
        <p:spPr>
          <a:xfrm xmlns:a="http://schemas.openxmlformats.org/drawingml/2006/main">
            <a:off x="739902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0">
                <a:solidFill>
                  <a:srgbClr val="231F20"/>
                </a:solidFill>
                <a:latin typeface="Arial"/>
                <a:ea typeface="Arial"/>
                <a:cs typeface="Arial"/>
              </a:defRPr>
            </a:defPPr>
            <a:lvl1pPr algn="ctr">
              <a:defRPr sz="1530" b="0">
                <a:solidFill>
                  <a:srgbClr val="231F20"/>
                </a:solidFill>
                <a:latin typeface="Arial"/>
                <a:ea typeface="Arial"/>
                <a:cs typeface="Arial"/>
              </a:defRPr>
            </a:lvl1pPr>
            <a:lvl2pPr algn="ctr">
              <a:defRPr sz="1530" b="0">
                <a:solidFill>
                  <a:srgbClr val="231F20"/>
                </a:solidFill>
                <a:latin typeface="Arial"/>
                <a:ea typeface="Arial"/>
                <a:cs typeface="Arial"/>
              </a:defRPr>
            </a:lvl2pPr>
            <a:lvl3pPr algn="ctr">
              <a:defRPr sz="1530" b="0">
                <a:solidFill>
                  <a:srgbClr val="231F20"/>
                </a:solidFill>
                <a:latin typeface="Arial"/>
                <a:ea typeface="Arial"/>
                <a:cs typeface="Arial"/>
              </a:defRPr>
            </a:lvl3pPr>
            <a:lvl4pPr algn="ctr">
              <a:defRPr sz="1530" b="0">
                <a:solidFill>
                  <a:srgbClr val="231F20"/>
                </a:solidFill>
                <a:latin typeface="Arial"/>
                <a:ea typeface="Arial"/>
                <a:cs typeface="Arial"/>
              </a:defRPr>
            </a:lvl4pPr>
            <a:lvl5pPr algn="ctr">
              <a:defRPr sz="1530" b="0">
                <a:solidFill>
                  <a:srgbClr val="231F20"/>
                </a:solidFill>
                <a:latin typeface="Arial"/>
                <a:ea typeface="Arial"/>
                <a:cs typeface="Arial"/>
              </a:defRPr>
            </a:lvl5pPr>
            <a:lvl6pPr algn="ctr">
              <a:defRPr sz="1530" b="0">
                <a:solidFill>
                  <a:srgbClr val="231F20"/>
                </a:solidFill>
                <a:latin typeface="Arial"/>
                <a:ea typeface="Arial"/>
                <a:cs typeface="Arial"/>
              </a:defRPr>
            </a:lvl6pPr>
            <a:lvl7pPr algn="ctr">
              <a:defRPr sz="1530" b="0">
                <a:solidFill>
                  <a:srgbClr val="231F20"/>
                </a:solidFill>
                <a:latin typeface="Arial"/>
                <a:ea typeface="Arial"/>
                <a:cs typeface="Arial"/>
              </a:defRPr>
            </a:lvl7pPr>
            <a:lvl8pPr algn="ctr">
              <a:defRPr sz="1530" b="0">
                <a:solidFill>
                  <a:srgbClr val="231F20"/>
                </a:solidFill>
                <a:latin typeface="Arial"/>
                <a:ea typeface="Arial"/>
                <a:cs typeface="Arial"/>
              </a:defRPr>
            </a:lvl8pPr>
            <a:lvl9pPr algn="ctr">
              <a:defRPr sz="1530" b="0">
                <a:solidFill>
                  <a:srgbClr val="231F20"/>
                </a:solidFill>
                <a:latin typeface="Arial"/>
                <a:ea typeface="Arial"/>
                <a:cs typeface="Arial"/>
              </a:defRPr>
            </a:lvl9pPr>
          </a:lstStyle>
          <a:p xmlns:a="http://schemas.openxmlformats.org/drawingml/2006/main">
            <a:pPr algn="ctr">
              <a:defRPr sz="1530" b="0">
                <a:solidFill>
                  <a:srgbClr val="231F20"/>
                </a:solidFill>
                <a:latin typeface="Arial"/>
                <a:ea typeface="Arial"/>
                <a:cs typeface="Arial"/>
              </a:defRPr>
            </a:pPr>
            <a:r>
              <a:rPr sz="1530" b="0">
                <a:solidFill>
                  <a:srgbClr val="231F20"/>
                </a:solidFill>
                <a:latin typeface="Arial"/>
                <a:ea typeface="Arial"/>
                <a:cs typeface="Arial"/>
              </a:rPr>
              <a:t>sw</a:t>
            </a:r>
          </a:p>
        </p:txBody>
      </p:sp>
      <p:sp>
        <p:nvSpPr>
          <p:cNvPr id="27" name="board-stable-pc">
            <a:extLst xmlns:a="http://schemas.openxmlformats.org/drawingml/2006/main">
              <a:ext uri="{FF2B5EF4-FFF2-40B4-BE49-F238E27FC236}">
                <a16:creationId xmlns:a16="http://schemas.microsoft.com/office/drawing/2014/main" id="{9B24D27B-0563-42F5-B149-FA815DE0D02A}"/>
              </a:ext>
            </a:extLst>
          </p:cNvPr>
          <p:cNvSpPr>
            <a:spLocks xmlns:a="http://schemas.openxmlformats.org/drawingml/2006/main" noGrp="1"/>
          </p:cNvSpPr>
          <p:nvPr/>
        </p:nvSpPr>
        <p:spPr>
          <a:xfrm xmlns:a="http://schemas.openxmlformats.org/drawingml/2006/main">
            <a:off x="1055370" y="3950970"/>
            <a:ext cx="377190" cy="75438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28" name="text-202">
            <a:extLst xmlns:a="http://schemas.openxmlformats.org/drawingml/2006/main">
              <a:ext uri="{FF2B5EF4-FFF2-40B4-BE49-F238E27FC236}">
                <a16:creationId xmlns:a16="http://schemas.microsoft.com/office/drawing/2014/main" id="{A01D4084-F5C9-455E-9086-9BCCDCA5E037}"/>
              </a:ext>
            </a:extLst>
          </p:cNvPr>
          <p:cNvSpPr>
            <a:spLocks xmlns:a="http://schemas.openxmlformats.org/drawingml/2006/main" noGrp="1"/>
          </p:cNvSpPr>
          <p:nvPr/>
        </p:nvSpPr>
        <p:spPr>
          <a:xfrm xmlns:a="http://schemas.openxmlformats.org/drawingml/2006/main">
            <a:off x="1101090" y="4168140"/>
            <a:ext cx="2971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70" b="0">
                <a:solidFill>
                  <a:srgbClr val="231F20"/>
                </a:solidFill>
                <a:latin typeface="Arial"/>
                <a:ea typeface="Arial"/>
                <a:cs typeface="Arial"/>
              </a:defRPr>
            </a:defPPr>
            <a:lvl1pPr algn="ctr">
              <a:defRPr sz="1170" b="0">
                <a:solidFill>
                  <a:srgbClr val="231F20"/>
                </a:solidFill>
                <a:latin typeface="Arial"/>
                <a:ea typeface="Arial"/>
                <a:cs typeface="Arial"/>
              </a:defRPr>
            </a:lvl1pPr>
            <a:lvl2pPr algn="ctr">
              <a:defRPr sz="1170" b="0">
                <a:solidFill>
                  <a:srgbClr val="231F20"/>
                </a:solidFill>
                <a:latin typeface="Arial"/>
                <a:ea typeface="Arial"/>
                <a:cs typeface="Arial"/>
              </a:defRPr>
            </a:lvl2pPr>
            <a:lvl3pPr algn="ctr">
              <a:defRPr sz="1170" b="0">
                <a:solidFill>
                  <a:srgbClr val="231F20"/>
                </a:solidFill>
                <a:latin typeface="Arial"/>
                <a:ea typeface="Arial"/>
                <a:cs typeface="Arial"/>
              </a:defRPr>
            </a:lvl3pPr>
            <a:lvl4pPr algn="ctr">
              <a:defRPr sz="1170" b="0">
                <a:solidFill>
                  <a:srgbClr val="231F20"/>
                </a:solidFill>
                <a:latin typeface="Arial"/>
                <a:ea typeface="Arial"/>
                <a:cs typeface="Arial"/>
              </a:defRPr>
            </a:lvl4pPr>
            <a:lvl5pPr algn="ctr">
              <a:defRPr sz="1170" b="0">
                <a:solidFill>
                  <a:srgbClr val="231F20"/>
                </a:solidFill>
                <a:latin typeface="Arial"/>
                <a:ea typeface="Arial"/>
                <a:cs typeface="Arial"/>
              </a:defRPr>
            </a:lvl5pPr>
            <a:lvl6pPr algn="ctr">
              <a:defRPr sz="1170" b="0">
                <a:solidFill>
                  <a:srgbClr val="231F20"/>
                </a:solidFill>
                <a:latin typeface="Arial"/>
                <a:ea typeface="Arial"/>
                <a:cs typeface="Arial"/>
              </a:defRPr>
            </a:lvl6pPr>
            <a:lvl7pPr algn="ctr">
              <a:defRPr sz="1170" b="0">
                <a:solidFill>
                  <a:srgbClr val="231F20"/>
                </a:solidFill>
                <a:latin typeface="Arial"/>
                <a:ea typeface="Arial"/>
                <a:cs typeface="Arial"/>
              </a:defRPr>
            </a:lvl7pPr>
            <a:lvl8pPr algn="ctr">
              <a:defRPr sz="1170" b="0">
                <a:solidFill>
                  <a:srgbClr val="231F20"/>
                </a:solidFill>
                <a:latin typeface="Arial"/>
                <a:ea typeface="Arial"/>
                <a:cs typeface="Arial"/>
              </a:defRPr>
            </a:lvl8pPr>
            <a:lvl9pPr algn="ctr">
              <a:defRPr sz="1170" b="0">
                <a:solidFill>
                  <a:srgbClr val="231F20"/>
                </a:solidFill>
                <a:latin typeface="Arial"/>
                <a:ea typeface="Arial"/>
                <a:cs typeface="Arial"/>
              </a:defRPr>
            </a:lvl9pPr>
          </a:lstStyle>
          <a:p xmlns:a="http://schemas.openxmlformats.org/drawingml/2006/main">
            <a:pPr algn="ctr">
              <a:defRPr sz="1170" b="0">
                <a:solidFill>
                  <a:srgbClr val="231F20"/>
                </a:solidFill>
                <a:latin typeface="Arial"/>
                <a:ea typeface="Arial"/>
                <a:cs typeface="Arial"/>
              </a:defRPr>
            </a:pPr>
            <a:r>
              <a:rPr sz="1170" b="0">
                <a:solidFill>
                  <a:srgbClr val="231F20"/>
                </a:solidFill>
                <a:latin typeface="Arial"/>
                <a:ea typeface="Arial"/>
                <a:cs typeface="Arial"/>
              </a:rPr>
              <a:t>D Q</a:t>
            </a:r>
          </a:p>
        </p:txBody>
      </p:sp>
      <p:sp>
        <p:nvSpPr>
          <p:cNvPr id="29" name="circuit-203">
            <a:extLst xmlns:a="http://schemas.openxmlformats.org/drawingml/2006/main">
              <a:ext uri="{FF2B5EF4-FFF2-40B4-BE49-F238E27FC236}">
                <a16:creationId xmlns:a16="http://schemas.microsoft.com/office/drawing/2014/main" id="{4B8B2FEE-1612-45F6-AFC6-5E03EA5981A7}"/>
              </a:ext>
            </a:extLst>
          </p:cNvPr>
          <p:cNvSpPr>
            <a:spLocks xmlns:a="http://schemas.openxmlformats.org/drawingml/2006/main" noGrp="1"/>
          </p:cNvSpPr>
          <p:nvPr/>
        </p:nvSpPr>
        <p:spPr>
          <a:xfrm xmlns:a="http://schemas.openxmlformats.org/drawingml/2006/main">
            <a:off x="1135380" y="3950970"/>
            <a:ext cx="205740" cy="114300"/>
          </a:xfrm>
          <a:custGeom xmlns:a="http://schemas.openxmlformats.org/drawingml/2006/main">
            <a:pathLst>
              <a:path w="205740" h="114300">
                <a:moveTo>
                  <a:pt x="0" y="0"/>
                </a:moveTo>
                <a:lnTo>
                  <a:pt x="102870" y="114300"/>
                </a:lnTo>
                <a:lnTo>
                  <a:pt x="205740" y="0"/>
                </a:lnTo>
                <a:close/>
              </a:path>
            </a:pathLst>
          </a:custGeom>
          <a:noFill xmlns:a="http://schemas.openxmlformats.org/drawingml/2006/main"/>
          <a:ln xmlns:a="http://schemas.openxmlformats.org/drawingml/2006/main" w="25146">
            <a:solidFill>
              <a:srgbClr val="231F20"/>
            </a:solidFill>
          </a:ln>
        </p:spPr>
      </p:sp>
      <p:sp>
        <p:nvSpPr>
          <p:cNvPr id="30" name="wire-204">
            <a:extLst xmlns:a="http://schemas.openxmlformats.org/drawingml/2006/main">
              <a:ext uri="{FF2B5EF4-FFF2-40B4-BE49-F238E27FC236}">
                <a16:creationId xmlns:a16="http://schemas.microsoft.com/office/drawing/2014/main" id="{25C731B7-8FD2-4CE2-9324-28528267DBEC}"/>
              </a:ext>
            </a:extLst>
          </p:cNvPr>
          <p:cNvSpPr>
            <a:spLocks xmlns:a="http://schemas.openxmlformats.org/drawingml/2006/main" noGrp="1"/>
          </p:cNvSpPr>
          <p:nvPr/>
        </p:nvSpPr>
        <p:spPr>
          <a:xfrm xmlns:a="http://schemas.openxmlformats.org/drawingml/2006/main">
            <a:off x="1238250" y="377952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3716">
            <a:solidFill>
              <a:srgbClr val="231F20"/>
            </a:solidFill>
          </a:ln>
        </p:spPr>
      </p:sp>
      <p:sp>
        <p:nvSpPr>
          <p:cNvPr id="31" name="text-205">
            <a:extLst xmlns:a="http://schemas.openxmlformats.org/drawingml/2006/main">
              <a:ext uri="{FF2B5EF4-FFF2-40B4-BE49-F238E27FC236}">
                <a16:creationId xmlns:a16="http://schemas.microsoft.com/office/drawing/2014/main" id="{FFD8C129-533E-4440-ACCD-DD289C2BBD57}"/>
              </a:ext>
            </a:extLst>
          </p:cNvPr>
          <p:cNvSpPr>
            <a:spLocks xmlns:a="http://schemas.openxmlformats.org/drawingml/2006/main" noGrp="1"/>
          </p:cNvSpPr>
          <p:nvPr/>
        </p:nvSpPr>
        <p:spPr>
          <a:xfrm xmlns:a="http://schemas.openxmlformats.org/drawingml/2006/main">
            <a:off x="1009650" y="3505200"/>
            <a:ext cx="514350" cy="2628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clk</a:t>
            </a:r>
          </a:p>
        </p:txBody>
      </p:sp>
      <p:sp>
        <p:nvSpPr>
          <p:cNvPr id="32" name="text-206">
            <a:extLst xmlns:a="http://schemas.openxmlformats.org/drawingml/2006/main">
              <a:ext uri="{FF2B5EF4-FFF2-40B4-BE49-F238E27FC236}">
                <a16:creationId xmlns:a16="http://schemas.microsoft.com/office/drawing/2014/main" id="{C3FA7755-1659-494F-B215-EB428F9E16AA}"/>
              </a:ext>
            </a:extLst>
          </p:cNvPr>
          <p:cNvSpPr>
            <a:spLocks xmlns:a="http://schemas.openxmlformats.org/drawingml/2006/main" noGrp="1"/>
          </p:cNvSpPr>
          <p:nvPr/>
        </p:nvSpPr>
        <p:spPr>
          <a:xfrm xmlns:a="http://schemas.openxmlformats.org/drawingml/2006/main">
            <a:off x="986790" y="4739640"/>
            <a:ext cx="59436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231F20"/>
                </a:solidFill>
                <a:latin typeface="Arial"/>
                <a:ea typeface="Arial"/>
                <a:cs typeface="Arial"/>
              </a:defRPr>
            </a:defPPr>
            <a:lvl1pPr algn="ctr">
              <a:defRPr sz="2070" b="1">
                <a:solidFill>
                  <a:srgbClr val="231F20"/>
                </a:solidFill>
                <a:latin typeface="Arial"/>
                <a:ea typeface="Arial"/>
                <a:cs typeface="Arial"/>
              </a:defRPr>
            </a:lvl1pPr>
            <a:lvl2pPr algn="ctr">
              <a:defRPr sz="2070" b="1">
                <a:solidFill>
                  <a:srgbClr val="231F20"/>
                </a:solidFill>
                <a:latin typeface="Arial"/>
                <a:ea typeface="Arial"/>
                <a:cs typeface="Arial"/>
              </a:defRPr>
            </a:lvl2pPr>
            <a:lvl3pPr algn="ctr">
              <a:defRPr sz="2070" b="1">
                <a:solidFill>
                  <a:srgbClr val="231F20"/>
                </a:solidFill>
                <a:latin typeface="Arial"/>
                <a:ea typeface="Arial"/>
                <a:cs typeface="Arial"/>
              </a:defRPr>
            </a:lvl3pPr>
            <a:lvl4pPr algn="ctr">
              <a:defRPr sz="2070" b="1">
                <a:solidFill>
                  <a:srgbClr val="231F20"/>
                </a:solidFill>
                <a:latin typeface="Arial"/>
                <a:ea typeface="Arial"/>
                <a:cs typeface="Arial"/>
              </a:defRPr>
            </a:lvl4pPr>
            <a:lvl5pPr algn="ctr">
              <a:defRPr sz="2070" b="1">
                <a:solidFill>
                  <a:srgbClr val="231F20"/>
                </a:solidFill>
                <a:latin typeface="Arial"/>
                <a:ea typeface="Arial"/>
                <a:cs typeface="Arial"/>
              </a:defRPr>
            </a:lvl5pPr>
            <a:lvl6pPr algn="ctr">
              <a:defRPr sz="2070" b="1">
                <a:solidFill>
                  <a:srgbClr val="231F20"/>
                </a:solidFill>
                <a:latin typeface="Arial"/>
                <a:ea typeface="Arial"/>
                <a:cs typeface="Arial"/>
              </a:defRPr>
            </a:lvl6pPr>
            <a:lvl7pPr algn="ctr">
              <a:defRPr sz="2070" b="1">
                <a:solidFill>
                  <a:srgbClr val="231F20"/>
                </a:solidFill>
                <a:latin typeface="Arial"/>
                <a:ea typeface="Arial"/>
                <a:cs typeface="Arial"/>
              </a:defRPr>
            </a:lvl7pPr>
            <a:lvl8pPr algn="ctr">
              <a:defRPr sz="2070" b="1">
                <a:solidFill>
                  <a:srgbClr val="231F20"/>
                </a:solidFill>
                <a:latin typeface="Arial"/>
                <a:ea typeface="Arial"/>
                <a:cs typeface="Arial"/>
              </a:defRPr>
            </a:lvl8pPr>
            <a:lvl9pPr algn="ctr">
              <a:defRPr sz="2070" b="1">
                <a:solidFill>
                  <a:srgbClr val="231F20"/>
                </a:solidFill>
                <a:latin typeface="Arial"/>
                <a:ea typeface="Arial"/>
                <a:cs typeface="Arial"/>
              </a:defRPr>
            </a:lvl9pPr>
          </a:lstStyle>
          <a:p xmlns:a="http://schemas.openxmlformats.org/drawingml/2006/main">
            <a:pPr algn="ctr">
              <a:defRPr sz="2070" b="1">
                <a:solidFill>
                  <a:srgbClr val="231F20"/>
                </a:solidFill>
                <a:latin typeface="Arial"/>
                <a:ea typeface="Arial"/>
                <a:cs typeface="Arial"/>
              </a:defRPr>
            </a:pPr>
            <a:r>
              <a:rPr sz="2070" b="1">
                <a:solidFill>
                  <a:srgbClr val="231F20"/>
                </a:solidFill>
                <a:latin typeface="Arial"/>
                <a:ea typeface="Arial"/>
                <a:cs typeface="Arial"/>
              </a:rPr>
              <a:t>PC</a:t>
            </a:r>
          </a:p>
        </p:txBody>
      </p:sp>
      <p:sp>
        <p:nvSpPr>
          <p:cNvPr id="33" name="wire-207">
            <a:extLst xmlns:a="http://schemas.openxmlformats.org/drawingml/2006/main">
              <a:ext uri="{FF2B5EF4-FFF2-40B4-BE49-F238E27FC236}">
                <a16:creationId xmlns:a16="http://schemas.microsoft.com/office/drawing/2014/main" id="{857C9721-6714-41A5-8B94-0AEB0F6A5E9F}"/>
              </a:ext>
            </a:extLst>
          </p:cNvPr>
          <p:cNvSpPr>
            <a:spLocks xmlns:a="http://schemas.openxmlformats.org/drawingml/2006/main" noGrp="1"/>
          </p:cNvSpPr>
          <p:nvPr/>
        </p:nvSpPr>
        <p:spPr>
          <a:xfrm xmlns:a="http://schemas.openxmlformats.org/drawingml/2006/main">
            <a:off x="1432560" y="4293870"/>
            <a:ext cx="331470" cy="9525"/>
          </a:xfrm>
          <a:custGeom xmlns:a="http://schemas.openxmlformats.org/drawingml/2006/main">
            <a:pathLst>
              <a:path w="331470" h="9525">
                <a:moveTo>
                  <a:pt x="0" y="0"/>
                </a:moveTo>
                <a:lnTo>
                  <a:pt x="331470" y="0"/>
                </a:lnTo>
              </a:path>
            </a:pathLst>
          </a:custGeom>
          <a:noFill xmlns:a="http://schemas.openxmlformats.org/drawingml/2006/main"/>
          <a:ln xmlns:a="http://schemas.openxmlformats.org/drawingml/2006/main" w="28575">
            <a:solidFill>
              <a:srgbClr val="1572C3"/>
            </a:solidFill>
          </a:ln>
        </p:spPr>
      </p:sp>
      <p:sp>
        <p:nvSpPr>
          <p:cNvPr id="34" name="circuit-208">
            <a:extLst xmlns:a="http://schemas.openxmlformats.org/drawingml/2006/main">
              <a:ext uri="{FF2B5EF4-FFF2-40B4-BE49-F238E27FC236}">
                <a16:creationId xmlns:a16="http://schemas.microsoft.com/office/drawing/2014/main" id="{069CBFA2-125A-479B-8D2A-D31E27E7A60E}"/>
              </a:ext>
            </a:extLst>
          </p:cNvPr>
          <p:cNvSpPr>
            <a:spLocks xmlns:a="http://schemas.openxmlformats.org/drawingml/2006/main" noGrp="1"/>
          </p:cNvSpPr>
          <p:nvPr/>
        </p:nvSpPr>
        <p:spPr>
          <a:xfrm xmlns:a="http://schemas.openxmlformats.org/drawingml/2006/main">
            <a:off x="1687830" y="4262437"/>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5" name="text-209">
            <a:extLst xmlns:a="http://schemas.openxmlformats.org/drawingml/2006/main">
              <a:ext uri="{FF2B5EF4-FFF2-40B4-BE49-F238E27FC236}">
                <a16:creationId xmlns:a16="http://schemas.microsoft.com/office/drawing/2014/main" id="{C226BBB1-437C-428B-B895-402B9341E96C}"/>
              </a:ext>
            </a:extLst>
          </p:cNvPr>
          <p:cNvSpPr>
            <a:spLocks xmlns:a="http://schemas.openxmlformats.org/drawingml/2006/main" noGrp="1"/>
          </p:cNvSpPr>
          <p:nvPr/>
        </p:nvSpPr>
        <p:spPr>
          <a:xfrm xmlns:a="http://schemas.openxmlformats.org/drawingml/2006/main">
            <a:off x="1443990" y="4396740"/>
            <a:ext cx="3429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80" b="1">
                <a:solidFill>
                  <a:srgbClr val="1572C3"/>
                </a:solidFill>
                <a:latin typeface="Arial"/>
                <a:ea typeface="Arial"/>
                <a:cs typeface="Arial"/>
              </a:defRPr>
            </a:defPPr>
            <a:lvl1pPr algn="ctr">
              <a:defRPr sz="1980" b="1">
                <a:solidFill>
                  <a:srgbClr val="1572C3"/>
                </a:solidFill>
                <a:latin typeface="Arial"/>
                <a:ea typeface="Arial"/>
                <a:cs typeface="Arial"/>
              </a:defRPr>
            </a:lvl1pPr>
            <a:lvl2pPr algn="ctr">
              <a:defRPr sz="1980" b="1">
                <a:solidFill>
                  <a:srgbClr val="1572C3"/>
                </a:solidFill>
                <a:latin typeface="Arial"/>
                <a:ea typeface="Arial"/>
                <a:cs typeface="Arial"/>
              </a:defRPr>
            </a:lvl2pPr>
            <a:lvl3pPr algn="ctr">
              <a:defRPr sz="1980" b="1">
                <a:solidFill>
                  <a:srgbClr val="1572C3"/>
                </a:solidFill>
                <a:latin typeface="Arial"/>
                <a:ea typeface="Arial"/>
                <a:cs typeface="Arial"/>
              </a:defRPr>
            </a:lvl3pPr>
            <a:lvl4pPr algn="ctr">
              <a:defRPr sz="1980" b="1">
                <a:solidFill>
                  <a:srgbClr val="1572C3"/>
                </a:solidFill>
                <a:latin typeface="Arial"/>
                <a:ea typeface="Arial"/>
                <a:cs typeface="Arial"/>
              </a:defRPr>
            </a:lvl4pPr>
            <a:lvl5pPr algn="ctr">
              <a:defRPr sz="1980" b="1">
                <a:solidFill>
                  <a:srgbClr val="1572C3"/>
                </a:solidFill>
                <a:latin typeface="Arial"/>
                <a:ea typeface="Arial"/>
                <a:cs typeface="Arial"/>
              </a:defRPr>
            </a:lvl5pPr>
            <a:lvl6pPr algn="ctr">
              <a:defRPr sz="1980" b="1">
                <a:solidFill>
                  <a:srgbClr val="1572C3"/>
                </a:solidFill>
                <a:latin typeface="Arial"/>
                <a:ea typeface="Arial"/>
                <a:cs typeface="Arial"/>
              </a:defRPr>
            </a:lvl6pPr>
            <a:lvl7pPr algn="ctr">
              <a:defRPr sz="1980" b="1">
                <a:solidFill>
                  <a:srgbClr val="1572C3"/>
                </a:solidFill>
                <a:latin typeface="Arial"/>
                <a:ea typeface="Arial"/>
                <a:cs typeface="Arial"/>
              </a:defRPr>
            </a:lvl7pPr>
            <a:lvl8pPr algn="ctr">
              <a:defRPr sz="1980" b="1">
                <a:solidFill>
                  <a:srgbClr val="1572C3"/>
                </a:solidFill>
                <a:latin typeface="Arial"/>
                <a:ea typeface="Arial"/>
                <a:cs typeface="Arial"/>
              </a:defRPr>
            </a:lvl8pPr>
            <a:lvl9pPr algn="ctr">
              <a:defRPr sz="1980" b="1">
                <a:solidFill>
                  <a:srgbClr val="1572C3"/>
                </a:solidFill>
                <a:latin typeface="Arial"/>
                <a:ea typeface="Arial"/>
                <a:cs typeface="Arial"/>
              </a:defRPr>
            </a:lvl9pPr>
          </a:lstStyle>
          <a:p xmlns:a="http://schemas.openxmlformats.org/drawingml/2006/main">
            <a:pPr algn="ctr">
              <a:defRPr sz="1980" b="1">
                <a:solidFill>
                  <a:srgbClr val="1572C3"/>
                </a:solidFill>
                <a:latin typeface="Arial"/>
                <a:ea typeface="Arial"/>
                <a:cs typeface="Arial"/>
              </a:defRPr>
            </a:pPr>
            <a:r>
              <a:rPr sz="1980" b="1">
                <a:solidFill>
                  <a:srgbClr val="1572C3"/>
                </a:solidFill>
                <a:latin typeface="Arial"/>
                <a:ea typeface="Arial"/>
                <a:cs typeface="Arial"/>
              </a:rPr>
              <a:t>4</a:t>
            </a:r>
          </a:p>
        </p:txBody>
      </p:sp>
      <p:sp>
        <p:nvSpPr>
          <p:cNvPr id="36" name="board-stable-fetch">
            <a:extLst xmlns:a="http://schemas.openxmlformats.org/drawingml/2006/main">
              <a:ext uri="{FF2B5EF4-FFF2-40B4-BE49-F238E27FC236}">
                <a16:creationId xmlns:a16="http://schemas.microsoft.com/office/drawing/2014/main" id="{9D0A0772-7089-4174-90E8-8316B77445F4}"/>
              </a:ext>
            </a:extLst>
          </p:cNvPr>
          <p:cNvSpPr>
            <a:spLocks xmlns:a="http://schemas.openxmlformats.org/drawingml/2006/main" noGrp="1"/>
          </p:cNvSpPr>
          <p:nvPr/>
        </p:nvSpPr>
        <p:spPr>
          <a:xfrm xmlns:a="http://schemas.openxmlformats.org/drawingml/2006/main">
            <a:off x="1764030" y="3676650"/>
            <a:ext cx="1657350" cy="139446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37" name="text-211">
            <a:extLst xmlns:a="http://schemas.openxmlformats.org/drawingml/2006/main">
              <a:ext uri="{FF2B5EF4-FFF2-40B4-BE49-F238E27FC236}">
                <a16:creationId xmlns:a16="http://schemas.microsoft.com/office/drawing/2014/main" id="{8A5C44B8-B78E-4B3E-AB55-BB8BBC710BD7}"/>
              </a:ext>
            </a:extLst>
          </p:cNvPr>
          <p:cNvSpPr>
            <a:spLocks xmlns:a="http://schemas.openxmlformats.org/drawingml/2006/main" noGrp="1"/>
          </p:cNvSpPr>
          <p:nvPr/>
        </p:nvSpPr>
        <p:spPr>
          <a:xfrm xmlns:a="http://schemas.openxmlformats.org/drawingml/2006/main">
            <a:off x="1832610" y="3722370"/>
            <a:ext cx="152019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80" b="1">
                <a:solidFill>
                  <a:srgbClr val="231F20"/>
                </a:solidFill>
                <a:latin typeface="Yu Gothic"/>
                <a:ea typeface="Yu Gothic"/>
                <a:cs typeface="Yu Gothic"/>
              </a:defRPr>
            </a:defPPr>
            <a:lvl1pPr algn="ctr">
              <a:defRPr sz="1980" b="1">
                <a:solidFill>
                  <a:srgbClr val="231F20"/>
                </a:solidFill>
                <a:latin typeface="Yu Gothic"/>
                <a:ea typeface="Yu Gothic"/>
                <a:cs typeface="Yu Gothic"/>
              </a:defRPr>
            </a:lvl1pPr>
            <a:lvl2pPr algn="ctr">
              <a:defRPr sz="1980" b="1">
                <a:solidFill>
                  <a:srgbClr val="231F20"/>
                </a:solidFill>
                <a:latin typeface="Yu Gothic"/>
                <a:ea typeface="Yu Gothic"/>
                <a:cs typeface="Yu Gothic"/>
              </a:defRPr>
            </a:lvl2pPr>
            <a:lvl3pPr algn="ctr">
              <a:defRPr sz="1980" b="1">
                <a:solidFill>
                  <a:srgbClr val="231F20"/>
                </a:solidFill>
                <a:latin typeface="Yu Gothic"/>
                <a:ea typeface="Yu Gothic"/>
                <a:cs typeface="Yu Gothic"/>
              </a:defRPr>
            </a:lvl3pPr>
            <a:lvl4pPr algn="ctr">
              <a:defRPr sz="1980" b="1">
                <a:solidFill>
                  <a:srgbClr val="231F20"/>
                </a:solidFill>
                <a:latin typeface="Yu Gothic"/>
                <a:ea typeface="Yu Gothic"/>
                <a:cs typeface="Yu Gothic"/>
              </a:defRPr>
            </a:lvl4pPr>
            <a:lvl5pPr algn="ctr">
              <a:defRPr sz="1980" b="1">
                <a:solidFill>
                  <a:srgbClr val="231F20"/>
                </a:solidFill>
                <a:latin typeface="Yu Gothic"/>
                <a:ea typeface="Yu Gothic"/>
                <a:cs typeface="Yu Gothic"/>
              </a:defRPr>
            </a:lvl5pPr>
            <a:lvl6pPr algn="ctr">
              <a:defRPr sz="1980" b="1">
                <a:solidFill>
                  <a:srgbClr val="231F20"/>
                </a:solidFill>
                <a:latin typeface="Yu Gothic"/>
                <a:ea typeface="Yu Gothic"/>
                <a:cs typeface="Yu Gothic"/>
              </a:defRPr>
            </a:lvl6pPr>
            <a:lvl7pPr algn="ctr">
              <a:defRPr sz="1980" b="1">
                <a:solidFill>
                  <a:srgbClr val="231F20"/>
                </a:solidFill>
                <a:latin typeface="Yu Gothic"/>
                <a:ea typeface="Yu Gothic"/>
                <a:cs typeface="Yu Gothic"/>
              </a:defRPr>
            </a:lvl7pPr>
            <a:lvl8pPr algn="ctr">
              <a:defRPr sz="1980" b="1">
                <a:solidFill>
                  <a:srgbClr val="231F20"/>
                </a:solidFill>
                <a:latin typeface="Yu Gothic"/>
                <a:ea typeface="Yu Gothic"/>
                <a:cs typeface="Yu Gothic"/>
              </a:defRPr>
            </a:lvl8pPr>
            <a:lvl9pPr algn="ctr">
              <a:defRPr sz="1980" b="1">
                <a:solidFill>
                  <a:srgbClr val="231F20"/>
                </a:solidFill>
                <a:latin typeface="Yu Gothic"/>
                <a:ea typeface="Yu Gothic"/>
                <a:cs typeface="Yu Gothic"/>
              </a:defRPr>
            </a:lvl9pPr>
          </a:lstStyle>
          <a:p xmlns:a="http://schemas.openxmlformats.org/drawingml/2006/main">
            <a:pPr algn="ctr">
              <a:defRPr sz="1980" b="1">
                <a:solidFill>
                  <a:srgbClr val="231F20"/>
                </a:solidFill>
                <a:latin typeface="Yu Gothic"/>
                <a:ea typeface="Yu Gothic"/>
                <a:cs typeface="Yu Gothic"/>
              </a:defRPr>
            </a:pPr>
            <a:r>
              <a:rPr sz="1980" b="1">
                <a:solidFill>
                  <a:srgbClr val="231F20"/>
                </a:solidFill>
                <a:latin typeface="Yu Gothic"/>
                <a:ea typeface="Yu Gothic"/>
                <a:cs typeface="Yu Gothic"/>
              </a:rPr>
              <a:t>命令メモリ</a:t>
            </a:r>
          </a:p>
        </p:txBody>
      </p:sp>
      <p:sp>
        <p:nvSpPr>
          <p:cNvPr id="38" name="text-212">
            <a:extLst xmlns:a="http://schemas.openxmlformats.org/drawingml/2006/main">
              <a:ext uri="{FF2B5EF4-FFF2-40B4-BE49-F238E27FC236}">
                <a16:creationId xmlns:a16="http://schemas.microsoft.com/office/drawing/2014/main" id="{BBF04195-979D-4007-B3F0-471B623451A9}"/>
              </a:ext>
            </a:extLst>
          </p:cNvPr>
          <p:cNvSpPr>
            <a:spLocks xmlns:a="http://schemas.openxmlformats.org/drawingml/2006/main" noGrp="1"/>
          </p:cNvSpPr>
          <p:nvPr/>
        </p:nvSpPr>
        <p:spPr>
          <a:xfrm xmlns:a="http://schemas.openxmlformats.org/drawingml/2006/main">
            <a:off x="1844040" y="4156710"/>
            <a:ext cx="2857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A</a:t>
            </a:r>
          </a:p>
        </p:txBody>
      </p:sp>
      <p:sp>
        <p:nvSpPr>
          <p:cNvPr id="39" name="text-213">
            <a:extLst xmlns:a="http://schemas.openxmlformats.org/drawingml/2006/main">
              <a:ext uri="{FF2B5EF4-FFF2-40B4-BE49-F238E27FC236}">
                <a16:creationId xmlns:a16="http://schemas.microsoft.com/office/drawing/2014/main" id="{AA1C3328-E55A-46EC-BCF2-3B520930D9E3}"/>
              </a:ext>
            </a:extLst>
          </p:cNvPr>
          <p:cNvSpPr>
            <a:spLocks xmlns:a="http://schemas.openxmlformats.org/drawingml/2006/main" noGrp="1"/>
          </p:cNvSpPr>
          <p:nvPr/>
        </p:nvSpPr>
        <p:spPr>
          <a:xfrm xmlns:a="http://schemas.openxmlformats.org/drawingml/2006/main">
            <a:off x="3055620" y="4156710"/>
            <a:ext cx="3429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RD</a:t>
            </a:r>
          </a:p>
        </p:txBody>
      </p:sp>
      <p:sp>
        <p:nvSpPr>
          <p:cNvPr id="40" name="text-214">
            <a:extLst xmlns:a="http://schemas.openxmlformats.org/drawingml/2006/main">
              <a:ext uri="{FF2B5EF4-FFF2-40B4-BE49-F238E27FC236}">
                <a16:creationId xmlns:a16="http://schemas.microsoft.com/office/drawing/2014/main" id="{AF55F504-CE93-41C2-84DD-2F46D938C283}"/>
              </a:ext>
            </a:extLst>
          </p:cNvPr>
          <p:cNvSpPr>
            <a:spLocks xmlns:a="http://schemas.openxmlformats.org/drawingml/2006/main" noGrp="1"/>
          </p:cNvSpPr>
          <p:nvPr/>
        </p:nvSpPr>
        <p:spPr>
          <a:xfrm xmlns:a="http://schemas.openxmlformats.org/drawingml/2006/main">
            <a:off x="1924050" y="4488180"/>
            <a:ext cx="1325880" cy="537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60" b="1">
                <a:solidFill>
                  <a:srgbClr val="1572C3"/>
                </a:solidFill>
                <a:latin typeface="Yu Gothic"/>
                <a:ea typeface="Yu Gothic"/>
                <a:cs typeface="Yu Gothic"/>
              </a:defRPr>
            </a:defPPr>
            <a:lvl1pPr algn="ctr">
              <a:defRPr sz="1260" b="1">
                <a:solidFill>
                  <a:srgbClr val="1572C3"/>
                </a:solidFill>
                <a:latin typeface="Yu Gothic"/>
                <a:ea typeface="Yu Gothic"/>
                <a:cs typeface="Yu Gothic"/>
              </a:defRPr>
            </a:lvl1pPr>
            <a:lvl2pPr algn="ctr">
              <a:defRPr sz="1260" b="1">
                <a:solidFill>
                  <a:srgbClr val="1572C3"/>
                </a:solidFill>
                <a:latin typeface="Yu Gothic"/>
                <a:ea typeface="Yu Gothic"/>
                <a:cs typeface="Yu Gothic"/>
              </a:defRPr>
            </a:lvl2pPr>
            <a:lvl3pPr algn="ctr">
              <a:defRPr sz="1260" b="1">
                <a:solidFill>
                  <a:srgbClr val="1572C3"/>
                </a:solidFill>
                <a:latin typeface="Yu Gothic"/>
                <a:ea typeface="Yu Gothic"/>
                <a:cs typeface="Yu Gothic"/>
              </a:defRPr>
            </a:lvl3pPr>
            <a:lvl4pPr algn="ctr">
              <a:defRPr sz="1260" b="1">
                <a:solidFill>
                  <a:srgbClr val="1572C3"/>
                </a:solidFill>
                <a:latin typeface="Yu Gothic"/>
                <a:ea typeface="Yu Gothic"/>
                <a:cs typeface="Yu Gothic"/>
              </a:defRPr>
            </a:lvl4pPr>
            <a:lvl5pPr algn="ctr">
              <a:defRPr sz="1260" b="1">
                <a:solidFill>
                  <a:srgbClr val="1572C3"/>
                </a:solidFill>
                <a:latin typeface="Yu Gothic"/>
                <a:ea typeface="Yu Gothic"/>
                <a:cs typeface="Yu Gothic"/>
              </a:defRPr>
            </a:lvl5pPr>
            <a:lvl6pPr algn="ctr">
              <a:defRPr sz="1260" b="1">
                <a:solidFill>
                  <a:srgbClr val="1572C3"/>
                </a:solidFill>
                <a:latin typeface="Yu Gothic"/>
                <a:ea typeface="Yu Gothic"/>
                <a:cs typeface="Yu Gothic"/>
              </a:defRPr>
            </a:lvl6pPr>
            <a:lvl7pPr algn="ctr">
              <a:defRPr sz="1260" b="1">
                <a:solidFill>
                  <a:srgbClr val="1572C3"/>
                </a:solidFill>
                <a:latin typeface="Yu Gothic"/>
                <a:ea typeface="Yu Gothic"/>
                <a:cs typeface="Yu Gothic"/>
              </a:defRPr>
            </a:lvl7pPr>
            <a:lvl8pPr algn="ctr">
              <a:defRPr sz="1260" b="1">
                <a:solidFill>
                  <a:srgbClr val="1572C3"/>
                </a:solidFill>
                <a:latin typeface="Yu Gothic"/>
                <a:ea typeface="Yu Gothic"/>
                <a:cs typeface="Yu Gothic"/>
              </a:defRPr>
            </a:lvl8pPr>
            <a:lvl9pPr algn="ctr">
              <a:defRPr sz="1260" b="1">
                <a:solidFill>
                  <a:srgbClr val="1572C3"/>
                </a:solidFill>
                <a:latin typeface="Yu Gothic"/>
                <a:ea typeface="Yu Gothic"/>
                <a:cs typeface="Yu Gothic"/>
              </a:defRPr>
            </a:lvl9pPr>
          </a:lstStyle>
          <a:p xmlns:a="http://schemas.openxmlformats.org/drawingml/2006/main">
            <a:pPr algn="ctr">
              <a:defRPr sz="1260" b="1">
                <a:solidFill>
                  <a:srgbClr val="1572C3"/>
                </a:solidFill>
                <a:latin typeface="Yu Gothic"/>
                <a:ea typeface="Yu Gothic"/>
                <a:cs typeface="Yu Gothic"/>
              </a:defRPr>
            </a:pPr>
            <a:r>
              <a:rPr sz="1260" b="1">
                <a:solidFill>
                  <a:srgbClr val="1572C3"/>
                </a:solidFill>
                <a:latin typeface="Yu Gothic"/>
                <a:ea typeface="Yu Gothic"/>
                <a:cs typeface="Yu Gothic"/>
              </a:rPr>
              <a:t>4：sw x1,12(x0)</a:t>
            </a:r>
          </a:p>
        </p:txBody>
      </p:sp>
      <p:sp>
        <p:nvSpPr>
          <p:cNvPr id="41" name="wire-215">
            <a:extLst xmlns:a="http://schemas.openxmlformats.org/drawingml/2006/main">
              <a:ext uri="{FF2B5EF4-FFF2-40B4-BE49-F238E27FC236}">
                <a16:creationId xmlns:a16="http://schemas.microsoft.com/office/drawing/2014/main" id="{2236428C-F1D7-4531-8139-CCC51EC51EDF}"/>
              </a:ext>
            </a:extLst>
          </p:cNvPr>
          <p:cNvSpPr>
            <a:spLocks xmlns:a="http://schemas.openxmlformats.org/drawingml/2006/main" noGrp="1"/>
          </p:cNvSpPr>
          <p:nvPr/>
        </p:nvSpPr>
        <p:spPr>
          <a:xfrm xmlns:a="http://schemas.openxmlformats.org/drawingml/2006/main">
            <a:off x="3421380" y="429387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231F20"/>
            </a:solidFill>
          </a:ln>
        </p:spPr>
      </p:sp>
      <p:sp>
        <p:nvSpPr>
          <p:cNvPr id="42" name="wire-216">
            <a:extLst xmlns:a="http://schemas.openxmlformats.org/drawingml/2006/main">
              <a:ext uri="{FF2B5EF4-FFF2-40B4-BE49-F238E27FC236}">
                <a16:creationId xmlns:a16="http://schemas.microsoft.com/office/drawing/2014/main" id="{1FF45BCB-C569-4CE0-B19F-B23D69EC17E4}"/>
              </a:ext>
            </a:extLst>
          </p:cNvPr>
          <p:cNvSpPr>
            <a:spLocks xmlns:a="http://schemas.openxmlformats.org/drawingml/2006/main" noGrp="1"/>
          </p:cNvSpPr>
          <p:nvPr/>
        </p:nvSpPr>
        <p:spPr>
          <a:xfrm xmlns:a="http://schemas.openxmlformats.org/drawingml/2006/main">
            <a:off x="3684270" y="3002280"/>
            <a:ext cx="9525" cy="1291590"/>
          </a:xfrm>
          <a:custGeom xmlns:a="http://schemas.openxmlformats.org/drawingml/2006/main">
            <a:pathLst>
              <a:path w="9525" h="1291590">
                <a:moveTo>
                  <a:pt x="0" y="1291590"/>
                </a:moveTo>
                <a:lnTo>
                  <a:pt x="0" y="0"/>
                </a:lnTo>
              </a:path>
            </a:pathLst>
          </a:custGeom>
          <a:noFill xmlns:a="http://schemas.openxmlformats.org/drawingml/2006/main"/>
          <a:ln xmlns:a="http://schemas.openxmlformats.org/drawingml/2006/main" w="26289">
            <a:solidFill>
              <a:srgbClr val="231F20"/>
            </a:solidFill>
          </a:ln>
        </p:spPr>
      </p:sp>
      <p:sp>
        <p:nvSpPr>
          <p:cNvPr id="43" name="wire-217">
            <a:extLst xmlns:a="http://schemas.openxmlformats.org/drawingml/2006/main">
              <a:ext uri="{FF2B5EF4-FFF2-40B4-BE49-F238E27FC236}">
                <a16:creationId xmlns:a16="http://schemas.microsoft.com/office/drawing/2014/main" id="{6C40A852-855A-4D47-BB21-19FF4D0824C3}"/>
              </a:ext>
            </a:extLst>
          </p:cNvPr>
          <p:cNvSpPr>
            <a:spLocks xmlns:a="http://schemas.openxmlformats.org/drawingml/2006/main" noGrp="1"/>
          </p:cNvSpPr>
          <p:nvPr/>
        </p:nvSpPr>
        <p:spPr>
          <a:xfrm xmlns:a="http://schemas.openxmlformats.org/drawingml/2006/main">
            <a:off x="3684270" y="300228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231F20"/>
            </a:solidFill>
          </a:ln>
        </p:spPr>
      </p:sp>
      <p:sp>
        <p:nvSpPr>
          <p:cNvPr id="44" name="circuit-218">
            <a:extLst xmlns:a="http://schemas.openxmlformats.org/drawingml/2006/main">
              <a:ext uri="{FF2B5EF4-FFF2-40B4-BE49-F238E27FC236}">
                <a16:creationId xmlns:a16="http://schemas.microsoft.com/office/drawing/2014/main" id="{F6F66D44-E87B-47BA-8F91-46D81FDBED5A}"/>
              </a:ext>
            </a:extLst>
          </p:cNvPr>
          <p:cNvSpPr>
            <a:spLocks xmlns:a="http://schemas.openxmlformats.org/drawingml/2006/main" noGrp="1"/>
          </p:cNvSpPr>
          <p:nvPr/>
        </p:nvSpPr>
        <p:spPr>
          <a:xfrm xmlns:a="http://schemas.openxmlformats.org/drawingml/2006/main">
            <a:off x="3870960" y="297084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5" name="circuit-219">
            <a:extLst xmlns:a="http://schemas.openxmlformats.org/drawingml/2006/main">
              <a:ext uri="{FF2B5EF4-FFF2-40B4-BE49-F238E27FC236}">
                <a16:creationId xmlns:a16="http://schemas.microsoft.com/office/drawing/2014/main" id="{D5DE5022-A76B-431E-BA2C-E02D385FBB46}"/>
              </a:ext>
            </a:extLst>
          </p:cNvPr>
          <p:cNvSpPr>
            <a:spLocks xmlns:a="http://schemas.openxmlformats.org/drawingml/2006/main" noGrp="1"/>
          </p:cNvSpPr>
          <p:nvPr/>
        </p:nvSpPr>
        <p:spPr>
          <a:xfrm xmlns:a="http://schemas.openxmlformats.org/drawingml/2006/main">
            <a:off x="1935480" y="3025140"/>
            <a:ext cx="502920" cy="502920"/>
          </a:xfrm>
          <a:custGeom xmlns:a="http://schemas.openxmlformats.org/drawingml/2006/main">
            <a:pathLst>
              <a:path w="502920" h="502920">
                <a:moveTo>
                  <a:pt x="0" y="0"/>
                </a:moveTo>
                <a:lnTo>
                  <a:pt x="502920" y="125730"/>
                </a:lnTo>
                <a:lnTo>
                  <a:pt x="502920" y="377190"/>
                </a:lnTo>
                <a:lnTo>
                  <a:pt x="0" y="502920"/>
                </a:lnTo>
                <a:lnTo>
                  <a:pt x="0" y="354330"/>
                </a:lnTo>
                <a:lnTo>
                  <a:pt x="114300" y="251460"/>
                </a:lnTo>
                <a:lnTo>
                  <a:pt x="0" y="114300"/>
                </a:lnTo>
                <a:close/>
              </a:path>
            </a:pathLst>
          </a:custGeom>
          <a:solidFill xmlns:a="http://schemas.openxmlformats.org/drawingml/2006/main">
            <a:srgbClr val="FFFFFF"/>
          </a:solidFill>
          <a:ln xmlns:a="http://schemas.openxmlformats.org/drawingml/2006/main" w="25146">
            <a:solidFill>
              <a:srgbClr val="231F20"/>
            </a:solidFill>
          </a:ln>
        </p:spPr>
      </p:sp>
      <p:sp>
        <p:nvSpPr>
          <p:cNvPr id="46" name="text-220">
            <a:extLst xmlns:a="http://schemas.openxmlformats.org/drawingml/2006/main">
              <a:ext uri="{FF2B5EF4-FFF2-40B4-BE49-F238E27FC236}">
                <a16:creationId xmlns:a16="http://schemas.microsoft.com/office/drawing/2014/main" id="{4A0AE645-CC74-4476-9374-D7A0A75CCDA9}"/>
              </a:ext>
            </a:extLst>
          </p:cNvPr>
          <p:cNvSpPr>
            <a:spLocks xmlns:a="http://schemas.openxmlformats.org/drawingml/2006/main" noGrp="1"/>
          </p:cNvSpPr>
          <p:nvPr/>
        </p:nvSpPr>
        <p:spPr>
          <a:xfrm xmlns:a="http://schemas.openxmlformats.org/drawingml/2006/main">
            <a:off x="2118360" y="3116580"/>
            <a:ext cx="28575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Arial"/>
                <a:ea typeface="Arial"/>
                <a:cs typeface="Arial"/>
              </a:defRPr>
            </a:defPPr>
            <a:lvl1pPr algn="ctr">
              <a:defRPr sz="2250" b="1">
                <a:solidFill>
                  <a:srgbClr val="231F20"/>
                </a:solidFill>
                <a:latin typeface="Arial"/>
                <a:ea typeface="Arial"/>
                <a:cs typeface="Arial"/>
              </a:defRPr>
            </a:lvl1pPr>
            <a:lvl2pPr algn="ctr">
              <a:defRPr sz="2250" b="1">
                <a:solidFill>
                  <a:srgbClr val="231F20"/>
                </a:solidFill>
                <a:latin typeface="Arial"/>
                <a:ea typeface="Arial"/>
                <a:cs typeface="Arial"/>
              </a:defRPr>
            </a:lvl2pPr>
            <a:lvl3pPr algn="ctr">
              <a:defRPr sz="2250" b="1">
                <a:solidFill>
                  <a:srgbClr val="231F20"/>
                </a:solidFill>
                <a:latin typeface="Arial"/>
                <a:ea typeface="Arial"/>
                <a:cs typeface="Arial"/>
              </a:defRPr>
            </a:lvl3pPr>
            <a:lvl4pPr algn="ctr">
              <a:defRPr sz="2250" b="1">
                <a:solidFill>
                  <a:srgbClr val="231F20"/>
                </a:solidFill>
                <a:latin typeface="Arial"/>
                <a:ea typeface="Arial"/>
                <a:cs typeface="Arial"/>
              </a:defRPr>
            </a:lvl4pPr>
            <a:lvl5pPr algn="ctr">
              <a:defRPr sz="2250" b="1">
                <a:solidFill>
                  <a:srgbClr val="231F20"/>
                </a:solidFill>
                <a:latin typeface="Arial"/>
                <a:ea typeface="Arial"/>
                <a:cs typeface="Arial"/>
              </a:defRPr>
            </a:lvl5pPr>
            <a:lvl6pPr algn="ctr">
              <a:defRPr sz="2250" b="1">
                <a:solidFill>
                  <a:srgbClr val="231F20"/>
                </a:solidFill>
                <a:latin typeface="Arial"/>
                <a:ea typeface="Arial"/>
                <a:cs typeface="Arial"/>
              </a:defRPr>
            </a:lvl6pPr>
            <a:lvl7pPr algn="ctr">
              <a:defRPr sz="2250" b="1">
                <a:solidFill>
                  <a:srgbClr val="231F20"/>
                </a:solidFill>
                <a:latin typeface="Arial"/>
                <a:ea typeface="Arial"/>
                <a:cs typeface="Arial"/>
              </a:defRPr>
            </a:lvl7pPr>
            <a:lvl8pPr algn="ctr">
              <a:defRPr sz="2250" b="1">
                <a:solidFill>
                  <a:srgbClr val="231F20"/>
                </a:solidFill>
                <a:latin typeface="Arial"/>
                <a:ea typeface="Arial"/>
                <a:cs typeface="Arial"/>
              </a:defRPr>
            </a:lvl8pPr>
            <a:lvl9pPr algn="ctr">
              <a:defRPr sz="2250" b="1">
                <a:solidFill>
                  <a:srgbClr val="231F20"/>
                </a:solidFill>
                <a:latin typeface="Arial"/>
                <a:ea typeface="Arial"/>
                <a:cs typeface="Arial"/>
              </a:defRPr>
            </a:lvl9pPr>
          </a:lstStyle>
          <a:p xmlns:a="http://schemas.openxmlformats.org/drawingml/2006/main">
            <a:pPr algn="ctr">
              <a:defRPr sz="2250" b="1">
                <a:solidFill>
                  <a:srgbClr val="231F20"/>
                </a:solidFill>
                <a:latin typeface="Arial"/>
                <a:ea typeface="Arial"/>
                <a:cs typeface="Arial"/>
              </a:defRPr>
            </a:pPr>
            <a:r>
              <a:rPr sz="2250" b="1">
                <a:solidFill>
                  <a:srgbClr val="231F20"/>
                </a:solidFill>
                <a:latin typeface="Arial"/>
                <a:ea typeface="Arial"/>
                <a:cs typeface="Arial"/>
              </a:rPr>
              <a:t>+</a:t>
            </a:r>
          </a:p>
        </p:txBody>
      </p:sp>
      <p:sp>
        <p:nvSpPr>
          <p:cNvPr id="47" name="wire-221">
            <a:extLst xmlns:a="http://schemas.openxmlformats.org/drawingml/2006/main">
              <a:ext uri="{FF2B5EF4-FFF2-40B4-BE49-F238E27FC236}">
                <a16:creationId xmlns:a16="http://schemas.microsoft.com/office/drawing/2014/main" id="{BD4ACD87-6093-4085-ACA8-4D3B19E779B2}"/>
              </a:ext>
            </a:extLst>
          </p:cNvPr>
          <p:cNvSpPr>
            <a:spLocks xmlns:a="http://schemas.openxmlformats.org/drawingml/2006/main" noGrp="1"/>
          </p:cNvSpPr>
          <p:nvPr/>
        </p:nvSpPr>
        <p:spPr>
          <a:xfrm xmlns:a="http://schemas.openxmlformats.org/drawingml/2006/main">
            <a:off x="1546860" y="315087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28575">
            <a:solidFill>
              <a:srgbClr val="231F20"/>
            </a:solidFill>
          </a:ln>
        </p:spPr>
      </p:sp>
      <p:sp>
        <p:nvSpPr>
          <p:cNvPr id="48" name="wire-222">
            <a:extLst xmlns:a="http://schemas.openxmlformats.org/drawingml/2006/main">
              <a:ext uri="{FF2B5EF4-FFF2-40B4-BE49-F238E27FC236}">
                <a16:creationId xmlns:a16="http://schemas.microsoft.com/office/drawing/2014/main" id="{C81D9ECA-30AF-4078-8D79-060764D9CA42}"/>
              </a:ext>
            </a:extLst>
          </p:cNvPr>
          <p:cNvSpPr>
            <a:spLocks xmlns:a="http://schemas.openxmlformats.org/drawingml/2006/main" noGrp="1"/>
          </p:cNvSpPr>
          <p:nvPr/>
        </p:nvSpPr>
        <p:spPr>
          <a:xfrm xmlns:a="http://schemas.openxmlformats.org/drawingml/2006/main">
            <a:off x="1546860" y="3150870"/>
            <a:ext cx="388620" cy="9525"/>
          </a:xfrm>
          <a:custGeom xmlns:a="http://schemas.openxmlformats.org/drawingml/2006/main">
            <a:pathLst>
              <a:path w="388620" h="9525">
                <a:moveTo>
                  <a:pt x="0" y="0"/>
                </a:moveTo>
                <a:lnTo>
                  <a:pt x="388620" y="0"/>
                </a:lnTo>
              </a:path>
            </a:pathLst>
          </a:custGeom>
          <a:noFill xmlns:a="http://schemas.openxmlformats.org/drawingml/2006/main"/>
          <a:ln xmlns:a="http://schemas.openxmlformats.org/drawingml/2006/main" w="28575">
            <a:solidFill>
              <a:srgbClr val="231F20"/>
            </a:solidFill>
          </a:ln>
        </p:spPr>
      </p:sp>
      <p:sp>
        <p:nvSpPr>
          <p:cNvPr id="49" name="circuit-223">
            <a:extLst xmlns:a="http://schemas.openxmlformats.org/drawingml/2006/main">
              <a:ext uri="{FF2B5EF4-FFF2-40B4-BE49-F238E27FC236}">
                <a16:creationId xmlns:a16="http://schemas.microsoft.com/office/drawing/2014/main" id="{5BAA7AD3-ABEE-4AEB-B9EF-04012D4F21AA}"/>
              </a:ext>
            </a:extLst>
          </p:cNvPr>
          <p:cNvSpPr>
            <a:spLocks xmlns:a="http://schemas.openxmlformats.org/drawingml/2006/main" noGrp="1"/>
          </p:cNvSpPr>
          <p:nvPr/>
        </p:nvSpPr>
        <p:spPr>
          <a:xfrm xmlns:a="http://schemas.openxmlformats.org/drawingml/2006/main">
            <a:off x="1859280" y="311943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0" name="text-224">
            <a:extLst xmlns:a="http://schemas.openxmlformats.org/drawingml/2006/main">
              <a:ext uri="{FF2B5EF4-FFF2-40B4-BE49-F238E27FC236}">
                <a16:creationId xmlns:a16="http://schemas.microsoft.com/office/drawing/2014/main" id="{BB377A0A-4D43-494E-90CE-55C9C53CEA11}"/>
              </a:ext>
            </a:extLst>
          </p:cNvPr>
          <p:cNvSpPr>
            <a:spLocks xmlns:a="http://schemas.openxmlformats.org/drawingml/2006/main" noGrp="1"/>
          </p:cNvSpPr>
          <p:nvPr/>
        </p:nvSpPr>
        <p:spPr>
          <a:xfrm xmlns:a="http://schemas.openxmlformats.org/drawingml/2006/main">
            <a:off x="1649730" y="3310890"/>
            <a:ext cx="228600" cy="2628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10" b="0">
                <a:solidFill>
                  <a:srgbClr val="231F20"/>
                </a:solidFill>
                <a:latin typeface="Arial"/>
                <a:ea typeface="Arial"/>
                <a:cs typeface="Arial"/>
              </a:defRPr>
            </a:defPPr>
            <a:lvl1pPr algn="l">
              <a:defRPr sz="1710" b="0">
                <a:solidFill>
                  <a:srgbClr val="231F20"/>
                </a:solidFill>
                <a:latin typeface="Arial"/>
                <a:ea typeface="Arial"/>
                <a:cs typeface="Arial"/>
              </a:defRPr>
            </a:lvl1pPr>
            <a:lvl2pPr algn="l">
              <a:defRPr sz="1710" b="0">
                <a:solidFill>
                  <a:srgbClr val="231F20"/>
                </a:solidFill>
                <a:latin typeface="Arial"/>
                <a:ea typeface="Arial"/>
                <a:cs typeface="Arial"/>
              </a:defRPr>
            </a:lvl2pPr>
            <a:lvl3pPr algn="l">
              <a:defRPr sz="1710" b="0">
                <a:solidFill>
                  <a:srgbClr val="231F20"/>
                </a:solidFill>
                <a:latin typeface="Arial"/>
                <a:ea typeface="Arial"/>
                <a:cs typeface="Arial"/>
              </a:defRPr>
            </a:lvl3pPr>
            <a:lvl4pPr algn="l">
              <a:defRPr sz="1710" b="0">
                <a:solidFill>
                  <a:srgbClr val="231F20"/>
                </a:solidFill>
                <a:latin typeface="Arial"/>
                <a:ea typeface="Arial"/>
                <a:cs typeface="Arial"/>
              </a:defRPr>
            </a:lvl4pPr>
            <a:lvl5pPr algn="l">
              <a:defRPr sz="1710" b="0">
                <a:solidFill>
                  <a:srgbClr val="231F20"/>
                </a:solidFill>
                <a:latin typeface="Arial"/>
                <a:ea typeface="Arial"/>
                <a:cs typeface="Arial"/>
              </a:defRPr>
            </a:lvl5pPr>
            <a:lvl6pPr algn="l">
              <a:defRPr sz="1710" b="0">
                <a:solidFill>
                  <a:srgbClr val="231F20"/>
                </a:solidFill>
                <a:latin typeface="Arial"/>
                <a:ea typeface="Arial"/>
                <a:cs typeface="Arial"/>
              </a:defRPr>
            </a:lvl6pPr>
            <a:lvl7pPr algn="l">
              <a:defRPr sz="1710" b="0">
                <a:solidFill>
                  <a:srgbClr val="231F20"/>
                </a:solidFill>
                <a:latin typeface="Arial"/>
                <a:ea typeface="Arial"/>
                <a:cs typeface="Arial"/>
              </a:defRPr>
            </a:lvl7pPr>
            <a:lvl8pPr algn="l">
              <a:defRPr sz="1710" b="0">
                <a:solidFill>
                  <a:srgbClr val="231F20"/>
                </a:solidFill>
                <a:latin typeface="Arial"/>
                <a:ea typeface="Arial"/>
                <a:cs typeface="Arial"/>
              </a:defRPr>
            </a:lvl8pPr>
            <a:lvl9pPr algn="l">
              <a:defRPr sz="1710" b="0">
                <a:solidFill>
                  <a:srgbClr val="231F20"/>
                </a:solidFill>
                <a:latin typeface="Arial"/>
                <a:ea typeface="Arial"/>
                <a:cs typeface="Arial"/>
              </a:defRPr>
            </a:lvl9pPr>
          </a:lstStyle>
          <a:p xmlns:a="http://schemas.openxmlformats.org/drawingml/2006/main">
            <a:pPr algn="l">
              <a:defRPr sz="1710" b="0">
                <a:solidFill>
                  <a:srgbClr val="231F20"/>
                </a:solidFill>
                <a:latin typeface="Arial"/>
                <a:ea typeface="Arial"/>
                <a:cs typeface="Arial"/>
              </a:defRPr>
            </a:pPr>
            <a:r>
              <a:rPr sz="1710" b="0">
                <a:solidFill>
                  <a:srgbClr val="231F20"/>
                </a:solidFill>
                <a:latin typeface="Arial"/>
                <a:ea typeface="Arial"/>
                <a:cs typeface="Arial"/>
              </a:rPr>
              <a:t>4</a:t>
            </a:r>
          </a:p>
        </p:txBody>
      </p:sp>
      <p:sp>
        <p:nvSpPr>
          <p:cNvPr id="51" name="wire-225">
            <a:extLst xmlns:a="http://schemas.openxmlformats.org/drawingml/2006/main">
              <a:ext uri="{FF2B5EF4-FFF2-40B4-BE49-F238E27FC236}">
                <a16:creationId xmlns:a16="http://schemas.microsoft.com/office/drawing/2014/main" id="{0EC5CC2D-FCCF-47E8-AF2E-EEBDE9868E28}"/>
              </a:ext>
            </a:extLst>
          </p:cNvPr>
          <p:cNvSpPr>
            <a:spLocks xmlns:a="http://schemas.openxmlformats.org/drawingml/2006/main" noGrp="1"/>
          </p:cNvSpPr>
          <p:nvPr/>
        </p:nvSpPr>
        <p:spPr>
          <a:xfrm xmlns:a="http://schemas.openxmlformats.org/drawingml/2006/main">
            <a:off x="1878330" y="3390900"/>
            <a:ext cx="57150" cy="9525"/>
          </a:xfrm>
          <a:custGeom xmlns:a="http://schemas.openxmlformats.org/drawingml/2006/main">
            <a:pathLst>
              <a:path w="57150" h="9525">
                <a:moveTo>
                  <a:pt x="0" y="0"/>
                </a:moveTo>
                <a:lnTo>
                  <a:pt x="57150" y="0"/>
                </a:lnTo>
              </a:path>
            </a:pathLst>
          </a:custGeom>
          <a:noFill xmlns:a="http://schemas.openxmlformats.org/drawingml/2006/main"/>
          <a:ln xmlns:a="http://schemas.openxmlformats.org/drawingml/2006/main" w="28575">
            <a:solidFill>
              <a:srgbClr val="231F20"/>
            </a:solidFill>
          </a:ln>
        </p:spPr>
      </p:sp>
      <p:sp>
        <p:nvSpPr>
          <p:cNvPr id="52" name="circuit-226">
            <a:extLst xmlns:a="http://schemas.openxmlformats.org/drawingml/2006/main">
              <a:ext uri="{FF2B5EF4-FFF2-40B4-BE49-F238E27FC236}">
                <a16:creationId xmlns:a16="http://schemas.microsoft.com/office/drawing/2014/main" id="{DE3BE078-FD80-451B-93B5-ADE546E2A9B9}"/>
              </a:ext>
            </a:extLst>
          </p:cNvPr>
          <p:cNvSpPr>
            <a:spLocks xmlns:a="http://schemas.openxmlformats.org/drawingml/2006/main" noGrp="1"/>
          </p:cNvSpPr>
          <p:nvPr/>
        </p:nvSpPr>
        <p:spPr>
          <a:xfrm xmlns:a="http://schemas.openxmlformats.org/drawingml/2006/main">
            <a:off x="1859280" y="3359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3" name="wire-227">
            <a:extLst xmlns:a="http://schemas.openxmlformats.org/drawingml/2006/main">
              <a:ext uri="{FF2B5EF4-FFF2-40B4-BE49-F238E27FC236}">
                <a16:creationId xmlns:a16="http://schemas.microsoft.com/office/drawing/2014/main" id="{8646D470-D341-4B79-ABD4-7E851233261B}"/>
              </a:ext>
            </a:extLst>
          </p:cNvPr>
          <p:cNvSpPr>
            <a:spLocks xmlns:a="http://schemas.openxmlformats.org/drawingml/2006/main" noGrp="1"/>
          </p:cNvSpPr>
          <p:nvPr/>
        </p:nvSpPr>
        <p:spPr>
          <a:xfrm xmlns:a="http://schemas.openxmlformats.org/drawingml/2006/main">
            <a:off x="2438400" y="3276600"/>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28575">
            <a:solidFill>
              <a:srgbClr val="231F20"/>
            </a:solidFill>
          </a:ln>
        </p:spPr>
      </p:sp>
      <p:sp>
        <p:nvSpPr>
          <p:cNvPr id="54" name="wire-228">
            <a:extLst xmlns:a="http://schemas.openxmlformats.org/drawingml/2006/main">
              <a:ext uri="{FF2B5EF4-FFF2-40B4-BE49-F238E27FC236}">
                <a16:creationId xmlns:a16="http://schemas.microsoft.com/office/drawing/2014/main" id="{9D28E9CC-A27F-4EA1-B39A-F3976C0AEAF2}"/>
              </a:ext>
            </a:extLst>
          </p:cNvPr>
          <p:cNvSpPr>
            <a:spLocks xmlns:a="http://schemas.openxmlformats.org/drawingml/2006/main" noGrp="1"/>
          </p:cNvSpPr>
          <p:nvPr/>
        </p:nvSpPr>
        <p:spPr>
          <a:xfrm xmlns:a="http://schemas.openxmlformats.org/drawingml/2006/main">
            <a:off x="2667000" y="2899410"/>
            <a:ext cx="9525" cy="377190"/>
          </a:xfrm>
          <a:custGeom xmlns:a="http://schemas.openxmlformats.org/drawingml/2006/main">
            <a:pathLst>
              <a:path w="9525" h="377190">
                <a:moveTo>
                  <a:pt x="0" y="377190"/>
                </a:moveTo>
                <a:lnTo>
                  <a:pt x="0" y="0"/>
                </a:lnTo>
              </a:path>
            </a:pathLst>
          </a:custGeom>
          <a:noFill xmlns:a="http://schemas.openxmlformats.org/drawingml/2006/main"/>
          <a:ln xmlns:a="http://schemas.openxmlformats.org/drawingml/2006/main" w="28575">
            <a:solidFill>
              <a:srgbClr val="231F20"/>
            </a:solidFill>
          </a:ln>
        </p:spPr>
      </p:sp>
      <p:sp>
        <p:nvSpPr>
          <p:cNvPr id="55" name="wire-229">
            <a:extLst xmlns:a="http://schemas.openxmlformats.org/drawingml/2006/main">
              <a:ext uri="{FF2B5EF4-FFF2-40B4-BE49-F238E27FC236}">
                <a16:creationId xmlns:a16="http://schemas.microsoft.com/office/drawing/2014/main" id="{AF8E400F-89F9-4FA1-9F0D-CCBD102D4FED}"/>
              </a:ext>
            </a:extLst>
          </p:cNvPr>
          <p:cNvSpPr>
            <a:spLocks xmlns:a="http://schemas.openxmlformats.org/drawingml/2006/main" noGrp="1"/>
          </p:cNvSpPr>
          <p:nvPr/>
        </p:nvSpPr>
        <p:spPr>
          <a:xfrm xmlns:a="http://schemas.openxmlformats.org/drawingml/2006/main">
            <a:off x="941070" y="2899410"/>
            <a:ext cx="1725930" cy="9525"/>
          </a:xfrm>
          <a:custGeom xmlns:a="http://schemas.openxmlformats.org/drawingml/2006/main">
            <a:pathLst>
              <a:path w="1725930" h="9525">
                <a:moveTo>
                  <a:pt x="1725930" y="0"/>
                </a:moveTo>
                <a:lnTo>
                  <a:pt x="0" y="0"/>
                </a:lnTo>
              </a:path>
            </a:pathLst>
          </a:custGeom>
          <a:noFill xmlns:a="http://schemas.openxmlformats.org/drawingml/2006/main"/>
          <a:ln xmlns:a="http://schemas.openxmlformats.org/drawingml/2006/main" w="28575">
            <a:solidFill>
              <a:srgbClr val="231F20"/>
            </a:solidFill>
          </a:ln>
        </p:spPr>
      </p:sp>
      <p:sp>
        <p:nvSpPr>
          <p:cNvPr id="56" name="wire-230">
            <a:extLst xmlns:a="http://schemas.openxmlformats.org/drawingml/2006/main">
              <a:ext uri="{FF2B5EF4-FFF2-40B4-BE49-F238E27FC236}">
                <a16:creationId xmlns:a16="http://schemas.microsoft.com/office/drawing/2014/main" id="{DA9F5078-77A9-4854-B3E0-D79866CD89D3}"/>
              </a:ext>
            </a:extLst>
          </p:cNvPr>
          <p:cNvSpPr>
            <a:spLocks xmlns:a="http://schemas.openxmlformats.org/drawingml/2006/main" noGrp="1"/>
          </p:cNvSpPr>
          <p:nvPr/>
        </p:nvSpPr>
        <p:spPr>
          <a:xfrm xmlns:a="http://schemas.openxmlformats.org/drawingml/2006/main">
            <a:off x="941070" y="2899410"/>
            <a:ext cx="9525" cy="1394460"/>
          </a:xfrm>
          <a:custGeom xmlns:a="http://schemas.openxmlformats.org/drawingml/2006/main">
            <a:pathLst>
              <a:path w="9525" h="1394460">
                <a:moveTo>
                  <a:pt x="0" y="0"/>
                </a:moveTo>
                <a:lnTo>
                  <a:pt x="0" y="1394460"/>
                </a:lnTo>
              </a:path>
            </a:pathLst>
          </a:custGeom>
          <a:noFill xmlns:a="http://schemas.openxmlformats.org/drawingml/2006/main"/>
          <a:ln xmlns:a="http://schemas.openxmlformats.org/drawingml/2006/main" w="28575">
            <a:solidFill>
              <a:srgbClr val="231F20"/>
            </a:solidFill>
          </a:ln>
        </p:spPr>
      </p:sp>
      <p:sp>
        <p:nvSpPr>
          <p:cNvPr id="57" name="wire-231">
            <a:extLst xmlns:a="http://schemas.openxmlformats.org/drawingml/2006/main">
              <a:ext uri="{FF2B5EF4-FFF2-40B4-BE49-F238E27FC236}">
                <a16:creationId xmlns:a16="http://schemas.microsoft.com/office/drawing/2014/main" id="{6B5BDAD0-68D2-452A-93A3-3CD625FEA00E}"/>
              </a:ext>
            </a:extLst>
          </p:cNvPr>
          <p:cNvSpPr>
            <a:spLocks xmlns:a="http://schemas.openxmlformats.org/drawingml/2006/main" noGrp="1"/>
          </p:cNvSpPr>
          <p:nvPr/>
        </p:nvSpPr>
        <p:spPr>
          <a:xfrm xmlns:a="http://schemas.openxmlformats.org/drawingml/2006/main">
            <a:off x="941070" y="429387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8575">
            <a:solidFill>
              <a:srgbClr val="231F20"/>
            </a:solidFill>
          </a:ln>
        </p:spPr>
      </p:sp>
      <p:sp>
        <p:nvSpPr>
          <p:cNvPr id="58" name="circuit-232">
            <a:extLst xmlns:a="http://schemas.openxmlformats.org/drawingml/2006/main">
              <a:ext uri="{FF2B5EF4-FFF2-40B4-BE49-F238E27FC236}">
                <a16:creationId xmlns:a16="http://schemas.microsoft.com/office/drawing/2014/main" id="{87615887-7409-402A-957A-61665E8A8775}"/>
              </a:ext>
            </a:extLst>
          </p:cNvPr>
          <p:cNvSpPr>
            <a:spLocks xmlns:a="http://schemas.openxmlformats.org/drawingml/2006/main" noGrp="1"/>
          </p:cNvSpPr>
          <p:nvPr/>
        </p:nvSpPr>
        <p:spPr>
          <a:xfrm xmlns:a="http://schemas.openxmlformats.org/drawingml/2006/main">
            <a:off x="979170" y="4262437"/>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9" name="text-233">
            <a:extLst xmlns:a="http://schemas.openxmlformats.org/drawingml/2006/main">
              <a:ext uri="{FF2B5EF4-FFF2-40B4-BE49-F238E27FC236}">
                <a16:creationId xmlns:a16="http://schemas.microsoft.com/office/drawing/2014/main" id="{F505B9E8-0B13-481B-9A73-D3DD29F6393C}"/>
              </a:ext>
            </a:extLst>
          </p:cNvPr>
          <p:cNvSpPr>
            <a:spLocks xmlns:a="http://schemas.openxmlformats.org/drawingml/2006/main" noGrp="1"/>
          </p:cNvSpPr>
          <p:nvPr/>
        </p:nvSpPr>
        <p:spPr>
          <a:xfrm xmlns:a="http://schemas.openxmlformats.org/drawingml/2006/main">
            <a:off x="963930" y="2922270"/>
            <a:ext cx="9144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20" b="1">
                <a:solidFill>
                  <a:srgbClr val="1572C3"/>
                </a:solidFill>
                <a:latin typeface="Arial"/>
                <a:ea typeface="Arial"/>
                <a:cs typeface="Arial"/>
              </a:defRPr>
            </a:defPPr>
            <a:lvl1pPr algn="l">
              <a:defRPr sz="1620" b="1">
                <a:solidFill>
                  <a:srgbClr val="1572C3"/>
                </a:solidFill>
                <a:latin typeface="Arial"/>
                <a:ea typeface="Arial"/>
                <a:cs typeface="Arial"/>
              </a:defRPr>
            </a:lvl1pPr>
            <a:lvl2pPr algn="l">
              <a:defRPr sz="1620" b="1">
                <a:solidFill>
                  <a:srgbClr val="1572C3"/>
                </a:solidFill>
                <a:latin typeface="Arial"/>
                <a:ea typeface="Arial"/>
                <a:cs typeface="Arial"/>
              </a:defRPr>
            </a:lvl2pPr>
            <a:lvl3pPr algn="l">
              <a:defRPr sz="1620" b="1">
                <a:solidFill>
                  <a:srgbClr val="1572C3"/>
                </a:solidFill>
                <a:latin typeface="Arial"/>
                <a:ea typeface="Arial"/>
                <a:cs typeface="Arial"/>
              </a:defRPr>
            </a:lvl3pPr>
            <a:lvl4pPr algn="l">
              <a:defRPr sz="1620" b="1">
                <a:solidFill>
                  <a:srgbClr val="1572C3"/>
                </a:solidFill>
                <a:latin typeface="Arial"/>
                <a:ea typeface="Arial"/>
                <a:cs typeface="Arial"/>
              </a:defRPr>
            </a:lvl4pPr>
            <a:lvl5pPr algn="l">
              <a:defRPr sz="1620" b="1">
                <a:solidFill>
                  <a:srgbClr val="1572C3"/>
                </a:solidFill>
                <a:latin typeface="Arial"/>
                <a:ea typeface="Arial"/>
                <a:cs typeface="Arial"/>
              </a:defRPr>
            </a:lvl5pPr>
            <a:lvl6pPr algn="l">
              <a:defRPr sz="1620" b="1">
                <a:solidFill>
                  <a:srgbClr val="1572C3"/>
                </a:solidFill>
                <a:latin typeface="Arial"/>
                <a:ea typeface="Arial"/>
                <a:cs typeface="Arial"/>
              </a:defRPr>
            </a:lvl6pPr>
            <a:lvl7pPr algn="l">
              <a:defRPr sz="1620" b="1">
                <a:solidFill>
                  <a:srgbClr val="1572C3"/>
                </a:solidFill>
                <a:latin typeface="Arial"/>
                <a:ea typeface="Arial"/>
                <a:cs typeface="Arial"/>
              </a:defRPr>
            </a:lvl7pPr>
            <a:lvl8pPr algn="l">
              <a:defRPr sz="1620" b="1">
                <a:solidFill>
                  <a:srgbClr val="1572C3"/>
                </a:solidFill>
                <a:latin typeface="Arial"/>
                <a:ea typeface="Arial"/>
                <a:cs typeface="Arial"/>
              </a:defRPr>
            </a:lvl8pPr>
            <a:lvl9pPr algn="l">
              <a:defRPr sz="1620" b="1">
                <a:solidFill>
                  <a:srgbClr val="1572C3"/>
                </a:solidFill>
                <a:latin typeface="Arial"/>
                <a:ea typeface="Arial"/>
                <a:cs typeface="Arial"/>
              </a:defRPr>
            </a:lvl9pPr>
          </a:lstStyle>
          <a:p xmlns:a="http://schemas.openxmlformats.org/drawingml/2006/main">
            <a:pPr algn="l">
              <a:defRPr sz="1620" b="1">
                <a:solidFill>
                  <a:srgbClr val="1572C3"/>
                </a:solidFill>
                <a:latin typeface="Arial"/>
                <a:ea typeface="Arial"/>
                <a:cs typeface="Arial"/>
              </a:defRPr>
            </a:pPr>
            <a:r>
              <a:rPr sz="1620" b="1">
                <a:solidFill>
                  <a:srgbClr val="1572C3"/>
                </a:solidFill>
                <a:latin typeface="Arial"/>
                <a:ea typeface="Arial"/>
                <a:cs typeface="Arial"/>
              </a:rPr>
              <a:t>PC + 4</a:t>
            </a:r>
          </a:p>
        </p:txBody>
      </p:sp>
      <p:sp>
        <p:nvSpPr>
          <p:cNvPr id="60" name="wire-234">
            <a:extLst xmlns:a="http://schemas.openxmlformats.org/drawingml/2006/main">
              <a:ext uri="{FF2B5EF4-FFF2-40B4-BE49-F238E27FC236}">
                <a16:creationId xmlns:a16="http://schemas.microsoft.com/office/drawing/2014/main" id="{34C59B4C-280A-4BF0-B9D7-5B4A53898932}"/>
              </a:ext>
            </a:extLst>
          </p:cNvPr>
          <p:cNvSpPr>
            <a:spLocks xmlns:a="http://schemas.openxmlformats.org/drawingml/2006/main" noGrp="1"/>
          </p:cNvSpPr>
          <p:nvPr/>
        </p:nvSpPr>
        <p:spPr>
          <a:xfrm xmlns:a="http://schemas.openxmlformats.org/drawingml/2006/main">
            <a:off x="5810250" y="3162300"/>
            <a:ext cx="9525" cy="160020"/>
          </a:xfrm>
          <a:custGeom xmlns:a="http://schemas.openxmlformats.org/drawingml/2006/main">
            <a:pathLst>
              <a:path w="9525" h="160020">
                <a:moveTo>
                  <a:pt x="0" y="0"/>
                </a:moveTo>
                <a:lnTo>
                  <a:pt x="0" y="160020"/>
                </a:lnTo>
              </a:path>
            </a:pathLst>
          </a:custGeom>
          <a:noFill xmlns:a="http://schemas.openxmlformats.org/drawingml/2006/main"/>
          <a:ln xmlns:a="http://schemas.openxmlformats.org/drawingml/2006/main" w="24003">
            <a:solidFill>
              <a:srgbClr val="1572C3"/>
            </a:solidFill>
          </a:ln>
        </p:spPr>
      </p:sp>
      <p:sp>
        <p:nvSpPr>
          <p:cNvPr id="61" name="wire-235">
            <a:extLst xmlns:a="http://schemas.openxmlformats.org/drawingml/2006/main">
              <a:ext uri="{FF2B5EF4-FFF2-40B4-BE49-F238E27FC236}">
                <a16:creationId xmlns:a16="http://schemas.microsoft.com/office/drawing/2014/main" id="{CA825D7D-0EDA-46F9-9713-A96F131BBBF9}"/>
              </a:ext>
            </a:extLst>
          </p:cNvPr>
          <p:cNvSpPr>
            <a:spLocks xmlns:a="http://schemas.openxmlformats.org/drawingml/2006/main" noGrp="1"/>
          </p:cNvSpPr>
          <p:nvPr/>
        </p:nvSpPr>
        <p:spPr>
          <a:xfrm xmlns:a="http://schemas.openxmlformats.org/drawingml/2006/main">
            <a:off x="4187190" y="3322320"/>
            <a:ext cx="1623060" cy="9525"/>
          </a:xfrm>
          <a:custGeom xmlns:a="http://schemas.openxmlformats.org/drawingml/2006/main">
            <a:pathLst>
              <a:path w="1623060" h="9525">
                <a:moveTo>
                  <a:pt x="1623060" y="0"/>
                </a:moveTo>
                <a:lnTo>
                  <a:pt x="0" y="0"/>
                </a:lnTo>
              </a:path>
            </a:pathLst>
          </a:custGeom>
          <a:noFill xmlns:a="http://schemas.openxmlformats.org/drawingml/2006/main"/>
          <a:ln xmlns:a="http://schemas.openxmlformats.org/drawingml/2006/main" w="24003">
            <a:solidFill>
              <a:srgbClr val="1572C3"/>
            </a:solidFill>
          </a:ln>
        </p:spPr>
      </p:sp>
      <p:sp>
        <p:nvSpPr>
          <p:cNvPr id="62" name="wire-236">
            <a:extLst xmlns:a="http://schemas.openxmlformats.org/drawingml/2006/main">
              <a:ext uri="{FF2B5EF4-FFF2-40B4-BE49-F238E27FC236}">
                <a16:creationId xmlns:a16="http://schemas.microsoft.com/office/drawing/2014/main" id="{EA134CE4-635A-45E6-8F00-769457CAB4AE}"/>
              </a:ext>
            </a:extLst>
          </p:cNvPr>
          <p:cNvSpPr>
            <a:spLocks xmlns:a="http://schemas.openxmlformats.org/drawingml/2006/main" noGrp="1"/>
          </p:cNvSpPr>
          <p:nvPr/>
        </p:nvSpPr>
        <p:spPr>
          <a:xfrm xmlns:a="http://schemas.openxmlformats.org/drawingml/2006/main">
            <a:off x="4187190" y="3322320"/>
            <a:ext cx="9525" cy="674370"/>
          </a:xfrm>
          <a:custGeom xmlns:a="http://schemas.openxmlformats.org/drawingml/2006/main">
            <a:pathLst>
              <a:path w="9525" h="674370">
                <a:moveTo>
                  <a:pt x="0" y="0"/>
                </a:moveTo>
                <a:lnTo>
                  <a:pt x="0" y="674370"/>
                </a:lnTo>
              </a:path>
            </a:pathLst>
          </a:custGeom>
          <a:noFill xmlns:a="http://schemas.openxmlformats.org/drawingml/2006/main"/>
          <a:ln xmlns:a="http://schemas.openxmlformats.org/drawingml/2006/main" w="24003">
            <a:solidFill>
              <a:srgbClr val="1572C3"/>
            </a:solidFill>
          </a:ln>
        </p:spPr>
      </p:sp>
      <p:sp>
        <p:nvSpPr>
          <p:cNvPr id="63" name="wire-237">
            <a:extLst xmlns:a="http://schemas.openxmlformats.org/drawingml/2006/main">
              <a:ext uri="{FF2B5EF4-FFF2-40B4-BE49-F238E27FC236}">
                <a16:creationId xmlns:a16="http://schemas.microsoft.com/office/drawing/2014/main" id="{E33AB0BD-A5DE-49BF-B6E5-8ADE7A8BEE5D}"/>
              </a:ext>
            </a:extLst>
          </p:cNvPr>
          <p:cNvSpPr>
            <a:spLocks xmlns:a="http://schemas.openxmlformats.org/drawingml/2006/main" noGrp="1"/>
          </p:cNvSpPr>
          <p:nvPr/>
        </p:nvSpPr>
        <p:spPr>
          <a:xfrm xmlns:a="http://schemas.openxmlformats.org/drawingml/2006/main">
            <a:off x="4187190" y="3996690"/>
            <a:ext cx="205740" cy="9525"/>
          </a:xfrm>
          <a:custGeom xmlns:a="http://schemas.openxmlformats.org/drawingml/2006/main">
            <a:pathLst>
              <a:path w="205740" h="9525">
                <a:moveTo>
                  <a:pt x="0" y="0"/>
                </a:moveTo>
                <a:lnTo>
                  <a:pt x="205740" y="0"/>
                </a:lnTo>
              </a:path>
            </a:pathLst>
          </a:custGeom>
          <a:noFill xmlns:a="http://schemas.openxmlformats.org/drawingml/2006/main"/>
          <a:ln xmlns:a="http://schemas.openxmlformats.org/drawingml/2006/main" w="24003">
            <a:solidFill>
              <a:srgbClr val="1572C3"/>
            </a:solidFill>
          </a:ln>
        </p:spPr>
      </p:sp>
      <p:sp>
        <p:nvSpPr>
          <p:cNvPr id="64" name="circuit-238">
            <a:extLst xmlns:a="http://schemas.openxmlformats.org/drawingml/2006/main">
              <a:ext uri="{FF2B5EF4-FFF2-40B4-BE49-F238E27FC236}">
                <a16:creationId xmlns:a16="http://schemas.microsoft.com/office/drawing/2014/main" id="{6280751F-1824-4D70-AF5A-D811153ED6E8}"/>
              </a:ext>
            </a:extLst>
          </p:cNvPr>
          <p:cNvSpPr>
            <a:spLocks xmlns:a="http://schemas.openxmlformats.org/drawingml/2006/main" noGrp="1"/>
          </p:cNvSpPr>
          <p:nvPr/>
        </p:nvSpPr>
        <p:spPr>
          <a:xfrm xmlns:a="http://schemas.openxmlformats.org/drawingml/2006/main">
            <a:off x="4316730" y="396525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65" name="wire-239">
            <a:extLst xmlns:a="http://schemas.openxmlformats.org/drawingml/2006/main">
              <a:ext uri="{FF2B5EF4-FFF2-40B4-BE49-F238E27FC236}">
                <a16:creationId xmlns:a16="http://schemas.microsoft.com/office/drawing/2014/main" id="{55CC2F01-1B09-4C49-AF52-247CAFBC5C7B}"/>
              </a:ext>
            </a:extLst>
          </p:cNvPr>
          <p:cNvSpPr>
            <a:spLocks xmlns:a="http://schemas.openxmlformats.org/drawingml/2006/main" noGrp="1"/>
          </p:cNvSpPr>
          <p:nvPr/>
        </p:nvSpPr>
        <p:spPr>
          <a:xfrm xmlns:a="http://schemas.openxmlformats.org/drawingml/2006/main">
            <a:off x="4701540" y="3162300"/>
            <a:ext cx="9525" cy="80010"/>
          </a:xfrm>
          <a:custGeom xmlns:a="http://schemas.openxmlformats.org/drawingml/2006/main">
            <a:pathLst>
              <a:path w="9525" h="80010">
                <a:moveTo>
                  <a:pt x="0" y="0"/>
                </a:moveTo>
                <a:lnTo>
                  <a:pt x="0" y="80010"/>
                </a:lnTo>
              </a:path>
            </a:pathLst>
          </a:custGeom>
          <a:noFill xmlns:a="http://schemas.openxmlformats.org/drawingml/2006/main"/>
          <a:ln xmlns:a="http://schemas.openxmlformats.org/drawingml/2006/main" w="26289">
            <a:solidFill>
              <a:srgbClr val="1572C3"/>
            </a:solidFill>
          </a:ln>
        </p:spPr>
      </p:sp>
      <p:sp>
        <p:nvSpPr>
          <p:cNvPr id="66" name="wire-240">
            <a:extLst xmlns:a="http://schemas.openxmlformats.org/drawingml/2006/main">
              <a:ext uri="{FF2B5EF4-FFF2-40B4-BE49-F238E27FC236}">
                <a16:creationId xmlns:a16="http://schemas.microsoft.com/office/drawing/2014/main" id="{E73443BA-354C-4B7D-BA3F-264856A71175}"/>
              </a:ext>
            </a:extLst>
          </p:cNvPr>
          <p:cNvSpPr>
            <a:spLocks xmlns:a="http://schemas.openxmlformats.org/drawingml/2006/main" noGrp="1"/>
          </p:cNvSpPr>
          <p:nvPr/>
        </p:nvSpPr>
        <p:spPr>
          <a:xfrm xmlns:a="http://schemas.openxmlformats.org/drawingml/2006/main">
            <a:off x="4701540" y="3242310"/>
            <a:ext cx="2068830" cy="9525"/>
          </a:xfrm>
          <a:custGeom xmlns:a="http://schemas.openxmlformats.org/drawingml/2006/main">
            <a:pathLst>
              <a:path w="2068830" h="9525">
                <a:moveTo>
                  <a:pt x="0" y="0"/>
                </a:moveTo>
                <a:lnTo>
                  <a:pt x="2068830" y="0"/>
                </a:lnTo>
              </a:path>
            </a:pathLst>
          </a:custGeom>
          <a:noFill xmlns:a="http://schemas.openxmlformats.org/drawingml/2006/main"/>
          <a:ln xmlns:a="http://schemas.openxmlformats.org/drawingml/2006/main" w="26289">
            <a:solidFill>
              <a:srgbClr val="1572C3"/>
            </a:solidFill>
          </a:ln>
        </p:spPr>
      </p:sp>
      <p:sp>
        <p:nvSpPr>
          <p:cNvPr id="67" name="wire-241">
            <a:extLst xmlns:a="http://schemas.openxmlformats.org/drawingml/2006/main">
              <a:ext uri="{FF2B5EF4-FFF2-40B4-BE49-F238E27FC236}">
                <a16:creationId xmlns:a16="http://schemas.microsoft.com/office/drawing/2014/main" id="{ED5D45D0-3361-4A98-80C0-9589E4874192}"/>
              </a:ext>
            </a:extLst>
          </p:cNvPr>
          <p:cNvSpPr>
            <a:spLocks xmlns:a="http://schemas.openxmlformats.org/drawingml/2006/main" noGrp="1"/>
          </p:cNvSpPr>
          <p:nvPr/>
        </p:nvSpPr>
        <p:spPr>
          <a:xfrm xmlns:a="http://schemas.openxmlformats.org/drawingml/2006/main">
            <a:off x="6770370" y="3242310"/>
            <a:ext cx="9525" cy="1508760"/>
          </a:xfrm>
          <a:custGeom xmlns:a="http://schemas.openxmlformats.org/drawingml/2006/main">
            <a:pathLst>
              <a:path w="9525" h="1508760">
                <a:moveTo>
                  <a:pt x="0" y="0"/>
                </a:moveTo>
                <a:lnTo>
                  <a:pt x="0" y="1508760"/>
                </a:lnTo>
              </a:path>
            </a:pathLst>
          </a:custGeom>
          <a:noFill xmlns:a="http://schemas.openxmlformats.org/drawingml/2006/main"/>
          <a:ln xmlns:a="http://schemas.openxmlformats.org/drawingml/2006/main" w="26289">
            <a:solidFill>
              <a:srgbClr val="1572C3"/>
            </a:solidFill>
          </a:ln>
        </p:spPr>
      </p:sp>
      <p:sp>
        <p:nvSpPr>
          <p:cNvPr id="68" name="wire-242">
            <a:extLst xmlns:a="http://schemas.openxmlformats.org/drawingml/2006/main">
              <a:ext uri="{FF2B5EF4-FFF2-40B4-BE49-F238E27FC236}">
                <a16:creationId xmlns:a16="http://schemas.microsoft.com/office/drawing/2014/main" id="{1B910E41-630E-47FF-B811-03392FD5085C}"/>
              </a:ext>
            </a:extLst>
          </p:cNvPr>
          <p:cNvSpPr>
            <a:spLocks xmlns:a="http://schemas.openxmlformats.org/drawingml/2006/main" noGrp="1"/>
          </p:cNvSpPr>
          <p:nvPr/>
        </p:nvSpPr>
        <p:spPr>
          <a:xfrm xmlns:a="http://schemas.openxmlformats.org/drawingml/2006/main">
            <a:off x="6770370" y="475107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1572C3"/>
            </a:solidFill>
          </a:ln>
        </p:spPr>
      </p:sp>
      <p:sp>
        <p:nvSpPr>
          <p:cNvPr id="69" name="circuit-243">
            <a:extLst xmlns:a="http://schemas.openxmlformats.org/drawingml/2006/main">
              <a:ext uri="{FF2B5EF4-FFF2-40B4-BE49-F238E27FC236}">
                <a16:creationId xmlns:a16="http://schemas.microsoft.com/office/drawing/2014/main" id="{63D71FF5-AFC4-4ED8-80C1-CA6E276A2820}"/>
              </a:ext>
            </a:extLst>
          </p:cNvPr>
          <p:cNvSpPr>
            <a:spLocks xmlns:a="http://schemas.openxmlformats.org/drawingml/2006/main" noGrp="1"/>
          </p:cNvSpPr>
          <p:nvPr/>
        </p:nvSpPr>
        <p:spPr>
          <a:xfrm xmlns:a="http://schemas.openxmlformats.org/drawingml/2006/main">
            <a:off x="6957060" y="471963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0" name="wire-244">
            <a:extLst xmlns:a="http://schemas.openxmlformats.org/drawingml/2006/main">
              <a:ext uri="{FF2B5EF4-FFF2-40B4-BE49-F238E27FC236}">
                <a16:creationId xmlns:a16="http://schemas.microsoft.com/office/drawing/2014/main" id="{7500F03A-7724-4F0B-A503-5F04AA2DF548}"/>
              </a:ext>
            </a:extLst>
          </p:cNvPr>
          <p:cNvSpPr>
            <a:spLocks xmlns:a="http://schemas.openxmlformats.org/drawingml/2006/main" noGrp="1"/>
          </p:cNvSpPr>
          <p:nvPr/>
        </p:nvSpPr>
        <p:spPr>
          <a:xfrm xmlns:a="http://schemas.openxmlformats.org/drawingml/2006/main">
            <a:off x="6793230" y="3162300"/>
            <a:ext cx="9525" cy="217170"/>
          </a:xfrm>
          <a:custGeom xmlns:a="http://schemas.openxmlformats.org/drawingml/2006/main">
            <a:pathLst>
              <a:path w="9525" h="217170">
                <a:moveTo>
                  <a:pt x="0" y="0"/>
                </a:moveTo>
                <a:lnTo>
                  <a:pt x="0" y="217170"/>
                </a:lnTo>
              </a:path>
            </a:pathLst>
          </a:custGeom>
          <a:noFill xmlns:a="http://schemas.openxmlformats.org/drawingml/2006/main"/>
          <a:ln xmlns:a="http://schemas.openxmlformats.org/drawingml/2006/main" w="24003">
            <a:solidFill>
              <a:srgbClr val="1572C3"/>
            </a:solidFill>
          </a:ln>
        </p:spPr>
      </p:sp>
      <p:sp>
        <p:nvSpPr>
          <p:cNvPr id="71" name="wire-245">
            <a:extLst xmlns:a="http://schemas.openxmlformats.org/drawingml/2006/main">
              <a:ext uri="{FF2B5EF4-FFF2-40B4-BE49-F238E27FC236}">
                <a16:creationId xmlns:a16="http://schemas.microsoft.com/office/drawing/2014/main" id="{D89727E0-36AB-4E8D-971E-53C7CE956F29}"/>
              </a:ext>
            </a:extLst>
          </p:cNvPr>
          <p:cNvSpPr>
            <a:spLocks xmlns:a="http://schemas.openxmlformats.org/drawingml/2006/main" noGrp="1"/>
          </p:cNvSpPr>
          <p:nvPr/>
        </p:nvSpPr>
        <p:spPr>
          <a:xfrm xmlns:a="http://schemas.openxmlformats.org/drawingml/2006/main">
            <a:off x="4095750" y="3379470"/>
            <a:ext cx="2697480" cy="9525"/>
          </a:xfrm>
          <a:custGeom xmlns:a="http://schemas.openxmlformats.org/drawingml/2006/main">
            <a:pathLst>
              <a:path w="2697480" h="9525">
                <a:moveTo>
                  <a:pt x="2697480" y="0"/>
                </a:moveTo>
                <a:lnTo>
                  <a:pt x="0" y="0"/>
                </a:lnTo>
              </a:path>
            </a:pathLst>
          </a:custGeom>
          <a:noFill xmlns:a="http://schemas.openxmlformats.org/drawingml/2006/main"/>
          <a:ln xmlns:a="http://schemas.openxmlformats.org/drawingml/2006/main" w="24003">
            <a:solidFill>
              <a:srgbClr val="1572C3"/>
            </a:solidFill>
          </a:ln>
        </p:spPr>
      </p:sp>
      <p:sp>
        <p:nvSpPr>
          <p:cNvPr id="72" name="wire-246">
            <a:extLst xmlns:a="http://schemas.openxmlformats.org/drawingml/2006/main">
              <a:ext uri="{FF2B5EF4-FFF2-40B4-BE49-F238E27FC236}">
                <a16:creationId xmlns:a16="http://schemas.microsoft.com/office/drawing/2014/main" id="{A007CB28-21D3-4D11-81F3-80E71F69AF2F}"/>
              </a:ext>
            </a:extLst>
          </p:cNvPr>
          <p:cNvSpPr>
            <a:spLocks xmlns:a="http://schemas.openxmlformats.org/drawingml/2006/main" noGrp="1"/>
          </p:cNvSpPr>
          <p:nvPr/>
        </p:nvSpPr>
        <p:spPr>
          <a:xfrm xmlns:a="http://schemas.openxmlformats.org/drawingml/2006/main">
            <a:off x="4095750" y="3379470"/>
            <a:ext cx="9525" cy="1097280"/>
          </a:xfrm>
          <a:custGeom xmlns:a="http://schemas.openxmlformats.org/drawingml/2006/main">
            <a:pathLst>
              <a:path w="9525" h="1097280">
                <a:moveTo>
                  <a:pt x="0" y="0"/>
                </a:moveTo>
                <a:lnTo>
                  <a:pt x="0" y="1097280"/>
                </a:lnTo>
              </a:path>
            </a:pathLst>
          </a:custGeom>
          <a:noFill xmlns:a="http://schemas.openxmlformats.org/drawingml/2006/main"/>
          <a:ln xmlns:a="http://schemas.openxmlformats.org/drawingml/2006/main" w="24003">
            <a:solidFill>
              <a:srgbClr val="1572C3"/>
            </a:solidFill>
          </a:ln>
        </p:spPr>
      </p:sp>
      <p:sp>
        <p:nvSpPr>
          <p:cNvPr id="73" name="wire-247">
            <a:extLst xmlns:a="http://schemas.openxmlformats.org/drawingml/2006/main">
              <a:ext uri="{FF2B5EF4-FFF2-40B4-BE49-F238E27FC236}">
                <a16:creationId xmlns:a16="http://schemas.microsoft.com/office/drawing/2014/main" id="{F459D17B-E20F-47AE-AB68-E081F52168F1}"/>
              </a:ext>
            </a:extLst>
          </p:cNvPr>
          <p:cNvSpPr>
            <a:spLocks xmlns:a="http://schemas.openxmlformats.org/drawingml/2006/main" noGrp="1"/>
          </p:cNvSpPr>
          <p:nvPr/>
        </p:nvSpPr>
        <p:spPr>
          <a:xfrm xmlns:a="http://schemas.openxmlformats.org/drawingml/2006/main">
            <a:off x="4095750" y="4476750"/>
            <a:ext cx="297180" cy="9525"/>
          </a:xfrm>
          <a:custGeom xmlns:a="http://schemas.openxmlformats.org/drawingml/2006/main">
            <a:pathLst>
              <a:path w="297180" h="9525">
                <a:moveTo>
                  <a:pt x="0" y="0"/>
                </a:moveTo>
                <a:lnTo>
                  <a:pt x="297180" y="0"/>
                </a:lnTo>
              </a:path>
            </a:pathLst>
          </a:custGeom>
          <a:noFill xmlns:a="http://schemas.openxmlformats.org/drawingml/2006/main"/>
          <a:ln xmlns:a="http://schemas.openxmlformats.org/drawingml/2006/main" w="24003">
            <a:solidFill>
              <a:srgbClr val="1572C3"/>
            </a:solidFill>
          </a:ln>
        </p:spPr>
      </p:sp>
      <p:sp>
        <p:nvSpPr>
          <p:cNvPr id="74" name="circuit-248">
            <a:extLst xmlns:a="http://schemas.openxmlformats.org/drawingml/2006/main">
              <a:ext uri="{FF2B5EF4-FFF2-40B4-BE49-F238E27FC236}">
                <a16:creationId xmlns:a16="http://schemas.microsoft.com/office/drawing/2014/main" id="{854DEA12-175F-4323-BB20-78CA10334D9F}"/>
              </a:ext>
            </a:extLst>
          </p:cNvPr>
          <p:cNvSpPr>
            <a:spLocks xmlns:a="http://schemas.openxmlformats.org/drawingml/2006/main" noGrp="1"/>
          </p:cNvSpPr>
          <p:nvPr/>
        </p:nvSpPr>
        <p:spPr>
          <a:xfrm xmlns:a="http://schemas.openxmlformats.org/drawingml/2006/main">
            <a:off x="4316730" y="4445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5" name="wire-249">
            <a:extLst xmlns:a="http://schemas.openxmlformats.org/drawingml/2006/main">
              <a:ext uri="{FF2B5EF4-FFF2-40B4-BE49-F238E27FC236}">
                <a16:creationId xmlns:a16="http://schemas.microsoft.com/office/drawing/2014/main" id="{8AE173E1-D52E-4A5E-AA61-A6603F4ED97C}"/>
              </a:ext>
            </a:extLst>
          </p:cNvPr>
          <p:cNvSpPr>
            <a:spLocks xmlns:a="http://schemas.openxmlformats.org/drawingml/2006/main" noGrp="1"/>
          </p:cNvSpPr>
          <p:nvPr/>
        </p:nvSpPr>
        <p:spPr>
          <a:xfrm xmlns:a="http://schemas.openxmlformats.org/drawingml/2006/main">
            <a:off x="4198620" y="4831080"/>
            <a:ext cx="194310" cy="9525"/>
          </a:xfrm>
          <a:custGeom xmlns:a="http://schemas.openxmlformats.org/drawingml/2006/main">
            <a:pathLst>
              <a:path w="194310" h="9525">
                <a:moveTo>
                  <a:pt x="0" y="0"/>
                </a:moveTo>
                <a:lnTo>
                  <a:pt x="194310" y="0"/>
                </a:lnTo>
              </a:path>
            </a:pathLst>
          </a:custGeom>
          <a:noFill xmlns:a="http://schemas.openxmlformats.org/drawingml/2006/main"/>
          <a:ln xmlns:a="http://schemas.openxmlformats.org/drawingml/2006/main" w="17145">
            <a:solidFill>
              <a:srgbClr val="9FA9B9"/>
            </a:solidFill>
          </a:ln>
        </p:spPr>
      </p:sp>
      <p:sp>
        <p:nvSpPr>
          <p:cNvPr id="76" name="circuit-250">
            <a:extLst xmlns:a="http://schemas.openxmlformats.org/drawingml/2006/main">
              <a:ext uri="{FF2B5EF4-FFF2-40B4-BE49-F238E27FC236}">
                <a16:creationId xmlns:a16="http://schemas.microsoft.com/office/drawing/2014/main" id="{9B1AE183-49D6-4890-BB5F-AA1AB35229DC}"/>
              </a:ext>
            </a:extLst>
          </p:cNvPr>
          <p:cNvSpPr>
            <a:spLocks xmlns:a="http://schemas.openxmlformats.org/drawingml/2006/main" noGrp="1"/>
          </p:cNvSpPr>
          <p:nvPr/>
        </p:nvSpPr>
        <p:spPr>
          <a:xfrm xmlns:a="http://schemas.openxmlformats.org/drawingml/2006/main">
            <a:off x="4316730" y="479964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77" name="board-stable-rf">
            <a:extLst xmlns:a="http://schemas.openxmlformats.org/drawingml/2006/main">
              <a:ext uri="{FF2B5EF4-FFF2-40B4-BE49-F238E27FC236}">
                <a16:creationId xmlns:a16="http://schemas.microsoft.com/office/drawing/2014/main" id="{DFD8AEF4-D361-4204-987B-5D714F20F295}"/>
              </a:ext>
            </a:extLst>
          </p:cNvPr>
          <p:cNvSpPr>
            <a:spLocks xmlns:a="http://schemas.openxmlformats.org/drawingml/2006/main" noGrp="1"/>
          </p:cNvSpPr>
          <p:nvPr/>
        </p:nvSpPr>
        <p:spPr>
          <a:xfrm xmlns:a="http://schemas.openxmlformats.org/drawingml/2006/main">
            <a:off x="4392930" y="3505200"/>
            <a:ext cx="1885950" cy="178308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78" name="circuit-252">
            <a:extLst xmlns:a="http://schemas.openxmlformats.org/drawingml/2006/main">
              <a:ext uri="{FF2B5EF4-FFF2-40B4-BE49-F238E27FC236}">
                <a16:creationId xmlns:a16="http://schemas.microsoft.com/office/drawing/2014/main" id="{5147DAA2-4D23-4F6F-A10E-3B6C02C286DA}"/>
              </a:ext>
            </a:extLst>
          </p:cNvPr>
          <p:cNvSpPr>
            <a:spLocks xmlns:a="http://schemas.openxmlformats.org/drawingml/2006/main" noGrp="1"/>
          </p:cNvSpPr>
          <p:nvPr/>
        </p:nvSpPr>
        <p:spPr>
          <a:xfrm xmlns:a="http://schemas.openxmlformats.org/drawingml/2006/main">
            <a:off x="4861560" y="3505200"/>
            <a:ext cx="182880" cy="102870"/>
          </a:xfrm>
          <a:custGeom xmlns:a="http://schemas.openxmlformats.org/drawingml/2006/main">
            <a:pathLst>
              <a:path w="182880" h="102870">
                <a:moveTo>
                  <a:pt x="0" y="0"/>
                </a:moveTo>
                <a:lnTo>
                  <a:pt x="91440" y="102870"/>
                </a:lnTo>
                <a:lnTo>
                  <a:pt x="182880" y="0"/>
                </a:lnTo>
                <a:close/>
              </a:path>
            </a:pathLst>
          </a:custGeom>
          <a:noFill xmlns:a="http://schemas.openxmlformats.org/drawingml/2006/main"/>
          <a:ln xmlns:a="http://schemas.openxmlformats.org/drawingml/2006/main" w="25146">
            <a:solidFill>
              <a:srgbClr val="231F20"/>
            </a:solidFill>
          </a:ln>
        </p:spPr>
      </p:sp>
      <p:sp>
        <p:nvSpPr>
          <p:cNvPr id="79" name="wire-253">
            <a:extLst xmlns:a="http://schemas.openxmlformats.org/drawingml/2006/main">
              <a:ext uri="{FF2B5EF4-FFF2-40B4-BE49-F238E27FC236}">
                <a16:creationId xmlns:a16="http://schemas.microsoft.com/office/drawing/2014/main" id="{8F570005-EAD1-406F-A5D1-543F76B7DCD8}"/>
              </a:ext>
            </a:extLst>
          </p:cNvPr>
          <p:cNvSpPr>
            <a:spLocks xmlns:a="http://schemas.openxmlformats.org/drawingml/2006/main" noGrp="1"/>
          </p:cNvSpPr>
          <p:nvPr/>
        </p:nvSpPr>
        <p:spPr>
          <a:xfrm xmlns:a="http://schemas.openxmlformats.org/drawingml/2006/main">
            <a:off x="4953000" y="3425190"/>
            <a:ext cx="9525" cy="80010"/>
          </a:xfrm>
          <a:custGeom xmlns:a="http://schemas.openxmlformats.org/drawingml/2006/main">
            <a:pathLst>
              <a:path w="9525" h="80010">
                <a:moveTo>
                  <a:pt x="0" y="0"/>
                </a:moveTo>
                <a:lnTo>
                  <a:pt x="0" y="80010"/>
                </a:lnTo>
              </a:path>
            </a:pathLst>
          </a:custGeom>
          <a:noFill xmlns:a="http://schemas.openxmlformats.org/drawingml/2006/main"/>
          <a:ln xmlns:a="http://schemas.openxmlformats.org/drawingml/2006/main" w="13716">
            <a:solidFill>
              <a:srgbClr val="231F20"/>
            </a:solidFill>
          </a:ln>
        </p:spPr>
      </p:sp>
      <p:sp>
        <p:nvSpPr>
          <p:cNvPr id="80" name="text-254">
            <a:extLst xmlns:a="http://schemas.openxmlformats.org/drawingml/2006/main">
              <a:ext uri="{FF2B5EF4-FFF2-40B4-BE49-F238E27FC236}">
                <a16:creationId xmlns:a16="http://schemas.microsoft.com/office/drawing/2014/main" id="{D18C01B1-506B-4CF2-AB20-A5A9A4CC1B04}"/>
              </a:ext>
            </a:extLst>
          </p:cNvPr>
          <p:cNvSpPr>
            <a:spLocks xmlns:a="http://schemas.openxmlformats.org/drawingml/2006/main" noGrp="1"/>
          </p:cNvSpPr>
          <p:nvPr/>
        </p:nvSpPr>
        <p:spPr>
          <a:xfrm xmlns:a="http://schemas.openxmlformats.org/drawingml/2006/main">
            <a:off x="4872990" y="4099560"/>
            <a:ext cx="9144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10" b="1">
                <a:solidFill>
                  <a:srgbClr val="231F20"/>
                </a:solidFill>
                <a:latin typeface="Yu Gothic"/>
                <a:ea typeface="Yu Gothic"/>
                <a:cs typeface="Yu Gothic"/>
              </a:defRPr>
            </a:defPPr>
            <a:lvl1pPr algn="ctr">
              <a:defRPr sz="1710" b="1">
                <a:solidFill>
                  <a:srgbClr val="231F20"/>
                </a:solidFill>
                <a:latin typeface="Yu Gothic"/>
                <a:ea typeface="Yu Gothic"/>
                <a:cs typeface="Yu Gothic"/>
              </a:defRPr>
            </a:lvl1pPr>
            <a:lvl2pPr algn="ctr">
              <a:defRPr sz="1710" b="1">
                <a:solidFill>
                  <a:srgbClr val="231F20"/>
                </a:solidFill>
                <a:latin typeface="Yu Gothic"/>
                <a:ea typeface="Yu Gothic"/>
                <a:cs typeface="Yu Gothic"/>
              </a:defRPr>
            </a:lvl2pPr>
            <a:lvl3pPr algn="ctr">
              <a:defRPr sz="1710" b="1">
                <a:solidFill>
                  <a:srgbClr val="231F20"/>
                </a:solidFill>
                <a:latin typeface="Yu Gothic"/>
                <a:ea typeface="Yu Gothic"/>
                <a:cs typeface="Yu Gothic"/>
              </a:defRPr>
            </a:lvl3pPr>
            <a:lvl4pPr algn="ctr">
              <a:defRPr sz="1710" b="1">
                <a:solidFill>
                  <a:srgbClr val="231F20"/>
                </a:solidFill>
                <a:latin typeface="Yu Gothic"/>
                <a:ea typeface="Yu Gothic"/>
                <a:cs typeface="Yu Gothic"/>
              </a:defRPr>
            </a:lvl4pPr>
            <a:lvl5pPr algn="ctr">
              <a:defRPr sz="1710" b="1">
                <a:solidFill>
                  <a:srgbClr val="231F20"/>
                </a:solidFill>
                <a:latin typeface="Yu Gothic"/>
                <a:ea typeface="Yu Gothic"/>
                <a:cs typeface="Yu Gothic"/>
              </a:defRPr>
            </a:lvl5pPr>
            <a:lvl6pPr algn="ctr">
              <a:defRPr sz="1710" b="1">
                <a:solidFill>
                  <a:srgbClr val="231F20"/>
                </a:solidFill>
                <a:latin typeface="Yu Gothic"/>
                <a:ea typeface="Yu Gothic"/>
                <a:cs typeface="Yu Gothic"/>
              </a:defRPr>
            </a:lvl6pPr>
            <a:lvl7pPr algn="ctr">
              <a:defRPr sz="1710" b="1">
                <a:solidFill>
                  <a:srgbClr val="231F20"/>
                </a:solidFill>
                <a:latin typeface="Yu Gothic"/>
                <a:ea typeface="Yu Gothic"/>
                <a:cs typeface="Yu Gothic"/>
              </a:defRPr>
            </a:lvl7pPr>
            <a:lvl8pPr algn="ctr">
              <a:defRPr sz="1710" b="1">
                <a:solidFill>
                  <a:srgbClr val="231F20"/>
                </a:solidFill>
                <a:latin typeface="Yu Gothic"/>
                <a:ea typeface="Yu Gothic"/>
                <a:cs typeface="Yu Gothic"/>
              </a:defRPr>
            </a:lvl8pPr>
            <a:lvl9pPr algn="ctr">
              <a:defRPr sz="1710" b="1">
                <a:solidFill>
                  <a:srgbClr val="231F20"/>
                </a:solidFill>
                <a:latin typeface="Yu Gothic"/>
                <a:ea typeface="Yu Gothic"/>
                <a:cs typeface="Yu Gothic"/>
              </a:defRPr>
            </a:lvl9pPr>
          </a:lstStyle>
          <a:p xmlns:a="http://schemas.openxmlformats.org/drawingml/2006/main">
            <a:pPr algn="ctr">
              <a:defRPr sz="1710" b="1">
                <a:solidFill>
                  <a:srgbClr val="231F20"/>
                </a:solidFill>
                <a:latin typeface="Yu Gothic"/>
                <a:ea typeface="Yu Gothic"/>
                <a:cs typeface="Yu Gothic"/>
              </a:defRPr>
            </a:pPr>
            <a:r>
              <a:rPr sz="1710" b="1">
                <a:solidFill>
                  <a:srgbClr val="231F20"/>
                </a:solidFill>
                <a:latin typeface="Yu Gothic"/>
                <a:ea typeface="Yu Gothic"/>
                <a:cs typeface="Yu Gothic"/>
              </a:rPr>
              <a:t>レジスタ</a:t>
            </a:r>
          </a:p>
          <a:p xmlns:a="http://schemas.openxmlformats.org/drawingml/2006/main">
            <a:pPr algn="ctr">
              <a:defRPr sz="1710" b="1">
                <a:solidFill>
                  <a:srgbClr val="231F20"/>
                </a:solidFill>
                <a:latin typeface="Yu Gothic"/>
                <a:ea typeface="Yu Gothic"/>
                <a:cs typeface="Yu Gothic"/>
              </a:defRPr>
            </a:pPr>
            <a:r>
              <a:rPr sz="1710" b="1">
                <a:solidFill>
                  <a:srgbClr val="231F20"/>
                </a:solidFill>
                <a:latin typeface="Yu Gothic"/>
                <a:ea typeface="Yu Gothic"/>
                <a:cs typeface="Yu Gothic"/>
              </a:rPr>
              <a:t>群</a:t>
            </a:r>
          </a:p>
        </p:txBody>
      </p:sp>
      <p:sp>
        <p:nvSpPr>
          <p:cNvPr id="81" name="text-255">
            <a:extLst xmlns:a="http://schemas.openxmlformats.org/drawingml/2006/main">
              <a:ext uri="{FF2B5EF4-FFF2-40B4-BE49-F238E27FC236}">
                <a16:creationId xmlns:a16="http://schemas.microsoft.com/office/drawing/2014/main" id="{64F256A9-2DDC-4637-9E8B-8701FB0267A0}"/>
              </a:ext>
            </a:extLst>
          </p:cNvPr>
          <p:cNvSpPr>
            <a:spLocks xmlns:a="http://schemas.openxmlformats.org/drawingml/2006/main" noGrp="1"/>
          </p:cNvSpPr>
          <p:nvPr/>
        </p:nvSpPr>
        <p:spPr>
          <a:xfrm xmlns:a="http://schemas.openxmlformats.org/drawingml/2006/main">
            <a:off x="4461510" y="382524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A1</a:t>
            </a:r>
          </a:p>
        </p:txBody>
      </p:sp>
      <p:sp>
        <p:nvSpPr>
          <p:cNvPr id="82" name="text-256">
            <a:extLst xmlns:a="http://schemas.openxmlformats.org/drawingml/2006/main">
              <a:ext uri="{FF2B5EF4-FFF2-40B4-BE49-F238E27FC236}">
                <a16:creationId xmlns:a16="http://schemas.microsoft.com/office/drawing/2014/main" id="{CB6F1B43-2397-4956-BE10-C441187ED516}"/>
              </a:ext>
            </a:extLst>
          </p:cNvPr>
          <p:cNvSpPr>
            <a:spLocks xmlns:a="http://schemas.openxmlformats.org/drawingml/2006/main" noGrp="1"/>
          </p:cNvSpPr>
          <p:nvPr/>
        </p:nvSpPr>
        <p:spPr>
          <a:xfrm xmlns:a="http://schemas.openxmlformats.org/drawingml/2006/main">
            <a:off x="4461510" y="43281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A2</a:t>
            </a:r>
          </a:p>
        </p:txBody>
      </p:sp>
      <p:sp>
        <p:nvSpPr>
          <p:cNvPr id="83" name="text-257">
            <a:extLst xmlns:a="http://schemas.openxmlformats.org/drawingml/2006/main">
              <a:ext uri="{FF2B5EF4-FFF2-40B4-BE49-F238E27FC236}">
                <a16:creationId xmlns:a16="http://schemas.microsoft.com/office/drawing/2014/main" id="{E5289DA4-B083-4C3C-ACC1-8E8598500FFD}"/>
              </a:ext>
            </a:extLst>
          </p:cNvPr>
          <p:cNvSpPr>
            <a:spLocks xmlns:a="http://schemas.openxmlformats.org/drawingml/2006/main" noGrp="1"/>
          </p:cNvSpPr>
          <p:nvPr/>
        </p:nvSpPr>
        <p:spPr>
          <a:xfrm xmlns:a="http://schemas.openxmlformats.org/drawingml/2006/main">
            <a:off x="4461510" y="46710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A3</a:t>
            </a:r>
          </a:p>
        </p:txBody>
      </p:sp>
      <p:sp>
        <p:nvSpPr>
          <p:cNvPr id="84" name="text-258">
            <a:extLst xmlns:a="http://schemas.openxmlformats.org/drawingml/2006/main">
              <a:ext uri="{FF2B5EF4-FFF2-40B4-BE49-F238E27FC236}">
                <a16:creationId xmlns:a16="http://schemas.microsoft.com/office/drawing/2014/main" id="{FECB5791-BF10-4E5B-B86B-3222D99BC5A4}"/>
              </a:ext>
            </a:extLst>
          </p:cNvPr>
          <p:cNvSpPr>
            <a:spLocks xmlns:a="http://schemas.openxmlformats.org/drawingml/2006/main" noGrp="1"/>
          </p:cNvSpPr>
          <p:nvPr/>
        </p:nvSpPr>
        <p:spPr>
          <a:xfrm xmlns:a="http://schemas.openxmlformats.org/drawingml/2006/main">
            <a:off x="4461510" y="50139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WD3</a:t>
            </a:r>
          </a:p>
        </p:txBody>
      </p:sp>
      <p:sp>
        <p:nvSpPr>
          <p:cNvPr id="85" name="text-259">
            <a:extLst xmlns:a="http://schemas.openxmlformats.org/drawingml/2006/main">
              <a:ext uri="{FF2B5EF4-FFF2-40B4-BE49-F238E27FC236}">
                <a16:creationId xmlns:a16="http://schemas.microsoft.com/office/drawing/2014/main" id="{795ADA47-CABB-482B-B839-96349346C443}"/>
              </a:ext>
            </a:extLst>
          </p:cNvPr>
          <p:cNvSpPr>
            <a:spLocks xmlns:a="http://schemas.openxmlformats.org/drawingml/2006/main" noGrp="1"/>
          </p:cNvSpPr>
          <p:nvPr/>
        </p:nvSpPr>
        <p:spPr>
          <a:xfrm xmlns:a="http://schemas.openxmlformats.org/drawingml/2006/main">
            <a:off x="5821680" y="382524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RD1</a:t>
            </a:r>
          </a:p>
        </p:txBody>
      </p:sp>
      <p:sp>
        <p:nvSpPr>
          <p:cNvPr id="86" name="text-260">
            <a:extLst xmlns:a="http://schemas.openxmlformats.org/drawingml/2006/main">
              <a:ext uri="{FF2B5EF4-FFF2-40B4-BE49-F238E27FC236}">
                <a16:creationId xmlns:a16="http://schemas.microsoft.com/office/drawing/2014/main" id="{6003D804-0031-4F33-A62A-A7940EADFBD6}"/>
              </a:ext>
            </a:extLst>
          </p:cNvPr>
          <p:cNvSpPr>
            <a:spLocks xmlns:a="http://schemas.openxmlformats.org/drawingml/2006/main" noGrp="1"/>
          </p:cNvSpPr>
          <p:nvPr/>
        </p:nvSpPr>
        <p:spPr>
          <a:xfrm xmlns:a="http://schemas.openxmlformats.org/drawingml/2006/main">
            <a:off x="5821680" y="43281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RD2</a:t>
            </a:r>
          </a:p>
        </p:txBody>
      </p:sp>
      <p:sp>
        <p:nvSpPr>
          <p:cNvPr id="87" name="text-261">
            <a:extLst xmlns:a="http://schemas.openxmlformats.org/drawingml/2006/main">
              <a:ext uri="{FF2B5EF4-FFF2-40B4-BE49-F238E27FC236}">
                <a16:creationId xmlns:a16="http://schemas.microsoft.com/office/drawing/2014/main" id="{6C8B386B-C1CC-494C-BEAA-BCF26306D978}"/>
              </a:ext>
            </a:extLst>
          </p:cNvPr>
          <p:cNvSpPr>
            <a:spLocks xmlns:a="http://schemas.openxmlformats.org/drawingml/2006/main" noGrp="1"/>
          </p:cNvSpPr>
          <p:nvPr/>
        </p:nvSpPr>
        <p:spPr>
          <a:xfrm xmlns:a="http://schemas.openxmlformats.org/drawingml/2006/main">
            <a:off x="5798820" y="3528060"/>
            <a:ext cx="42291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WE3</a:t>
            </a:r>
          </a:p>
        </p:txBody>
      </p:sp>
      <p:sp>
        <p:nvSpPr>
          <p:cNvPr id="88" name="wire-262">
            <a:extLst xmlns:a="http://schemas.openxmlformats.org/drawingml/2006/main">
              <a:ext uri="{FF2B5EF4-FFF2-40B4-BE49-F238E27FC236}">
                <a16:creationId xmlns:a16="http://schemas.microsoft.com/office/drawing/2014/main" id="{CB1CAF1E-79F8-49F1-B709-1975941287C6}"/>
              </a:ext>
            </a:extLst>
          </p:cNvPr>
          <p:cNvSpPr>
            <a:spLocks xmlns:a="http://schemas.openxmlformats.org/drawingml/2006/main" noGrp="1"/>
          </p:cNvSpPr>
          <p:nvPr/>
        </p:nvSpPr>
        <p:spPr>
          <a:xfrm xmlns:a="http://schemas.openxmlformats.org/drawingml/2006/main">
            <a:off x="6278880" y="3996690"/>
            <a:ext cx="754380" cy="9525"/>
          </a:xfrm>
          <a:custGeom xmlns:a="http://schemas.openxmlformats.org/drawingml/2006/main">
            <a:pathLst>
              <a:path w="754380" h="9525">
                <a:moveTo>
                  <a:pt x="0" y="0"/>
                </a:moveTo>
                <a:lnTo>
                  <a:pt x="754380" y="0"/>
                </a:lnTo>
              </a:path>
            </a:pathLst>
          </a:custGeom>
          <a:noFill xmlns:a="http://schemas.openxmlformats.org/drawingml/2006/main"/>
          <a:ln xmlns:a="http://schemas.openxmlformats.org/drawingml/2006/main" w="30861">
            <a:solidFill>
              <a:srgbClr val="231F20"/>
            </a:solidFill>
          </a:ln>
        </p:spPr>
      </p:sp>
      <p:sp>
        <p:nvSpPr>
          <p:cNvPr id="89" name="circuit-263">
            <a:extLst xmlns:a="http://schemas.openxmlformats.org/drawingml/2006/main">
              <a:ext uri="{FF2B5EF4-FFF2-40B4-BE49-F238E27FC236}">
                <a16:creationId xmlns:a16="http://schemas.microsoft.com/office/drawing/2014/main" id="{C8697A74-CB56-4AA9-AD7F-4045ADBE8AD2}"/>
              </a:ext>
            </a:extLst>
          </p:cNvPr>
          <p:cNvSpPr>
            <a:spLocks xmlns:a="http://schemas.openxmlformats.org/drawingml/2006/main" noGrp="1"/>
          </p:cNvSpPr>
          <p:nvPr/>
        </p:nvSpPr>
        <p:spPr>
          <a:xfrm xmlns:a="http://schemas.openxmlformats.org/drawingml/2006/main">
            <a:off x="6957060" y="396525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0" name="text-264">
            <a:extLst xmlns:a="http://schemas.openxmlformats.org/drawingml/2006/main">
              <a:ext uri="{FF2B5EF4-FFF2-40B4-BE49-F238E27FC236}">
                <a16:creationId xmlns:a16="http://schemas.microsoft.com/office/drawing/2014/main" id="{15512BB6-462B-4FD9-A014-8F9EC8CBD8FA}"/>
              </a:ext>
            </a:extLst>
          </p:cNvPr>
          <p:cNvSpPr>
            <a:spLocks xmlns:a="http://schemas.openxmlformats.org/drawingml/2006/main" noGrp="1"/>
          </p:cNvSpPr>
          <p:nvPr/>
        </p:nvSpPr>
        <p:spPr>
          <a:xfrm xmlns:a="http://schemas.openxmlformats.org/drawingml/2006/main">
            <a:off x="6381750" y="3619500"/>
            <a:ext cx="32004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1572C3"/>
                </a:solidFill>
                <a:latin typeface="Arial"/>
                <a:ea typeface="Arial"/>
                <a:cs typeface="Arial"/>
              </a:defRPr>
            </a:defPPr>
            <a:lvl1pPr algn="ctr">
              <a:defRPr sz="2070" b="1">
                <a:solidFill>
                  <a:srgbClr val="1572C3"/>
                </a:solidFill>
                <a:latin typeface="Arial"/>
                <a:ea typeface="Arial"/>
                <a:cs typeface="Arial"/>
              </a:defRPr>
            </a:lvl1pPr>
            <a:lvl2pPr algn="ctr">
              <a:defRPr sz="2070" b="1">
                <a:solidFill>
                  <a:srgbClr val="1572C3"/>
                </a:solidFill>
                <a:latin typeface="Arial"/>
                <a:ea typeface="Arial"/>
                <a:cs typeface="Arial"/>
              </a:defRPr>
            </a:lvl2pPr>
            <a:lvl3pPr algn="ctr">
              <a:defRPr sz="2070" b="1">
                <a:solidFill>
                  <a:srgbClr val="1572C3"/>
                </a:solidFill>
                <a:latin typeface="Arial"/>
                <a:ea typeface="Arial"/>
                <a:cs typeface="Arial"/>
              </a:defRPr>
            </a:lvl3pPr>
            <a:lvl4pPr algn="ctr">
              <a:defRPr sz="2070" b="1">
                <a:solidFill>
                  <a:srgbClr val="1572C3"/>
                </a:solidFill>
                <a:latin typeface="Arial"/>
                <a:ea typeface="Arial"/>
                <a:cs typeface="Arial"/>
              </a:defRPr>
            </a:lvl4pPr>
            <a:lvl5pPr algn="ctr">
              <a:defRPr sz="2070" b="1">
                <a:solidFill>
                  <a:srgbClr val="1572C3"/>
                </a:solidFill>
                <a:latin typeface="Arial"/>
                <a:ea typeface="Arial"/>
                <a:cs typeface="Arial"/>
              </a:defRPr>
            </a:lvl5pPr>
            <a:lvl6pPr algn="ctr">
              <a:defRPr sz="2070" b="1">
                <a:solidFill>
                  <a:srgbClr val="1572C3"/>
                </a:solidFill>
                <a:latin typeface="Arial"/>
                <a:ea typeface="Arial"/>
                <a:cs typeface="Arial"/>
              </a:defRPr>
            </a:lvl6pPr>
            <a:lvl7pPr algn="ctr">
              <a:defRPr sz="2070" b="1">
                <a:solidFill>
                  <a:srgbClr val="1572C3"/>
                </a:solidFill>
                <a:latin typeface="Arial"/>
                <a:ea typeface="Arial"/>
                <a:cs typeface="Arial"/>
              </a:defRPr>
            </a:lvl7pPr>
            <a:lvl8pPr algn="ctr">
              <a:defRPr sz="2070" b="1">
                <a:solidFill>
                  <a:srgbClr val="1572C3"/>
                </a:solidFill>
                <a:latin typeface="Arial"/>
                <a:ea typeface="Arial"/>
                <a:cs typeface="Arial"/>
              </a:defRPr>
            </a:lvl8pPr>
            <a:lvl9pPr algn="ctr">
              <a:defRPr sz="2070" b="1">
                <a:solidFill>
                  <a:srgbClr val="1572C3"/>
                </a:solidFill>
                <a:latin typeface="Arial"/>
                <a:ea typeface="Arial"/>
                <a:cs typeface="Arial"/>
              </a:defRPr>
            </a:lvl9pPr>
          </a:lstStyle>
          <a:p xmlns:a="http://schemas.openxmlformats.org/drawingml/2006/main">
            <a:pPr algn="ctr">
              <a:defRPr sz="2070" b="1">
                <a:solidFill>
                  <a:srgbClr val="1572C3"/>
                </a:solidFill>
                <a:latin typeface="Arial"/>
                <a:ea typeface="Arial"/>
                <a:cs typeface="Arial"/>
              </a:defRPr>
            </a:pPr>
            <a:r>
              <a:rPr sz="2070" b="1">
                <a:solidFill>
                  <a:srgbClr val="1572C3"/>
                </a:solidFill>
                <a:latin typeface="Arial"/>
                <a:ea typeface="Arial"/>
                <a:cs typeface="Arial"/>
              </a:rPr>
              <a:t>0</a:t>
            </a:r>
          </a:p>
        </p:txBody>
      </p:sp>
      <p:sp>
        <p:nvSpPr>
          <p:cNvPr id="91" name="board-stable-alu">
            <a:extLst xmlns:a="http://schemas.openxmlformats.org/drawingml/2006/main">
              <a:ext uri="{FF2B5EF4-FFF2-40B4-BE49-F238E27FC236}">
                <a16:creationId xmlns:a16="http://schemas.microsoft.com/office/drawing/2014/main" id="{5DB57024-ECA8-4815-A365-F89294796265}"/>
              </a:ext>
            </a:extLst>
          </p:cNvPr>
          <p:cNvSpPr>
            <a:spLocks xmlns:a="http://schemas.openxmlformats.org/drawingml/2006/main" noGrp="1"/>
          </p:cNvSpPr>
          <p:nvPr/>
        </p:nvSpPr>
        <p:spPr>
          <a:xfrm xmlns:a="http://schemas.openxmlformats.org/drawingml/2006/main">
            <a:off x="7033260" y="3825240"/>
            <a:ext cx="777240" cy="1120140"/>
          </a:xfrm>
          <a:custGeom xmlns:a="http://schemas.openxmlformats.org/drawingml/2006/main">
            <a:pathLst>
              <a:path w="777240" h="1120140">
                <a:moveTo>
                  <a:pt x="0" y="0"/>
                </a:moveTo>
                <a:lnTo>
                  <a:pt x="777240" y="205740"/>
                </a:lnTo>
                <a:lnTo>
                  <a:pt x="777240" y="891540"/>
                </a:lnTo>
                <a:lnTo>
                  <a:pt x="0" y="1120140"/>
                </a:lnTo>
                <a:lnTo>
                  <a:pt x="0" y="685800"/>
                </a:lnTo>
                <a:lnTo>
                  <a:pt x="205740" y="548640"/>
                </a:lnTo>
                <a:lnTo>
                  <a:pt x="0" y="308610"/>
                </a:lnTo>
                <a:close/>
              </a:path>
            </a:pathLst>
          </a:custGeom>
          <a:solidFill xmlns:a="http://schemas.openxmlformats.org/drawingml/2006/main">
            <a:srgbClr val="FFFFFF"/>
          </a:solidFill>
          <a:ln xmlns:a="http://schemas.openxmlformats.org/drawingml/2006/main" w="26289">
            <a:solidFill>
              <a:srgbClr val="231F20"/>
            </a:solidFill>
          </a:ln>
        </p:spPr>
      </p:sp>
      <p:sp>
        <p:nvSpPr>
          <p:cNvPr id="92" name="text-266">
            <a:extLst xmlns:a="http://schemas.openxmlformats.org/drawingml/2006/main">
              <a:ext uri="{FF2B5EF4-FFF2-40B4-BE49-F238E27FC236}">
                <a16:creationId xmlns:a16="http://schemas.microsoft.com/office/drawing/2014/main" id="{80E77FC8-9D47-42EF-8BA0-AC9F03E3E2A1}"/>
              </a:ext>
            </a:extLst>
          </p:cNvPr>
          <p:cNvSpPr>
            <a:spLocks xmlns:a="http://schemas.openxmlformats.org/drawingml/2006/main" noGrp="1"/>
          </p:cNvSpPr>
          <p:nvPr/>
        </p:nvSpPr>
        <p:spPr>
          <a:xfrm xmlns:a="http://schemas.openxmlformats.org/drawingml/2006/main">
            <a:off x="7136130" y="3482340"/>
            <a:ext cx="685800" cy="3086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60" b="1">
                <a:solidFill>
                  <a:srgbClr val="231F20"/>
                </a:solidFill>
                <a:latin typeface="Arial"/>
                <a:ea typeface="Arial"/>
                <a:cs typeface="Arial"/>
              </a:defRPr>
            </a:defPPr>
            <a:lvl1pPr algn="ctr">
              <a:defRPr sz="2160" b="1">
                <a:solidFill>
                  <a:srgbClr val="231F20"/>
                </a:solidFill>
                <a:latin typeface="Arial"/>
                <a:ea typeface="Arial"/>
                <a:cs typeface="Arial"/>
              </a:defRPr>
            </a:lvl1pPr>
            <a:lvl2pPr algn="ctr">
              <a:defRPr sz="2160" b="1">
                <a:solidFill>
                  <a:srgbClr val="231F20"/>
                </a:solidFill>
                <a:latin typeface="Arial"/>
                <a:ea typeface="Arial"/>
                <a:cs typeface="Arial"/>
              </a:defRPr>
            </a:lvl2pPr>
            <a:lvl3pPr algn="ctr">
              <a:defRPr sz="2160" b="1">
                <a:solidFill>
                  <a:srgbClr val="231F20"/>
                </a:solidFill>
                <a:latin typeface="Arial"/>
                <a:ea typeface="Arial"/>
                <a:cs typeface="Arial"/>
              </a:defRPr>
            </a:lvl3pPr>
            <a:lvl4pPr algn="ctr">
              <a:defRPr sz="2160" b="1">
                <a:solidFill>
                  <a:srgbClr val="231F20"/>
                </a:solidFill>
                <a:latin typeface="Arial"/>
                <a:ea typeface="Arial"/>
                <a:cs typeface="Arial"/>
              </a:defRPr>
            </a:lvl4pPr>
            <a:lvl5pPr algn="ctr">
              <a:defRPr sz="2160" b="1">
                <a:solidFill>
                  <a:srgbClr val="231F20"/>
                </a:solidFill>
                <a:latin typeface="Arial"/>
                <a:ea typeface="Arial"/>
                <a:cs typeface="Arial"/>
              </a:defRPr>
            </a:lvl5pPr>
            <a:lvl6pPr algn="ctr">
              <a:defRPr sz="2160" b="1">
                <a:solidFill>
                  <a:srgbClr val="231F20"/>
                </a:solidFill>
                <a:latin typeface="Arial"/>
                <a:ea typeface="Arial"/>
                <a:cs typeface="Arial"/>
              </a:defRPr>
            </a:lvl6pPr>
            <a:lvl7pPr algn="ctr">
              <a:defRPr sz="2160" b="1">
                <a:solidFill>
                  <a:srgbClr val="231F20"/>
                </a:solidFill>
                <a:latin typeface="Arial"/>
                <a:ea typeface="Arial"/>
                <a:cs typeface="Arial"/>
              </a:defRPr>
            </a:lvl7pPr>
            <a:lvl8pPr algn="ctr">
              <a:defRPr sz="2160" b="1">
                <a:solidFill>
                  <a:srgbClr val="231F20"/>
                </a:solidFill>
                <a:latin typeface="Arial"/>
                <a:ea typeface="Arial"/>
                <a:cs typeface="Arial"/>
              </a:defRPr>
            </a:lvl8pPr>
            <a:lvl9pPr algn="ctr">
              <a:defRPr sz="2160" b="1">
                <a:solidFill>
                  <a:srgbClr val="231F20"/>
                </a:solidFill>
                <a:latin typeface="Arial"/>
                <a:ea typeface="Arial"/>
                <a:cs typeface="Arial"/>
              </a:defRPr>
            </a:lvl9pPr>
          </a:lstStyle>
          <a:p xmlns:a="http://schemas.openxmlformats.org/drawingml/2006/main">
            <a:pPr algn="ctr">
              <a:defRPr sz="2160" b="1">
                <a:solidFill>
                  <a:srgbClr val="231F20"/>
                </a:solidFill>
                <a:latin typeface="Arial"/>
                <a:ea typeface="Arial"/>
                <a:cs typeface="Arial"/>
              </a:defRPr>
            </a:pPr>
            <a:r>
              <a:rPr sz="2160" b="1">
                <a:solidFill>
                  <a:srgbClr val="231F20"/>
                </a:solidFill>
                <a:latin typeface="Arial"/>
                <a:ea typeface="Arial"/>
                <a:cs typeface="Arial"/>
              </a:rPr>
              <a:t>ALU</a:t>
            </a:r>
          </a:p>
        </p:txBody>
      </p:sp>
      <p:sp>
        <p:nvSpPr>
          <p:cNvPr id="93" name="text-267">
            <a:extLst xmlns:a="http://schemas.openxmlformats.org/drawingml/2006/main">
              <a:ext uri="{FF2B5EF4-FFF2-40B4-BE49-F238E27FC236}">
                <a16:creationId xmlns:a16="http://schemas.microsoft.com/office/drawing/2014/main" id="{DD7A2BE7-E0E4-4311-82D7-6EE83C6BE5C0}"/>
              </a:ext>
            </a:extLst>
          </p:cNvPr>
          <p:cNvSpPr>
            <a:spLocks xmlns:a="http://schemas.openxmlformats.org/drawingml/2006/main" noGrp="1"/>
          </p:cNvSpPr>
          <p:nvPr/>
        </p:nvSpPr>
        <p:spPr>
          <a:xfrm xmlns:a="http://schemas.openxmlformats.org/drawingml/2006/main">
            <a:off x="7353300" y="4156710"/>
            <a:ext cx="37719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00" b="0">
                <a:solidFill>
                  <a:srgbClr val="231F20"/>
                </a:solidFill>
                <a:latin typeface="Arial"/>
                <a:ea typeface="Arial"/>
                <a:cs typeface="Arial"/>
              </a:defRPr>
            </a:defPPr>
            <a:lvl1pPr algn="ctr">
              <a:defRPr sz="2700" b="0">
                <a:solidFill>
                  <a:srgbClr val="231F20"/>
                </a:solidFill>
                <a:latin typeface="Arial"/>
                <a:ea typeface="Arial"/>
                <a:cs typeface="Arial"/>
              </a:defRPr>
            </a:lvl1pPr>
            <a:lvl2pPr algn="ctr">
              <a:defRPr sz="2700" b="0">
                <a:solidFill>
                  <a:srgbClr val="231F20"/>
                </a:solidFill>
                <a:latin typeface="Arial"/>
                <a:ea typeface="Arial"/>
                <a:cs typeface="Arial"/>
              </a:defRPr>
            </a:lvl2pPr>
            <a:lvl3pPr algn="ctr">
              <a:defRPr sz="2700" b="0">
                <a:solidFill>
                  <a:srgbClr val="231F20"/>
                </a:solidFill>
                <a:latin typeface="Arial"/>
                <a:ea typeface="Arial"/>
                <a:cs typeface="Arial"/>
              </a:defRPr>
            </a:lvl3pPr>
            <a:lvl4pPr algn="ctr">
              <a:defRPr sz="2700" b="0">
                <a:solidFill>
                  <a:srgbClr val="231F20"/>
                </a:solidFill>
                <a:latin typeface="Arial"/>
                <a:ea typeface="Arial"/>
                <a:cs typeface="Arial"/>
              </a:defRPr>
            </a:lvl4pPr>
            <a:lvl5pPr algn="ctr">
              <a:defRPr sz="2700" b="0">
                <a:solidFill>
                  <a:srgbClr val="231F20"/>
                </a:solidFill>
                <a:latin typeface="Arial"/>
                <a:ea typeface="Arial"/>
                <a:cs typeface="Arial"/>
              </a:defRPr>
            </a:lvl5pPr>
            <a:lvl6pPr algn="ctr">
              <a:defRPr sz="2700" b="0">
                <a:solidFill>
                  <a:srgbClr val="231F20"/>
                </a:solidFill>
                <a:latin typeface="Arial"/>
                <a:ea typeface="Arial"/>
                <a:cs typeface="Arial"/>
              </a:defRPr>
            </a:lvl6pPr>
            <a:lvl7pPr algn="ctr">
              <a:defRPr sz="2700" b="0">
                <a:solidFill>
                  <a:srgbClr val="231F20"/>
                </a:solidFill>
                <a:latin typeface="Arial"/>
                <a:ea typeface="Arial"/>
                <a:cs typeface="Arial"/>
              </a:defRPr>
            </a:lvl7pPr>
            <a:lvl8pPr algn="ctr">
              <a:defRPr sz="2700" b="0">
                <a:solidFill>
                  <a:srgbClr val="231F20"/>
                </a:solidFill>
                <a:latin typeface="Arial"/>
                <a:ea typeface="Arial"/>
                <a:cs typeface="Arial"/>
              </a:defRPr>
            </a:lvl8pPr>
            <a:lvl9pPr algn="ctr">
              <a:defRPr sz="2700" b="0">
                <a:solidFill>
                  <a:srgbClr val="231F20"/>
                </a:solidFill>
                <a:latin typeface="Arial"/>
                <a:ea typeface="Arial"/>
                <a:cs typeface="Arial"/>
              </a:defRPr>
            </a:lvl9pPr>
          </a:lstStyle>
          <a:p xmlns:a="http://schemas.openxmlformats.org/drawingml/2006/main">
            <a:pPr algn="ctr">
              <a:defRPr sz="2700" b="0">
                <a:solidFill>
                  <a:srgbClr val="231F20"/>
                </a:solidFill>
                <a:latin typeface="Arial"/>
                <a:ea typeface="Arial"/>
                <a:cs typeface="Arial"/>
              </a:defRPr>
            </a:pPr>
            <a:r>
              <a:rPr sz="2700" b="0">
                <a:solidFill>
                  <a:srgbClr val="231F20"/>
                </a:solidFill>
                <a:latin typeface="Arial"/>
                <a:ea typeface="Arial"/>
                <a:cs typeface="Arial"/>
              </a:rPr>
              <a:t>+</a:t>
            </a:r>
          </a:p>
        </p:txBody>
      </p:sp>
      <p:sp>
        <p:nvSpPr>
          <p:cNvPr id="94" name="text-268">
            <a:extLst xmlns:a="http://schemas.openxmlformats.org/drawingml/2006/main">
              <a:ext uri="{FF2B5EF4-FFF2-40B4-BE49-F238E27FC236}">
                <a16:creationId xmlns:a16="http://schemas.microsoft.com/office/drawing/2014/main" id="{74C4B329-D926-4C86-89E4-DEFEBD8F33F3}"/>
              </a:ext>
            </a:extLst>
          </p:cNvPr>
          <p:cNvSpPr>
            <a:spLocks xmlns:a="http://schemas.openxmlformats.org/drawingml/2006/main" noGrp="1"/>
          </p:cNvSpPr>
          <p:nvPr/>
        </p:nvSpPr>
        <p:spPr>
          <a:xfrm xmlns:a="http://schemas.openxmlformats.org/drawingml/2006/main">
            <a:off x="6610350" y="4968240"/>
            <a:ext cx="131445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Yu Gothic"/>
                <a:ea typeface="Yu Gothic"/>
                <a:cs typeface="Yu Gothic"/>
              </a:defRPr>
            </a:defPPr>
            <a:lvl1pPr algn="ctr">
              <a:defRPr sz="1890" b="1">
                <a:solidFill>
                  <a:srgbClr val="1572C3"/>
                </a:solidFill>
                <a:latin typeface="Yu Gothic"/>
                <a:ea typeface="Yu Gothic"/>
                <a:cs typeface="Yu Gothic"/>
              </a:defRPr>
            </a:lvl1pPr>
            <a:lvl2pPr algn="ctr">
              <a:defRPr sz="1890" b="1">
                <a:solidFill>
                  <a:srgbClr val="1572C3"/>
                </a:solidFill>
                <a:latin typeface="Yu Gothic"/>
                <a:ea typeface="Yu Gothic"/>
                <a:cs typeface="Yu Gothic"/>
              </a:defRPr>
            </a:lvl2pPr>
            <a:lvl3pPr algn="ctr">
              <a:defRPr sz="1890" b="1">
                <a:solidFill>
                  <a:srgbClr val="1572C3"/>
                </a:solidFill>
                <a:latin typeface="Yu Gothic"/>
                <a:ea typeface="Yu Gothic"/>
                <a:cs typeface="Yu Gothic"/>
              </a:defRPr>
            </a:lvl3pPr>
            <a:lvl4pPr algn="ctr">
              <a:defRPr sz="1890" b="1">
                <a:solidFill>
                  <a:srgbClr val="1572C3"/>
                </a:solidFill>
                <a:latin typeface="Yu Gothic"/>
                <a:ea typeface="Yu Gothic"/>
                <a:cs typeface="Yu Gothic"/>
              </a:defRPr>
            </a:lvl4pPr>
            <a:lvl5pPr algn="ctr">
              <a:defRPr sz="1890" b="1">
                <a:solidFill>
                  <a:srgbClr val="1572C3"/>
                </a:solidFill>
                <a:latin typeface="Yu Gothic"/>
                <a:ea typeface="Yu Gothic"/>
                <a:cs typeface="Yu Gothic"/>
              </a:defRPr>
            </a:lvl5pPr>
            <a:lvl6pPr algn="ctr">
              <a:defRPr sz="1890" b="1">
                <a:solidFill>
                  <a:srgbClr val="1572C3"/>
                </a:solidFill>
                <a:latin typeface="Yu Gothic"/>
                <a:ea typeface="Yu Gothic"/>
                <a:cs typeface="Yu Gothic"/>
              </a:defRPr>
            </a:lvl6pPr>
            <a:lvl7pPr algn="ctr">
              <a:defRPr sz="1890" b="1">
                <a:solidFill>
                  <a:srgbClr val="1572C3"/>
                </a:solidFill>
                <a:latin typeface="Yu Gothic"/>
                <a:ea typeface="Yu Gothic"/>
                <a:cs typeface="Yu Gothic"/>
              </a:defRPr>
            </a:lvl7pPr>
            <a:lvl8pPr algn="ctr">
              <a:defRPr sz="1890" b="1">
                <a:solidFill>
                  <a:srgbClr val="1572C3"/>
                </a:solidFill>
                <a:latin typeface="Yu Gothic"/>
                <a:ea typeface="Yu Gothic"/>
                <a:cs typeface="Yu Gothic"/>
              </a:defRPr>
            </a:lvl8pPr>
            <a:lvl9pPr algn="ctr">
              <a:defRPr sz="1890" b="1">
                <a:solidFill>
                  <a:srgbClr val="1572C3"/>
                </a:solidFill>
                <a:latin typeface="Yu Gothic"/>
                <a:ea typeface="Yu Gothic"/>
                <a:cs typeface="Yu Gothic"/>
              </a:defRPr>
            </a:lvl9pPr>
          </a:lstStyle>
          <a:p xmlns:a="http://schemas.openxmlformats.org/drawingml/2006/main">
            <a:pPr algn="ctr">
              <a:defRPr sz="1890" b="1">
                <a:solidFill>
                  <a:srgbClr val="1572C3"/>
                </a:solidFill>
                <a:latin typeface="Yu Gothic"/>
                <a:ea typeface="Yu Gothic"/>
                <a:cs typeface="Yu Gothic"/>
              </a:defRPr>
            </a:pPr>
            <a:r>
              <a:rPr sz="1890" b="1">
                <a:solidFill>
                  <a:srgbClr val="1572C3"/>
                </a:solidFill>
                <a:latin typeface="Yu Gothic"/>
                <a:ea typeface="Yu Gothic"/>
                <a:cs typeface="Yu Gothic"/>
              </a:rPr>
              <a:t>即値 12</a:t>
            </a:r>
          </a:p>
        </p:txBody>
      </p:sp>
      <p:sp>
        <p:nvSpPr>
          <p:cNvPr id="95" name="wire-269">
            <a:extLst xmlns:a="http://schemas.openxmlformats.org/drawingml/2006/main">
              <a:ext uri="{FF2B5EF4-FFF2-40B4-BE49-F238E27FC236}">
                <a16:creationId xmlns:a16="http://schemas.microsoft.com/office/drawing/2014/main" id="{6A2C648D-C5BD-4B12-A5CD-AC0CAB09E4FE}"/>
              </a:ext>
            </a:extLst>
          </p:cNvPr>
          <p:cNvSpPr>
            <a:spLocks xmlns:a="http://schemas.openxmlformats.org/drawingml/2006/main" noGrp="1"/>
          </p:cNvSpPr>
          <p:nvPr/>
        </p:nvSpPr>
        <p:spPr>
          <a:xfrm xmlns:a="http://schemas.openxmlformats.org/drawingml/2006/main">
            <a:off x="7810500" y="4248150"/>
            <a:ext cx="1828800" cy="9525"/>
          </a:xfrm>
          <a:custGeom xmlns:a="http://schemas.openxmlformats.org/drawingml/2006/main">
            <a:pathLst>
              <a:path w="1828800" h="9525">
                <a:moveTo>
                  <a:pt x="0" y="0"/>
                </a:moveTo>
                <a:lnTo>
                  <a:pt x="1828800" y="0"/>
                </a:lnTo>
              </a:path>
            </a:pathLst>
          </a:custGeom>
          <a:noFill xmlns:a="http://schemas.openxmlformats.org/drawingml/2006/main"/>
          <a:ln xmlns:a="http://schemas.openxmlformats.org/drawingml/2006/main" w="32004">
            <a:solidFill>
              <a:srgbClr val="1572C3"/>
            </a:solidFill>
          </a:ln>
        </p:spPr>
      </p:sp>
      <p:sp>
        <p:nvSpPr>
          <p:cNvPr id="96" name="circuit-270">
            <a:extLst xmlns:a="http://schemas.openxmlformats.org/drawingml/2006/main">
              <a:ext uri="{FF2B5EF4-FFF2-40B4-BE49-F238E27FC236}">
                <a16:creationId xmlns:a16="http://schemas.microsoft.com/office/drawing/2014/main" id="{50D8E02F-60D7-4A76-BEE6-CDB2F8A61CDF}"/>
              </a:ext>
            </a:extLst>
          </p:cNvPr>
          <p:cNvSpPr>
            <a:spLocks xmlns:a="http://schemas.openxmlformats.org/drawingml/2006/main" noGrp="1"/>
          </p:cNvSpPr>
          <p:nvPr/>
        </p:nvSpPr>
        <p:spPr>
          <a:xfrm xmlns:a="http://schemas.openxmlformats.org/drawingml/2006/main">
            <a:off x="9563100" y="42167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97" name="text-271">
            <a:extLst xmlns:a="http://schemas.openxmlformats.org/drawingml/2006/main">
              <a:ext uri="{FF2B5EF4-FFF2-40B4-BE49-F238E27FC236}">
                <a16:creationId xmlns:a16="http://schemas.microsoft.com/office/drawing/2014/main" id="{27D28BA6-3232-46D4-AC9A-A9FDE62DC402}"/>
              </a:ext>
            </a:extLst>
          </p:cNvPr>
          <p:cNvSpPr>
            <a:spLocks xmlns:a="http://schemas.openxmlformats.org/drawingml/2006/main" noGrp="1"/>
          </p:cNvSpPr>
          <p:nvPr/>
        </p:nvSpPr>
        <p:spPr>
          <a:xfrm xmlns:a="http://schemas.openxmlformats.org/drawingml/2006/main">
            <a:off x="7867650" y="3870960"/>
            <a:ext cx="58293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1572C3"/>
                </a:solidFill>
                <a:latin typeface="Arial"/>
                <a:ea typeface="Arial"/>
                <a:cs typeface="Arial"/>
              </a:defRPr>
            </a:defPPr>
            <a:lvl1pPr algn="ctr">
              <a:defRPr sz="2070" b="1">
                <a:solidFill>
                  <a:srgbClr val="1572C3"/>
                </a:solidFill>
                <a:latin typeface="Arial"/>
                <a:ea typeface="Arial"/>
                <a:cs typeface="Arial"/>
              </a:defRPr>
            </a:lvl1pPr>
            <a:lvl2pPr algn="ctr">
              <a:defRPr sz="2070" b="1">
                <a:solidFill>
                  <a:srgbClr val="1572C3"/>
                </a:solidFill>
                <a:latin typeface="Arial"/>
                <a:ea typeface="Arial"/>
                <a:cs typeface="Arial"/>
              </a:defRPr>
            </a:lvl2pPr>
            <a:lvl3pPr algn="ctr">
              <a:defRPr sz="2070" b="1">
                <a:solidFill>
                  <a:srgbClr val="1572C3"/>
                </a:solidFill>
                <a:latin typeface="Arial"/>
                <a:ea typeface="Arial"/>
                <a:cs typeface="Arial"/>
              </a:defRPr>
            </a:lvl3pPr>
            <a:lvl4pPr algn="ctr">
              <a:defRPr sz="2070" b="1">
                <a:solidFill>
                  <a:srgbClr val="1572C3"/>
                </a:solidFill>
                <a:latin typeface="Arial"/>
                <a:ea typeface="Arial"/>
                <a:cs typeface="Arial"/>
              </a:defRPr>
            </a:lvl4pPr>
            <a:lvl5pPr algn="ctr">
              <a:defRPr sz="2070" b="1">
                <a:solidFill>
                  <a:srgbClr val="1572C3"/>
                </a:solidFill>
                <a:latin typeface="Arial"/>
                <a:ea typeface="Arial"/>
                <a:cs typeface="Arial"/>
              </a:defRPr>
            </a:lvl5pPr>
            <a:lvl6pPr algn="ctr">
              <a:defRPr sz="2070" b="1">
                <a:solidFill>
                  <a:srgbClr val="1572C3"/>
                </a:solidFill>
                <a:latin typeface="Arial"/>
                <a:ea typeface="Arial"/>
                <a:cs typeface="Arial"/>
              </a:defRPr>
            </a:lvl6pPr>
            <a:lvl7pPr algn="ctr">
              <a:defRPr sz="2070" b="1">
                <a:solidFill>
                  <a:srgbClr val="1572C3"/>
                </a:solidFill>
                <a:latin typeface="Arial"/>
                <a:ea typeface="Arial"/>
                <a:cs typeface="Arial"/>
              </a:defRPr>
            </a:lvl7pPr>
            <a:lvl8pPr algn="ctr">
              <a:defRPr sz="2070" b="1">
                <a:solidFill>
                  <a:srgbClr val="1572C3"/>
                </a:solidFill>
                <a:latin typeface="Arial"/>
                <a:ea typeface="Arial"/>
                <a:cs typeface="Arial"/>
              </a:defRPr>
            </a:lvl8pPr>
            <a:lvl9pPr algn="ctr">
              <a:defRPr sz="2070" b="1">
                <a:solidFill>
                  <a:srgbClr val="1572C3"/>
                </a:solidFill>
                <a:latin typeface="Arial"/>
                <a:ea typeface="Arial"/>
                <a:cs typeface="Arial"/>
              </a:defRPr>
            </a:lvl9pPr>
          </a:lstStyle>
          <a:p xmlns:a="http://schemas.openxmlformats.org/drawingml/2006/main">
            <a:pPr algn="ctr">
              <a:defRPr sz="2070" b="1">
                <a:solidFill>
                  <a:srgbClr val="1572C3"/>
                </a:solidFill>
                <a:latin typeface="Arial"/>
                <a:ea typeface="Arial"/>
                <a:cs typeface="Arial"/>
              </a:defRPr>
            </a:pPr>
            <a:r>
              <a:rPr sz="2070" b="1">
                <a:solidFill>
                  <a:srgbClr val="1572C3"/>
                </a:solidFill>
                <a:latin typeface="Arial"/>
                <a:ea typeface="Arial"/>
                <a:cs typeface="Arial"/>
              </a:rPr>
              <a:t>12</a:t>
            </a:r>
          </a:p>
        </p:txBody>
      </p:sp>
      <p:sp>
        <p:nvSpPr>
          <p:cNvPr id="98" name="wire-272">
            <a:extLst xmlns:a="http://schemas.openxmlformats.org/drawingml/2006/main">
              <a:ext uri="{FF2B5EF4-FFF2-40B4-BE49-F238E27FC236}">
                <a16:creationId xmlns:a16="http://schemas.microsoft.com/office/drawing/2014/main" id="{9A3FDAC0-5EFD-44AA-9DA1-31E12ABABA36}"/>
              </a:ext>
            </a:extLst>
          </p:cNvPr>
          <p:cNvSpPr>
            <a:spLocks xmlns:a="http://schemas.openxmlformats.org/drawingml/2006/main" noGrp="1"/>
          </p:cNvSpPr>
          <p:nvPr/>
        </p:nvSpPr>
        <p:spPr>
          <a:xfrm xmlns:a="http://schemas.openxmlformats.org/drawingml/2006/main">
            <a:off x="6278880" y="4476750"/>
            <a:ext cx="137160" cy="9525"/>
          </a:xfrm>
          <a:custGeom xmlns:a="http://schemas.openxmlformats.org/drawingml/2006/main">
            <a:pathLst>
              <a:path w="137160" h="9525">
                <a:moveTo>
                  <a:pt x="0" y="0"/>
                </a:moveTo>
                <a:lnTo>
                  <a:pt x="137160" y="0"/>
                </a:lnTo>
              </a:path>
            </a:pathLst>
          </a:custGeom>
          <a:noFill xmlns:a="http://schemas.openxmlformats.org/drawingml/2006/main"/>
          <a:ln xmlns:a="http://schemas.openxmlformats.org/drawingml/2006/main" w="30861">
            <a:solidFill>
              <a:srgbClr val="1572C3"/>
            </a:solidFill>
          </a:ln>
        </p:spPr>
      </p:sp>
      <p:sp>
        <p:nvSpPr>
          <p:cNvPr id="99" name="wire-273">
            <a:extLst xmlns:a="http://schemas.openxmlformats.org/drawingml/2006/main">
              <a:ext uri="{FF2B5EF4-FFF2-40B4-BE49-F238E27FC236}">
                <a16:creationId xmlns:a16="http://schemas.microsoft.com/office/drawing/2014/main" id="{141D8F13-5872-4597-87DD-DEB4B728C7B8}"/>
              </a:ext>
            </a:extLst>
          </p:cNvPr>
          <p:cNvSpPr>
            <a:spLocks xmlns:a="http://schemas.openxmlformats.org/drawingml/2006/main" noGrp="1"/>
          </p:cNvSpPr>
          <p:nvPr/>
        </p:nvSpPr>
        <p:spPr>
          <a:xfrm xmlns:a="http://schemas.openxmlformats.org/drawingml/2006/main">
            <a:off x="6416040" y="4476750"/>
            <a:ext cx="9525" cy="925830"/>
          </a:xfrm>
          <a:custGeom xmlns:a="http://schemas.openxmlformats.org/drawingml/2006/main">
            <a:pathLst>
              <a:path w="9525" h="925830">
                <a:moveTo>
                  <a:pt x="0" y="0"/>
                </a:moveTo>
                <a:lnTo>
                  <a:pt x="0" y="925830"/>
                </a:lnTo>
              </a:path>
            </a:pathLst>
          </a:custGeom>
          <a:noFill xmlns:a="http://schemas.openxmlformats.org/drawingml/2006/main"/>
          <a:ln xmlns:a="http://schemas.openxmlformats.org/drawingml/2006/main" w="30861">
            <a:solidFill>
              <a:srgbClr val="1572C3"/>
            </a:solidFill>
          </a:ln>
        </p:spPr>
      </p:sp>
      <p:sp>
        <p:nvSpPr>
          <p:cNvPr id="100" name="wire-274">
            <a:extLst xmlns:a="http://schemas.openxmlformats.org/drawingml/2006/main">
              <a:ext uri="{FF2B5EF4-FFF2-40B4-BE49-F238E27FC236}">
                <a16:creationId xmlns:a16="http://schemas.microsoft.com/office/drawing/2014/main" id="{34A69CA8-FE90-48BD-B6B9-76723D649C2F}"/>
              </a:ext>
            </a:extLst>
          </p:cNvPr>
          <p:cNvSpPr>
            <a:spLocks xmlns:a="http://schemas.openxmlformats.org/drawingml/2006/main" noGrp="1"/>
          </p:cNvSpPr>
          <p:nvPr/>
        </p:nvSpPr>
        <p:spPr>
          <a:xfrm xmlns:a="http://schemas.openxmlformats.org/drawingml/2006/main">
            <a:off x="6416040" y="5402580"/>
            <a:ext cx="2903220" cy="9525"/>
          </a:xfrm>
          <a:custGeom xmlns:a="http://schemas.openxmlformats.org/drawingml/2006/main">
            <a:pathLst>
              <a:path w="2903220" h="9525">
                <a:moveTo>
                  <a:pt x="0" y="0"/>
                </a:moveTo>
                <a:lnTo>
                  <a:pt x="2903220" y="0"/>
                </a:lnTo>
              </a:path>
            </a:pathLst>
          </a:custGeom>
          <a:noFill xmlns:a="http://schemas.openxmlformats.org/drawingml/2006/main"/>
          <a:ln xmlns:a="http://schemas.openxmlformats.org/drawingml/2006/main" w="30861">
            <a:solidFill>
              <a:srgbClr val="1572C3"/>
            </a:solidFill>
          </a:ln>
        </p:spPr>
      </p:sp>
      <p:sp>
        <p:nvSpPr>
          <p:cNvPr id="101" name="wire-275">
            <a:extLst xmlns:a="http://schemas.openxmlformats.org/drawingml/2006/main">
              <a:ext uri="{FF2B5EF4-FFF2-40B4-BE49-F238E27FC236}">
                <a16:creationId xmlns:a16="http://schemas.microsoft.com/office/drawing/2014/main" id="{701335E9-C04C-48E3-89CF-E71A41EB2423}"/>
              </a:ext>
            </a:extLst>
          </p:cNvPr>
          <p:cNvSpPr>
            <a:spLocks xmlns:a="http://schemas.openxmlformats.org/drawingml/2006/main" noGrp="1"/>
          </p:cNvSpPr>
          <p:nvPr/>
        </p:nvSpPr>
        <p:spPr>
          <a:xfrm xmlns:a="http://schemas.openxmlformats.org/drawingml/2006/main">
            <a:off x="9319260" y="4968240"/>
            <a:ext cx="9525" cy="434340"/>
          </a:xfrm>
          <a:custGeom xmlns:a="http://schemas.openxmlformats.org/drawingml/2006/main">
            <a:pathLst>
              <a:path w="9525" h="434340">
                <a:moveTo>
                  <a:pt x="0" y="434340"/>
                </a:moveTo>
                <a:lnTo>
                  <a:pt x="0" y="0"/>
                </a:lnTo>
              </a:path>
            </a:pathLst>
          </a:custGeom>
          <a:noFill xmlns:a="http://schemas.openxmlformats.org/drawingml/2006/main"/>
          <a:ln xmlns:a="http://schemas.openxmlformats.org/drawingml/2006/main" w="30861">
            <a:solidFill>
              <a:srgbClr val="1572C3"/>
            </a:solidFill>
          </a:ln>
        </p:spPr>
      </p:sp>
      <p:sp>
        <p:nvSpPr>
          <p:cNvPr id="102" name="wire-276">
            <a:extLst xmlns:a="http://schemas.openxmlformats.org/drawingml/2006/main">
              <a:ext uri="{FF2B5EF4-FFF2-40B4-BE49-F238E27FC236}">
                <a16:creationId xmlns:a16="http://schemas.microsoft.com/office/drawing/2014/main" id="{1F6F3BBB-E43D-4A21-8553-FE6BB7B8519D}"/>
              </a:ext>
            </a:extLst>
          </p:cNvPr>
          <p:cNvSpPr>
            <a:spLocks xmlns:a="http://schemas.openxmlformats.org/drawingml/2006/main" noGrp="1"/>
          </p:cNvSpPr>
          <p:nvPr/>
        </p:nvSpPr>
        <p:spPr>
          <a:xfrm xmlns:a="http://schemas.openxmlformats.org/drawingml/2006/main">
            <a:off x="9319260" y="4968240"/>
            <a:ext cx="320040" cy="9525"/>
          </a:xfrm>
          <a:custGeom xmlns:a="http://schemas.openxmlformats.org/drawingml/2006/main">
            <a:pathLst>
              <a:path w="320040" h="9525">
                <a:moveTo>
                  <a:pt x="0" y="0"/>
                </a:moveTo>
                <a:lnTo>
                  <a:pt x="320040" y="0"/>
                </a:lnTo>
              </a:path>
            </a:pathLst>
          </a:custGeom>
          <a:noFill xmlns:a="http://schemas.openxmlformats.org/drawingml/2006/main"/>
          <a:ln xmlns:a="http://schemas.openxmlformats.org/drawingml/2006/main" w="30861">
            <a:solidFill>
              <a:srgbClr val="1572C3"/>
            </a:solidFill>
          </a:ln>
        </p:spPr>
      </p:sp>
      <p:sp>
        <p:nvSpPr>
          <p:cNvPr id="103" name="circuit-277">
            <a:extLst xmlns:a="http://schemas.openxmlformats.org/drawingml/2006/main">
              <a:ext uri="{FF2B5EF4-FFF2-40B4-BE49-F238E27FC236}">
                <a16:creationId xmlns:a16="http://schemas.microsoft.com/office/drawing/2014/main" id="{9EAA85A8-B74C-4C00-A5BE-0EBD644C45DF}"/>
              </a:ext>
            </a:extLst>
          </p:cNvPr>
          <p:cNvSpPr>
            <a:spLocks xmlns:a="http://schemas.openxmlformats.org/drawingml/2006/main" noGrp="1"/>
          </p:cNvSpPr>
          <p:nvPr/>
        </p:nvSpPr>
        <p:spPr>
          <a:xfrm xmlns:a="http://schemas.openxmlformats.org/drawingml/2006/main">
            <a:off x="9563100" y="493680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4" name="text-278">
            <a:extLst xmlns:a="http://schemas.openxmlformats.org/drawingml/2006/main">
              <a:ext uri="{FF2B5EF4-FFF2-40B4-BE49-F238E27FC236}">
                <a16:creationId xmlns:a16="http://schemas.microsoft.com/office/drawing/2014/main" id="{3918CEDE-5595-4E85-BEC3-A8EBEF8B2F67}"/>
              </a:ext>
            </a:extLst>
          </p:cNvPr>
          <p:cNvSpPr>
            <a:spLocks xmlns:a="http://schemas.openxmlformats.org/drawingml/2006/main" noGrp="1"/>
          </p:cNvSpPr>
          <p:nvPr/>
        </p:nvSpPr>
        <p:spPr>
          <a:xfrm xmlns:a="http://schemas.openxmlformats.org/drawingml/2006/main">
            <a:off x="6461760" y="4659630"/>
            <a:ext cx="274320" cy="3086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3</a:t>
            </a:r>
          </a:p>
        </p:txBody>
      </p:sp>
      <p:sp>
        <p:nvSpPr>
          <p:cNvPr id="105" name="wire-279">
            <a:extLst xmlns:a="http://schemas.openxmlformats.org/drawingml/2006/main">
              <a:ext uri="{FF2B5EF4-FFF2-40B4-BE49-F238E27FC236}">
                <a16:creationId xmlns:a16="http://schemas.microsoft.com/office/drawing/2014/main" id="{30A7F4F0-A553-4FAA-8943-446BADF69D53}"/>
              </a:ext>
            </a:extLst>
          </p:cNvPr>
          <p:cNvSpPr>
            <a:spLocks xmlns:a="http://schemas.openxmlformats.org/drawingml/2006/main" noGrp="1"/>
          </p:cNvSpPr>
          <p:nvPr/>
        </p:nvSpPr>
        <p:spPr>
          <a:xfrm xmlns:a="http://schemas.openxmlformats.org/drawingml/2006/main">
            <a:off x="11319510" y="4796790"/>
            <a:ext cx="125730" cy="9525"/>
          </a:xfrm>
          <a:custGeom xmlns:a="http://schemas.openxmlformats.org/drawingml/2006/main">
            <a:pathLst>
              <a:path w="125730" h="9525">
                <a:moveTo>
                  <a:pt x="0" y="0"/>
                </a:moveTo>
                <a:lnTo>
                  <a:pt x="125730" y="0"/>
                </a:lnTo>
              </a:path>
            </a:pathLst>
          </a:custGeom>
          <a:noFill xmlns:a="http://schemas.openxmlformats.org/drawingml/2006/main"/>
          <a:ln xmlns:a="http://schemas.openxmlformats.org/drawingml/2006/main" w="30861">
            <a:solidFill>
              <a:srgbClr val="9FA9B9"/>
            </a:solidFill>
          </a:ln>
        </p:spPr>
      </p:sp>
      <p:sp>
        <p:nvSpPr>
          <p:cNvPr id="106" name="wire-280">
            <a:extLst xmlns:a="http://schemas.openxmlformats.org/drawingml/2006/main">
              <a:ext uri="{FF2B5EF4-FFF2-40B4-BE49-F238E27FC236}">
                <a16:creationId xmlns:a16="http://schemas.microsoft.com/office/drawing/2014/main" id="{0A36BB4A-B6FE-4EDE-844D-2D477A5446EE}"/>
              </a:ext>
            </a:extLst>
          </p:cNvPr>
          <p:cNvSpPr>
            <a:spLocks xmlns:a="http://schemas.openxmlformats.org/drawingml/2006/main" noGrp="1"/>
          </p:cNvSpPr>
          <p:nvPr/>
        </p:nvSpPr>
        <p:spPr>
          <a:xfrm xmlns:a="http://schemas.openxmlformats.org/drawingml/2006/main">
            <a:off x="11445240" y="4796790"/>
            <a:ext cx="9525" cy="1120140"/>
          </a:xfrm>
          <a:custGeom xmlns:a="http://schemas.openxmlformats.org/drawingml/2006/main">
            <a:pathLst>
              <a:path w="9525" h="1120140">
                <a:moveTo>
                  <a:pt x="0" y="0"/>
                </a:moveTo>
                <a:lnTo>
                  <a:pt x="0" y="1120140"/>
                </a:lnTo>
              </a:path>
            </a:pathLst>
          </a:custGeom>
          <a:noFill xmlns:a="http://schemas.openxmlformats.org/drawingml/2006/main"/>
          <a:ln xmlns:a="http://schemas.openxmlformats.org/drawingml/2006/main" w="30861">
            <a:solidFill>
              <a:srgbClr val="9FA9B9"/>
            </a:solidFill>
          </a:ln>
        </p:spPr>
      </p:sp>
      <p:sp>
        <p:nvSpPr>
          <p:cNvPr id="107" name="wire-281">
            <a:extLst xmlns:a="http://schemas.openxmlformats.org/drawingml/2006/main">
              <a:ext uri="{FF2B5EF4-FFF2-40B4-BE49-F238E27FC236}">
                <a16:creationId xmlns:a16="http://schemas.microsoft.com/office/drawing/2014/main" id="{6F2284CA-1513-4BAD-8D79-1351A03BBA10}"/>
              </a:ext>
            </a:extLst>
          </p:cNvPr>
          <p:cNvSpPr>
            <a:spLocks xmlns:a="http://schemas.openxmlformats.org/drawingml/2006/main" noGrp="1"/>
          </p:cNvSpPr>
          <p:nvPr/>
        </p:nvSpPr>
        <p:spPr>
          <a:xfrm xmlns:a="http://schemas.openxmlformats.org/drawingml/2006/main">
            <a:off x="4187190" y="5916930"/>
            <a:ext cx="7258050" cy="9525"/>
          </a:xfrm>
          <a:custGeom xmlns:a="http://schemas.openxmlformats.org/drawingml/2006/main">
            <a:pathLst>
              <a:path w="7258050" h="9525">
                <a:moveTo>
                  <a:pt x="7258050" y="0"/>
                </a:moveTo>
                <a:lnTo>
                  <a:pt x="0" y="0"/>
                </a:lnTo>
              </a:path>
            </a:pathLst>
          </a:custGeom>
          <a:noFill xmlns:a="http://schemas.openxmlformats.org/drawingml/2006/main"/>
          <a:ln xmlns:a="http://schemas.openxmlformats.org/drawingml/2006/main" w="30861">
            <a:solidFill>
              <a:srgbClr val="9FA9B9"/>
            </a:solidFill>
          </a:ln>
        </p:spPr>
      </p:sp>
      <p:sp>
        <p:nvSpPr>
          <p:cNvPr id="108" name="wire-282">
            <a:extLst xmlns:a="http://schemas.openxmlformats.org/drawingml/2006/main">
              <a:ext uri="{FF2B5EF4-FFF2-40B4-BE49-F238E27FC236}">
                <a16:creationId xmlns:a16="http://schemas.microsoft.com/office/drawing/2014/main" id="{6ACCF2D6-6387-4093-9184-4BD4763C8AC6}"/>
              </a:ext>
            </a:extLst>
          </p:cNvPr>
          <p:cNvSpPr>
            <a:spLocks xmlns:a="http://schemas.openxmlformats.org/drawingml/2006/main" noGrp="1"/>
          </p:cNvSpPr>
          <p:nvPr/>
        </p:nvSpPr>
        <p:spPr>
          <a:xfrm xmlns:a="http://schemas.openxmlformats.org/drawingml/2006/main">
            <a:off x="4187190" y="5128260"/>
            <a:ext cx="9525" cy="788670"/>
          </a:xfrm>
          <a:custGeom xmlns:a="http://schemas.openxmlformats.org/drawingml/2006/main">
            <a:pathLst>
              <a:path w="9525" h="788670">
                <a:moveTo>
                  <a:pt x="0" y="788670"/>
                </a:moveTo>
                <a:lnTo>
                  <a:pt x="0" y="0"/>
                </a:lnTo>
              </a:path>
            </a:pathLst>
          </a:custGeom>
          <a:noFill xmlns:a="http://schemas.openxmlformats.org/drawingml/2006/main"/>
          <a:ln xmlns:a="http://schemas.openxmlformats.org/drawingml/2006/main" w="30861">
            <a:solidFill>
              <a:srgbClr val="9FA9B9"/>
            </a:solidFill>
          </a:ln>
        </p:spPr>
      </p:sp>
      <p:sp>
        <p:nvSpPr>
          <p:cNvPr id="109" name="wire-283">
            <a:extLst xmlns:a="http://schemas.openxmlformats.org/drawingml/2006/main">
              <a:ext uri="{FF2B5EF4-FFF2-40B4-BE49-F238E27FC236}">
                <a16:creationId xmlns:a16="http://schemas.microsoft.com/office/drawing/2014/main" id="{3032972B-06E5-4CCB-A8EF-2C1CE8FEFC4A}"/>
              </a:ext>
            </a:extLst>
          </p:cNvPr>
          <p:cNvSpPr>
            <a:spLocks xmlns:a="http://schemas.openxmlformats.org/drawingml/2006/main" noGrp="1"/>
          </p:cNvSpPr>
          <p:nvPr/>
        </p:nvSpPr>
        <p:spPr>
          <a:xfrm xmlns:a="http://schemas.openxmlformats.org/drawingml/2006/main">
            <a:off x="4187190" y="5128260"/>
            <a:ext cx="205740" cy="9525"/>
          </a:xfrm>
          <a:custGeom xmlns:a="http://schemas.openxmlformats.org/drawingml/2006/main">
            <a:pathLst>
              <a:path w="205740" h="9525">
                <a:moveTo>
                  <a:pt x="0" y="0"/>
                </a:moveTo>
                <a:lnTo>
                  <a:pt x="205740" y="0"/>
                </a:lnTo>
              </a:path>
            </a:pathLst>
          </a:custGeom>
          <a:noFill xmlns:a="http://schemas.openxmlformats.org/drawingml/2006/main"/>
          <a:ln xmlns:a="http://schemas.openxmlformats.org/drawingml/2006/main" w="30861">
            <a:solidFill>
              <a:srgbClr val="9FA9B9"/>
            </a:solidFill>
          </a:ln>
        </p:spPr>
      </p:sp>
      <p:sp>
        <p:nvSpPr>
          <p:cNvPr id="110" name="circuit-284">
            <a:extLst xmlns:a="http://schemas.openxmlformats.org/drawingml/2006/main">
              <a:ext uri="{FF2B5EF4-FFF2-40B4-BE49-F238E27FC236}">
                <a16:creationId xmlns:a16="http://schemas.microsoft.com/office/drawing/2014/main" id="{4C48AA81-FF6D-4E1F-A11D-0B7EB0664D86}"/>
              </a:ext>
            </a:extLst>
          </p:cNvPr>
          <p:cNvSpPr>
            <a:spLocks xmlns:a="http://schemas.openxmlformats.org/drawingml/2006/main" noGrp="1"/>
          </p:cNvSpPr>
          <p:nvPr/>
        </p:nvSpPr>
        <p:spPr>
          <a:xfrm xmlns:a="http://schemas.openxmlformats.org/drawingml/2006/main">
            <a:off x="4316730" y="509682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11" name="text-285">
            <a:extLst xmlns:a="http://schemas.openxmlformats.org/drawingml/2006/main">
              <a:ext uri="{FF2B5EF4-FFF2-40B4-BE49-F238E27FC236}">
                <a16:creationId xmlns:a16="http://schemas.microsoft.com/office/drawing/2014/main" id="{8F0419D6-B1F5-4A3F-AACE-04ED22BEF67E}"/>
              </a:ext>
            </a:extLst>
          </p:cNvPr>
          <p:cNvSpPr>
            <a:spLocks xmlns:a="http://schemas.openxmlformats.org/drawingml/2006/main" noGrp="1"/>
          </p:cNvSpPr>
          <p:nvPr/>
        </p:nvSpPr>
        <p:spPr>
          <a:xfrm xmlns:a="http://schemas.openxmlformats.org/drawingml/2006/main">
            <a:off x="609600" y="614362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番地は x0の0 ＋ 12 ＝ 12　／　書く値は x1の3</a:t>
            </a:r>
          </a:p>
        </p:txBody>
      </p:sp>
      <p:sp>
        <p:nvSpPr>
          <p:cNvPr id="112" name="text-286">
            <a:extLst xmlns:a="http://schemas.openxmlformats.org/drawingml/2006/main">
              <a:ext uri="{FF2B5EF4-FFF2-40B4-BE49-F238E27FC236}">
                <a16:creationId xmlns:a16="http://schemas.microsoft.com/office/drawing/2014/main" id="{80E56796-216C-44D5-B5C2-117AB090EAF5}"/>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5</a:t>
            </a:r>
          </a:p>
        </p:txBody>
      </p:sp>
      <p:sp>
        <p:nvSpPr>
          <p:cNvPr id="113" name="text-287">
            <a:extLst xmlns:a="http://schemas.openxmlformats.org/drawingml/2006/main">
              <a:ext uri="{FF2B5EF4-FFF2-40B4-BE49-F238E27FC236}">
                <a16:creationId xmlns:a16="http://schemas.microsoft.com/office/drawing/2014/main" id="{E67AF2D5-429B-4DA9-A893-60BC57AE4CFC}"/>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二つのメモリはFPGA内。上段は命令から取り出す内容で、ビット配置は省略</a:t>
            </a:r>
          </a:p>
        </p:txBody>
      </p:sp>
    </p:spTree>
    <p:extLst>
      <p:ext uri="{BB962C8B-B14F-4D97-AF65-F5344CB8AC3E}">
        <p14:creationId xmlns:p14="http://schemas.microsoft.com/office/powerpoint/2010/main" val="34409668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7" name="text-288">
            <a:extLst xmlns:a="http://schemas.openxmlformats.org/drawingml/2006/main">
              <a:ext uri="{FF2B5EF4-FFF2-40B4-BE49-F238E27FC236}">
                <a16:creationId xmlns:a16="http://schemas.microsoft.com/office/drawing/2014/main" id="{5168DAA3-AD03-4224-A0AA-2C9962B76D53}"/>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6</a:t>
            </a:r>
          </a:p>
        </p:txBody>
      </p:sp>
      <p:sp>
        <p:nvSpPr>
          <p:cNvPr id="2" name="text-289">
            <a:extLst xmlns:a="http://schemas.openxmlformats.org/drawingml/2006/main">
              <a:ext uri="{FF2B5EF4-FFF2-40B4-BE49-F238E27FC236}">
                <a16:creationId xmlns:a16="http://schemas.microsoft.com/office/drawing/2014/main" id="{F787CEF8-A558-42B2-8542-09CF658F9C43}"/>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バスと外付けDDR3メモリ</a:t>
            </a:r>
          </a:p>
        </p:txBody>
      </p:sp>
      <p:sp>
        <p:nvSpPr>
          <p:cNvPr id="3" name="text-290">
            <a:extLst xmlns:a="http://schemas.openxmlformats.org/drawingml/2006/main">
              <a:ext uri="{FF2B5EF4-FFF2-40B4-BE49-F238E27FC236}">
                <a16:creationId xmlns:a16="http://schemas.microsoft.com/office/drawing/2014/main" id="{E66CB0E5-A91C-419D-88F6-DE216C66D235}"/>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6</a:t>
            </a:r>
          </a:p>
        </p:txBody>
      </p:sp>
      <p:sp>
        <p:nvSpPr>
          <p:cNvPr id="4" name="text-291">
            <a:extLst xmlns:a="http://schemas.openxmlformats.org/drawingml/2006/main">
              <a:ext uri="{FF2B5EF4-FFF2-40B4-BE49-F238E27FC236}">
                <a16:creationId xmlns:a16="http://schemas.microsoft.com/office/drawing/2014/main" id="{296D4712-3B88-40AB-9FD1-D2ABE8DABF6D}"/>
              </a:ext>
            </a:extLst>
          </p:cNvPr>
          <p:cNvSpPr>
            <a:spLocks xmlns:a="http://schemas.openxmlformats.org/drawingml/2006/main" noGrp="1"/>
          </p:cNvSpPr>
          <p:nvPr/>
        </p:nvSpPr>
        <p:spPr>
          <a:xfrm xmlns:a="http://schemas.openxmlformats.org/drawingml/2006/main">
            <a:off x="609600" y="12287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1572C3"/>
                </a:solidFill>
                <a:latin typeface="Yu Gothic"/>
                <a:ea typeface="Yu Gothic"/>
                <a:cs typeface="Yu Gothic"/>
              </a:defRPr>
            </a:defPPr>
            <a:lvl1pPr algn="l">
              <a:defRPr sz="2025" b="1">
                <a:solidFill>
                  <a:srgbClr val="1572C3"/>
                </a:solidFill>
                <a:latin typeface="Yu Gothic"/>
                <a:ea typeface="Yu Gothic"/>
                <a:cs typeface="Yu Gothic"/>
              </a:defRPr>
            </a:lvl1pPr>
            <a:lvl2pPr algn="l">
              <a:defRPr sz="2025" b="1">
                <a:solidFill>
                  <a:srgbClr val="1572C3"/>
                </a:solidFill>
                <a:latin typeface="Yu Gothic"/>
                <a:ea typeface="Yu Gothic"/>
                <a:cs typeface="Yu Gothic"/>
              </a:defRPr>
            </a:lvl2pPr>
            <a:lvl3pPr algn="l">
              <a:defRPr sz="2025" b="1">
                <a:solidFill>
                  <a:srgbClr val="1572C3"/>
                </a:solidFill>
                <a:latin typeface="Yu Gothic"/>
                <a:ea typeface="Yu Gothic"/>
                <a:cs typeface="Yu Gothic"/>
              </a:defRPr>
            </a:lvl3pPr>
            <a:lvl4pPr algn="l">
              <a:defRPr sz="2025" b="1">
                <a:solidFill>
                  <a:srgbClr val="1572C3"/>
                </a:solidFill>
                <a:latin typeface="Yu Gothic"/>
                <a:ea typeface="Yu Gothic"/>
                <a:cs typeface="Yu Gothic"/>
              </a:defRPr>
            </a:lvl4pPr>
            <a:lvl5pPr algn="l">
              <a:defRPr sz="2025" b="1">
                <a:solidFill>
                  <a:srgbClr val="1572C3"/>
                </a:solidFill>
                <a:latin typeface="Yu Gothic"/>
                <a:ea typeface="Yu Gothic"/>
                <a:cs typeface="Yu Gothic"/>
              </a:defRPr>
            </a:lvl5pPr>
            <a:lvl6pPr algn="l">
              <a:defRPr sz="2025" b="1">
                <a:solidFill>
                  <a:srgbClr val="1572C3"/>
                </a:solidFill>
                <a:latin typeface="Yu Gothic"/>
                <a:ea typeface="Yu Gothic"/>
                <a:cs typeface="Yu Gothic"/>
              </a:defRPr>
            </a:lvl6pPr>
            <a:lvl7pPr algn="l">
              <a:defRPr sz="2025" b="1">
                <a:solidFill>
                  <a:srgbClr val="1572C3"/>
                </a:solidFill>
                <a:latin typeface="Yu Gothic"/>
                <a:ea typeface="Yu Gothic"/>
                <a:cs typeface="Yu Gothic"/>
              </a:defRPr>
            </a:lvl7pPr>
            <a:lvl8pPr algn="l">
              <a:defRPr sz="2025" b="1">
                <a:solidFill>
                  <a:srgbClr val="1572C3"/>
                </a:solidFill>
                <a:latin typeface="Yu Gothic"/>
                <a:ea typeface="Yu Gothic"/>
                <a:cs typeface="Yu Gothic"/>
              </a:defRPr>
            </a:lvl8pPr>
            <a:lvl9pPr algn="l">
              <a:defRPr sz="2025" b="1">
                <a:solidFill>
                  <a:srgbClr val="1572C3"/>
                </a:solidFill>
                <a:latin typeface="Yu Gothic"/>
                <a:ea typeface="Yu Gothic"/>
                <a:cs typeface="Yu Gothic"/>
              </a:defRPr>
            </a:lvl9pPr>
          </a:lstStyle>
          <a:p xmlns:a="http://schemas.openxmlformats.org/drawingml/2006/main">
            <a:pPr algn="l">
              <a:defRPr sz="2025" b="1">
                <a:solidFill>
                  <a:srgbClr val="1572C3"/>
                </a:solidFill>
                <a:latin typeface="Yu Gothic"/>
                <a:ea typeface="Yu Gothic"/>
                <a:cs typeface="Yu Gothic"/>
              </a:defRPr>
            </a:pPr>
            <a:r>
              <a:rPr sz="2025" b="1">
                <a:solidFill>
                  <a:srgbClr val="1572C3"/>
                </a:solidFill>
                <a:latin typeface="Yu Gothic"/>
                <a:ea typeface="Yu Gothic"/>
                <a:cs typeface="Yu Gothic"/>
              </a:rPr>
              <a:t>命令とデータの保存先を、FPGA内のメモリからDDR3へ広げる</a:t>
            </a:r>
          </a:p>
        </p:txBody>
      </p:sp>
      <p:sp>
        <p:nvSpPr>
          <p:cNvPr id="5" name="board-stable-board">
            <a:extLst xmlns:a="http://schemas.openxmlformats.org/drawingml/2006/main">
              <a:ext uri="{FF2B5EF4-FFF2-40B4-BE49-F238E27FC236}">
                <a16:creationId xmlns:a16="http://schemas.microsoft.com/office/drawing/2014/main" id="{28A5904F-0669-4CB0-B832-4D227B704908}"/>
              </a:ext>
            </a:extLst>
          </p:cNvPr>
          <p:cNvSpPr>
            <a:spLocks xmlns:a="http://schemas.openxmlformats.org/drawingml/2006/main" noGrp="1"/>
          </p:cNvSpPr>
          <p:nvPr/>
        </p:nvSpPr>
        <p:spPr>
          <a:xfrm xmlns:a="http://schemas.openxmlformats.org/drawingml/2006/main">
            <a:off x="457200" y="2076450"/>
            <a:ext cx="11277600" cy="39814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293">
            <a:extLst xmlns:a="http://schemas.openxmlformats.org/drawingml/2006/main">
              <a:ext uri="{FF2B5EF4-FFF2-40B4-BE49-F238E27FC236}">
                <a16:creationId xmlns:a16="http://schemas.microsoft.com/office/drawing/2014/main" id="{B6A626E9-0761-4D52-BEA9-713D3595CE79}"/>
              </a:ext>
            </a:extLst>
          </p:cNvPr>
          <p:cNvSpPr>
            <a:spLocks xmlns:a="http://schemas.openxmlformats.org/drawingml/2006/main" noGrp="1"/>
          </p:cNvSpPr>
          <p:nvPr/>
        </p:nvSpPr>
        <p:spPr>
          <a:xfrm xmlns:a="http://schemas.openxmlformats.org/drawingml/2006/main">
            <a:off x="590550" y="2133600"/>
            <a:ext cx="647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FPGAボード / Nexys Video</a:t>
            </a:r>
          </a:p>
        </p:txBody>
      </p:sp>
      <p:sp>
        <p:nvSpPr>
          <p:cNvPr id="7" name="text-294">
            <a:extLst xmlns:a="http://schemas.openxmlformats.org/drawingml/2006/main">
              <a:ext uri="{FF2B5EF4-FFF2-40B4-BE49-F238E27FC236}">
                <a16:creationId xmlns:a16="http://schemas.microsoft.com/office/drawing/2014/main" id="{7437EA35-EC36-4147-A0F9-CFCED24FF1BE}"/>
              </a:ext>
            </a:extLst>
          </p:cNvPr>
          <p:cNvSpPr>
            <a:spLocks xmlns:a="http://schemas.openxmlformats.org/drawingml/2006/main" noGrp="1"/>
          </p:cNvSpPr>
          <p:nvPr/>
        </p:nvSpPr>
        <p:spPr>
          <a:xfrm xmlns:a="http://schemas.openxmlformats.org/drawingml/2006/main">
            <a:off x="9953625" y="2466975"/>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Yu Gothic"/>
                <a:ea typeface="Yu Gothic"/>
                <a:cs typeface="Yu Gothic"/>
              </a:defRPr>
            </a:defPPr>
            <a:lvl1pPr algn="ctr">
              <a:defRPr sz="1500" b="1">
                <a:solidFill>
                  <a:srgbClr val="231F20"/>
                </a:solidFill>
                <a:latin typeface="Yu Gothic"/>
                <a:ea typeface="Yu Gothic"/>
                <a:cs typeface="Yu Gothic"/>
              </a:defRPr>
            </a:lvl1pPr>
            <a:lvl2pPr algn="ctr">
              <a:defRPr sz="1500" b="1">
                <a:solidFill>
                  <a:srgbClr val="231F20"/>
                </a:solidFill>
                <a:latin typeface="Yu Gothic"/>
                <a:ea typeface="Yu Gothic"/>
                <a:cs typeface="Yu Gothic"/>
              </a:defRPr>
            </a:lvl2pPr>
            <a:lvl3pPr algn="ctr">
              <a:defRPr sz="1500" b="1">
                <a:solidFill>
                  <a:srgbClr val="231F20"/>
                </a:solidFill>
                <a:latin typeface="Yu Gothic"/>
                <a:ea typeface="Yu Gothic"/>
                <a:cs typeface="Yu Gothic"/>
              </a:defRPr>
            </a:lvl3pPr>
            <a:lvl4pPr algn="ctr">
              <a:defRPr sz="1500" b="1">
                <a:solidFill>
                  <a:srgbClr val="231F20"/>
                </a:solidFill>
                <a:latin typeface="Yu Gothic"/>
                <a:ea typeface="Yu Gothic"/>
                <a:cs typeface="Yu Gothic"/>
              </a:defRPr>
            </a:lvl4pPr>
            <a:lvl5pPr algn="ctr">
              <a:defRPr sz="1500" b="1">
                <a:solidFill>
                  <a:srgbClr val="231F20"/>
                </a:solidFill>
                <a:latin typeface="Yu Gothic"/>
                <a:ea typeface="Yu Gothic"/>
                <a:cs typeface="Yu Gothic"/>
              </a:defRPr>
            </a:lvl5pPr>
            <a:lvl6pPr algn="ctr">
              <a:defRPr sz="1500" b="1">
                <a:solidFill>
                  <a:srgbClr val="231F20"/>
                </a:solidFill>
                <a:latin typeface="Yu Gothic"/>
                <a:ea typeface="Yu Gothic"/>
                <a:cs typeface="Yu Gothic"/>
              </a:defRPr>
            </a:lvl6pPr>
            <a:lvl7pPr algn="ctr">
              <a:defRPr sz="1500" b="1">
                <a:solidFill>
                  <a:srgbClr val="231F20"/>
                </a:solidFill>
                <a:latin typeface="Yu Gothic"/>
                <a:ea typeface="Yu Gothic"/>
                <a:cs typeface="Yu Gothic"/>
              </a:defRPr>
            </a:lvl7pPr>
            <a:lvl8pPr algn="ctr">
              <a:defRPr sz="1500" b="1">
                <a:solidFill>
                  <a:srgbClr val="231F20"/>
                </a:solidFill>
                <a:latin typeface="Yu Gothic"/>
                <a:ea typeface="Yu Gothic"/>
                <a:cs typeface="Yu Gothic"/>
              </a:defRPr>
            </a:lvl8pPr>
            <a:lvl9pPr algn="ctr">
              <a:defRPr sz="1500" b="1">
                <a:solidFill>
                  <a:srgbClr val="231F20"/>
                </a:solidFill>
                <a:latin typeface="Yu Gothic"/>
                <a:ea typeface="Yu Gothic"/>
                <a:cs typeface="Yu Gothic"/>
              </a:defRPr>
            </a:lvl9pPr>
          </a:lstStyle>
          <a:p xmlns:a="http://schemas.openxmlformats.org/drawingml/2006/main">
            <a:pPr algn="ctr">
              <a:defRPr sz="1500" b="1">
                <a:solidFill>
                  <a:srgbClr val="231F20"/>
                </a:solidFill>
                <a:latin typeface="Yu Gothic"/>
                <a:ea typeface="Yu Gothic"/>
                <a:cs typeface="Yu Gothic"/>
              </a:defRPr>
            </a:pPr>
            <a:r>
              <a:rPr sz="1500" b="1">
                <a:solidFill>
                  <a:srgbClr val="231F20"/>
                </a:solidFill>
                <a:latin typeface="Yu Gothic"/>
                <a:ea typeface="Yu Gothic"/>
                <a:cs typeface="Yu Gothic"/>
              </a:rPr>
              <a:t>チップ外の部品</a:t>
            </a:r>
          </a:p>
        </p:txBody>
      </p:sp>
      <p:sp>
        <p:nvSpPr>
          <p:cNvPr id="8" name="board-stable-chip">
            <a:extLst xmlns:a="http://schemas.openxmlformats.org/drawingml/2006/main">
              <a:ext uri="{FF2B5EF4-FFF2-40B4-BE49-F238E27FC236}">
                <a16:creationId xmlns:a16="http://schemas.microsoft.com/office/drawing/2014/main" id="{B7F409B9-37C9-4AAE-B25E-364A49494BA0}"/>
              </a:ext>
            </a:extLst>
          </p:cNvPr>
          <p:cNvSpPr>
            <a:spLocks xmlns:a="http://schemas.openxmlformats.org/drawingml/2006/main" noGrp="1"/>
          </p:cNvSpPr>
          <p:nvPr/>
        </p:nvSpPr>
        <p:spPr>
          <a:xfrm xmlns:a="http://schemas.openxmlformats.org/drawingml/2006/main">
            <a:off x="638175" y="2514600"/>
            <a:ext cx="9144000" cy="340042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9" name="text-296">
            <a:extLst xmlns:a="http://schemas.openxmlformats.org/drawingml/2006/main">
              <a:ext uri="{FF2B5EF4-FFF2-40B4-BE49-F238E27FC236}">
                <a16:creationId xmlns:a16="http://schemas.microsoft.com/office/drawing/2014/main" id="{E740A193-4832-4B4C-BAE5-72C6EE8B596C}"/>
              </a:ext>
            </a:extLst>
          </p:cNvPr>
          <p:cNvSpPr>
            <a:spLocks xmlns:a="http://schemas.openxmlformats.org/drawingml/2006/main" noGrp="1"/>
          </p:cNvSpPr>
          <p:nvPr/>
        </p:nvSpPr>
        <p:spPr>
          <a:xfrm xmlns:a="http://schemas.openxmlformats.org/drawingml/2006/main">
            <a:off x="762000" y="2533650"/>
            <a:ext cx="238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Yu Gothic"/>
                <a:ea typeface="Yu Gothic"/>
                <a:cs typeface="Yu Gothic"/>
              </a:defRPr>
            </a:defPPr>
            <a:lvl1pPr algn="l">
              <a:defRPr sz="1725" b="1">
                <a:solidFill>
                  <a:srgbClr val="1572C3"/>
                </a:solidFill>
                <a:latin typeface="Yu Gothic"/>
                <a:ea typeface="Yu Gothic"/>
                <a:cs typeface="Yu Gothic"/>
              </a:defRPr>
            </a:lvl1pPr>
            <a:lvl2pPr algn="l">
              <a:defRPr sz="1725" b="1">
                <a:solidFill>
                  <a:srgbClr val="1572C3"/>
                </a:solidFill>
                <a:latin typeface="Yu Gothic"/>
                <a:ea typeface="Yu Gothic"/>
                <a:cs typeface="Yu Gothic"/>
              </a:defRPr>
            </a:lvl2pPr>
            <a:lvl3pPr algn="l">
              <a:defRPr sz="1725" b="1">
                <a:solidFill>
                  <a:srgbClr val="1572C3"/>
                </a:solidFill>
                <a:latin typeface="Yu Gothic"/>
                <a:ea typeface="Yu Gothic"/>
                <a:cs typeface="Yu Gothic"/>
              </a:defRPr>
            </a:lvl3pPr>
            <a:lvl4pPr algn="l">
              <a:defRPr sz="1725" b="1">
                <a:solidFill>
                  <a:srgbClr val="1572C3"/>
                </a:solidFill>
                <a:latin typeface="Yu Gothic"/>
                <a:ea typeface="Yu Gothic"/>
                <a:cs typeface="Yu Gothic"/>
              </a:defRPr>
            </a:lvl4pPr>
            <a:lvl5pPr algn="l">
              <a:defRPr sz="1725" b="1">
                <a:solidFill>
                  <a:srgbClr val="1572C3"/>
                </a:solidFill>
                <a:latin typeface="Yu Gothic"/>
                <a:ea typeface="Yu Gothic"/>
                <a:cs typeface="Yu Gothic"/>
              </a:defRPr>
            </a:lvl5pPr>
            <a:lvl6pPr algn="l">
              <a:defRPr sz="1725" b="1">
                <a:solidFill>
                  <a:srgbClr val="1572C3"/>
                </a:solidFill>
                <a:latin typeface="Yu Gothic"/>
                <a:ea typeface="Yu Gothic"/>
                <a:cs typeface="Yu Gothic"/>
              </a:defRPr>
            </a:lvl6pPr>
            <a:lvl7pPr algn="l">
              <a:defRPr sz="1725" b="1">
                <a:solidFill>
                  <a:srgbClr val="1572C3"/>
                </a:solidFill>
                <a:latin typeface="Yu Gothic"/>
                <a:ea typeface="Yu Gothic"/>
                <a:cs typeface="Yu Gothic"/>
              </a:defRPr>
            </a:lvl7pPr>
            <a:lvl8pPr algn="l">
              <a:defRPr sz="1725" b="1">
                <a:solidFill>
                  <a:srgbClr val="1572C3"/>
                </a:solidFill>
                <a:latin typeface="Yu Gothic"/>
                <a:ea typeface="Yu Gothic"/>
                <a:cs typeface="Yu Gothic"/>
              </a:defRPr>
            </a:lvl8pPr>
            <a:lvl9pPr algn="l">
              <a:defRPr sz="1725" b="1">
                <a:solidFill>
                  <a:srgbClr val="1572C3"/>
                </a:solidFill>
                <a:latin typeface="Yu Gothic"/>
                <a:ea typeface="Yu Gothic"/>
                <a:cs typeface="Yu Gothic"/>
              </a:defRPr>
            </a:lvl9pPr>
          </a:lstStyle>
          <a:p xmlns:a="http://schemas.openxmlformats.org/drawingml/2006/main">
            <a:pPr algn="l">
              <a:defRPr sz="1725" b="1">
                <a:solidFill>
                  <a:srgbClr val="1572C3"/>
                </a:solidFill>
                <a:latin typeface="Yu Gothic"/>
                <a:ea typeface="Yu Gothic"/>
                <a:cs typeface="Yu Gothic"/>
              </a:defRPr>
            </a:pPr>
            <a:r>
              <a:rPr sz="1725" b="1">
                <a:solidFill>
                  <a:srgbClr val="1572C3"/>
                </a:solidFill>
                <a:latin typeface="Yu Gothic"/>
                <a:ea typeface="Yu Gothic"/>
                <a:cs typeface="Yu Gothic"/>
              </a:rPr>
              <a:t>FPGAチップ</a:t>
            </a:r>
          </a:p>
        </p:txBody>
      </p:sp>
      <p:sp>
        <p:nvSpPr>
          <p:cNvPr id="10" name="board-stable-card">
            <a:extLst xmlns:a="http://schemas.openxmlformats.org/drawingml/2006/main">
              <a:ext uri="{FF2B5EF4-FFF2-40B4-BE49-F238E27FC236}">
                <a16:creationId xmlns:a16="http://schemas.microsoft.com/office/drawing/2014/main" id="{05AFC0E6-FA07-4DAA-AAF3-4DA34382F937}"/>
              </a:ext>
            </a:extLst>
          </p:cNvPr>
          <p:cNvSpPr>
            <a:spLocks xmlns:a="http://schemas.openxmlformats.org/drawingml/2006/main" noGrp="1"/>
          </p:cNvSpPr>
          <p:nvPr/>
        </p:nvSpPr>
        <p:spPr>
          <a:xfrm xmlns:a="http://schemas.openxmlformats.org/drawingml/2006/main">
            <a:off x="10010775" y="2857500"/>
            <a:ext cx="1543050" cy="6858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1" name="text-298">
            <a:extLst xmlns:a="http://schemas.openxmlformats.org/drawingml/2006/main">
              <a:ext uri="{FF2B5EF4-FFF2-40B4-BE49-F238E27FC236}">
                <a16:creationId xmlns:a16="http://schemas.microsoft.com/office/drawing/2014/main" id="{5BE7E647-42A4-4E50-A09D-5E31BF8ACB1B}"/>
              </a:ext>
            </a:extLst>
          </p:cNvPr>
          <p:cNvSpPr>
            <a:spLocks xmlns:a="http://schemas.openxmlformats.org/drawingml/2006/main" noGrp="1"/>
          </p:cNvSpPr>
          <p:nvPr/>
        </p:nvSpPr>
        <p:spPr>
          <a:xfrm xmlns:a="http://schemas.openxmlformats.org/drawingml/2006/main">
            <a:off x="10086975" y="2914650"/>
            <a:ext cx="13906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9FA9B9"/>
                </a:solidFill>
                <a:latin typeface="Yu Gothic"/>
                <a:ea typeface="Yu Gothic"/>
                <a:cs typeface="Yu Gothic"/>
              </a:defRPr>
            </a:defPPr>
            <a:lvl1pPr algn="ctr">
              <a:defRPr sz="1650" b="1">
                <a:solidFill>
                  <a:srgbClr val="9FA9B9"/>
                </a:solidFill>
                <a:latin typeface="Yu Gothic"/>
                <a:ea typeface="Yu Gothic"/>
                <a:cs typeface="Yu Gothic"/>
              </a:defRPr>
            </a:lvl1pPr>
            <a:lvl2pPr algn="ctr">
              <a:defRPr sz="1650" b="1">
                <a:solidFill>
                  <a:srgbClr val="9FA9B9"/>
                </a:solidFill>
                <a:latin typeface="Yu Gothic"/>
                <a:ea typeface="Yu Gothic"/>
                <a:cs typeface="Yu Gothic"/>
              </a:defRPr>
            </a:lvl2pPr>
            <a:lvl3pPr algn="ctr">
              <a:defRPr sz="1650" b="1">
                <a:solidFill>
                  <a:srgbClr val="9FA9B9"/>
                </a:solidFill>
                <a:latin typeface="Yu Gothic"/>
                <a:ea typeface="Yu Gothic"/>
                <a:cs typeface="Yu Gothic"/>
              </a:defRPr>
            </a:lvl3pPr>
            <a:lvl4pPr algn="ctr">
              <a:defRPr sz="1650" b="1">
                <a:solidFill>
                  <a:srgbClr val="9FA9B9"/>
                </a:solidFill>
                <a:latin typeface="Yu Gothic"/>
                <a:ea typeface="Yu Gothic"/>
                <a:cs typeface="Yu Gothic"/>
              </a:defRPr>
            </a:lvl4pPr>
            <a:lvl5pPr algn="ctr">
              <a:defRPr sz="1650" b="1">
                <a:solidFill>
                  <a:srgbClr val="9FA9B9"/>
                </a:solidFill>
                <a:latin typeface="Yu Gothic"/>
                <a:ea typeface="Yu Gothic"/>
                <a:cs typeface="Yu Gothic"/>
              </a:defRPr>
            </a:lvl5pPr>
            <a:lvl6pPr algn="ctr">
              <a:defRPr sz="1650" b="1">
                <a:solidFill>
                  <a:srgbClr val="9FA9B9"/>
                </a:solidFill>
                <a:latin typeface="Yu Gothic"/>
                <a:ea typeface="Yu Gothic"/>
                <a:cs typeface="Yu Gothic"/>
              </a:defRPr>
            </a:lvl6pPr>
            <a:lvl7pPr algn="ctr">
              <a:defRPr sz="1650" b="1">
                <a:solidFill>
                  <a:srgbClr val="9FA9B9"/>
                </a:solidFill>
                <a:latin typeface="Yu Gothic"/>
                <a:ea typeface="Yu Gothic"/>
                <a:cs typeface="Yu Gothic"/>
              </a:defRPr>
            </a:lvl7pPr>
            <a:lvl8pPr algn="ctr">
              <a:defRPr sz="1650" b="1">
                <a:solidFill>
                  <a:srgbClr val="9FA9B9"/>
                </a:solidFill>
                <a:latin typeface="Yu Gothic"/>
                <a:ea typeface="Yu Gothic"/>
                <a:cs typeface="Yu Gothic"/>
              </a:defRPr>
            </a:lvl8pPr>
            <a:lvl9pPr algn="ctr">
              <a:defRPr sz="1650" b="1">
                <a:solidFill>
                  <a:srgbClr val="9FA9B9"/>
                </a:solidFill>
                <a:latin typeface="Yu Gothic"/>
                <a:ea typeface="Yu Gothic"/>
                <a:cs typeface="Yu Gothic"/>
              </a:defRPr>
            </a:lvl9pPr>
          </a:lstStyle>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SDカード</a:t>
            </a:r>
          </a:p>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スロット</a:t>
            </a:r>
          </a:p>
        </p:txBody>
      </p:sp>
      <p:sp>
        <p:nvSpPr>
          <p:cNvPr id="12" name="board-stable-memory">
            <a:extLst xmlns:a="http://schemas.openxmlformats.org/drawingml/2006/main">
              <a:ext uri="{FF2B5EF4-FFF2-40B4-BE49-F238E27FC236}">
                <a16:creationId xmlns:a16="http://schemas.microsoft.com/office/drawing/2014/main" id="{F1DF16DC-9E25-48A6-924C-81F0B0601C03}"/>
              </a:ext>
            </a:extLst>
          </p:cNvPr>
          <p:cNvSpPr>
            <a:spLocks xmlns:a="http://schemas.openxmlformats.org/drawingml/2006/main" noGrp="1"/>
          </p:cNvSpPr>
          <p:nvPr/>
        </p:nvSpPr>
        <p:spPr>
          <a:xfrm xmlns:a="http://schemas.openxmlformats.org/drawingml/2006/main">
            <a:off x="10010775" y="3876675"/>
            <a:ext cx="1543050" cy="8667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3" name="text-300">
            <a:extLst xmlns:a="http://schemas.openxmlformats.org/drawingml/2006/main">
              <a:ext uri="{FF2B5EF4-FFF2-40B4-BE49-F238E27FC236}">
                <a16:creationId xmlns:a16="http://schemas.microsoft.com/office/drawing/2014/main" id="{A0506D01-1326-4E16-B17D-96ECD2298F29}"/>
              </a:ext>
            </a:extLst>
          </p:cNvPr>
          <p:cNvSpPr>
            <a:spLocks xmlns:a="http://schemas.openxmlformats.org/drawingml/2006/main" noGrp="1"/>
          </p:cNvSpPr>
          <p:nvPr/>
        </p:nvSpPr>
        <p:spPr>
          <a:xfrm xmlns:a="http://schemas.openxmlformats.org/drawingml/2006/main">
            <a:off x="10096500" y="3924300"/>
            <a:ext cx="137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Arial"/>
                <a:ea typeface="Arial"/>
                <a:cs typeface="Arial"/>
              </a:defRPr>
            </a:defPPr>
            <a:lvl1pPr algn="ctr">
              <a:defRPr sz="1875" b="1">
                <a:solidFill>
                  <a:srgbClr val="1572C3"/>
                </a:solidFill>
                <a:latin typeface="Arial"/>
                <a:ea typeface="Arial"/>
                <a:cs typeface="Arial"/>
              </a:defRPr>
            </a:lvl1pPr>
            <a:lvl2pPr algn="ctr">
              <a:defRPr sz="1875" b="1">
                <a:solidFill>
                  <a:srgbClr val="1572C3"/>
                </a:solidFill>
                <a:latin typeface="Arial"/>
                <a:ea typeface="Arial"/>
                <a:cs typeface="Arial"/>
              </a:defRPr>
            </a:lvl2pPr>
            <a:lvl3pPr algn="ctr">
              <a:defRPr sz="1875" b="1">
                <a:solidFill>
                  <a:srgbClr val="1572C3"/>
                </a:solidFill>
                <a:latin typeface="Arial"/>
                <a:ea typeface="Arial"/>
                <a:cs typeface="Arial"/>
              </a:defRPr>
            </a:lvl3pPr>
            <a:lvl4pPr algn="ctr">
              <a:defRPr sz="1875" b="1">
                <a:solidFill>
                  <a:srgbClr val="1572C3"/>
                </a:solidFill>
                <a:latin typeface="Arial"/>
                <a:ea typeface="Arial"/>
                <a:cs typeface="Arial"/>
              </a:defRPr>
            </a:lvl4pPr>
            <a:lvl5pPr algn="ctr">
              <a:defRPr sz="1875" b="1">
                <a:solidFill>
                  <a:srgbClr val="1572C3"/>
                </a:solidFill>
                <a:latin typeface="Arial"/>
                <a:ea typeface="Arial"/>
                <a:cs typeface="Arial"/>
              </a:defRPr>
            </a:lvl5pPr>
            <a:lvl6pPr algn="ctr">
              <a:defRPr sz="1875" b="1">
                <a:solidFill>
                  <a:srgbClr val="1572C3"/>
                </a:solidFill>
                <a:latin typeface="Arial"/>
                <a:ea typeface="Arial"/>
                <a:cs typeface="Arial"/>
              </a:defRPr>
            </a:lvl6pPr>
            <a:lvl7pPr algn="ctr">
              <a:defRPr sz="1875" b="1">
                <a:solidFill>
                  <a:srgbClr val="1572C3"/>
                </a:solidFill>
                <a:latin typeface="Arial"/>
                <a:ea typeface="Arial"/>
                <a:cs typeface="Arial"/>
              </a:defRPr>
            </a:lvl7pPr>
            <a:lvl8pPr algn="ctr">
              <a:defRPr sz="1875" b="1">
                <a:solidFill>
                  <a:srgbClr val="1572C3"/>
                </a:solidFill>
                <a:latin typeface="Arial"/>
                <a:ea typeface="Arial"/>
                <a:cs typeface="Arial"/>
              </a:defRPr>
            </a:lvl8pPr>
            <a:lvl9pPr algn="ctr">
              <a:defRPr sz="1875" b="1">
                <a:solidFill>
                  <a:srgbClr val="1572C3"/>
                </a:solidFill>
                <a:latin typeface="Arial"/>
                <a:ea typeface="Arial"/>
                <a:cs typeface="Arial"/>
              </a:defRPr>
            </a:lvl9pPr>
          </a:lstStyle>
          <a:p xmlns:a="http://schemas.openxmlformats.org/drawingml/2006/main">
            <a:pPr algn="ctr">
              <a:defRPr sz="1875" b="1">
                <a:solidFill>
                  <a:srgbClr val="1572C3"/>
                </a:solidFill>
                <a:latin typeface="Arial"/>
                <a:ea typeface="Arial"/>
                <a:cs typeface="Arial"/>
              </a:defRPr>
            </a:pPr>
            <a:r>
              <a:rPr sz="1875" b="1">
                <a:solidFill>
                  <a:srgbClr val="1572C3"/>
                </a:solidFill>
                <a:latin typeface="Arial"/>
                <a:ea typeface="Arial"/>
                <a:cs typeface="Arial"/>
              </a:rPr>
              <a:t>DDR3</a:t>
            </a:r>
          </a:p>
        </p:txBody>
      </p:sp>
      <p:sp>
        <p:nvSpPr>
          <p:cNvPr id="14" name="text-301">
            <a:extLst xmlns:a="http://schemas.openxmlformats.org/drawingml/2006/main">
              <a:ext uri="{FF2B5EF4-FFF2-40B4-BE49-F238E27FC236}">
                <a16:creationId xmlns:a16="http://schemas.microsoft.com/office/drawing/2014/main" id="{2B3BDDD2-9387-4EF8-B8A6-C48768611307}"/>
              </a:ext>
            </a:extLst>
          </p:cNvPr>
          <p:cNvSpPr>
            <a:spLocks xmlns:a="http://schemas.openxmlformats.org/drawingml/2006/main" noGrp="1"/>
          </p:cNvSpPr>
          <p:nvPr/>
        </p:nvSpPr>
        <p:spPr>
          <a:xfrm xmlns:a="http://schemas.openxmlformats.org/drawingml/2006/main">
            <a:off x="10077450" y="4276725"/>
            <a:ext cx="140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12番地：3</a:t>
            </a:r>
          </a:p>
        </p:txBody>
      </p:sp>
      <p:sp>
        <p:nvSpPr>
          <p:cNvPr id="15" name="board-stable-hdmi">
            <a:extLst xmlns:a="http://schemas.openxmlformats.org/drawingml/2006/main">
              <a:ext uri="{FF2B5EF4-FFF2-40B4-BE49-F238E27FC236}">
                <a16:creationId xmlns:a16="http://schemas.microsoft.com/office/drawing/2014/main" id="{FF57088E-0C2A-48B6-B4AC-7401148493EB}"/>
              </a:ext>
            </a:extLst>
          </p:cNvPr>
          <p:cNvSpPr>
            <a:spLocks xmlns:a="http://schemas.openxmlformats.org/drawingml/2006/main" noGrp="1"/>
          </p:cNvSpPr>
          <p:nvPr/>
        </p:nvSpPr>
        <p:spPr>
          <a:xfrm xmlns:a="http://schemas.openxmlformats.org/drawingml/2006/main">
            <a:off x="10010775" y="5257800"/>
            <a:ext cx="1543050" cy="466725"/>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6" name="text-303">
            <a:extLst xmlns:a="http://schemas.openxmlformats.org/drawingml/2006/main">
              <a:ext uri="{FF2B5EF4-FFF2-40B4-BE49-F238E27FC236}">
                <a16:creationId xmlns:a16="http://schemas.microsoft.com/office/drawing/2014/main" id="{6937B43B-F956-4132-9D03-DE61D21C9397}"/>
              </a:ext>
            </a:extLst>
          </p:cNvPr>
          <p:cNvSpPr>
            <a:spLocks xmlns:a="http://schemas.openxmlformats.org/drawingml/2006/main" noGrp="1"/>
          </p:cNvSpPr>
          <p:nvPr/>
        </p:nvSpPr>
        <p:spPr>
          <a:xfrm xmlns:a="http://schemas.openxmlformats.org/drawingml/2006/main">
            <a:off x="10086975" y="53149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9FA9B9"/>
                </a:solidFill>
                <a:latin typeface="Arial"/>
                <a:ea typeface="Arial"/>
                <a:cs typeface="Arial"/>
              </a:defRPr>
            </a:defPPr>
            <a:lvl1pPr algn="ctr">
              <a:defRPr sz="1575" b="1">
                <a:solidFill>
                  <a:srgbClr val="9FA9B9"/>
                </a:solidFill>
                <a:latin typeface="Arial"/>
                <a:ea typeface="Arial"/>
                <a:cs typeface="Arial"/>
              </a:defRPr>
            </a:lvl1pPr>
            <a:lvl2pPr algn="ctr">
              <a:defRPr sz="1575" b="1">
                <a:solidFill>
                  <a:srgbClr val="9FA9B9"/>
                </a:solidFill>
                <a:latin typeface="Arial"/>
                <a:ea typeface="Arial"/>
                <a:cs typeface="Arial"/>
              </a:defRPr>
            </a:lvl2pPr>
            <a:lvl3pPr algn="ctr">
              <a:defRPr sz="1575" b="1">
                <a:solidFill>
                  <a:srgbClr val="9FA9B9"/>
                </a:solidFill>
                <a:latin typeface="Arial"/>
                <a:ea typeface="Arial"/>
                <a:cs typeface="Arial"/>
              </a:defRPr>
            </a:lvl3pPr>
            <a:lvl4pPr algn="ctr">
              <a:defRPr sz="1575" b="1">
                <a:solidFill>
                  <a:srgbClr val="9FA9B9"/>
                </a:solidFill>
                <a:latin typeface="Arial"/>
                <a:ea typeface="Arial"/>
                <a:cs typeface="Arial"/>
              </a:defRPr>
            </a:lvl4pPr>
            <a:lvl5pPr algn="ctr">
              <a:defRPr sz="1575" b="1">
                <a:solidFill>
                  <a:srgbClr val="9FA9B9"/>
                </a:solidFill>
                <a:latin typeface="Arial"/>
                <a:ea typeface="Arial"/>
                <a:cs typeface="Arial"/>
              </a:defRPr>
            </a:lvl5pPr>
            <a:lvl6pPr algn="ctr">
              <a:defRPr sz="1575" b="1">
                <a:solidFill>
                  <a:srgbClr val="9FA9B9"/>
                </a:solidFill>
                <a:latin typeface="Arial"/>
                <a:ea typeface="Arial"/>
                <a:cs typeface="Arial"/>
              </a:defRPr>
            </a:lvl6pPr>
            <a:lvl7pPr algn="ctr">
              <a:defRPr sz="1575" b="1">
                <a:solidFill>
                  <a:srgbClr val="9FA9B9"/>
                </a:solidFill>
                <a:latin typeface="Arial"/>
                <a:ea typeface="Arial"/>
                <a:cs typeface="Arial"/>
              </a:defRPr>
            </a:lvl7pPr>
            <a:lvl8pPr algn="ctr">
              <a:defRPr sz="1575" b="1">
                <a:solidFill>
                  <a:srgbClr val="9FA9B9"/>
                </a:solidFill>
                <a:latin typeface="Arial"/>
                <a:ea typeface="Arial"/>
                <a:cs typeface="Arial"/>
              </a:defRPr>
            </a:lvl8pPr>
            <a:lvl9pPr algn="ctr">
              <a:defRPr sz="1575" b="1">
                <a:solidFill>
                  <a:srgbClr val="9FA9B9"/>
                </a:solidFill>
                <a:latin typeface="Arial"/>
                <a:ea typeface="Arial"/>
                <a:cs typeface="Arial"/>
              </a:defRPr>
            </a:lvl9pPr>
          </a:lstStyle>
          <a:p xmlns:a="http://schemas.openxmlformats.org/drawingml/2006/main">
            <a:pPr algn="ctr">
              <a:defRPr sz="1575" b="1">
                <a:solidFill>
                  <a:srgbClr val="9FA9B9"/>
                </a:solidFill>
                <a:latin typeface="Arial"/>
                <a:ea typeface="Arial"/>
                <a:cs typeface="Arial"/>
              </a:defRPr>
            </a:pPr>
            <a:r>
              <a:rPr sz="1575" b="1">
                <a:solidFill>
                  <a:srgbClr val="9FA9B9"/>
                </a:solidFill>
                <a:latin typeface="Arial"/>
                <a:ea typeface="Arial"/>
                <a:cs typeface="Arial"/>
              </a:rPr>
              <a:t>HDMI OUT</a:t>
            </a:r>
          </a:p>
        </p:txBody>
      </p:sp>
      <p:sp>
        <p:nvSpPr>
          <p:cNvPr id="17" name="board-stable-bus">
            <a:extLst xmlns:a="http://schemas.openxmlformats.org/drawingml/2006/main">
              <a:ext uri="{FF2B5EF4-FFF2-40B4-BE49-F238E27FC236}">
                <a16:creationId xmlns:a16="http://schemas.microsoft.com/office/drawing/2014/main" id="{DEFEFBEA-20E7-4CEB-9570-E7159045CD37}"/>
              </a:ext>
            </a:extLst>
          </p:cNvPr>
          <p:cNvSpPr>
            <a:spLocks xmlns:a="http://schemas.openxmlformats.org/drawingml/2006/main" noGrp="1"/>
          </p:cNvSpPr>
          <p:nvPr/>
        </p:nvSpPr>
        <p:spPr>
          <a:xfrm xmlns:a="http://schemas.openxmlformats.org/drawingml/2006/main">
            <a:off x="7239000" y="3762375"/>
            <a:ext cx="571500" cy="1752600"/>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18" name="text-305">
            <a:extLst xmlns:a="http://schemas.openxmlformats.org/drawingml/2006/main">
              <a:ext uri="{FF2B5EF4-FFF2-40B4-BE49-F238E27FC236}">
                <a16:creationId xmlns:a16="http://schemas.microsoft.com/office/drawing/2014/main" id="{FE862A42-33DB-4C40-A06A-70A2B46A3459}"/>
              </a:ext>
            </a:extLst>
          </p:cNvPr>
          <p:cNvSpPr>
            <a:spLocks xmlns:a="http://schemas.openxmlformats.org/drawingml/2006/main" noGrp="1"/>
          </p:cNvSpPr>
          <p:nvPr/>
        </p:nvSpPr>
        <p:spPr>
          <a:xfrm xmlns:a="http://schemas.openxmlformats.org/drawingml/2006/main">
            <a:off x="7286625" y="42100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バス</a:t>
            </a:r>
          </a:p>
        </p:txBody>
      </p:sp>
      <p:sp>
        <p:nvSpPr>
          <p:cNvPr id="19" name="board-stable-ddr">
            <a:extLst xmlns:a="http://schemas.openxmlformats.org/drawingml/2006/main">
              <a:ext uri="{FF2B5EF4-FFF2-40B4-BE49-F238E27FC236}">
                <a16:creationId xmlns:a16="http://schemas.microsoft.com/office/drawing/2014/main" id="{16F11EE7-4A44-4AC0-8097-19BE9F021792}"/>
              </a:ext>
            </a:extLst>
          </p:cNvPr>
          <p:cNvSpPr>
            <a:spLocks xmlns:a="http://schemas.openxmlformats.org/drawingml/2006/main" noGrp="1"/>
          </p:cNvSpPr>
          <p:nvPr/>
        </p:nvSpPr>
        <p:spPr>
          <a:xfrm xmlns:a="http://schemas.openxmlformats.org/drawingml/2006/main">
            <a:off x="8162925" y="4010025"/>
            <a:ext cx="1400175" cy="638175"/>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20" name="text-307">
            <a:extLst xmlns:a="http://schemas.openxmlformats.org/drawingml/2006/main">
              <a:ext uri="{FF2B5EF4-FFF2-40B4-BE49-F238E27FC236}">
                <a16:creationId xmlns:a16="http://schemas.microsoft.com/office/drawing/2014/main" id="{901FCC1B-0230-4115-97FE-2DB50ACC3948}"/>
              </a:ext>
            </a:extLst>
          </p:cNvPr>
          <p:cNvSpPr>
            <a:spLocks xmlns:a="http://schemas.openxmlformats.org/drawingml/2006/main" noGrp="1"/>
          </p:cNvSpPr>
          <p:nvPr/>
        </p:nvSpPr>
        <p:spPr>
          <a:xfrm xmlns:a="http://schemas.openxmlformats.org/drawingml/2006/main">
            <a:off x="8239125" y="4067175"/>
            <a:ext cx="12477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88" b="1">
                <a:solidFill>
                  <a:srgbClr val="1572C3"/>
                </a:solidFill>
                <a:latin typeface="Yu Gothic"/>
                <a:ea typeface="Yu Gothic"/>
                <a:cs typeface="Yu Gothic"/>
              </a:defRPr>
            </a:defPPr>
            <a:lvl1pPr algn="ctr">
              <a:defRPr sz="1388" b="1">
                <a:solidFill>
                  <a:srgbClr val="1572C3"/>
                </a:solidFill>
                <a:latin typeface="Yu Gothic"/>
                <a:ea typeface="Yu Gothic"/>
                <a:cs typeface="Yu Gothic"/>
              </a:defRPr>
            </a:lvl1pPr>
            <a:lvl2pPr algn="ctr">
              <a:defRPr sz="1388" b="1">
                <a:solidFill>
                  <a:srgbClr val="1572C3"/>
                </a:solidFill>
                <a:latin typeface="Yu Gothic"/>
                <a:ea typeface="Yu Gothic"/>
                <a:cs typeface="Yu Gothic"/>
              </a:defRPr>
            </a:lvl2pPr>
            <a:lvl3pPr algn="ctr">
              <a:defRPr sz="1388" b="1">
                <a:solidFill>
                  <a:srgbClr val="1572C3"/>
                </a:solidFill>
                <a:latin typeface="Yu Gothic"/>
                <a:ea typeface="Yu Gothic"/>
                <a:cs typeface="Yu Gothic"/>
              </a:defRPr>
            </a:lvl3pPr>
            <a:lvl4pPr algn="ctr">
              <a:defRPr sz="1388" b="1">
                <a:solidFill>
                  <a:srgbClr val="1572C3"/>
                </a:solidFill>
                <a:latin typeface="Yu Gothic"/>
                <a:ea typeface="Yu Gothic"/>
                <a:cs typeface="Yu Gothic"/>
              </a:defRPr>
            </a:lvl4pPr>
            <a:lvl5pPr algn="ctr">
              <a:defRPr sz="1388" b="1">
                <a:solidFill>
                  <a:srgbClr val="1572C3"/>
                </a:solidFill>
                <a:latin typeface="Yu Gothic"/>
                <a:ea typeface="Yu Gothic"/>
                <a:cs typeface="Yu Gothic"/>
              </a:defRPr>
            </a:lvl5pPr>
            <a:lvl6pPr algn="ctr">
              <a:defRPr sz="1388" b="1">
                <a:solidFill>
                  <a:srgbClr val="1572C3"/>
                </a:solidFill>
                <a:latin typeface="Yu Gothic"/>
                <a:ea typeface="Yu Gothic"/>
                <a:cs typeface="Yu Gothic"/>
              </a:defRPr>
            </a:lvl6pPr>
            <a:lvl7pPr algn="ctr">
              <a:defRPr sz="1388" b="1">
                <a:solidFill>
                  <a:srgbClr val="1572C3"/>
                </a:solidFill>
                <a:latin typeface="Yu Gothic"/>
                <a:ea typeface="Yu Gothic"/>
                <a:cs typeface="Yu Gothic"/>
              </a:defRPr>
            </a:lvl7pPr>
            <a:lvl8pPr algn="ctr">
              <a:defRPr sz="1388" b="1">
                <a:solidFill>
                  <a:srgbClr val="1572C3"/>
                </a:solidFill>
                <a:latin typeface="Yu Gothic"/>
                <a:ea typeface="Yu Gothic"/>
                <a:cs typeface="Yu Gothic"/>
              </a:defRPr>
            </a:lvl8pPr>
            <a:lvl9pPr algn="ctr">
              <a:defRPr sz="1388" b="1">
                <a:solidFill>
                  <a:srgbClr val="1572C3"/>
                </a:solidFill>
                <a:latin typeface="Yu Gothic"/>
                <a:ea typeface="Yu Gothic"/>
                <a:cs typeface="Yu Gothic"/>
              </a:defRPr>
            </a:lvl9pPr>
          </a:lstStyle>
          <a:p xmlns:a="http://schemas.openxmlformats.org/drawingml/2006/main">
            <a:pPr algn="ctr">
              <a:defRPr sz="1388" b="1">
                <a:solidFill>
                  <a:srgbClr val="1572C3"/>
                </a:solidFill>
                <a:latin typeface="Yu Gothic"/>
                <a:ea typeface="Yu Gothic"/>
                <a:cs typeface="Yu Gothic"/>
              </a:defRPr>
            </a:pPr>
            <a:r>
              <a:rPr sz="1388" b="1">
                <a:solidFill>
                  <a:srgbClr val="1572C3"/>
                </a:solidFill>
                <a:latin typeface="Yu Gothic"/>
                <a:ea typeface="Yu Gothic"/>
                <a:cs typeface="Yu Gothic"/>
              </a:rPr>
              <a:t>DDR</a:t>
            </a:r>
          </a:p>
          <a:p xmlns:a="http://schemas.openxmlformats.org/drawingml/2006/main">
            <a:pPr algn="ctr">
              <a:defRPr sz="1388" b="1">
                <a:solidFill>
                  <a:srgbClr val="1572C3"/>
                </a:solidFill>
                <a:latin typeface="Yu Gothic"/>
                <a:ea typeface="Yu Gothic"/>
                <a:cs typeface="Yu Gothic"/>
              </a:defRPr>
            </a:pPr>
            <a:r>
              <a:rPr sz="1388" b="1">
                <a:solidFill>
                  <a:srgbClr val="1572C3"/>
                </a:solidFill>
                <a:latin typeface="Yu Gothic"/>
                <a:ea typeface="Yu Gothic"/>
                <a:cs typeface="Yu Gothic"/>
              </a:rPr>
              <a:t>コントローラー</a:t>
            </a:r>
          </a:p>
        </p:txBody>
      </p:sp>
      <p:sp>
        <p:nvSpPr>
          <p:cNvPr id="21" name="text-308">
            <a:extLst xmlns:a="http://schemas.openxmlformats.org/drawingml/2006/main">
              <a:ext uri="{FF2B5EF4-FFF2-40B4-BE49-F238E27FC236}">
                <a16:creationId xmlns:a16="http://schemas.microsoft.com/office/drawing/2014/main" id="{A30B5B79-22E5-478C-8581-EDE38DE83A9A}"/>
              </a:ext>
            </a:extLst>
          </p:cNvPr>
          <p:cNvSpPr>
            <a:spLocks xmlns:a="http://schemas.openxmlformats.org/drawingml/2006/main" noGrp="1"/>
          </p:cNvSpPr>
          <p:nvPr/>
        </p:nvSpPr>
        <p:spPr>
          <a:xfrm xmlns:a="http://schemas.openxmlformats.org/drawingml/2006/main">
            <a:off x="7981950" y="3667125"/>
            <a:ext cx="1790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AMD提供（MIG）</a:t>
            </a:r>
          </a:p>
        </p:txBody>
      </p:sp>
      <p:sp>
        <p:nvSpPr>
          <p:cNvPr id="22" name="wire-309">
            <a:extLst xmlns:a="http://schemas.openxmlformats.org/drawingml/2006/main">
              <a:ext uri="{FF2B5EF4-FFF2-40B4-BE49-F238E27FC236}">
                <a16:creationId xmlns:a16="http://schemas.microsoft.com/office/drawing/2014/main" id="{1EEE7EA6-5504-4AD4-A6EA-4A2B7AF4BC83}"/>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23" name="circuit-310">
            <a:extLst xmlns:a="http://schemas.openxmlformats.org/drawingml/2006/main">
              <a:ext uri="{FF2B5EF4-FFF2-40B4-BE49-F238E27FC236}">
                <a16:creationId xmlns:a16="http://schemas.microsoft.com/office/drawing/2014/main" id="{EF5F59EB-AFD3-414D-A572-12D20A5E98E9}"/>
              </a:ext>
            </a:extLst>
          </p:cNvPr>
          <p:cNvSpPr>
            <a:spLocks xmlns:a="http://schemas.openxmlformats.org/drawingml/2006/main" noGrp="1"/>
          </p:cNvSpPr>
          <p:nvPr/>
        </p:nvSpPr>
        <p:spPr>
          <a:xfrm xmlns:a="http://schemas.openxmlformats.org/drawingml/2006/main">
            <a:off x="9934575" y="4302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wire-311">
            <a:extLst xmlns:a="http://schemas.openxmlformats.org/drawingml/2006/main">
              <a:ext uri="{FF2B5EF4-FFF2-40B4-BE49-F238E27FC236}">
                <a16:creationId xmlns:a16="http://schemas.microsoft.com/office/drawing/2014/main" id="{D8D54446-FEF0-4DB2-98AE-B1D80CD68668}"/>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25" name="circuit-312">
            <a:extLst xmlns:a="http://schemas.openxmlformats.org/drawingml/2006/main">
              <a:ext uri="{FF2B5EF4-FFF2-40B4-BE49-F238E27FC236}">
                <a16:creationId xmlns:a16="http://schemas.microsoft.com/office/drawing/2014/main" id="{FC1D459C-B24F-4CDA-85C8-A22D13816479}"/>
              </a:ext>
            </a:extLst>
          </p:cNvPr>
          <p:cNvSpPr>
            <a:spLocks xmlns:a="http://schemas.openxmlformats.org/drawingml/2006/main" noGrp="1"/>
          </p:cNvSpPr>
          <p:nvPr/>
        </p:nvSpPr>
        <p:spPr>
          <a:xfrm xmlns:a="http://schemas.openxmlformats.org/drawingml/2006/main">
            <a:off x="9563100" y="4302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6" name="wire-313">
            <a:extLst xmlns:a="http://schemas.openxmlformats.org/drawingml/2006/main">
              <a:ext uri="{FF2B5EF4-FFF2-40B4-BE49-F238E27FC236}">
                <a16:creationId xmlns:a16="http://schemas.microsoft.com/office/drawing/2014/main" id="{657D173F-0DBA-40FE-A0EF-AC71E0EDC298}"/>
              </a:ext>
            </a:extLst>
          </p:cNvPr>
          <p:cNvSpPr>
            <a:spLocks xmlns:a="http://schemas.openxmlformats.org/drawingml/2006/main" noGrp="1"/>
          </p:cNvSpPr>
          <p:nvPr/>
        </p:nvSpPr>
        <p:spPr>
          <a:xfrm xmlns:a="http://schemas.openxmlformats.org/drawingml/2006/main">
            <a:off x="7924800" y="4314825"/>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20955">
            <a:solidFill>
              <a:srgbClr val="9FA9B9"/>
            </a:solidFill>
          </a:ln>
        </p:spPr>
      </p:sp>
      <p:sp>
        <p:nvSpPr>
          <p:cNvPr id="27" name="wire-314">
            <a:extLst xmlns:a="http://schemas.openxmlformats.org/drawingml/2006/main">
              <a:ext uri="{FF2B5EF4-FFF2-40B4-BE49-F238E27FC236}">
                <a16:creationId xmlns:a16="http://schemas.microsoft.com/office/drawing/2014/main" id="{B3CA28E9-EC13-425E-ACA2-F906882E1C85}"/>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3813">
            <a:solidFill>
              <a:srgbClr val="1572C3"/>
            </a:solidFill>
          </a:ln>
        </p:spPr>
      </p:sp>
      <p:sp>
        <p:nvSpPr>
          <p:cNvPr id="28" name="circuit-315">
            <a:extLst xmlns:a="http://schemas.openxmlformats.org/drawingml/2006/main">
              <a:ext uri="{FF2B5EF4-FFF2-40B4-BE49-F238E27FC236}">
                <a16:creationId xmlns:a16="http://schemas.microsoft.com/office/drawing/2014/main" id="{DC818A81-61A2-4353-A77A-E13F1998044C}"/>
              </a:ext>
            </a:extLst>
          </p:cNvPr>
          <p:cNvSpPr>
            <a:spLocks xmlns:a="http://schemas.openxmlformats.org/drawingml/2006/main" noGrp="1"/>
          </p:cNvSpPr>
          <p:nvPr/>
        </p:nvSpPr>
        <p:spPr>
          <a:xfrm xmlns:a="http://schemas.openxmlformats.org/drawingml/2006/main">
            <a:off x="7848600" y="45310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9" name="wire-316">
            <a:extLst xmlns:a="http://schemas.openxmlformats.org/drawingml/2006/main">
              <a:ext uri="{FF2B5EF4-FFF2-40B4-BE49-F238E27FC236}">
                <a16:creationId xmlns:a16="http://schemas.microsoft.com/office/drawing/2014/main" id="{1A17A2B5-A38D-4CD7-9D31-05D4C7C4BA14}"/>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23813">
            <a:solidFill>
              <a:srgbClr val="1572C3"/>
            </a:solidFill>
          </a:ln>
        </p:spPr>
      </p:sp>
      <p:sp>
        <p:nvSpPr>
          <p:cNvPr id="30" name="circuit-317">
            <a:extLst xmlns:a="http://schemas.openxmlformats.org/drawingml/2006/main">
              <a:ext uri="{FF2B5EF4-FFF2-40B4-BE49-F238E27FC236}">
                <a16:creationId xmlns:a16="http://schemas.microsoft.com/office/drawing/2014/main" id="{E1D9005A-2560-46B6-958E-1FDE3F7E60BC}"/>
              </a:ext>
            </a:extLst>
          </p:cNvPr>
          <p:cNvSpPr>
            <a:spLocks xmlns:a="http://schemas.openxmlformats.org/drawingml/2006/main" noGrp="1"/>
          </p:cNvSpPr>
          <p:nvPr/>
        </p:nvSpPr>
        <p:spPr>
          <a:xfrm xmlns:a="http://schemas.openxmlformats.org/drawingml/2006/main">
            <a:off x="7810500" y="45310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1" name="wire-318">
            <a:extLst xmlns:a="http://schemas.openxmlformats.org/drawingml/2006/main">
              <a:ext uri="{FF2B5EF4-FFF2-40B4-BE49-F238E27FC236}">
                <a16:creationId xmlns:a16="http://schemas.microsoft.com/office/drawing/2014/main" id="{633A49EE-B4E4-47F5-B311-EFAFC7A074C1}"/>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32" name="circuit-319">
            <a:extLst xmlns:a="http://schemas.openxmlformats.org/drawingml/2006/main">
              <a:ext uri="{FF2B5EF4-FFF2-40B4-BE49-F238E27FC236}">
                <a16:creationId xmlns:a16="http://schemas.microsoft.com/office/drawing/2014/main" id="{D514DCC3-95CD-4344-8683-A19BDA8F9723}"/>
              </a:ext>
            </a:extLst>
          </p:cNvPr>
          <p:cNvSpPr>
            <a:spLocks xmlns:a="http://schemas.openxmlformats.org/drawingml/2006/main" noGrp="1"/>
          </p:cNvSpPr>
          <p:nvPr/>
        </p:nvSpPr>
        <p:spPr>
          <a:xfrm xmlns:a="http://schemas.openxmlformats.org/drawingml/2006/main">
            <a:off x="8086725" y="4283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3" name="wire-320">
            <a:extLst xmlns:a="http://schemas.openxmlformats.org/drawingml/2006/main">
              <a:ext uri="{FF2B5EF4-FFF2-40B4-BE49-F238E27FC236}">
                <a16:creationId xmlns:a16="http://schemas.microsoft.com/office/drawing/2014/main" id="{23211670-8DF5-4F0D-9ACB-04528A475FE0}"/>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34" name="circuit-321">
            <a:extLst xmlns:a="http://schemas.openxmlformats.org/drawingml/2006/main">
              <a:ext uri="{FF2B5EF4-FFF2-40B4-BE49-F238E27FC236}">
                <a16:creationId xmlns:a16="http://schemas.microsoft.com/office/drawing/2014/main" id="{E56746A3-16B7-41B3-B142-7E1024FC706F}"/>
              </a:ext>
            </a:extLst>
          </p:cNvPr>
          <p:cNvSpPr>
            <a:spLocks xmlns:a="http://schemas.openxmlformats.org/drawingml/2006/main" noGrp="1"/>
          </p:cNvSpPr>
          <p:nvPr/>
        </p:nvSpPr>
        <p:spPr>
          <a:xfrm xmlns:a="http://schemas.openxmlformats.org/drawingml/2006/main">
            <a:off x="7924800" y="428339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5" name="text-322">
            <a:extLst xmlns:a="http://schemas.openxmlformats.org/drawingml/2006/main">
              <a:ext uri="{FF2B5EF4-FFF2-40B4-BE49-F238E27FC236}">
                <a16:creationId xmlns:a16="http://schemas.microsoft.com/office/drawing/2014/main" id="{7C8C36CF-579F-4EE8-966A-87C00383870C}"/>
              </a:ext>
            </a:extLst>
          </p:cNvPr>
          <p:cNvSpPr>
            <a:spLocks xmlns:a="http://schemas.openxmlformats.org/drawingml/2006/main" noGrp="1"/>
          </p:cNvSpPr>
          <p:nvPr/>
        </p:nvSpPr>
        <p:spPr>
          <a:xfrm xmlns:a="http://schemas.openxmlformats.org/drawingml/2006/main">
            <a:off x="3390900" y="2838450"/>
            <a:ext cx="3562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Yu Gothic"/>
                <a:ea typeface="Yu Gothic"/>
                <a:cs typeface="Yu Gothic"/>
              </a:defRPr>
            </a:defPPr>
            <a:lvl1pPr algn="l">
              <a:defRPr sz="1275" b="1">
                <a:solidFill>
                  <a:srgbClr val="231F20"/>
                </a:solidFill>
                <a:latin typeface="Yu Gothic"/>
                <a:ea typeface="Yu Gothic"/>
                <a:cs typeface="Yu Gothic"/>
              </a:defRPr>
            </a:lvl1pPr>
            <a:lvl2pPr algn="l">
              <a:defRPr sz="1275" b="1">
                <a:solidFill>
                  <a:srgbClr val="231F20"/>
                </a:solidFill>
                <a:latin typeface="Yu Gothic"/>
                <a:ea typeface="Yu Gothic"/>
                <a:cs typeface="Yu Gothic"/>
              </a:defRPr>
            </a:lvl2pPr>
            <a:lvl3pPr algn="l">
              <a:defRPr sz="1275" b="1">
                <a:solidFill>
                  <a:srgbClr val="231F20"/>
                </a:solidFill>
                <a:latin typeface="Yu Gothic"/>
                <a:ea typeface="Yu Gothic"/>
                <a:cs typeface="Yu Gothic"/>
              </a:defRPr>
            </a:lvl3pPr>
            <a:lvl4pPr algn="l">
              <a:defRPr sz="1275" b="1">
                <a:solidFill>
                  <a:srgbClr val="231F20"/>
                </a:solidFill>
                <a:latin typeface="Yu Gothic"/>
                <a:ea typeface="Yu Gothic"/>
                <a:cs typeface="Yu Gothic"/>
              </a:defRPr>
            </a:lvl4pPr>
            <a:lvl5pPr algn="l">
              <a:defRPr sz="1275" b="1">
                <a:solidFill>
                  <a:srgbClr val="231F20"/>
                </a:solidFill>
                <a:latin typeface="Yu Gothic"/>
                <a:ea typeface="Yu Gothic"/>
                <a:cs typeface="Yu Gothic"/>
              </a:defRPr>
            </a:lvl5pPr>
            <a:lvl6pPr algn="l">
              <a:defRPr sz="1275" b="1">
                <a:solidFill>
                  <a:srgbClr val="231F20"/>
                </a:solidFill>
                <a:latin typeface="Yu Gothic"/>
                <a:ea typeface="Yu Gothic"/>
                <a:cs typeface="Yu Gothic"/>
              </a:defRPr>
            </a:lvl6pPr>
            <a:lvl7pPr algn="l">
              <a:defRPr sz="1275" b="1">
                <a:solidFill>
                  <a:srgbClr val="231F20"/>
                </a:solidFill>
                <a:latin typeface="Yu Gothic"/>
                <a:ea typeface="Yu Gothic"/>
                <a:cs typeface="Yu Gothic"/>
              </a:defRPr>
            </a:lvl7pPr>
            <a:lvl8pPr algn="l">
              <a:defRPr sz="1275" b="1">
                <a:solidFill>
                  <a:srgbClr val="231F20"/>
                </a:solidFill>
                <a:latin typeface="Yu Gothic"/>
                <a:ea typeface="Yu Gothic"/>
                <a:cs typeface="Yu Gothic"/>
              </a:defRPr>
            </a:lvl8pPr>
            <a:lvl9pPr algn="l">
              <a:defRPr sz="1275" b="1">
                <a:solidFill>
                  <a:srgbClr val="231F20"/>
                </a:solidFill>
                <a:latin typeface="Yu Gothic"/>
                <a:ea typeface="Yu Gothic"/>
                <a:cs typeface="Yu Gothic"/>
              </a:defRPr>
            </a:lvl9pPr>
          </a:lstStyle>
          <a:p xmlns:a="http://schemas.openxmlformats.org/drawingml/2006/main">
            <a:pPr algn="l">
              <a:defRPr sz="1275" b="1">
                <a:solidFill>
                  <a:srgbClr val="231F20"/>
                </a:solidFill>
                <a:latin typeface="Yu Gothic"/>
                <a:ea typeface="Yu Gothic"/>
                <a:cs typeface="Yu Gothic"/>
              </a:defRPr>
            </a:pPr>
            <a:r>
              <a:rPr sz="1275" b="1">
                <a:solidFill>
                  <a:srgbClr val="231F20"/>
                </a:solidFill>
                <a:latin typeface="Yu Gothic"/>
                <a:ea typeface="Yu Gothic"/>
                <a:cs typeface="Yu Gothic"/>
              </a:rPr>
              <a:t>命令から取り出す内容</a:t>
            </a:r>
          </a:p>
        </p:txBody>
      </p:sp>
      <p:sp>
        <p:nvSpPr>
          <p:cNvPr id="36" name="block-323">
            <a:extLst xmlns:a="http://schemas.openxmlformats.org/drawingml/2006/main">
              <a:ext uri="{FF2B5EF4-FFF2-40B4-BE49-F238E27FC236}">
                <a16:creationId xmlns:a16="http://schemas.microsoft.com/office/drawing/2014/main" id="{AE2ADB5B-0A06-4427-8658-9EC60CFB4829}"/>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37" name="text-324">
            <a:extLst xmlns:a="http://schemas.openxmlformats.org/drawingml/2006/main">
              <a:ext uri="{FF2B5EF4-FFF2-40B4-BE49-F238E27FC236}">
                <a16:creationId xmlns:a16="http://schemas.microsoft.com/office/drawing/2014/main" id="{E6B9D72D-8499-4BBA-B594-9B79B9D53F7B}"/>
              </a:ext>
            </a:extLst>
          </p:cNvPr>
          <p:cNvSpPr>
            <a:spLocks xmlns:a="http://schemas.openxmlformats.org/drawingml/2006/main" noGrp="1"/>
          </p:cNvSpPr>
          <p:nvPr/>
        </p:nvSpPr>
        <p:spPr>
          <a:xfrm xmlns:a="http://schemas.openxmlformats.org/drawingml/2006/main">
            <a:off x="3419475" y="3048000"/>
            <a:ext cx="12573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Yu Gothic"/>
                <a:ea typeface="Yu Gothic"/>
                <a:cs typeface="Yu Gothic"/>
              </a:defRPr>
            </a:defPPr>
            <a:lvl1pPr algn="ctr">
              <a:defRPr sz="1200" b="0">
                <a:solidFill>
                  <a:srgbClr val="9FA9B9"/>
                </a:solidFill>
                <a:latin typeface="Yu Gothic"/>
                <a:ea typeface="Yu Gothic"/>
                <a:cs typeface="Yu Gothic"/>
              </a:defRPr>
            </a:lvl1pPr>
            <a:lvl2pPr algn="ctr">
              <a:defRPr sz="1200" b="0">
                <a:solidFill>
                  <a:srgbClr val="9FA9B9"/>
                </a:solidFill>
                <a:latin typeface="Yu Gothic"/>
                <a:ea typeface="Yu Gothic"/>
                <a:cs typeface="Yu Gothic"/>
              </a:defRPr>
            </a:lvl2pPr>
            <a:lvl3pPr algn="ctr">
              <a:defRPr sz="1200" b="0">
                <a:solidFill>
                  <a:srgbClr val="9FA9B9"/>
                </a:solidFill>
                <a:latin typeface="Yu Gothic"/>
                <a:ea typeface="Yu Gothic"/>
                <a:cs typeface="Yu Gothic"/>
              </a:defRPr>
            </a:lvl3pPr>
            <a:lvl4pPr algn="ctr">
              <a:defRPr sz="1200" b="0">
                <a:solidFill>
                  <a:srgbClr val="9FA9B9"/>
                </a:solidFill>
                <a:latin typeface="Yu Gothic"/>
                <a:ea typeface="Yu Gothic"/>
                <a:cs typeface="Yu Gothic"/>
              </a:defRPr>
            </a:lvl4pPr>
            <a:lvl5pPr algn="ctr">
              <a:defRPr sz="1200" b="0">
                <a:solidFill>
                  <a:srgbClr val="9FA9B9"/>
                </a:solidFill>
                <a:latin typeface="Yu Gothic"/>
                <a:ea typeface="Yu Gothic"/>
                <a:cs typeface="Yu Gothic"/>
              </a:defRPr>
            </a:lvl5pPr>
            <a:lvl6pPr algn="ctr">
              <a:defRPr sz="1200" b="0">
                <a:solidFill>
                  <a:srgbClr val="9FA9B9"/>
                </a:solidFill>
                <a:latin typeface="Yu Gothic"/>
                <a:ea typeface="Yu Gothic"/>
                <a:cs typeface="Yu Gothic"/>
              </a:defRPr>
            </a:lvl6pPr>
            <a:lvl7pPr algn="ctr">
              <a:defRPr sz="1200" b="0">
                <a:solidFill>
                  <a:srgbClr val="9FA9B9"/>
                </a:solidFill>
                <a:latin typeface="Yu Gothic"/>
                <a:ea typeface="Yu Gothic"/>
                <a:cs typeface="Yu Gothic"/>
              </a:defRPr>
            </a:lvl7pPr>
            <a:lvl8pPr algn="ctr">
              <a:defRPr sz="1200" b="0">
                <a:solidFill>
                  <a:srgbClr val="9FA9B9"/>
                </a:solidFill>
                <a:latin typeface="Yu Gothic"/>
                <a:ea typeface="Yu Gothic"/>
                <a:cs typeface="Yu Gothic"/>
              </a:defRPr>
            </a:lvl8pPr>
            <a:lvl9pPr algn="ctr">
              <a:defRPr sz="1200" b="0">
                <a:solidFill>
                  <a:srgbClr val="9FA9B9"/>
                </a:solidFill>
                <a:latin typeface="Yu Gothic"/>
                <a:ea typeface="Yu Gothic"/>
                <a:cs typeface="Yu Gothic"/>
              </a:defRPr>
            </a:lvl9pPr>
          </a:lstStyle>
          <a:p xmlns:a="http://schemas.openxmlformats.org/drawingml/2006/main">
            <a:pPr algn="ctr">
              <a:defRPr sz="1200" b="0">
                <a:solidFill>
                  <a:srgbClr val="9FA9B9"/>
                </a:solidFill>
                <a:latin typeface="Yu Gothic"/>
                <a:ea typeface="Yu Gothic"/>
                <a:cs typeface="Yu Gothic"/>
              </a:defRPr>
            </a:pPr>
            <a:r>
              <a:rPr sz="1200" b="0">
                <a:solidFill>
                  <a:srgbClr val="9FA9B9"/>
                </a:solidFill>
                <a:latin typeface="Yu Gothic"/>
                <a:ea typeface="Yu Gothic"/>
                <a:cs typeface="Yu Gothic"/>
              </a:rPr>
              <a:t>即値</a:t>
            </a:r>
          </a:p>
        </p:txBody>
      </p:sp>
      <p:sp>
        <p:nvSpPr>
          <p:cNvPr id="38" name="text-325">
            <a:extLst xmlns:a="http://schemas.openxmlformats.org/drawingml/2006/main">
              <a:ext uri="{FF2B5EF4-FFF2-40B4-BE49-F238E27FC236}">
                <a16:creationId xmlns:a16="http://schemas.microsoft.com/office/drawing/2014/main" id="{B81DF0EE-E7A3-4AA3-96CB-11D022DF7C50}"/>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12</a:t>
            </a:r>
          </a:p>
        </p:txBody>
      </p:sp>
      <p:sp>
        <p:nvSpPr>
          <p:cNvPr id="39" name="block-326">
            <a:extLst xmlns:a="http://schemas.openxmlformats.org/drawingml/2006/main">
              <a:ext uri="{FF2B5EF4-FFF2-40B4-BE49-F238E27FC236}">
                <a16:creationId xmlns:a16="http://schemas.microsoft.com/office/drawing/2014/main" id="{629CFF79-E0E5-4C21-BFA3-BEB6646351C6}"/>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40" name="text-327">
            <a:extLst xmlns:a="http://schemas.openxmlformats.org/drawingml/2006/main">
              <a:ext uri="{FF2B5EF4-FFF2-40B4-BE49-F238E27FC236}">
                <a16:creationId xmlns:a16="http://schemas.microsoft.com/office/drawing/2014/main" id="{0833BA7C-ACA0-4110-BCC9-84A7840C4840}"/>
              </a:ext>
            </a:extLst>
          </p:cNvPr>
          <p:cNvSpPr>
            <a:spLocks xmlns:a="http://schemas.openxmlformats.org/drawingml/2006/main" noGrp="1"/>
          </p:cNvSpPr>
          <p:nvPr/>
        </p:nvSpPr>
        <p:spPr>
          <a:xfrm xmlns:a="http://schemas.openxmlformats.org/drawingml/2006/main">
            <a:off x="467677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Arial"/>
                <a:ea typeface="Arial"/>
                <a:cs typeface="Arial"/>
              </a:defRPr>
            </a:defPPr>
            <a:lvl1pPr algn="ctr">
              <a:defRPr sz="1200" b="0">
                <a:solidFill>
                  <a:srgbClr val="9FA9B9"/>
                </a:solidFill>
                <a:latin typeface="Arial"/>
                <a:ea typeface="Arial"/>
                <a:cs typeface="Arial"/>
              </a:defRPr>
            </a:lvl1pPr>
            <a:lvl2pPr algn="ctr">
              <a:defRPr sz="1200" b="0">
                <a:solidFill>
                  <a:srgbClr val="9FA9B9"/>
                </a:solidFill>
                <a:latin typeface="Arial"/>
                <a:ea typeface="Arial"/>
                <a:cs typeface="Arial"/>
              </a:defRPr>
            </a:lvl2pPr>
            <a:lvl3pPr algn="ctr">
              <a:defRPr sz="1200" b="0">
                <a:solidFill>
                  <a:srgbClr val="9FA9B9"/>
                </a:solidFill>
                <a:latin typeface="Arial"/>
                <a:ea typeface="Arial"/>
                <a:cs typeface="Arial"/>
              </a:defRPr>
            </a:lvl3pPr>
            <a:lvl4pPr algn="ctr">
              <a:defRPr sz="1200" b="0">
                <a:solidFill>
                  <a:srgbClr val="9FA9B9"/>
                </a:solidFill>
                <a:latin typeface="Arial"/>
                <a:ea typeface="Arial"/>
                <a:cs typeface="Arial"/>
              </a:defRPr>
            </a:lvl4pPr>
            <a:lvl5pPr algn="ctr">
              <a:defRPr sz="1200" b="0">
                <a:solidFill>
                  <a:srgbClr val="9FA9B9"/>
                </a:solidFill>
                <a:latin typeface="Arial"/>
                <a:ea typeface="Arial"/>
                <a:cs typeface="Arial"/>
              </a:defRPr>
            </a:lvl5pPr>
            <a:lvl6pPr algn="ctr">
              <a:defRPr sz="1200" b="0">
                <a:solidFill>
                  <a:srgbClr val="9FA9B9"/>
                </a:solidFill>
                <a:latin typeface="Arial"/>
                <a:ea typeface="Arial"/>
                <a:cs typeface="Arial"/>
              </a:defRPr>
            </a:lvl6pPr>
            <a:lvl7pPr algn="ctr">
              <a:defRPr sz="1200" b="0">
                <a:solidFill>
                  <a:srgbClr val="9FA9B9"/>
                </a:solidFill>
                <a:latin typeface="Arial"/>
                <a:ea typeface="Arial"/>
                <a:cs typeface="Arial"/>
              </a:defRPr>
            </a:lvl7pPr>
            <a:lvl8pPr algn="ctr">
              <a:defRPr sz="1200" b="0">
                <a:solidFill>
                  <a:srgbClr val="9FA9B9"/>
                </a:solidFill>
                <a:latin typeface="Arial"/>
                <a:ea typeface="Arial"/>
                <a:cs typeface="Arial"/>
              </a:defRPr>
            </a:lvl8pPr>
            <a:lvl9pPr algn="ctr">
              <a:defRPr sz="1200" b="0">
                <a:solidFill>
                  <a:srgbClr val="9FA9B9"/>
                </a:solidFill>
                <a:latin typeface="Arial"/>
                <a:ea typeface="Arial"/>
                <a:cs typeface="Arial"/>
              </a:defRPr>
            </a:lvl9pPr>
          </a:lstStyle>
          <a:p xmlns:a="http://schemas.openxmlformats.org/drawingml/2006/main">
            <a:pPr algn="ctr">
              <a:defRPr sz="1200" b="0">
                <a:solidFill>
                  <a:srgbClr val="9FA9B9"/>
                </a:solidFill>
                <a:latin typeface="Arial"/>
                <a:ea typeface="Arial"/>
                <a:cs typeface="Arial"/>
              </a:defRPr>
            </a:pPr>
            <a:r>
              <a:rPr sz="1200" b="0">
                <a:solidFill>
                  <a:srgbClr val="9FA9B9"/>
                </a:solidFill>
                <a:latin typeface="Arial"/>
                <a:ea typeface="Arial"/>
                <a:cs typeface="Arial"/>
              </a:rPr>
              <a:t>A1</a:t>
            </a:r>
          </a:p>
        </p:txBody>
      </p:sp>
      <p:sp>
        <p:nvSpPr>
          <p:cNvPr id="41" name="text-328">
            <a:extLst xmlns:a="http://schemas.openxmlformats.org/drawingml/2006/main">
              <a:ext uri="{FF2B5EF4-FFF2-40B4-BE49-F238E27FC236}">
                <a16:creationId xmlns:a16="http://schemas.microsoft.com/office/drawing/2014/main" id="{52CE126A-8B0C-479E-B8E7-874271A9055F}"/>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0</a:t>
            </a:r>
          </a:p>
        </p:txBody>
      </p:sp>
      <p:sp>
        <p:nvSpPr>
          <p:cNvPr id="42" name="block-329">
            <a:extLst xmlns:a="http://schemas.openxmlformats.org/drawingml/2006/main">
              <a:ext uri="{FF2B5EF4-FFF2-40B4-BE49-F238E27FC236}">
                <a16:creationId xmlns:a16="http://schemas.microsoft.com/office/drawing/2014/main" id="{8876F8CD-345E-4640-8144-119D651255B0}"/>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43" name="text-330">
            <a:extLst xmlns:a="http://schemas.openxmlformats.org/drawingml/2006/main">
              <a:ext uri="{FF2B5EF4-FFF2-40B4-BE49-F238E27FC236}">
                <a16:creationId xmlns:a16="http://schemas.microsoft.com/office/drawing/2014/main" id="{36CEE592-4CDF-4D2A-A056-C09DB5BD4C7E}"/>
              </a:ext>
            </a:extLst>
          </p:cNvPr>
          <p:cNvSpPr>
            <a:spLocks xmlns:a="http://schemas.openxmlformats.org/drawingml/2006/main" noGrp="1"/>
          </p:cNvSpPr>
          <p:nvPr/>
        </p:nvSpPr>
        <p:spPr>
          <a:xfrm xmlns:a="http://schemas.openxmlformats.org/drawingml/2006/main">
            <a:off x="5267325" y="3048000"/>
            <a:ext cx="10287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Arial"/>
                <a:ea typeface="Arial"/>
                <a:cs typeface="Arial"/>
              </a:defRPr>
            </a:defPPr>
            <a:lvl1pPr algn="ctr">
              <a:defRPr sz="1200" b="0">
                <a:solidFill>
                  <a:srgbClr val="9FA9B9"/>
                </a:solidFill>
                <a:latin typeface="Arial"/>
                <a:ea typeface="Arial"/>
                <a:cs typeface="Arial"/>
              </a:defRPr>
            </a:lvl1pPr>
            <a:lvl2pPr algn="ctr">
              <a:defRPr sz="1200" b="0">
                <a:solidFill>
                  <a:srgbClr val="9FA9B9"/>
                </a:solidFill>
                <a:latin typeface="Arial"/>
                <a:ea typeface="Arial"/>
                <a:cs typeface="Arial"/>
              </a:defRPr>
            </a:lvl2pPr>
            <a:lvl3pPr algn="ctr">
              <a:defRPr sz="1200" b="0">
                <a:solidFill>
                  <a:srgbClr val="9FA9B9"/>
                </a:solidFill>
                <a:latin typeface="Arial"/>
                <a:ea typeface="Arial"/>
                <a:cs typeface="Arial"/>
              </a:defRPr>
            </a:lvl3pPr>
            <a:lvl4pPr algn="ctr">
              <a:defRPr sz="1200" b="0">
                <a:solidFill>
                  <a:srgbClr val="9FA9B9"/>
                </a:solidFill>
                <a:latin typeface="Arial"/>
                <a:ea typeface="Arial"/>
                <a:cs typeface="Arial"/>
              </a:defRPr>
            </a:lvl4pPr>
            <a:lvl5pPr algn="ctr">
              <a:defRPr sz="1200" b="0">
                <a:solidFill>
                  <a:srgbClr val="9FA9B9"/>
                </a:solidFill>
                <a:latin typeface="Arial"/>
                <a:ea typeface="Arial"/>
                <a:cs typeface="Arial"/>
              </a:defRPr>
            </a:lvl5pPr>
            <a:lvl6pPr algn="ctr">
              <a:defRPr sz="1200" b="0">
                <a:solidFill>
                  <a:srgbClr val="9FA9B9"/>
                </a:solidFill>
                <a:latin typeface="Arial"/>
                <a:ea typeface="Arial"/>
                <a:cs typeface="Arial"/>
              </a:defRPr>
            </a:lvl6pPr>
            <a:lvl7pPr algn="ctr">
              <a:defRPr sz="1200" b="0">
                <a:solidFill>
                  <a:srgbClr val="9FA9B9"/>
                </a:solidFill>
                <a:latin typeface="Arial"/>
                <a:ea typeface="Arial"/>
                <a:cs typeface="Arial"/>
              </a:defRPr>
            </a:lvl7pPr>
            <a:lvl8pPr algn="ctr">
              <a:defRPr sz="1200" b="0">
                <a:solidFill>
                  <a:srgbClr val="9FA9B9"/>
                </a:solidFill>
                <a:latin typeface="Arial"/>
                <a:ea typeface="Arial"/>
                <a:cs typeface="Arial"/>
              </a:defRPr>
            </a:lvl8pPr>
            <a:lvl9pPr algn="ctr">
              <a:defRPr sz="1200" b="0">
                <a:solidFill>
                  <a:srgbClr val="9FA9B9"/>
                </a:solidFill>
                <a:latin typeface="Arial"/>
                <a:ea typeface="Arial"/>
                <a:cs typeface="Arial"/>
              </a:defRPr>
            </a:lvl9pPr>
          </a:lstStyle>
          <a:p xmlns:a="http://schemas.openxmlformats.org/drawingml/2006/main">
            <a:pPr algn="ctr">
              <a:defRPr sz="1200" b="0">
                <a:solidFill>
                  <a:srgbClr val="9FA9B9"/>
                </a:solidFill>
                <a:latin typeface="Arial"/>
                <a:ea typeface="Arial"/>
                <a:cs typeface="Arial"/>
              </a:defRPr>
            </a:pPr>
            <a:r>
              <a:rPr sz="1200" b="0">
                <a:solidFill>
                  <a:srgbClr val="9FA9B9"/>
                </a:solidFill>
                <a:latin typeface="Arial"/>
                <a:ea typeface="Arial"/>
                <a:cs typeface="Arial"/>
              </a:rPr>
              <a:t>A2</a:t>
            </a:r>
          </a:p>
        </p:txBody>
      </p:sp>
      <p:sp>
        <p:nvSpPr>
          <p:cNvPr id="44" name="text-331">
            <a:extLst xmlns:a="http://schemas.openxmlformats.org/drawingml/2006/main">
              <a:ext uri="{FF2B5EF4-FFF2-40B4-BE49-F238E27FC236}">
                <a16:creationId xmlns:a16="http://schemas.microsoft.com/office/drawing/2014/main" id="{4DF41DCD-E5A8-4F8E-B18F-65C5A7030298}"/>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1</a:t>
            </a:r>
          </a:p>
        </p:txBody>
      </p:sp>
      <p:sp>
        <p:nvSpPr>
          <p:cNvPr id="45" name="block-332">
            <a:extLst xmlns:a="http://schemas.openxmlformats.org/drawingml/2006/main">
              <a:ext uri="{FF2B5EF4-FFF2-40B4-BE49-F238E27FC236}">
                <a16:creationId xmlns:a16="http://schemas.microsoft.com/office/drawing/2014/main" id="{C1A64461-FD87-4F07-BD17-1DD82CACF54D}"/>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46" name="text-333">
            <a:extLst xmlns:a="http://schemas.openxmlformats.org/drawingml/2006/main">
              <a:ext uri="{FF2B5EF4-FFF2-40B4-BE49-F238E27FC236}">
                <a16:creationId xmlns:a16="http://schemas.microsoft.com/office/drawing/2014/main" id="{91563F23-07DF-41F4-BF7A-2EED25DF039F}"/>
              </a:ext>
            </a:extLst>
          </p:cNvPr>
          <p:cNvSpPr>
            <a:spLocks xmlns:a="http://schemas.openxmlformats.org/drawingml/2006/main" noGrp="1"/>
          </p:cNvSpPr>
          <p:nvPr/>
        </p:nvSpPr>
        <p:spPr>
          <a:xfrm xmlns:a="http://schemas.openxmlformats.org/drawingml/2006/main">
            <a:off x="629602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Yu Gothic"/>
                <a:ea typeface="Yu Gothic"/>
                <a:cs typeface="Yu Gothic"/>
              </a:defRPr>
            </a:defPPr>
            <a:lvl1pPr algn="ctr">
              <a:defRPr sz="1200" b="0">
                <a:solidFill>
                  <a:srgbClr val="9FA9B9"/>
                </a:solidFill>
                <a:latin typeface="Yu Gothic"/>
                <a:ea typeface="Yu Gothic"/>
                <a:cs typeface="Yu Gothic"/>
              </a:defRPr>
            </a:lvl1pPr>
            <a:lvl2pPr algn="ctr">
              <a:defRPr sz="1200" b="0">
                <a:solidFill>
                  <a:srgbClr val="9FA9B9"/>
                </a:solidFill>
                <a:latin typeface="Yu Gothic"/>
                <a:ea typeface="Yu Gothic"/>
                <a:cs typeface="Yu Gothic"/>
              </a:defRPr>
            </a:lvl2pPr>
            <a:lvl3pPr algn="ctr">
              <a:defRPr sz="1200" b="0">
                <a:solidFill>
                  <a:srgbClr val="9FA9B9"/>
                </a:solidFill>
                <a:latin typeface="Yu Gothic"/>
                <a:ea typeface="Yu Gothic"/>
                <a:cs typeface="Yu Gothic"/>
              </a:defRPr>
            </a:lvl3pPr>
            <a:lvl4pPr algn="ctr">
              <a:defRPr sz="1200" b="0">
                <a:solidFill>
                  <a:srgbClr val="9FA9B9"/>
                </a:solidFill>
                <a:latin typeface="Yu Gothic"/>
                <a:ea typeface="Yu Gothic"/>
                <a:cs typeface="Yu Gothic"/>
              </a:defRPr>
            </a:lvl4pPr>
            <a:lvl5pPr algn="ctr">
              <a:defRPr sz="1200" b="0">
                <a:solidFill>
                  <a:srgbClr val="9FA9B9"/>
                </a:solidFill>
                <a:latin typeface="Yu Gothic"/>
                <a:ea typeface="Yu Gothic"/>
                <a:cs typeface="Yu Gothic"/>
              </a:defRPr>
            </a:lvl5pPr>
            <a:lvl6pPr algn="ctr">
              <a:defRPr sz="1200" b="0">
                <a:solidFill>
                  <a:srgbClr val="9FA9B9"/>
                </a:solidFill>
                <a:latin typeface="Yu Gothic"/>
                <a:ea typeface="Yu Gothic"/>
                <a:cs typeface="Yu Gothic"/>
              </a:defRPr>
            </a:lvl6pPr>
            <a:lvl7pPr algn="ctr">
              <a:defRPr sz="1200" b="0">
                <a:solidFill>
                  <a:srgbClr val="9FA9B9"/>
                </a:solidFill>
                <a:latin typeface="Yu Gothic"/>
                <a:ea typeface="Yu Gothic"/>
                <a:cs typeface="Yu Gothic"/>
              </a:defRPr>
            </a:lvl7pPr>
            <a:lvl8pPr algn="ctr">
              <a:defRPr sz="1200" b="0">
                <a:solidFill>
                  <a:srgbClr val="9FA9B9"/>
                </a:solidFill>
                <a:latin typeface="Yu Gothic"/>
                <a:ea typeface="Yu Gothic"/>
                <a:cs typeface="Yu Gothic"/>
              </a:defRPr>
            </a:lvl8pPr>
            <a:lvl9pPr algn="ctr">
              <a:defRPr sz="1200" b="0">
                <a:solidFill>
                  <a:srgbClr val="9FA9B9"/>
                </a:solidFill>
                <a:latin typeface="Yu Gothic"/>
                <a:ea typeface="Yu Gothic"/>
                <a:cs typeface="Yu Gothic"/>
              </a:defRPr>
            </a:lvl9pPr>
          </a:lstStyle>
          <a:p xmlns:a="http://schemas.openxmlformats.org/drawingml/2006/main">
            <a:pPr algn="ctr">
              <a:defRPr sz="1200" b="0">
                <a:solidFill>
                  <a:srgbClr val="9FA9B9"/>
                </a:solidFill>
                <a:latin typeface="Yu Gothic"/>
                <a:ea typeface="Yu Gothic"/>
                <a:cs typeface="Yu Gothic"/>
              </a:defRPr>
            </a:pPr>
            <a:r>
              <a:rPr sz="1200" b="0">
                <a:solidFill>
                  <a:srgbClr val="9FA9B9"/>
                </a:solidFill>
                <a:latin typeface="Yu Gothic"/>
                <a:ea typeface="Yu Gothic"/>
                <a:cs typeface="Yu Gothic"/>
              </a:rPr>
              <a:t>操作</a:t>
            </a:r>
          </a:p>
        </p:txBody>
      </p:sp>
      <p:sp>
        <p:nvSpPr>
          <p:cNvPr id="47" name="text-334">
            <a:extLst xmlns:a="http://schemas.openxmlformats.org/drawingml/2006/main">
              <a:ext uri="{FF2B5EF4-FFF2-40B4-BE49-F238E27FC236}">
                <a16:creationId xmlns:a16="http://schemas.microsoft.com/office/drawing/2014/main" id="{02B939E7-5CFF-4386-AAB1-5BD7F6BC8D22}"/>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sw</a:t>
            </a:r>
          </a:p>
        </p:txBody>
      </p:sp>
      <p:sp>
        <p:nvSpPr>
          <p:cNvPr id="48" name="board-stable-pc">
            <a:extLst xmlns:a="http://schemas.openxmlformats.org/drawingml/2006/main">
              <a:ext uri="{FF2B5EF4-FFF2-40B4-BE49-F238E27FC236}">
                <a16:creationId xmlns:a16="http://schemas.microsoft.com/office/drawing/2014/main" id="{BFD4896F-1FE8-42C2-9CC8-CDBB724BB885}"/>
              </a:ext>
            </a:extLst>
          </p:cNvPr>
          <p:cNvSpPr>
            <a:spLocks xmlns:a="http://schemas.openxmlformats.org/drawingml/2006/main" noGrp="1"/>
          </p:cNvSpPr>
          <p:nvPr/>
        </p:nvSpPr>
        <p:spPr>
          <a:xfrm xmlns:a="http://schemas.openxmlformats.org/drawingml/2006/main">
            <a:off x="1009650" y="4171950"/>
            <a:ext cx="314325" cy="6286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49" name="text-336">
            <a:extLst xmlns:a="http://schemas.openxmlformats.org/drawingml/2006/main">
              <a:ext uri="{FF2B5EF4-FFF2-40B4-BE49-F238E27FC236}">
                <a16:creationId xmlns:a16="http://schemas.microsoft.com/office/drawing/2014/main" id="{A17A3485-27FB-47BC-A596-7C9FB4CB0ECA}"/>
              </a:ext>
            </a:extLst>
          </p:cNvPr>
          <p:cNvSpPr>
            <a:spLocks xmlns:a="http://schemas.openxmlformats.org/drawingml/2006/main" noGrp="1"/>
          </p:cNvSpPr>
          <p:nvPr/>
        </p:nvSpPr>
        <p:spPr>
          <a:xfrm xmlns:a="http://schemas.openxmlformats.org/drawingml/2006/main">
            <a:off x="1047750" y="4352925"/>
            <a:ext cx="24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0">
                <a:solidFill>
                  <a:srgbClr val="231F20"/>
                </a:solidFill>
                <a:latin typeface="Arial"/>
                <a:ea typeface="Arial"/>
                <a:cs typeface="Arial"/>
              </a:defRPr>
            </a:defPPr>
            <a:lvl1pPr algn="ctr">
              <a:defRPr sz="975" b="0">
                <a:solidFill>
                  <a:srgbClr val="231F20"/>
                </a:solidFill>
                <a:latin typeface="Arial"/>
                <a:ea typeface="Arial"/>
                <a:cs typeface="Arial"/>
              </a:defRPr>
            </a:lvl1pPr>
            <a:lvl2pPr algn="ctr">
              <a:defRPr sz="975" b="0">
                <a:solidFill>
                  <a:srgbClr val="231F20"/>
                </a:solidFill>
                <a:latin typeface="Arial"/>
                <a:ea typeface="Arial"/>
                <a:cs typeface="Arial"/>
              </a:defRPr>
            </a:lvl2pPr>
            <a:lvl3pPr algn="ctr">
              <a:defRPr sz="975" b="0">
                <a:solidFill>
                  <a:srgbClr val="231F20"/>
                </a:solidFill>
                <a:latin typeface="Arial"/>
                <a:ea typeface="Arial"/>
                <a:cs typeface="Arial"/>
              </a:defRPr>
            </a:lvl3pPr>
            <a:lvl4pPr algn="ctr">
              <a:defRPr sz="975" b="0">
                <a:solidFill>
                  <a:srgbClr val="231F20"/>
                </a:solidFill>
                <a:latin typeface="Arial"/>
                <a:ea typeface="Arial"/>
                <a:cs typeface="Arial"/>
              </a:defRPr>
            </a:lvl4pPr>
            <a:lvl5pPr algn="ctr">
              <a:defRPr sz="975" b="0">
                <a:solidFill>
                  <a:srgbClr val="231F20"/>
                </a:solidFill>
                <a:latin typeface="Arial"/>
                <a:ea typeface="Arial"/>
                <a:cs typeface="Arial"/>
              </a:defRPr>
            </a:lvl5pPr>
            <a:lvl6pPr algn="ctr">
              <a:defRPr sz="975" b="0">
                <a:solidFill>
                  <a:srgbClr val="231F20"/>
                </a:solidFill>
                <a:latin typeface="Arial"/>
                <a:ea typeface="Arial"/>
                <a:cs typeface="Arial"/>
              </a:defRPr>
            </a:lvl6pPr>
            <a:lvl7pPr algn="ctr">
              <a:defRPr sz="975" b="0">
                <a:solidFill>
                  <a:srgbClr val="231F20"/>
                </a:solidFill>
                <a:latin typeface="Arial"/>
                <a:ea typeface="Arial"/>
                <a:cs typeface="Arial"/>
              </a:defRPr>
            </a:lvl7pPr>
            <a:lvl8pPr algn="ctr">
              <a:defRPr sz="975" b="0">
                <a:solidFill>
                  <a:srgbClr val="231F20"/>
                </a:solidFill>
                <a:latin typeface="Arial"/>
                <a:ea typeface="Arial"/>
                <a:cs typeface="Arial"/>
              </a:defRPr>
            </a:lvl8pPr>
            <a:lvl9pPr algn="ctr">
              <a:defRPr sz="975" b="0">
                <a:solidFill>
                  <a:srgbClr val="231F20"/>
                </a:solidFill>
                <a:latin typeface="Arial"/>
                <a:ea typeface="Arial"/>
                <a:cs typeface="Arial"/>
              </a:defRPr>
            </a:lvl9pPr>
          </a:lstStyle>
          <a:p xmlns:a="http://schemas.openxmlformats.org/drawingml/2006/main">
            <a:pPr algn="ctr">
              <a:defRPr sz="975" b="0">
                <a:solidFill>
                  <a:srgbClr val="231F20"/>
                </a:solidFill>
                <a:latin typeface="Arial"/>
                <a:ea typeface="Arial"/>
                <a:cs typeface="Arial"/>
              </a:defRPr>
            </a:pPr>
            <a:r>
              <a:rPr sz="975" b="0">
                <a:solidFill>
                  <a:srgbClr val="231F20"/>
                </a:solidFill>
                <a:latin typeface="Arial"/>
                <a:ea typeface="Arial"/>
                <a:cs typeface="Arial"/>
              </a:rPr>
              <a:t>D Q</a:t>
            </a:r>
          </a:p>
        </p:txBody>
      </p:sp>
      <p:sp>
        <p:nvSpPr>
          <p:cNvPr id="50" name="circuit-337">
            <a:extLst xmlns:a="http://schemas.openxmlformats.org/drawingml/2006/main">
              <a:ext uri="{FF2B5EF4-FFF2-40B4-BE49-F238E27FC236}">
                <a16:creationId xmlns:a16="http://schemas.microsoft.com/office/drawing/2014/main" id="{A1E49A21-73E8-4786-86C9-01673FE31CB6}"/>
              </a:ext>
            </a:extLst>
          </p:cNvPr>
          <p:cNvSpPr>
            <a:spLocks xmlns:a="http://schemas.openxmlformats.org/drawingml/2006/main" noGrp="1"/>
          </p:cNvSpPr>
          <p:nvPr/>
        </p:nvSpPr>
        <p:spPr>
          <a:xfrm xmlns:a="http://schemas.openxmlformats.org/drawingml/2006/main">
            <a:off x="1076325" y="4171950"/>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51" name="wire-338">
            <a:extLst xmlns:a="http://schemas.openxmlformats.org/drawingml/2006/main">
              <a:ext uri="{FF2B5EF4-FFF2-40B4-BE49-F238E27FC236}">
                <a16:creationId xmlns:a16="http://schemas.microsoft.com/office/drawing/2014/main" id="{68833562-2F96-4433-92D1-0CCEFA6A0964}"/>
              </a:ext>
            </a:extLst>
          </p:cNvPr>
          <p:cNvSpPr>
            <a:spLocks xmlns:a="http://schemas.openxmlformats.org/drawingml/2006/main" noGrp="1"/>
          </p:cNvSpPr>
          <p:nvPr/>
        </p:nvSpPr>
        <p:spPr>
          <a:xfrm xmlns:a="http://schemas.openxmlformats.org/drawingml/2006/main">
            <a:off x="1162050" y="4029075"/>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1430">
            <a:solidFill>
              <a:srgbClr val="231F20"/>
            </a:solidFill>
          </a:ln>
        </p:spPr>
      </p:sp>
      <p:sp>
        <p:nvSpPr>
          <p:cNvPr id="52" name="text-339">
            <a:extLst xmlns:a="http://schemas.openxmlformats.org/drawingml/2006/main">
              <a:ext uri="{FF2B5EF4-FFF2-40B4-BE49-F238E27FC236}">
                <a16:creationId xmlns:a16="http://schemas.microsoft.com/office/drawing/2014/main" id="{B650035F-C340-47FD-88B4-6C688BAA3C86}"/>
              </a:ext>
            </a:extLst>
          </p:cNvPr>
          <p:cNvSpPr>
            <a:spLocks xmlns:a="http://schemas.openxmlformats.org/drawingml/2006/main" noGrp="1"/>
          </p:cNvSpPr>
          <p:nvPr/>
        </p:nvSpPr>
        <p:spPr>
          <a:xfrm xmlns:a="http://schemas.openxmlformats.org/drawingml/2006/main">
            <a:off x="971550" y="3800475"/>
            <a:ext cx="428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clk</a:t>
            </a:r>
          </a:p>
        </p:txBody>
      </p:sp>
      <p:sp>
        <p:nvSpPr>
          <p:cNvPr id="53" name="text-340">
            <a:extLst xmlns:a="http://schemas.openxmlformats.org/drawingml/2006/main">
              <a:ext uri="{FF2B5EF4-FFF2-40B4-BE49-F238E27FC236}">
                <a16:creationId xmlns:a16="http://schemas.microsoft.com/office/drawing/2014/main" id="{3DF7FBB7-335C-4CE9-89FF-E4453F94F193}"/>
              </a:ext>
            </a:extLst>
          </p:cNvPr>
          <p:cNvSpPr>
            <a:spLocks xmlns:a="http://schemas.openxmlformats.org/drawingml/2006/main" noGrp="1"/>
          </p:cNvSpPr>
          <p:nvPr/>
        </p:nvSpPr>
        <p:spPr>
          <a:xfrm xmlns:a="http://schemas.openxmlformats.org/drawingml/2006/main">
            <a:off x="952500" y="4829175"/>
            <a:ext cx="495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PC</a:t>
            </a:r>
          </a:p>
        </p:txBody>
      </p:sp>
      <p:sp>
        <p:nvSpPr>
          <p:cNvPr id="54" name="wire-341">
            <a:extLst xmlns:a="http://schemas.openxmlformats.org/drawingml/2006/main">
              <a:ext uri="{FF2B5EF4-FFF2-40B4-BE49-F238E27FC236}">
                <a16:creationId xmlns:a16="http://schemas.microsoft.com/office/drawing/2014/main" id="{DD67F055-82DF-4162-A6CA-2EE07CDB71C5}"/>
              </a:ext>
            </a:extLst>
          </p:cNvPr>
          <p:cNvSpPr>
            <a:spLocks xmlns:a="http://schemas.openxmlformats.org/drawingml/2006/main" noGrp="1"/>
          </p:cNvSpPr>
          <p:nvPr/>
        </p:nvSpPr>
        <p:spPr>
          <a:xfrm xmlns:a="http://schemas.openxmlformats.org/drawingml/2006/main">
            <a:off x="1323975" y="4457700"/>
            <a:ext cx="276225" cy="9525"/>
          </a:xfrm>
          <a:custGeom xmlns:a="http://schemas.openxmlformats.org/drawingml/2006/main">
            <a:pathLst>
              <a:path w="276225" h="9525">
                <a:moveTo>
                  <a:pt x="0" y="0"/>
                </a:moveTo>
                <a:lnTo>
                  <a:pt x="276225" y="0"/>
                </a:lnTo>
              </a:path>
            </a:pathLst>
          </a:custGeom>
          <a:noFill xmlns:a="http://schemas.openxmlformats.org/drawingml/2006/main"/>
          <a:ln xmlns:a="http://schemas.openxmlformats.org/drawingml/2006/main" w="23813">
            <a:solidFill>
              <a:srgbClr val="1572C3"/>
            </a:solidFill>
          </a:ln>
        </p:spPr>
      </p:sp>
      <p:sp>
        <p:nvSpPr>
          <p:cNvPr id="55" name="circuit-342">
            <a:extLst xmlns:a="http://schemas.openxmlformats.org/drawingml/2006/main">
              <a:ext uri="{FF2B5EF4-FFF2-40B4-BE49-F238E27FC236}">
                <a16:creationId xmlns:a16="http://schemas.microsoft.com/office/drawing/2014/main" id="{8C2B17EE-2329-42F3-AB0D-BEEE6BA68D10}"/>
              </a:ext>
            </a:extLst>
          </p:cNvPr>
          <p:cNvSpPr>
            <a:spLocks xmlns:a="http://schemas.openxmlformats.org/drawingml/2006/main" noGrp="1"/>
          </p:cNvSpPr>
          <p:nvPr/>
        </p:nvSpPr>
        <p:spPr>
          <a:xfrm xmlns:a="http://schemas.openxmlformats.org/drawingml/2006/main">
            <a:off x="152400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6" name="text-343">
            <a:extLst xmlns:a="http://schemas.openxmlformats.org/drawingml/2006/main">
              <a:ext uri="{FF2B5EF4-FFF2-40B4-BE49-F238E27FC236}">
                <a16:creationId xmlns:a16="http://schemas.microsoft.com/office/drawing/2014/main" id="{F7879F40-840A-4C8C-B620-8B6956239A73}"/>
              </a:ext>
            </a:extLst>
          </p:cNvPr>
          <p:cNvSpPr>
            <a:spLocks xmlns:a="http://schemas.openxmlformats.org/drawingml/2006/main" noGrp="1"/>
          </p:cNvSpPr>
          <p:nvPr/>
        </p:nvSpPr>
        <p:spPr>
          <a:xfrm xmlns:a="http://schemas.openxmlformats.org/drawingml/2006/main">
            <a:off x="1333500" y="45434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Arial"/>
                <a:ea typeface="Arial"/>
                <a:cs typeface="Arial"/>
              </a:defRPr>
            </a:defPPr>
            <a:lvl1pPr algn="ctr">
              <a:defRPr sz="1650" b="1">
                <a:solidFill>
                  <a:srgbClr val="1572C3"/>
                </a:solidFill>
                <a:latin typeface="Arial"/>
                <a:ea typeface="Arial"/>
                <a:cs typeface="Arial"/>
              </a:defRPr>
            </a:lvl1pPr>
            <a:lvl2pPr algn="ctr">
              <a:defRPr sz="1650" b="1">
                <a:solidFill>
                  <a:srgbClr val="1572C3"/>
                </a:solidFill>
                <a:latin typeface="Arial"/>
                <a:ea typeface="Arial"/>
                <a:cs typeface="Arial"/>
              </a:defRPr>
            </a:lvl2pPr>
            <a:lvl3pPr algn="ctr">
              <a:defRPr sz="1650" b="1">
                <a:solidFill>
                  <a:srgbClr val="1572C3"/>
                </a:solidFill>
                <a:latin typeface="Arial"/>
                <a:ea typeface="Arial"/>
                <a:cs typeface="Arial"/>
              </a:defRPr>
            </a:lvl3pPr>
            <a:lvl4pPr algn="ctr">
              <a:defRPr sz="1650" b="1">
                <a:solidFill>
                  <a:srgbClr val="1572C3"/>
                </a:solidFill>
                <a:latin typeface="Arial"/>
                <a:ea typeface="Arial"/>
                <a:cs typeface="Arial"/>
              </a:defRPr>
            </a:lvl4pPr>
            <a:lvl5pPr algn="ctr">
              <a:defRPr sz="1650" b="1">
                <a:solidFill>
                  <a:srgbClr val="1572C3"/>
                </a:solidFill>
                <a:latin typeface="Arial"/>
                <a:ea typeface="Arial"/>
                <a:cs typeface="Arial"/>
              </a:defRPr>
            </a:lvl5pPr>
            <a:lvl6pPr algn="ctr">
              <a:defRPr sz="1650" b="1">
                <a:solidFill>
                  <a:srgbClr val="1572C3"/>
                </a:solidFill>
                <a:latin typeface="Arial"/>
                <a:ea typeface="Arial"/>
                <a:cs typeface="Arial"/>
              </a:defRPr>
            </a:lvl6pPr>
            <a:lvl7pPr algn="ctr">
              <a:defRPr sz="1650" b="1">
                <a:solidFill>
                  <a:srgbClr val="1572C3"/>
                </a:solidFill>
                <a:latin typeface="Arial"/>
                <a:ea typeface="Arial"/>
                <a:cs typeface="Arial"/>
              </a:defRPr>
            </a:lvl7pPr>
            <a:lvl8pPr algn="ctr">
              <a:defRPr sz="1650" b="1">
                <a:solidFill>
                  <a:srgbClr val="1572C3"/>
                </a:solidFill>
                <a:latin typeface="Arial"/>
                <a:ea typeface="Arial"/>
                <a:cs typeface="Arial"/>
              </a:defRPr>
            </a:lvl8pPr>
            <a:lvl9pPr algn="ctr">
              <a:defRPr sz="1650" b="1">
                <a:solidFill>
                  <a:srgbClr val="1572C3"/>
                </a:solidFill>
                <a:latin typeface="Arial"/>
                <a:ea typeface="Arial"/>
                <a:cs typeface="Arial"/>
              </a:defRPr>
            </a:lvl9pPr>
          </a:lstStyle>
          <a:p xmlns:a="http://schemas.openxmlformats.org/drawingml/2006/main">
            <a:pPr algn="ctr">
              <a:defRPr sz="1650" b="1">
                <a:solidFill>
                  <a:srgbClr val="1572C3"/>
                </a:solidFill>
                <a:latin typeface="Arial"/>
                <a:ea typeface="Arial"/>
                <a:cs typeface="Arial"/>
              </a:defRPr>
            </a:pPr>
            <a:r>
              <a:rPr sz="1650" b="1">
                <a:solidFill>
                  <a:srgbClr val="1572C3"/>
                </a:solidFill>
                <a:latin typeface="Arial"/>
                <a:ea typeface="Arial"/>
                <a:cs typeface="Arial"/>
              </a:rPr>
              <a:t>4</a:t>
            </a:r>
          </a:p>
        </p:txBody>
      </p:sp>
      <p:sp>
        <p:nvSpPr>
          <p:cNvPr id="57" name="board-stable-fetch">
            <a:extLst xmlns:a="http://schemas.openxmlformats.org/drawingml/2006/main">
              <a:ext uri="{FF2B5EF4-FFF2-40B4-BE49-F238E27FC236}">
                <a16:creationId xmlns:a16="http://schemas.microsoft.com/office/drawing/2014/main" id="{8B9466AC-E7E5-4794-AC34-A5907609FCFC}"/>
              </a:ext>
            </a:extLst>
          </p:cNvPr>
          <p:cNvSpPr>
            <a:spLocks xmlns:a="http://schemas.openxmlformats.org/drawingml/2006/main" noGrp="1"/>
          </p:cNvSpPr>
          <p:nvPr/>
        </p:nvSpPr>
        <p:spPr>
          <a:xfrm xmlns:a="http://schemas.openxmlformats.org/drawingml/2006/main">
            <a:off x="1600200" y="3943350"/>
            <a:ext cx="1381125" cy="11620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8" name="text-345">
            <a:extLst xmlns:a="http://schemas.openxmlformats.org/drawingml/2006/main">
              <a:ext uri="{FF2B5EF4-FFF2-40B4-BE49-F238E27FC236}">
                <a16:creationId xmlns:a16="http://schemas.microsoft.com/office/drawing/2014/main" id="{A0C4E591-82AD-458B-890B-DE9E5E742F49}"/>
              </a:ext>
            </a:extLst>
          </p:cNvPr>
          <p:cNvSpPr>
            <a:spLocks xmlns:a="http://schemas.openxmlformats.org/drawingml/2006/main" noGrp="1"/>
          </p:cNvSpPr>
          <p:nvPr/>
        </p:nvSpPr>
        <p:spPr>
          <a:xfrm xmlns:a="http://schemas.openxmlformats.org/drawingml/2006/main">
            <a:off x="1657350" y="39814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命令読出し</a:t>
            </a:r>
          </a:p>
        </p:txBody>
      </p:sp>
      <p:sp>
        <p:nvSpPr>
          <p:cNvPr id="59" name="text-346">
            <a:extLst xmlns:a="http://schemas.openxmlformats.org/drawingml/2006/main">
              <a:ext uri="{FF2B5EF4-FFF2-40B4-BE49-F238E27FC236}">
                <a16:creationId xmlns:a16="http://schemas.microsoft.com/office/drawing/2014/main" id="{6E3DA233-174B-4133-B253-BFBDBF5B22C8}"/>
              </a:ext>
            </a:extLst>
          </p:cNvPr>
          <p:cNvSpPr>
            <a:spLocks xmlns:a="http://schemas.openxmlformats.org/drawingml/2006/main" noGrp="1"/>
          </p:cNvSpPr>
          <p:nvPr/>
        </p:nvSpPr>
        <p:spPr>
          <a:xfrm xmlns:a="http://schemas.openxmlformats.org/drawingml/2006/main">
            <a:off x="1666875" y="4343400"/>
            <a:ext cx="23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A</a:t>
            </a:r>
          </a:p>
        </p:txBody>
      </p:sp>
      <p:sp>
        <p:nvSpPr>
          <p:cNvPr id="60" name="text-347">
            <a:extLst xmlns:a="http://schemas.openxmlformats.org/drawingml/2006/main">
              <a:ext uri="{FF2B5EF4-FFF2-40B4-BE49-F238E27FC236}">
                <a16:creationId xmlns:a16="http://schemas.microsoft.com/office/drawing/2014/main" id="{74F92BDE-2672-484F-B98F-5AF53BC4C230}"/>
              </a:ext>
            </a:extLst>
          </p:cNvPr>
          <p:cNvSpPr>
            <a:spLocks xmlns:a="http://schemas.openxmlformats.org/drawingml/2006/main" noGrp="1"/>
          </p:cNvSpPr>
          <p:nvPr/>
        </p:nvSpPr>
        <p:spPr>
          <a:xfrm xmlns:a="http://schemas.openxmlformats.org/drawingml/2006/main">
            <a:off x="2676525" y="43434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RD</a:t>
            </a:r>
          </a:p>
        </p:txBody>
      </p:sp>
      <p:sp>
        <p:nvSpPr>
          <p:cNvPr id="61" name="text-348">
            <a:extLst xmlns:a="http://schemas.openxmlformats.org/drawingml/2006/main">
              <a:ext uri="{FF2B5EF4-FFF2-40B4-BE49-F238E27FC236}">
                <a16:creationId xmlns:a16="http://schemas.microsoft.com/office/drawing/2014/main" id="{7706B4C3-1CF6-4D8F-A293-D2ED1274FE94}"/>
              </a:ext>
            </a:extLst>
          </p:cNvPr>
          <p:cNvSpPr>
            <a:spLocks xmlns:a="http://schemas.openxmlformats.org/drawingml/2006/main" noGrp="1"/>
          </p:cNvSpPr>
          <p:nvPr/>
        </p:nvSpPr>
        <p:spPr>
          <a:xfrm xmlns:a="http://schemas.openxmlformats.org/drawingml/2006/main">
            <a:off x="1733550" y="4619625"/>
            <a:ext cx="1104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4：sw x1,12(x0)</a:t>
            </a:r>
          </a:p>
        </p:txBody>
      </p:sp>
      <p:sp>
        <p:nvSpPr>
          <p:cNvPr id="62" name="wire-349">
            <a:extLst xmlns:a="http://schemas.openxmlformats.org/drawingml/2006/main">
              <a:ext uri="{FF2B5EF4-FFF2-40B4-BE49-F238E27FC236}">
                <a16:creationId xmlns:a16="http://schemas.microsoft.com/office/drawing/2014/main" id="{19203F2D-848B-4A0E-9D63-5E1DAAD4614F}"/>
              </a:ext>
            </a:extLst>
          </p:cNvPr>
          <p:cNvSpPr>
            <a:spLocks xmlns:a="http://schemas.openxmlformats.org/drawingml/2006/main" noGrp="1"/>
          </p:cNvSpPr>
          <p:nvPr/>
        </p:nvSpPr>
        <p:spPr>
          <a:xfrm xmlns:a="http://schemas.openxmlformats.org/drawingml/2006/main">
            <a:off x="2981325" y="4457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63" name="wire-350">
            <a:extLst xmlns:a="http://schemas.openxmlformats.org/drawingml/2006/main">
              <a:ext uri="{FF2B5EF4-FFF2-40B4-BE49-F238E27FC236}">
                <a16:creationId xmlns:a16="http://schemas.microsoft.com/office/drawing/2014/main" id="{087DA912-8396-45CF-AAA9-D857D213FBA6}"/>
              </a:ext>
            </a:extLst>
          </p:cNvPr>
          <p:cNvSpPr>
            <a:spLocks xmlns:a="http://schemas.openxmlformats.org/drawingml/2006/main" noGrp="1"/>
          </p:cNvSpPr>
          <p:nvPr/>
        </p:nvSpPr>
        <p:spPr>
          <a:xfrm xmlns:a="http://schemas.openxmlformats.org/drawingml/2006/main">
            <a:off x="3200400" y="3381375"/>
            <a:ext cx="9525" cy="1076325"/>
          </a:xfrm>
          <a:custGeom xmlns:a="http://schemas.openxmlformats.org/drawingml/2006/main">
            <a:pathLst>
              <a:path w="9525" h="1076325">
                <a:moveTo>
                  <a:pt x="0" y="1076325"/>
                </a:moveTo>
                <a:lnTo>
                  <a:pt x="0" y="0"/>
                </a:lnTo>
              </a:path>
            </a:pathLst>
          </a:custGeom>
          <a:noFill xmlns:a="http://schemas.openxmlformats.org/drawingml/2006/main"/>
          <a:ln xmlns:a="http://schemas.openxmlformats.org/drawingml/2006/main" w="21908">
            <a:solidFill>
              <a:srgbClr val="231F20"/>
            </a:solidFill>
          </a:ln>
        </p:spPr>
      </p:sp>
      <p:sp>
        <p:nvSpPr>
          <p:cNvPr id="64" name="wire-351">
            <a:extLst xmlns:a="http://schemas.openxmlformats.org/drawingml/2006/main">
              <a:ext uri="{FF2B5EF4-FFF2-40B4-BE49-F238E27FC236}">
                <a16:creationId xmlns:a16="http://schemas.microsoft.com/office/drawing/2014/main" id="{01EB5D74-9A24-457E-9538-F62E1D8ADE0A}"/>
              </a:ext>
            </a:extLst>
          </p:cNvPr>
          <p:cNvSpPr>
            <a:spLocks xmlns:a="http://schemas.openxmlformats.org/drawingml/2006/main" noGrp="1"/>
          </p:cNvSpPr>
          <p:nvPr/>
        </p:nvSpPr>
        <p:spPr>
          <a:xfrm xmlns:a="http://schemas.openxmlformats.org/drawingml/2006/main">
            <a:off x="3200400" y="338137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65" name="circuit-352">
            <a:extLst xmlns:a="http://schemas.openxmlformats.org/drawingml/2006/main">
              <a:ext uri="{FF2B5EF4-FFF2-40B4-BE49-F238E27FC236}">
                <a16:creationId xmlns:a16="http://schemas.microsoft.com/office/drawing/2014/main" id="{3BF17374-2281-4892-9754-C31C9ACD0E88}"/>
              </a:ext>
            </a:extLst>
          </p:cNvPr>
          <p:cNvSpPr>
            <a:spLocks xmlns:a="http://schemas.openxmlformats.org/drawingml/2006/main" noGrp="1"/>
          </p:cNvSpPr>
          <p:nvPr/>
        </p:nvSpPr>
        <p:spPr>
          <a:xfrm xmlns:a="http://schemas.openxmlformats.org/drawingml/2006/main">
            <a:off x="3343275" y="3349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66" name="circuit-353">
            <a:extLst xmlns:a="http://schemas.openxmlformats.org/drawingml/2006/main">
              <a:ext uri="{FF2B5EF4-FFF2-40B4-BE49-F238E27FC236}">
                <a16:creationId xmlns:a16="http://schemas.microsoft.com/office/drawing/2014/main" id="{4ABFB3DB-20FE-485C-B468-7FC41834D964}"/>
              </a:ext>
            </a:extLst>
          </p:cNvPr>
          <p:cNvSpPr>
            <a:spLocks xmlns:a="http://schemas.openxmlformats.org/drawingml/2006/main" noGrp="1"/>
          </p:cNvSpPr>
          <p:nvPr/>
        </p:nvSpPr>
        <p:spPr>
          <a:xfrm xmlns:a="http://schemas.openxmlformats.org/drawingml/2006/main">
            <a:off x="1743075" y="3400425"/>
            <a:ext cx="419100" cy="419100"/>
          </a:xfrm>
          <a:custGeom xmlns:a="http://schemas.openxmlformats.org/drawingml/2006/main">
            <a:pathLst>
              <a:path w="419100" h="419100">
                <a:moveTo>
                  <a:pt x="0" y="0"/>
                </a:moveTo>
                <a:lnTo>
                  <a:pt x="419100" y="104775"/>
                </a:lnTo>
                <a:lnTo>
                  <a:pt x="419100" y="314325"/>
                </a:lnTo>
                <a:lnTo>
                  <a:pt x="0" y="419100"/>
                </a:lnTo>
                <a:lnTo>
                  <a:pt x="0" y="295275"/>
                </a:lnTo>
                <a:lnTo>
                  <a:pt x="95250" y="209550"/>
                </a:lnTo>
                <a:lnTo>
                  <a:pt x="0" y="95250"/>
                </a:lnTo>
                <a:close/>
              </a:path>
            </a:pathLst>
          </a:custGeom>
          <a:solidFill xmlns:a="http://schemas.openxmlformats.org/drawingml/2006/main">
            <a:srgbClr val="FFFFFF"/>
          </a:solidFill>
          <a:ln xmlns:a="http://schemas.openxmlformats.org/drawingml/2006/main" w="20955">
            <a:solidFill>
              <a:srgbClr val="231F20"/>
            </a:solidFill>
          </a:ln>
        </p:spPr>
      </p:sp>
      <p:sp>
        <p:nvSpPr>
          <p:cNvPr id="67" name="text-354">
            <a:extLst xmlns:a="http://schemas.openxmlformats.org/drawingml/2006/main">
              <a:ext uri="{FF2B5EF4-FFF2-40B4-BE49-F238E27FC236}">
                <a16:creationId xmlns:a16="http://schemas.microsoft.com/office/drawing/2014/main" id="{F66762B7-E2A6-498B-96F7-1EB1DDA8F5CB}"/>
              </a:ext>
            </a:extLst>
          </p:cNvPr>
          <p:cNvSpPr>
            <a:spLocks xmlns:a="http://schemas.openxmlformats.org/drawingml/2006/main" noGrp="1"/>
          </p:cNvSpPr>
          <p:nvPr/>
        </p:nvSpPr>
        <p:spPr>
          <a:xfrm xmlns:a="http://schemas.openxmlformats.org/drawingml/2006/main">
            <a:off x="1895475" y="3476625"/>
            <a:ext cx="238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t>
            </a:r>
          </a:p>
        </p:txBody>
      </p:sp>
      <p:sp>
        <p:nvSpPr>
          <p:cNvPr id="68" name="wire-355">
            <a:extLst xmlns:a="http://schemas.openxmlformats.org/drawingml/2006/main">
              <a:ext uri="{FF2B5EF4-FFF2-40B4-BE49-F238E27FC236}">
                <a16:creationId xmlns:a16="http://schemas.microsoft.com/office/drawing/2014/main" id="{A0272F52-878E-448D-ADD6-ACAAAF98FA18}"/>
              </a:ext>
            </a:extLst>
          </p:cNvPr>
          <p:cNvSpPr>
            <a:spLocks xmlns:a="http://schemas.openxmlformats.org/drawingml/2006/main" noGrp="1"/>
          </p:cNvSpPr>
          <p:nvPr/>
        </p:nvSpPr>
        <p:spPr>
          <a:xfrm xmlns:a="http://schemas.openxmlformats.org/drawingml/2006/main">
            <a:off x="1419225" y="35052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23813">
            <a:solidFill>
              <a:srgbClr val="231F20"/>
            </a:solidFill>
          </a:ln>
        </p:spPr>
      </p:sp>
      <p:sp>
        <p:nvSpPr>
          <p:cNvPr id="69" name="wire-356">
            <a:extLst xmlns:a="http://schemas.openxmlformats.org/drawingml/2006/main">
              <a:ext uri="{FF2B5EF4-FFF2-40B4-BE49-F238E27FC236}">
                <a16:creationId xmlns:a16="http://schemas.microsoft.com/office/drawing/2014/main" id="{2C58986C-000B-4803-BC82-F20B1866EDD3}"/>
              </a:ext>
            </a:extLst>
          </p:cNvPr>
          <p:cNvSpPr>
            <a:spLocks xmlns:a="http://schemas.openxmlformats.org/drawingml/2006/main" noGrp="1"/>
          </p:cNvSpPr>
          <p:nvPr/>
        </p:nvSpPr>
        <p:spPr>
          <a:xfrm xmlns:a="http://schemas.openxmlformats.org/drawingml/2006/main">
            <a:off x="1419225" y="35052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3813">
            <a:solidFill>
              <a:srgbClr val="231F20"/>
            </a:solidFill>
          </a:ln>
        </p:spPr>
      </p:sp>
      <p:sp>
        <p:nvSpPr>
          <p:cNvPr id="70" name="circuit-357">
            <a:extLst xmlns:a="http://schemas.openxmlformats.org/drawingml/2006/main">
              <a:ext uri="{FF2B5EF4-FFF2-40B4-BE49-F238E27FC236}">
                <a16:creationId xmlns:a16="http://schemas.microsoft.com/office/drawing/2014/main" id="{9AF31205-7168-4DC0-BD4D-03C9BF24A894}"/>
              </a:ext>
            </a:extLst>
          </p:cNvPr>
          <p:cNvSpPr>
            <a:spLocks xmlns:a="http://schemas.openxmlformats.org/drawingml/2006/main" noGrp="1"/>
          </p:cNvSpPr>
          <p:nvPr/>
        </p:nvSpPr>
        <p:spPr>
          <a:xfrm xmlns:a="http://schemas.openxmlformats.org/drawingml/2006/main">
            <a:off x="1666875" y="3473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1" name="text-358">
            <a:extLst xmlns:a="http://schemas.openxmlformats.org/drawingml/2006/main">
              <a:ext uri="{FF2B5EF4-FFF2-40B4-BE49-F238E27FC236}">
                <a16:creationId xmlns:a16="http://schemas.microsoft.com/office/drawing/2014/main" id="{B1EB4E5C-7DC3-4184-BACC-658E7754703F}"/>
              </a:ext>
            </a:extLst>
          </p:cNvPr>
          <p:cNvSpPr>
            <a:spLocks xmlns:a="http://schemas.openxmlformats.org/drawingml/2006/main" noGrp="1"/>
          </p:cNvSpPr>
          <p:nvPr/>
        </p:nvSpPr>
        <p:spPr>
          <a:xfrm xmlns:a="http://schemas.openxmlformats.org/drawingml/2006/main">
            <a:off x="1504950" y="3638550"/>
            <a:ext cx="190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231F20"/>
                </a:solidFill>
                <a:latin typeface="Arial"/>
                <a:ea typeface="Arial"/>
                <a:cs typeface="Arial"/>
              </a:defRPr>
            </a:defPPr>
            <a:lvl1pPr algn="l">
              <a:defRPr sz="1425" b="0">
                <a:solidFill>
                  <a:srgbClr val="231F20"/>
                </a:solidFill>
                <a:latin typeface="Arial"/>
                <a:ea typeface="Arial"/>
                <a:cs typeface="Arial"/>
              </a:defRPr>
            </a:lvl1pPr>
            <a:lvl2pPr algn="l">
              <a:defRPr sz="1425" b="0">
                <a:solidFill>
                  <a:srgbClr val="231F20"/>
                </a:solidFill>
                <a:latin typeface="Arial"/>
                <a:ea typeface="Arial"/>
                <a:cs typeface="Arial"/>
              </a:defRPr>
            </a:lvl2pPr>
            <a:lvl3pPr algn="l">
              <a:defRPr sz="1425" b="0">
                <a:solidFill>
                  <a:srgbClr val="231F20"/>
                </a:solidFill>
                <a:latin typeface="Arial"/>
                <a:ea typeface="Arial"/>
                <a:cs typeface="Arial"/>
              </a:defRPr>
            </a:lvl3pPr>
            <a:lvl4pPr algn="l">
              <a:defRPr sz="1425" b="0">
                <a:solidFill>
                  <a:srgbClr val="231F20"/>
                </a:solidFill>
                <a:latin typeface="Arial"/>
                <a:ea typeface="Arial"/>
                <a:cs typeface="Arial"/>
              </a:defRPr>
            </a:lvl4pPr>
            <a:lvl5pPr algn="l">
              <a:defRPr sz="1425" b="0">
                <a:solidFill>
                  <a:srgbClr val="231F20"/>
                </a:solidFill>
                <a:latin typeface="Arial"/>
                <a:ea typeface="Arial"/>
                <a:cs typeface="Arial"/>
              </a:defRPr>
            </a:lvl5pPr>
            <a:lvl6pPr algn="l">
              <a:defRPr sz="1425" b="0">
                <a:solidFill>
                  <a:srgbClr val="231F20"/>
                </a:solidFill>
                <a:latin typeface="Arial"/>
                <a:ea typeface="Arial"/>
                <a:cs typeface="Arial"/>
              </a:defRPr>
            </a:lvl6pPr>
            <a:lvl7pPr algn="l">
              <a:defRPr sz="1425" b="0">
                <a:solidFill>
                  <a:srgbClr val="231F20"/>
                </a:solidFill>
                <a:latin typeface="Arial"/>
                <a:ea typeface="Arial"/>
                <a:cs typeface="Arial"/>
              </a:defRPr>
            </a:lvl7pPr>
            <a:lvl8pPr algn="l">
              <a:defRPr sz="1425" b="0">
                <a:solidFill>
                  <a:srgbClr val="231F20"/>
                </a:solidFill>
                <a:latin typeface="Arial"/>
                <a:ea typeface="Arial"/>
                <a:cs typeface="Arial"/>
              </a:defRPr>
            </a:lvl8pPr>
            <a:lvl9pPr algn="l">
              <a:defRPr sz="1425" b="0">
                <a:solidFill>
                  <a:srgbClr val="231F20"/>
                </a:solidFill>
                <a:latin typeface="Arial"/>
                <a:ea typeface="Arial"/>
                <a:cs typeface="Arial"/>
              </a:defRPr>
            </a:lvl9pPr>
          </a:lstStyle>
          <a:p xmlns:a="http://schemas.openxmlformats.org/drawingml/2006/main">
            <a:pPr algn="l">
              <a:defRPr sz="1425" b="0">
                <a:solidFill>
                  <a:srgbClr val="231F20"/>
                </a:solidFill>
                <a:latin typeface="Arial"/>
                <a:ea typeface="Arial"/>
                <a:cs typeface="Arial"/>
              </a:defRPr>
            </a:pPr>
            <a:r>
              <a:rPr sz="1425" b="0">
                <a:solidFill>
                  <a:srgbClr val="231F20"/>
                </a:solidFill>
                <a:latin typeface="Arial"/>
                <a:ea typeface="Arial"/>
                <a:cs typeface="Arial"/>
              </a:rPr>
              <a:t>4</a:t>
            </a:r>
          </a:p>
        </p:txBody>
      </p:sp>
      <p:sp>
        <p:nvSpPr>
          <p:cNvPr id="72" name="wire-359">
            <a:extLst xmlns:a="http://schemas.openxmlformats.org/drawingml/2006/main">
              <a:ext uri="{FF2B5EF4-FFF2-40B4-BE49-F238E27FC236}">
                <a16:creationId xmlns:a16="http://schemas.microsoft.com/office/drawing/2014/main" id="{6686E1BF-0655-4ADC-AB89-6A0F0B851DA1}"/>
              </a:ext>
            </a:extLst>
          </p:cNvPr>
          <p:cNvSpPr>
            <a:spLocks xmlns:a="http://schemas.openxmlformats.org/drawingml/2006/main" noGrp="1"/>
          </p:cNvSpPr>
          <p:nvPr/>
        </p:nvSpPr>
        <p:spPr>
          <a:xfrm xmlns:a="http://schemas.openxmlformats.org/drawingml/2006/main">
            <a:off x="1695450" y="3705225"/>
            <a:ext cx="47625" cy="9525"/>
          </a:xfrm>
          <a:custGeom xmlns:a="http://schemas.openxmlformats.org/drawingml/2006/main">
            <a:pathLst>
              <a:path w="47625" h="9525">
                <a:moveTo>
                  <a:pt x="0" y="0"/>
                </a:moveTo>
                <a:lnTo>
                  <a:pt x="47625" y="0"/>
                </a:lnTo>
              </a:path>
            </a:pathLst>
          </a:custGeom>
          <a:noFill xmlns:a="http://schemas.openxmlformats.org/drawingml/2006/main"/>
          <a:ln xmlns:a="http://schemas.openxmlformats.org/drawingml/2006/main" w="23813">
            <a:solidFill>
              <a:srgbClr val="231F20"/>
            </a:solidFill>
          </a:ln>
        </p:spPr>
      </p:sp>
      <p:sp>
        <p:nvSpPr>
          <p:cNvPr id="73" name="circuit-360">
            <a:extLst xmlns:a="http://schemas.openxmlformats.org/drawingml/2006/main">
              <a:ext uri="{FF2B5EF4-FFF2-40B4-BE49-F238E27FC236}">
                <a16:creationId xmlns:a16="http://schemas.microsoft.com/office/drawing/2014/main" id="{2E29652B-A17B-464F-B474-C0908A29E7DA}"/>
              </a:ext>
            </a:extLst>
          </p:cNvPr>
          <p:cNvSpPr>
            <a:spLocks xmlns:a="http://schemas.openxmlformats.org/drawingml/2006/main" noGrp="1"/>
          </p:cNvSpPr>
          <p:nvPr/>
        </p:nvSpPr>
        <p:spPr>
          <a:xfrm xmlns:a="http://schemas.openxmlformats.org/drawingml/2006/main">
            <a:off x="1666875"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4" name="wire-361">
            <a:extLst xmlns:a="http://schemas.openxmlformats.org/drawingml/2006/main">
              <a:ext uri="{FF2B5EF4-FFF2-40B4-BE49-F238E27FC236}">
                <a16:creationId xmlns:a16="http://schemas.microsoft.com/office/drawing/2014/main" id="{30439215-6E24-4AD5-B935-733DC60E1F4C}"/>
              </a:ext>
            </a:extLst>
          </p:cNvPr>
          <p:cNvSpPr>
            <a:spLocks xmlns:a="http://schemas.openxmlformats.org/drawingml/2006/main" noGrp="1"/>
          </p:cNvSpPr>
          <p:nvPr/>
        </p:nvSpPr>
        <p:spPr>
          <a:xfrm xmlns:a="http://schemas.openxmlformats.org/drawingml/2006/main">
            <a:off x="2162175" y="360997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3813">
            <a:solidFill>
              <a:srgbClr val="231F20"/>
            </a:solidFill>
          </a:ln>
        </p:spPr>
      </p:sp>
      <p:sp>
        <p:nvSpPr>
          <p:cNvPr id="75" name="wire-362">
            <a:extLst xmlns:a="http://schemas.openxmlformats.org/drawingml/2006/main">
              <a:ext uri="{FF2B5EF4-FFF2-40B4-BE49-F238E27FC236}">
                <a16:creationId xmlns:a16="http://schemas.microsoft.com/office/drawing/2014/main" id="{BA7417C7-4E6E-421D-9654-2A426EAB8A64}"/>
              </a:ext>
            </a:extLst>
          </p:cNvPr>
          <p:cNvSpPr>
            <a:spLocks xmlns:a="http://schemas.openxmlformats.org/drawingml/2006/main" noGrp="1"/>
          </p:cNvSpPr>
          <p:nvPr/>
        </p:nvSpPr>
        <p:spPr>
          <a:xfrm xmlns:a="http://schemas.openxmlformats.org/drawingml/2006/main">
            <a:off x="2352675" y="3295650"/>
            <a:ext cx="9525" cy="314325"/>
          </a:xfrm>
          <a:custGeom xmlns:a="http://schemas.openxmlformats.org/drawingml/2006/main">
            <a:pathLst>
              <a:path w="9525" h="314325">
                <a:moveTo>
                  <a:pt x="0" y="314325"/>
                </a:moveTo>
                <a:lnTo>
                  <a:pt x="0" y="0"/>
                </a:lnTo>
              </a:path>
            </a:pathLst>
          </a:custGeom>
          <a:noFill xmlns:a="http://schemas.openxmlformats.org/drawingml/2006/main"/>
          <a:ln xmlns:a="http://schemas.openxmlformats.org/drawingml/2006/main" w="23813">
            <a:solidFill>
              <a:srgbClr val="231F20"/>
            </a:solidFill>
          </a:ln>
        </p:spPr>
      </p:sp>
      <p:sp>
        <p:nvSpPr>
          <p:cNvPr id="76" name="wire-363">
            <a:extLst xmlns:a="http://schemas.openxmlformats.org/drawingml/2006/main">
              <a:ext uri="{FF2B5EF4-FFF2-40B4-BE49-F238E27FC236}">
                <a16:creationId xmlns:a16="http://schemas.microsoft.com/office/drawing/2014/main" id="{368CDE92-2229-4ECF-B9F7-6F1C09E44F90}"/>
              </a:ext>
            </a:extLst>
          </p:cNvPr>
          <p:cNvSpPr>
            <a:spLocks xmlns:a="http://schemas.openxmlformats.org/drawingml/2006/main" noGrp="1"/>
          </p:cNvSpPr>
          <p:nvPr/>
        </p:nvSpPr>
        <p:spPr>
          <a:xfrm xmlns:a="http://schemas.openxmlformats.org/drawingml/2006/main">
            <a:off x="914400" y="3295650"/>
            <a:ext cx="1438275" cy="9525"/>
          </a:xfrm>
          <a:custGeom xmlns:a="http://schemas.openxmlformats.org/drawingml/2006/main">
            <a:pathLst>
              <a:path w="1438275" h="9525">
                <a:moveTo>
                  <a:pt x="1438275" y="0"/>
                </a:moveTo>
                <a:lnTo>
                  <a:pt x="0" y="0"/>
                </a:lnTo>
              </a:path>
            </a:pathLst>
          </a:custGeom>
          <a:noFill xmlns:a="http://schemas.openxmlformats.org/drawingml/2006/main"/>
          <a:ln xmlns:a="http://schemas.openxmlformats.org/drawingml/2006/main" w="23813">
            <a:solidFill>
              <a:srgbClr val="231F20"/>
            </a:solidFill>
          </a:ln>
        </p:spPr>
      </p:sp>
      <p:sp>
        <p:nvSpPr>
          <p:cNvPr id="77" name="wire-364">
            <a:extLst xmlns:a="http://schemas.openxmlformats.org/drawingml/2006/main">
              <a:ext uri="{FF2B5EF4-FFF2-40B4-BE49-F238E27FC236}">
                <a16:creationId xmlns:a16="http://schemas.microsoft.com/office/drawing/2014/main" id="{84C77281-0B37-4840-AA49-9A49792C4670}"/>
              </a:ext>
            </a:extLst>
          </p:cNvPr>
          <p:cNvSpPr>
            <a:spLocks xmlns:a="http://schemas.openxmlformats.org/drawingml/2006/main" noGrp="1"/>
          </p:cNvSpPr>
          <p:nvPr/>
        </p:nvSpPr>
        <p:spPr>
          <a:xfrm xmlns:a="http://schemas.openxmlformats.org/drawingml/2006/main">
            <a:off x="914400" y="3295650"/>
            <a:ext cx="9525" cy="1162050"/>
          </a:xfrm>
          <a:custGeom xmlns:a="http://schemas.openxmlformats.org/drawingml/2006/main">
            <a:pathLst>
              <a:path w="9525" h="1162050">
                <a:moveTo>
                  <a:pt x="0" y="0"/>
                </a:moveTo>
                <a:lnTo>
                  <a:pt x="0" y="1162050"/>
                </a:lnTo>
              </a:path>
            </a:pathLst>
          </a:custGeom>
          <a:noFill xmlns:a="http://schemas.openxmlformats.org/drawingml/2006/main"/>
          <a:ln xmlns:a="http://schemas.openxmlformats.org/drawingml/2006/main" w="23813">
            <a:solidFill>
              <a:srgbClr val="231F20"/>
            </a:solidFill>
          </a:ln>
        </p:spPr>
      </p:sp>
      <p:sp>
        <p:nvSpPr>
          <p:cNvPr id="78" name="wire-365">
            <a:extLst xmlns:a="http://schemas.openxmlformats.org/drawingml/2006/main">
              <a:ext uri="{FF2B5EF4-FFF2-40B4-BE49-F238E27FC236}">
                <a16:creationId xmlns:a16="http://schemas.microsoft.com/office/drawing/2014/main" id="{6F4D7E11-0DB1-4407-823B-3EB0EC5FC005}"/>
              </a:ext>
            </a:extLst>
          </p:cNvPr>
          <p:cNvSpPr>
            <a:spLocks xmlns:a="http://schemas.openxmlformats.org/drawingml/2006/main" noGrp="1"/>
          </p:cNvSpPr>
          <p:nvPr/>
        </p:nvSpPr>
        <p:spPr>
          <a:xfrm xmlns:a="http://schemas.openxmlformats.org/drawingml/2006/main">
            <a:off x="914400" y="4457700"/>
            <a:ext cx="95250" cy="9525"/>
          </a:xfrm>
          <a:custGeom xmlns:a="http://schemas.openxmlformats.org/drawingml/2006/main">
            <a:pathLst>
              <a:path w="95250" h="9525">
                <a:moveTo>
                  <a:pt x="0" y="0"/>
                </a:moveTo>
                <a:lnTo>
                  <a:pt x="95250" y="0"/>
                </a:lnTo>
              </a:path>
            </a:pathLst>
          </a:custGeom>
          <a:noFill xmlns:a="http://schemas.openxmlformats.org/drawingml/2006/main"/>
          <a:ln xmlns:a="http://schemas.openxmlformats.org/drawingml/2006/main" w="23813">
            <a:solidFill>
              <a:srgbClr val="231F20"/>
            </a:solidFill>
          </a:ln>
        </p:spPr>
      </p:sp>
      <p:sp>
        <p:nvSpPr>
          <p:cNvPr id="79" name="circuit-366">
            <a:extLst xmlns:a="http://schemas.openxmlformats.org/drawingml/2006/main">
              <a:ext uri="{FF2B5EF4-FFF2-40B4-BE49-F238E27FC236}">
                <a16:creationId xmlns:a16="http://schemas.microsoft.com/office/drawing/2014/main" id="{4217C025-D3FA-46BD-A16D-3B3D4600A823}"/>
              </a:ext>
            </a:extLst>
          </p:cNvPr>
          <p:cNvSpPr>
            <a:spLocks xmlns:a="http://schemas.openxmlformats.org/drawingml/2006/main" noGrp="1"/>
          </p:cNvSpPr>
          <p:nvPr/>
        </p:nvSpPr>
        <p:spPr>
          <a:xfrm xmlns:a="http://schemas.openxmlformats.org/drawingml/2006/main">
            <a:off x="93345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0" name="text-367">
            <a:extLst xmlns:a="http://schemas.openxmlformats.org/drawingml/2006/main">
              <a:ext uri="{FF2B5EF4-FFF2-40B4-BE49-F238E27FC236}">
                <a16:creationId xmlns:a16="http://schemas.microsoft.com/office/drawing/2014/main" id="{54CC7043-5740-4B24-A3FB-530BD89C5A52}"/>
              </a:ext>
            </a:extLst>
          </p:cNvPr>
          <p:cNvSpPr>
            <a:spLocks xmlns:a="http://schemas.openxmlformats.org/drawingml/2006/main" noGrp="1"/>
          </p:cNvSpPr>
          <p:nvPr/>
        </p:nvSpPr>
        <p:spPr>
          <a:xfrm xmlns:a="http://schemas.openxmlformats.org/drawingml/2006/main">
            <a:off x="933450" y="33147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1572C3"/>
                </a:solidFill>
                <a:latin typeface="Arial"/>
                <a:ea typeface="Arial"/>
                <a:cs typeface="Arial"/>
              </a:defRPr>
            </a:defPPr>
            <a:lvl1pPr algn="l">
              <a:defRPr sz="1350" b="1">
                <a:solidFill>
                  <a:srgbClr val="1572C3"/>
                </a:solidFill>
                <a:latin typeface="Arial"/>
                <a:ea typeface="Arial"/>
                <a:cs typeface="Arial"/>
              </a:defRPr>
            </a:lvl1pPr>
            <a:lvl2pPr algn="l">
              <a:defRPr sz="1350" b="1">
                <a:solidFill>
                  <a:srgbClr val="1572C3"/>
                </a:solidFill>
                <a:latin typeface="Arial"/>
                <a:ea typeface="Arial"/>
                <a:cs typeface="Arial"/>
              </a:defRPr>
            </a:lvl2pPr>
            <a:lvl3pPr algn="l">
              <a:defRPr sz="1350" b="1">
                <a:solidFill>
                  <a:srgbClr val="1572C3"/>
                </a:solidFill>
                <a:latin typeface="Arial"/>
                <a:ea typeface="Arial"/>
                <a:cs typeface="Arial"/>
              </a:defRPr>
            </a:lvl3pPr>
            <a:lvl4pPr algn="l">
              <a:defRPr sz="1350" b="1">
                <a:solidFill>
                  <a:srgbClr val="1572C3"/>
                </a:solidFill>
                <a:latin typeface="Arial"/>
                <a:ea typeface="Arial"/>
                <a:cs typeface="Arial"/>
              </a:defRPr>
            </a:lvl4pPr>
            <a:lvl5pPr algn="l">
              <a:defRPr sz="1350" b="1">
                <a:solidFill>
                  <a:srgbClr val="1572C3"/>
                </a:solidFill>
                <a:latin typeface="Arial"/>
                <a:ea typeface="Arial"/>
                <a:cs typeface="Arial"/>
              </a:defRPr>
            </a:lvl5pPr>
            <a:lvl6pPr algn="l">
              <a:defRPr sz="1350" b="1">
                <a:solidFill>
                  <a:srgbClr val="1572C3"/>
                </a:solidFill>
                <a:latin typeface="Arial"/>
                <a:ea typeface="Arial"/>
                <a:cs typeface="Arial"/>
              </a:defRPr>
            </a:lvl6pPr>
            <a:lvl7pPr algn="l">
              <a:defRPr sz="1350" b="1">
                <a:solidFill>
                  <a:srgbClr val="1572C3"/>
                </a:solidFill>
                <a:latin typeface="Arial"/>
                <a:ea typeface="Arial"/>
                <a:cs typeface="Arial"/>
              </a:defRPr>
            </a:lvl7pPr>
            <a:lvl8pPr algn="l">
              <a:defRPr sz="1350" b="1">
                <a:solidFill>
                  <a:srgbClr val="1572C3"/>
                </a:solidFill>
                <a:latin typeface="Arial"/>
                <a:ea typeface="Arial"/>
                <a:cs typeface="Arial"/>
              </a:defRPr>
            </a:lvl8pPr>
            <a:lvl9pPr algn="l">
              <a:defRPr sz="1350" b="1">
                <a:solidFill>
                  <a:srgbClr val="1572C3"/>
                </a:solidFill>
                <a:latin typeface="Arial"/>
                <a:ea typeface="Arial"/>
                <a:cs typeface="Arial"/>
              </a:defRPr>
            </a:lvl9pPr>
          </a:lstStyle>
          <a:p xmlns:a="http://schemas.openxmlformats.org/drawingml/2006/main">
            <a:pPr algn="l">
              <a:defRPr sz="1350" b="1">
                <a:solidFill>
                  <a:srgbClr val="1572C3"/>
                </a:solidFill>
                <a:latin typeface="Arial"/>
                <a:ea typeface="Arial"/>
                <a:cs typeface="Arial"/>
              </a:defRPr>
            </a:pPr>
            <a:r>
              <a:rPr sz="1350" b="1">
                <a:solidFill>
                  <a:srgbClr val="1572C3"/>
                </a:solidFill>
                <a:latin typeface="Arial"/>
                <a:ea typeface="Arial"/>
                <a:cs typeface="Arial"/>
              </a:rPr>
              <a:t>PC + 4</a:t>
            </a:r>
          </a:p>
        </p:txBody>
      </p:sp>
      <p:sp>
        <p:nvSpPr>
          <p:cNvPr id="81" name="wire-368">
            <a:extLst xmlns:a="http://schemas.openxmlformats.org/drawingml/2006/main">
              <a:ext uri="{FF2B5EF4-FFF2-40B4-BE49-F238E27FC236}">
                <a16:creationId xmlns:a16="http://schemas.microsoft.com/office/drawing/2014/main" id="{30429B68-471E-4E3C-ACB2-AB9AC002B561}"/>
              </a:ext>
            </a:extLst>
          </p:cNvPr>
          <p:cNvSpPr>
            <a:spLocks xmlns:a="http://schemas.openxmlformats.org/drawingml/2006/main" noGrp="1"/>
          </p:cNvSpPr>
          <p:nvPr/>
        </p:nvSpPr>
        <p:spPr>
          <a:xfrm xmlns:a="http://schemas.openxmlformats.org/drawingml/2006/main">
            <a:off x="4972050" y="351472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20003">
            <a:solidFill>
              <a:srgbClr val="1572C3"/>
            </a:solidFill>
          </a:ln>
        </p:spPr>
      </p:sp>
      <p:sp>
        <p:nvSpPr>
          <p:cNvPr id="82" name="wire-369">
            <a:extLst xmlns:a="http://schemas.openxmlformats.org/drawingml/2006/main">
              <a:ext uri="{FF2B5EF4-FFF2-40B4-BE49-F238E27FC236}">
                <a16:creationId xmlns:a16="http://schemas.microsoft.com/office/drawing/2014/main" id="{A84E43BD-2195-41F4-835E-5A78C47A6CB7}"/>
              </a:ext>
            </a:extLst>
          </p:cNvPr>
          <p:cNvSpPr>
            <a:spLocks xmlns:a="http://schemas.openxmlformats.org/drawingml/2006/main" noGrp="1"/>
          </p:cNvSpPr>
          <p:nvPr/>
        </p:nvSpPr>
        <p:spPr>
          <a:xfrm xmlns:a="http://schemas.openxmlformats.org/drawingml/2006/main">
            <a:off x="3619500" y="3648075"/>
            <a:ext cx="1352550" cy="9525"/>
          </a:xfrm>
          <a:custGeom xmlns:a="http://schemas.openxmlformats.org/drawingml/2006/main">
            <a:pathLst>
              <a:path w="1352550" h="9525">
                <a:moveTo>
                  <a:pt x="1352550" y="0"/>
                </a:moveTo>
                <a:lnTo>
                  <a:pt x="0" y="0"/>
                </a:lnTo>
              </a:path>
            </a:pathLst>
          </a:custGeom>
          <a:noFill xmlns:a="http://schemas.openxmlformats.org/drawingml/2006/main"/>
          <a:ln xmlns:a="http://schemas.openxmlformats.org/drawingml/2006/main" w="20003">
            <a:solidFill>
              <a:srgbClr val="1572C3"/>
            </a:solidFill>
          </a:ln>
        </p:spPr>
      </p:sp>
      <p:sp>
        <p:nvSpPr>
          <p:cNvPr id="83" name="wire-370">
            <a:extLst xmlns:a="http://schemas.openxmlformats.org/drawingml/2006/main">
              <a:ext uri="{FF2B5EF4-FFF2-40B4-BE49-F238E27FC236}">
                <a16:creationId xmlns:a16="http://schemas.microsoft.com/office/drawing/2014/main" id="{66F4A0A3-4F0F-4014-9DE6-626C26263B95}"/>
              </a:ext>
            </a:extLst>
          </p:cNvPr>
          <p:cNvSpPr>
            <a:spLocks xmlns:a="http://schemas.openxmlformats.org/drawingml/2006/main" noGrp="1"/>
          </p:cNvSpPr>
          <p:nvPr/>
        </p:nvSpPr>
        <p:spPr>
          <a:xfrm xmlns:a="http://schemas.openxmlformats.org/drawingml/2006/main">
            <a:off x="3619500" y="36480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0003">
            <a:solidFill>
              <a:srgbClr val="1572C3"/>
            </a:solidFill>
          </a:ln>
        </p:spPr>
      </p:sp>
      <p:sp>
        <p:nvSpPr>
          <p:cNvPr id="84" name="wire-371">
            <a:extLst xmlns:a="http://schemas.openxmlformats.org/drawingml/2006/main">
              <a:ext uri="{FF2B5EF4-FFF2-40B4-BE49-F238E27FC236}">
                <a16:creationId xmlns:a16="http://schemas.microsoft.com/office/drawing/2014/main" id="{4D61B89D-247B-4C89-8EFF-E71C95479D47}"/>
              </a:ext>
            </a:extLst>
          </p:cNvPr>
          <p:cNvSpPr>
            <a:spLocks xmlns:a="http://schemas.openxmlformats.org/drawingml/2006/main" noGrp="1"/>
          </p:cNvSpPr>
          <p:nvPr/>
        </p:nvSpPr>
        <p:spPr>
          <a:xfrm xmlns:a="http://schemas.openxmlformats.org/drawingml/2006/main">
            <a:off x="3619500" y="421005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0003">
            <a:solidFill>
              <a:srgbClr val="1572C3"/>
            </a:solidFill>
          </a:ln>
        </p:spPr>
      </p:sp>
      <p:sp>
        <p:nvSpPr>
          <p:cNvPr id="85" name="circuit-372">
            <a:extLst xmlns:a="http://schemas.openxmlformats.org/drawingml/2006/main">
              <a:ext uri="{FF2B5EF4-FFF2-40B4-BE49-F238E27FC236}">
                <a16:creationId xmlns:a16="http://schemas.microsoft.com/office/drawing/2014/main" id="{0FA30606-890B-4756-BBD1-8A1DF0FA6A48}"/>
              </a:ext>
            </a:extLst>
          </p:cNvPr>
          <p:cNvSpPr>
            <a:spLocks xmlns:a="http://schemas.openxmlformats.org/drawingml/2006/main" noGrp="1"/>
          </p:cNvSpPr>
          <p:nvPr/>
        </p:nvSpPr>
        <p:spPr>
          <a:xfrm xmlns:a="http://schemas.openxmlformats.org/drawingml/2006/main">
            <a:off x="3714750"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86" name="wire-373">
            <a:extLst xmlns:a="http://schemas.openxmlformats.org/drawingml/2006/main">
              <a:ext uri="{FF2B5EF4-FFF2-40B4-BE49-F238E27FC236}">
                <a16:creationId xmlns:a16="http://schemas.microsoft.com/office/drawing/2014/main" id="{D3EE7795-5884-44A8-873B-1ED93C595C85}"/>
              </a:ext>
            </a:extLst>
          </p:cNvPr>
          <p:cNvSpPr>
            <a:spLocks xmlns:a="http://schemas.openxmlformats.org/drawingml/2006/main" noGrp="1"/>
          </p:cNvSpPr>
          <p:nvPr/>
        </p:nvSpPr>
        <p:spPr>
          <a:xfrm xmlns:a="http://schemas.openxmlformats.org/drawingml/2006/main">
            <a:off x="4048125" y="3514725"/>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21908">
            <a:solidFill>
              <a:srgbClr val="1572C3"/>
            </a:solidFill>
          </a:ln>
        </p:spPr>
      </p:sp>
      <p:sp>
        <p:nvSpPr>
          <p:cNvPr id="87" name="wire-374">
            <a:extLst xmlns:a="http://schemas.openxmlformats.org/drawingml/2006/main">
              <a:ext uri="{FF2B5EF4-FFF2-40B4-BE49-F238E27FC236}">
                <a16:creationId xmlns:a16="http://schemas.microsoft.com/office/drawing/2014/main" id="{241F6771-CAA1-4229-A984-DD629FC6CB48}"/>
              </a:ext>
            </a:extLst>
          </p:cNvPr>
          <p:cNvSpPr>
            <a:spLocks xmlns:a="http://schemas.openxmlformats.org/drawingml/2006/main" noGrp="1"/>
          </p:cNvSpPr>
          <p:nvPr/>
        </p:nvSpPr>
        <p:spPr>
          <a:xfrm xmlns:a="http://schemas.openxmlformats.org/drawingml/2006/main">
            <a:off x="4048125" y="3581400"/>
            <a:ext cx="1724025" cy="9525"/>
          </a:xfrm>
          <a:custGeom xmlns:a="http://schemas.openxmlformats.org/drawingml/2006/main">
            <a:pathLst>
              <a:path w="1724025" h="9525">
                <a:moveTo>
                  <a:pt x="0" y="0"/>
                </a:moveTo>
                <a:lnTo>
                  <a:pt x="1724025" y="0"/>
                </a:lnTo>
              </a:path>
            </a:pathLst>
          </a:custGeom>
          <a:noFill xmlns:a="http://schemas.openxmlformats.org/drawingml/2006/main"/>
          <a:ln xmlns:a="http://schemas.openxmlformats.org/drawingml/2006/main" w="21908">
            <a:solidFill>
              <a:srgbClr val="1572C3"/>
            </a:solidFill>
          </a:ln>
        </p:spPr>
      </p:sp>
      <p:sp>
        <p:nvSpPr>
          <p:cNvPr id="88" name="wire-375">
            <a:extLst xmlns:a="http://schemas.openxmlformats.org/drawingml/2006/main">
              <a:ext uri="{FF2B5EF4-FFF2-40B4-BE49-F238E27FC236}">
                <a16:creationId xmlns:a16="http://schemas.microsoft.com/office/drawing/2014/main" id="{FD2C02BE-9C5A-4C09-BEEA-94BD936D15EC}"/>
              </a:ext>
            </a:extLst>
          </p:cNvPr>
          <p:cNvSpPr>
            <a:spLocks xmlns:a="http://schemas.openxmlformats.org/drawingml/2006/main" noGrp="1"/>
          </p:cNvSpPr>
          <p:nvPr/>
        </p:nvSpPr>
        <p:spPr>
          <a:xfrm xmlns:a="http://schemas.openxmlformats.org/drawingml/2006/main">
            <a:off x="5772150" y="3581400"/>
            <a:ext cx="9525" cy="1257300"/>
          </a:xfrm>
          <a:custGeom xmlns:a="http://schemas.openxmlformats.org/drawingml/2006/main">
            <a:pathLst>
              <a:path w="9525" h="1257300">
                <a:moveTo>
                  <a:pt x="0" y="0"/>
                </a:moveTo>
                <a:lnTo>
                  <a:pt x="0" y="1257300"/>
                </a:lnTo>
              </a:path>
            </a:pathLst>
          </a:custGeom>
          <a:noFill xmlns:a="http://schemas.openxmlformats.org/drawingml/2006/main"/>
          <a:ln xmlns:a="http://schemas.openxmlformats.org/drawingml/2006/main" w="21908">
            <a:solidFill>
              <a:srgbClr val="1572C3"/>
            </a:solidFill>
          </a:ln>
        </p:spPr>
      </p:sp>
      <p:sp>
        <p:nvSpPr>
          <p:cNvPr id="89" name="wire-376">
            <a:extLst xmlns:a="http://schemas.openxmlformats.org/drawingml/2006/main">
              <a:ext uri="{FF2B5EF4-FFF2-40B4-BE49-F238E27FC236}">
                <a16:creationId xmlns:a16="http://schemas.microsoft.com/office/drawing/2014/main" id="{AEEF16A6-B5EA-40DE-8570-EE8FE9368C12}"/>
              </a:ext>
            </a:extLst>
          </p:cNvPr>
          <p:cNvSpPr>
            <a:spLocks xmlns:a="http://schemas.openxmlformats.org/drawingml/2006/main" noGrp="1"/>
          </p:cNvSpPr>
          <p:nvPr/>
        </p:nvSpPr>
        <p:spPr>
          <a:xfrm xmlns:a="http://schemas.openxmlformats.org/drawingml/2006/main">
            <a:off x="5772150" y="4838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1572C3"/>
            </a:solidFill>
          </a:ln>
        </p:spPr>
      </p:sp>
      <p:sp>
        <p:nvSpPr>
          <p:cNvPr id="90" name="circuit-377">
            <a:extLst xmlns:a="http://schemas.openxmlformats.org/drawingml/2006/main">
              <a:ext uri="{FF2B5EF4-FFF2-40B4-BE49-F238E27FC236}">
                <a16:creationId xmlns:a16="http://schemas.microsoft.com/office/drawing/2014/main" id="{EAEDF51F-0E2C-4786-8D0C-32B1D83ED2AB}"/>
              </a:ext>
            </a:extLst>
          </p:cNvPr>
          <p:cNvSpPr>
            <a:spLocks xmlns:a="http://schemas.openxmlformats.org/drawingml/2006/main" noGrp="1"/>
          </p:cNvSpPr>
          <p:nvPr/>
        </p:nvSpPr>
        <p:spPr>
          <a:xfrm xmlns:a="http://schemas.openxmlformats.org/drawingml/2006/main">
            <a:off x="5915025"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91" name="wire-378">
            <a:extLst xmlns:a="http://schemas.openxmlformats.org/drawingml/2006/main">
              <a:ext uri="{FF2B5EF4-FFF2-40B4-BE49-F238E27FC236}">
                <a16:creationId xmlns:a16="http://schemas.microsoft.com/office/drawing/2014/main" id="{3BABACAE-1634-42F5-8991-DD1A9EADD5FD}"/>
              </a:ext>
            </a:extLst>
          </p:cNvPr>
          <p:cNvSpPr>
            <a:spLocks xmlns:a="http://schemas.openxmlformats.org/drawingml/2006/main" noGrp="1"/>
          </p:cNvSpPr>
          <p:nvPr/>
        </p:nvSpPr>
        <p:spPr>
          <a:xfrm xmlns:a="http://schemas.openxmlformats.org/drawingml/2006/main">
            <a:off x="5791200" y="3514725"/>
            <a:ext cx="9525" cy="180975"/>
          </a:xfrm>
          <a:custGeom xmlns:a="http://schemas.openxmlformats.org/drawingml/2006/main">
            <a:pathLst>
              <a:path w="9525" h="180975">
                <a:moveTo>
                  <a:pt x="0" y="0"/>
                </a:moveTo>
                <a:lnTo>
                  <a:pt x="0" y="180975"/>
                </a:lnTo>
              </a:path>
            </a:pathLst>
          </a:custGeom>
          <a:noFill xmlns:a="http://schemas.openxmlformats.org/drawingml/2006/main"/>
          <a:ln xmlns:a="http://schemas.openxmlformats.org/drawingml/2006/main" w="20003">
            <a:solidFill>
              <a:srgbClr val="1572C3"/>
            </a:solidFill>
          </a:ln>
        </p:spPr>
      </p:sp>
      <p:sp>
        <p:nvSpPr>
          <p:cNvPr id="92" name="wire-379">
            <a:extLst xmlns:a="http://schemas.openxmlformats.org/drawingml/2006/main">
              <a:ext uri="{FF2B5EF4-FFF2-40B4-BE49-F238E27FC236}">
                <a16:creationId xmlns:a16="http://schemas.microsoft.com/office/drawing/2014/main" id="{4A8C7790-DBB2-4622-A168-A9D54FED8AF7}"/>
              </a:ext>
            </a:extLst>
          </p:cNvPr>
          <p:cNvSpPr>
            <a:spLocks xmlns:a="http://schemas.openxmlformats.org/drawingml/2006/main" noGrp="1"/>
          </p:cNvSpPr>
          <p:nvPr/>
        </p:nvSpPr>
        <p:spPr>
          <a:xfrm xmlns:a="http://schemas.openxmlformats.org/drawingml/2006/main">
            <a:off x="3543300" y="3695700"/>
            <a:ext cx="2247900" cy="9525"/>
          </a:xfrm>
          <a:custGeom xmlns:a="http://schemas.openxmlformats.org/drawingml/2006/main">
            <a:pathLst>
              <a:path w="2247900" h="9525">
                <a:moveTo>
                  <a:pt x="2247900" y="0"/>
                </a:moveTo>
                <a:lnTo>
                  <a:pt x="0" y="0"/>
                </a:lnTo>
              </a:path>
            </a:pathLst>
          </a:custGeom>
          <a:noFill xmlns:a="http://schemas.openxmlformats.org/drawingml/2006/main"/>
          <a:ln xmlns:a="http://schemas.openxmlformats.org/drawingml/2006/main" w="20003">
            <a:solidFill>
              <a:srgbClr val="1572C3"/>
            </a:solidFill>
          </a:ln>
        </p:spPr>
      </p:sp>
      <p:sp>
        <p:nvSpPr>
          <p:cNvPr id="93" name="wire-380">
            <a:extLst xmlns:a="http://schemas.openxmlformats.org/drawingml/2006/main">
              <a:ext uri="{FF2B5EF4-FFF2-40B4-BE49-F238E27FC236}">
                <a16:creationId xmlns:a16="http://schemas.microsoft.com/office/drawing/2014/main" id="{2596645F-728D-466D-9954-CC7BD60397D1}"/>
              </a:ext>
            </a:extLst>
          </p:cNvPr>
          <p:cNvSpPr>
            <a:spLocks xmlns:a="http://schemas.openxmlformats.org/drawingml/2006/main" noGrp="1"/>
          </p:cNvSpPr>
          <p:nvPr/>
        </p:nvSpPr>
        <p:spPr>
          <a:xfrm xmlns:a="http://schemas.openxmlformats.org/drawingml/2006/main">
            <a:off x="3543300" y="3695700"/>
            <a:ext cx="9525" cy="914400"/>
          </a:xfrm>
          <a:custGeom xmlns:a="http://schemas.openxmlformats.org/drawingml/2006/main">
            <a:pathLst>
              <a:path w="9525" h="914400">
                <a:moveTo>
                  <a:pt x="0" y="0"/>
                </a:moveTo>
                <a:lnTo>
                  <a:pt x="0" y="914400"/>
                </a:lnTo>
              </a:path>
            </a:pathLst>
          </a:custGeom>
          <a:noFill xmlns:a="http://schemas.openxmlformats.org/drawingml/2006/main"/>
          <a:ln xmlns:a="http://schemas.openxmlformats.org/drawingml/2006/main" w="20003">
            <a:solidFill>
              <a:srgbClr val="1572C3"/>
            </a:solidFill>
          </a:ln>
        </p:spPr>
      </p:sp>
      <p:sp>
        <p:nvSpPr>
          <p:cNvPr id="94" name="wire-381">
            <a:extLst xmlns:a="http://schemas.openxmlformats.org/drawingml/2006/main">
              <a:ext uri="{FF2B5EF4-FFF2-40B4-BE49-F238E27FC236}">
                <a16:creationId xmlns:a16="http://schemas.microsoft.com/office/drawing/2014/main" id="{9B93E8F1-82A5-4577-8EB0-F40E56926016}"/>
              </a:ext>
            </a:extLst>
          </p:cNvPr>
          <p:cNvSpPr>
            <a:spLocks xmlns:a="http://schemas.openxmlformats.org/drawingml/2006/main" noGrp="1"/>
          </p:cNvSpPr>
          <p:nvPr/>
        </p:nvSpPr>
        <p:spPr>
          <a:xfrm xmlns:a="http://schemas.openxmlformats.org/drawingml/2006/main">
            <a:off x="3543300" y="461010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003">
            <a:solidFill>
              <a:srgbClr val="1572C3"/>
            </a:solidFill>
          </a:ln>
        </p:spPr>
      </p:sp>
      <p:sp>
        <p:nvSpPr>
          <p:cNvPr id="95" name="circuit-382">
            <a:extLst xmlns:a="http://schemas.openxmlformats.org/drawingml/2006/main">
              <a:ext uri="{FF2B5EF4-FFF2-40B4-BE49-F238E27FC236}">
                <a16:creationId xmlns:a16="http://schemas.microsoft.com/office/drawing/2014/main" id="{F6135D68-487B-4CB4-97F8-F0083AEFBD1B}"/>
              </a:ext>
            </a:extLst>
          </p:cNvPr>
          <p:cNvSpPr>
            <a:spLocks xmlns:a="http://schemas.openxmlformats.org/drawingml/2006/main" noGrp="1"/>
          </p:cNvSpPr>
          <p:nvPr/>
        </p:nvSpPr>
        <p:spPr>
          <a:xfrm xmlns:a="http://schemas.openxmlformats.org/drawingml/2006/main">
            <a:off x="3714750" y="45786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96" name="wire-383">
            <a:extLst xmlns:a="http://schemas.openxmlformats.org/drawingml/2006/main">
              <a:ext uri="{FF2B5EF4-FFF2-40B4-BE49-F238E27FC236}">
                <a16:creationId xmlns:a16="http://schemas.microsoft.com/office/drawing/2014/main" id="{3F4F12C7-6941-4A2D-ACBB-87C5CC1F0E1A}"/>
              </a:ext>
            </a:extLst>
          </p:cNvPr>
          <p:cNvSpPr>
            <a:spLocks xmlns:a="http://schemas.openxmlformats.org/drawingml/2006/main" noGrp="1"/>
          </p:cNvSpPr>
          <p:nvPr/>
        </p:nvSpPr>
        <p:spPr>
          <a:xfrm xmlns:a="http://schemas.openxmlformats.org/drawingml/2006/main">
            <a:off x="3629025" y="4905375"/>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14288">
            <a:solidFill>
              <a:srgbClr val="9FA9B9"/>
            </a:solidFill>
          </a:ln>
        </p:spPr>
      </p:sp>
      <p:sp>
        <p:nvSpPr>
          <p:cNvPr id="97" name="circuit-384">
            <a:extLst xmlns:a="http://schemas.openxmlformats.org/drawingml/2006/main">
              <a:ext uri="{FF2B5EF4-FFF2-40B4-BE49-F238E27FC236}">
                <a16:creationId xmlns:a16="http://schemas.microsoft.com/office/drawing/2014/main" id="{6E8B7EF6-8A7D-47F1-8212-87C6F4F8774B}"/>
              </a:ext>
            </a:extLst>
          </p:cNvPr>
          <p:cNvSpPr>
            <a:spLocks xmlns:a="http://schemas.openxmlformats.org/drawingml/2006/main" noGrp="1"/>
          </p:cNvSpPr>
          <p:nvPr/>
        </p:nvSpPr>
        <p:spPr>
          <a:xfrm xmlns:a="http://schemas.openxmlformats.org/drawingml/2006/main">
            <a:off x="3714750" y="4873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98" name="board-stable-rf">
            <a:extLst xmlns:a="http://schemas.openxmlformats.org/drawingml/2006/main">
              <a:ext uri="{FF2B5EF4-FFF2-40B4-BE49-F238E27FC236}">
                <a16:creationId xmlns:a16="http://schemas.microsoft.com/office/drawing/2014/main" id="{4BE2A222-D69C-41AE-B92D-B7993DE8197A}"/>
              </a:ext>
            </a:extLst>
          </p:cNvPr>
          <p:cNvSpPr>
            <a:spLocks xmlns:a="http://schemas.openxmlformats.org/drawingml/2006/main" noGrp="1"/>
          </p:cNvSpPr>
          <p:nvPr/>
        </p:nvSpPr>
        <p:spPr>
          <a:xfrm xmlns:a="http://schemas.openxmlformats.org/drawingml/2006/main">
            <a:off x="3790950" y="3800475"/>
            <a:ext cx="1571625" cy="14859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9" name="circuit-386">
            <a:extLst xmlns:a="http://schemas.openxmlformats.org/drawingml/2006/main">
              <a:ext uri="{FF2B5EF4-FFF2-40B4-BE49-F238E27FC236}">
                <a16:creationId xmlns:a16="http://schemas.microsoft.com/office/drawing/2014/main" id="{8EF01F45-29ED-4CDB-9752-3FB35D4661B7}"/>
              </a:ext>
            </a:extLst>
          </p:cNvPr>
          <p:cNvSpPr>
            <a:spLocks xmlns:a="http://schemas.openxmlformats.org/drawingml/2006/main" noGrp="1"/>
          </p:cNvSpPr>
          <p:nvPr/>
        </p:nvSpPr>
        <p:spPr>
          <a:xfrm xmlns:a="http://schemas.openxmlformats.org/drawingml/2006/main">
            <a:off x="4181475" y="3800475"/>
            <a:ext cx="152400" cy="85725"/>
          </a:xfrm>
          <a:custGeom xmlns:a="http://schemas.openxmlformats.org/drawingml/2006/main">
            <a:pathLst>
              <a:path w="152400" h="85725">
                <a:moveTo>
                  <a:pt x="0" y="0"/>
                </a:moveTo>
                <a:lnTo>
                  <a:pt x="76200" y="85725"/>
                </a:lnTo>
                <a:lnTo>
                  <a:pt x="152400" y="0"/>
                </a:lnTo>
                <a:close/>
              </a:path>
            </a:pathLst>
          </a:custGeom>
          <a:noFill xmlns:a="http://schemas.openxmlformats.org/drawingml/2006/main"/>
          <a:ln xmlns:a="http://schemas.openxmlformats.org/drawingml/2006/main" w="20955">
            <a:solidFill>
              <a:srgbClr val="231F20"/>
            </a:solidFill>
          </a:ln>
        </p:spPr>
      </p:sp>
      <p:sp>
        <p:nvSpPr>
          <p:cNvPr id="100" name="wire-387">
            <a:extLst xmlns:a="http://schemas.openxmlformats.org/drawingml/2006/main">
              <a:ext uri="{FF2B5EF4-FFF2-40B4-BE49-F238E27FC236}">
                <a16:creationId xmlns:a16="http://schemas.microsoft.com/office/drawing/2014/main" id="{8F3C5958-7A9B-422F-88BD-4B4657AABAAB}"/>
              </a:ext>
            </a:extLst>
          </p:cNvPr>
          <p:cNvSpPr>
            <a:spLocks xmlns:a="http://schemas.openxmlformats.org/drawingml/2006/main" noGrp="1"/>
          </p:cNvSpPr>
          <p:nvPr/>
        </p:nvSpPr>
        <p:spPr>
          <a:xfrm xmlns:a="http://schemas.openxmlformats.org/drawingml/2006/main">
            <a:off x="4257675" y="3733800"/>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11430">
            <a:solidFill>
              <a:srgbClr val="231F20"/>
            </a:solidFill>
          </a:ln>
        </p:spPr>
      </p:sp>
      <p:sp>
        <p:nvSpPr>
          <p:cNvPr id="101" name="text-388">
            <a:extLst xmlns:a="http://schemas.openxmlformats.org/drawingml/2006/main">
              <a:ext uri="{FF2B5EF4-FFF2-40B4-BE49-F238E27FC236}">
                <a16:creationId xmlns:a16="http://schemas.microsoft.com/office/drawing/2014/main" id="{EF1A75AE-BE69-41E5-8021-1BCE9133600B}"/>
              </a:ext>
            </a:extLst>
          </p:cNvPr>
          <p:cNvSpPr>
            <a:spLocks xmlns:a="http://schemas.openxmlformats.org/drawingml/2006/main" noGrp="1"/>
          </p:cNvSpPr>
          <p:nvPr/>
        </p:nvSpPr>
        <p:spPr>
          <a:xfrm xmlns:a="http://schemas.openxmlformats.org/drawingml/2006/main">
            <a:off x="4191000" y="4295775"/>
            <a:ext cx="76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Yu Gothic"/>
                <a:ea typeface="Yu Gothic"/>
                <a:cs typeface="Yu Gothic"/>
              </a:defRPr>
            </a:defPPr>
            <a:lvl1pPr algn="ctr">
              <a:defRPr sz="1425" b="1">
                <a:solidFill>
                  <a:srgbClr val="231F20"/>
                </a:solidFill>
                <a:latin typeface="Yu Gothic"/>
                <a:ea typeface="Yu Gothic"/>
                <a:cs typeface="Yu Gothic"/>
              </a:defRPr>
            </a:lvl1pPr>
            <a:lvl2pPr algn="ctr">
              <a:defRPr sz="1425" b="1">
                <a:solidFill>
                  <a:srgbClr val="231F20"/>
                </a:solidFill>
                <a:latin typeface="Yu Gothic"/>
                <a:ea typeface="Yu Gothic"/>
                <a:cs typeface="Yu Gothic"/>
              </a:defRPr>
            </a:lvl2pPr>
            <a:lvl3pPr algn="ctr">
              <a:defRPr sz="1425" b="1">
                <a:solidFill>
                  <a:srgbClr val="231F20"/>
                </a:solidFill>
                <a:latin typeface="Yu Gothic"/>
                <a:ea typeface="Yu Gothic"/>
                <a:cs typeface="Yu Gothic"/>
              </a:defRPr>
            </a:lvl3pPr>
            <a:lvl4pPr algn="ctr">
              <a:defRPr sz="1425" b="1">
                <a:solidFill>
                  <a:srgbClr val="231F20"/>
                </a:solidFill>
                <a:latin typeface="Yu Gothic"/>
                <a:ea typeface="Yu Gothic"/>
                <a:cs typeface="Yu Gothic"/>
              </a:defRPr>
            </a:lvl4pPr>
            <a:lvl5pPr algn="ctr">
              <a:defRPr sz="1425" b="1">
                <a:solidFill>
                  <a:srgbClr val="231F20"/>
                </a:solidFill>
                <a:latin typeface="Yu Gothic"/>
                <a:ea typeface="Yu Gothic"/>
                <a:cs typeface="Yu Gothic"/>
              </a:defRPr>
            </a:lvl5pPr>
            <a:lvl6pPr algn="ctr">
              <a:defRPr sz="1425" b="1">
                <a:solidFill>
                  <a:srgbClr val="231F20"/>
                </a:solidFill>
                <a:latin typeface="Yu Gothic"/>
                <a:ea typeface="Yu Gothic"/>
                <a:cs typeface="Yu Gothic"/>
              </a:defRPr>
            </a:lvl6pPr>
            <a:lvl7pPr algn="ctr">
              <a:defRPr sz="1425" b="1">
                <a:solidFill>
                  <a:srgbClr val="231F20"/>
                </a:solidFill>
                <a:latin typeface="Yu Gothic"/>
                <a:ea typeface="Yu Gothic"/>
                <a:cs typeface="Yu Gothic"/>
              </a:defRPr>
            </a:lvl7pPr>
            <a:lvl8pPr algn="ctr">
              <a:defRPr sz="1425" b="1">
                <a:solidFill>
                  <a:srgbClr val="231F20"/>
                </a:solidFill>
                <a:latin typeface="Yu Gothic"/>
                <a:ea typeface="Yu Gothic"/>
                <a:cs typeface="Yu Gothic"/>
              </a:defRPr>
            </a:lvl8pPr>
            <a:lvl9pPr algn="ctr">
              <a:defRPr sz="1425" b="1">
                <a:solidFill>
                  <a:srgbClr val="231F20"/>
                </a:solidFill>
                <a:latin typeface="Yu Gothic"/>
                <a:ea typeface="Yu Gothic"/>
                <a:cs typeface="Yu Gothic"/>
              </a:defRPr>
            </a:lvl9pPr>
          </a:lstStyle>
          <a:p xmlns:a="http://schemas.openxmlformats.org/drawingml/2006/main">
            <a:pPr algn="ctr">
              <a:defRPr sz="1425" b="1">
                <a:solidFill>
                  <a:srgbClr val="231F20"/>
                </a:solidFill>
                <a:latin typeface="Yu Gothic"/>
                <a:ea typeface="Yu Gothic"/>
                <a:cs typeface="Yu Gothic"/>
              </a:defRPr>
            </a:pPr>
            <a:r>
              <a:rPr sz="1425" b="1">
                <a:solidFill>
                  <a:srgbClr val="231F20"/>
                </a:solidFill>
                <a:latin typeface="Yu Gothic"/>
                <a:ea typeface="Yu Gothic"/>
                <a:cs typeface="Yu Gothic"/>
              </a:rPr>
              <a:t>レジスタ</a:t>
            </a:r>
          </a:p>
          <a:p xmlns:a="http://schemas.openxmlformats.org/drawingml/2006/main">
            <a:pPr algn="ctr">
              <a:defRPr sz="1425" b="1">
                <a:solidFill>
                  <a:srgbClr val="231F20"/>
                </a:solidFill>
                <a:latin typeface="Yu Gothic"/>
                <a:ea typeface="Yu Gothic"/>
                <a:cs typeface="Yu Gothic"/>
              </a:defRPr>
            </a:pPr>
            <a:r>
              <a:rPr sz="1425" b="1">
                <a:solidFill>
                  <a:srgbClr val="231F20"/>
                </a:solidFill>
                <a:latin typeface="Yu Gothic"/>
                <a:ea typeface="Yu Gothic"/>
                <a:cs typeface="Yu Gothic"/>
              </a:rPr>
              <a:t>群</a:t>
            </a:r>
          </a:p>
        </p:txBody>
      </p:sp>
      <p:sp>
        <p:nvSpPr>
          <p:cNvPr id="102" name="text-389">
            <a:extLst xmlns:a="http://schemas.openxmlformats.org/drawingml/2006/main">
              <a:ext uri="{FF2B5EF4-FFF2-40B4-BE49-F238E27FC236}">
                <a16:creationId xmlns:a16="http://schemas.microsoft.com/office/drawing/2014/main" id="{A6B0A217-9973-4459-87BF-2127E919651B}"/>
              </a:ext>
            </a:extLst>
          </p:cNvPr>
          <p:cNvSpPr>
            <a:spLocks xmlns:a="http://schemas.openxmlformats.org/drawingml/2006/main" noGrp="1"/>
          </p:cNvSpPr>
          <p:nvPr/>
        </p:nvSpPr>
        <p:spPr>
          <a:xfrm xmlns:a="http://schemas.openxmlformats.org/drawingml/2006/main">
            <a:off x="3848100"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A1</a:t>
            </a:r>
          </a:p>
        </p:txBody>
      </p:sp>
      <p:sp>
        <p:nvSpPr>
          <p:cNvPr id="103" name="text-390">
            <a:extLst xmlns:a="http://schemas.openxmlformats.org/drawingml/2006/main">
              <a:ext uri="{FF2B5EF4-FFF2-40B4-BE49-F238E27FC236}">
                <a16:creationId xmlns:a16="http://schemas.microsoft.com/office/drawing/2014/main" id="{9D529108-A4D2-4226-BDA5-28B62F768F2A}"/>
              </a:ext>
            </a:extLst>
          </p:cNvPr>
          <p:cNvSpPr>
            <a:spLocks xmlns:a="http://schemas.openxmlformats.org/drawingml/2006/main" noGrp="1"/>
          </p:cNvSpPr>
          <p:nvPr/>
        </p:nvSpPr>
        <p:spPr>
          <a:xfrm xmlns:a="http://schemas.openxmlformats.org/drawingml/2006/main">
            <a:off x="3848100"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A2</a:t>
            </a:r>
          </a:p>
        </p:txBody>
      </p:sp>
      <p:sp>
        <p:nvSpPr>
          <p:cNvPr id="104" name="text-391">
            <a:extLst xmlns:a="http://schemas.openxmlformats.org/drawingml/2006/main">
              <a:ext uri="{FF2B5EF4-FFF2-40B4-BE49-F238E27FC236}">
                <a16:creationId xmlns:a16="http://schemas.microsoft.com/office/drawing/2014/main" id="{B7DD79E8-7993-4795-87C2-DCBE78DBB912}"/>
              </a:ext>
            </a:extLst>
          </p:cNvPr>
          <p:cNvSpPr>
            <a:spLocks xmlns:a="http://schemas.openxmlformats.org/drawingml/2006/main" noGrp="1"/>
          </p:cNvSpPr>
          <p:nvPr/>
        </p:nvSpPr>
        <p:spPr>
          <a:xfrm xmlns:a="http://schemas.openxmlformats.org/drawingml/2006/main">
            <a:off x="3848100" y="477202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A3</a:t>
            </a:r>
          </a:p>
        </p:txBody>
      </p:sp>
      <p:sp>
        <p:nvSpPr>
          <p:cNvPr id="105" name="text-392">
            <a:extLst xmlns:a="http://schemas.openxmlformats.org/drawingml/2006/main">
              <a:ext uri="{FF2B5EF4-FFF2-40B4-BE49-F238E27FC236}">
                <a16:creationId xmlns:a16="http://schemas.microsoft.com/office/drawing/2014/main" id="{E1ECBDAD-3554-4CE2-8651-9FB985CEEBA4}"/>
              </a:ext>
            </a:extLst>
          </p:cNvPr>
          <p:cNvSpPr>
            <a:spLocks xmlns:a="http://schemas.openxmlformats.org/drawingml/2006/main" noGrp="1"/>
          </p:cNvSpPr>
          <p:nvPr/>
        </p:nvSpPr>
        <p:spPr>
          <a:xfrm xmlns:a="http://schemas.openxmlformats.org/drawingml/2006/main">
            <a:off x="3848100" y="50577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WD3</a:t>
            </a:r>
          </a:p>
        </p:txBody>
      </p:sp>
      <p:sp>
        <p:nvSpPr>
          <p:cNvPr id="106" name="text-393">
            <a:extLst xmlns:a="http://schemas.openxmlformats.org/drawingml/2006/main">
              <a:ext uri="{FF2B5EF4-FFF2-40B4-BE49-F238E27FC236}">
                <a16:creationId xmlns:a16="http://schemas.microsoft.com/office/drawing/2014/main" id="{C3AA3936-5B04-42C2-87F0-6BF65F4C6610}"/>
              </a:ext>
            </a:extLst>
          </p:cNvPr>
          <p:cNvSpPr>
            <a:spLocks xmlns:a="http://schemas.openxmlformats.org/drawingml/2006/main" noGrp="1"/>
          </p:cNvSpPr>
          <p:nvPr/>
        </p:nvSpPr>
        <p:spPr>
          <a:xfrm xmlns:a="http://schemas.openxmlformats.org/drawingml/2006/main">
            <a:off x="4981575"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RD1</a:t>
            </a:r>
          </a:p>
        </p:txBody>
      </p:sp>
      <p:sp>
        <p:nvSpPr>
          <p:cNvPr id="107" name="text-394">
            <a:extLst xmlns:a="http://schemas.openxmlformats.org/drawingml/2006/main">
              <a:ext uri="{FF2B5EF4-FFF2-40B4-BE49-F238E27FC236}">
                <a16:creationId xmlns:a16="http://schemas.microsoft.com/office/drawing/2014/main" id="{CFA2AB5F-060A-4EFA-900F-137BE21B7978}"/>
              </a:ext>
            </a:extLst>
          </p:cNvPr>
          <p:cNvSpPr>
            <a:spLocks xmlns:a="http://schemas.openxmlformats.org/drawingml/2006/main" noGrp="1"/>
          </p:cNvSpPr>
          <p:nvPr/>
        </p:nvSpPr>
        <p:spPr>
          <a:xfrm xmlns:a="http://schemas.openxmlformats.org/drawingml/2006/main">
            <a:off x="4981575"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RD2</a:t>
            </a:r>
          </a:p>
        </p:txBody>
      </p:sp>
      <p:sp>
        <p:nvSpPr>
          <p:cNvPr id="108" name="text-395">
            <a:extLst xmlns:a="http://schemas.openxmlformats.org/drawingml/2006/main">
              <a:ext uri="{FF2B5EF4-FFF2-40B4-BE49-F238E27FC236}">
                <a16:creationId xmlns:a16="http://schemas.microsoft.com/office/drawing/2014/main" id="{8AB7AE65-4A9F-4575-84A4-1E2C42541ABA}"/>
              </a:ext>
            </a:extLst>
          </p:cNvPr>
          <p:cNvSpPr>
            <a:spLocks xmlns:a="http://schemas.openxmlformats.org/drawingml/2006/main" noGrp="1"/>
          </p:cNvSpPr>
          <p:nvPr/>
        </p:nvSpPr>
        <p:spPr>
          <a:xfrm xmlns:a="http://schemas.openxmlformats.org/drawingml/2006/main">
            <a:off x="4962525" y="3819525"/>
            <a:ext cx="3524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WE3</a:t>
            </a:r>
          </a:p>
        </p:txBody>
      </p:sp>
      <p:sp>
        <p:nvSpPr>
          <p:cNvPr id="109" name="wire-396">
            <a:extLst xmlns:a="http://schemas.openxmlformats.org/drawingml/2006/main">
              <a:ext uri="{FF2B5EF4-FFF2-40B4-BE49-F238E27FC236}">
                <a16:creationId xmlns:a16="http://schemas.microsoft.com/office/drawing/2014/main" id="{50ACD0D4-CF66-4F9C-99A6-D969E212CD97}"/>
              </a:ext>
            </a:extLst>
          </p:cNvPr>
          <p:cNvSpPr>
            <a:spLocks xmlns:a="http://schemas.openxmlformats.org/drawingml/2006/main" noGrp="1"/>
          </p:cNvSpPr>
          <p:nvPr/>
        </p:nvSpPr>
        <p:spPr>
          <a:xfrm xmlns:a="http://schemas.openxmlformats.org/drawingml/2006/main">
            <a:off x="5362575" y="4210050"/>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25718">
            <a:solidFill>
              <a:srgbClr val="231F20"/>
            </a:solidFill>
          </a:ln>
        </p:spPr>
      </p:sp>
      <p:sp>
        <p:nvSpPr>
          <p:cNvPr id="110" name="circuit-397">
            <a:extLst xmlns:a="http://schemas.openxmlformats.org/drawingml/2006/main">
              <a:ext uri="{FF2B5EF4-FFF2-40B4-BE49-F238E27FC236}">
                <a16:creationId xmlns:a16="http://schemas.microsoft.com/office/drawing/2014/main" id="{86D9DC49-AE31-4F56-B781-AB191077AF48}"/>
              </a:ext>
            </a:extLst>
          </p:cNvPr>
          <p:cNvSpPr>
            <a:spLocks xmlns:a="http://schemas.openxmlformats.org/drawingml/2006/main" noGrp="1"/>
          </p:cNvSpPr>
          <p:nvPr/>
        </p:nvSpPr>
        <p:spPr>
          <a:xfrm xmlns:a="http://schemas.openxmlformats.org/drawingml/2006/main">
            <a:off x="5915025"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11" name="text-398">
            <a:extLst xmlns:a="http://schemas.openxmlformats.org/drawingml/2006/main">
              <a:ext uri="{FF2B5EF4-FFF2-40B4-BE49-F238E27FC236}">
                <a16:creationId xmlns:a16="http://schemas.microsoft.com/office/drawing/2014/main" id="{04BA0B1C-9C9A-4427-90E4-41346B120028}"/>
              </a:ext>
            </a:extLst>
          </p:cNvPr>
          <p:cNvSpPr>
            <a:spLocks xmlns:a="http://schemas.openxmlformats.org/drawingml/2006/main" noGrp="1"/>
          </p:cNvSpPr>
          <p:nvPr/>
        </p:nvSpPr>
        <p:spPr>
          <a:xfrm xmlns:a="http://schemas.openxmlformats.org/drawingml/2006/main">
            <a:off x="5448300" y="3895725"/>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0</a:t>
            </a:r>
          </a:p>
        </p:txBody>
      </p:sp>
      <p:sp>
        <p:nvSpPr>
          <p:cNvPr id="112" name="board-stable-alu">
            <a:extLst xmlns:a="http://schemas.openxmlformats.org/drawingml/2006/main">
              <a:ext uri="{FF2B5EF4-FFF2-40B4-BE49-F238E27FC236}">
                <a16:creationId xmlns:a16="http://schemas.microsoft.com/office/drawing/2014/main" id="{FA749040-C4C9-4F94-A7B0-12DE1C6AD6CF}"/>
              </a:ext>
            </a:extLst>
          </p:cNvPr>
          <p:cNvSpPr>
            <a:spLocks xmlns:a="http://schemas.openxmlformats.org/drawingml/2006/main" noGrp="1"/>
          </p:cNvSpPr>
          <p:nvPr/>
        </p:nvSpPr>
        <p:spPr>
          <a:xfrm xmlns:a="http://schemas.openxmlformats.org/drawingml/2006/main">
            <a:off x="5991225" y="4067175"/>
            <a:ext cx="647700" cy="933450"/>
          </a:xfrm>
          <a:custGeom xmlns:a="http://schemas.openxmlformats.org/drawingml/2006/main">
            <a:pathLst>
              <a:path w="647700" h="933450">
                <a:moveTo>
                  <a:pt x="0" y="0"/>
                </a:moveTo>
                <a:lnTo>
                  <a:pt x="647700" y="171450"/>
                </a:lnTo>
                <a:lnTo>
                  <a:pt x="647700" y="742950"/>
                </a:lnTo>
                <a:lnTo>
                  <a:pt x="0" y="933450"/>
                </a:lnTo>
                <a:lnTo>
                  <a:pt x="0" y="571500"/>
                </a:lnTo>
                <a:lnTo>
                  <a:pt x="171450" y="457200"/>
                </a:lnTo>
                <a:lnTo>
                  <a:pt x="0" y="257175"/>
                </a:lnTo>
                <a:close/>
              </a:path>
            </a:pathLst>
          </a:custGeom>
          <a:solidFill xmlns:a="http://schemas.openxmlformats.org/drawingml/2006/main">
            <a:srgbClr val="FFFFFF"/>
          </a:solidFill>
          <a:ln xmlns:a="http://schemas.openxmlformats.org/drawingml/2006/main" w="21908">
            <a:solidFill>
              <a:srgbClr val="231F20"/>
            </a:solidFill>
          </a:ln>
        </p:spPr>
      </p:sp>
      <p:sp>
        <p:nvSpPr>
          <p:cNvPr id="113" name="text-400">
            <a:extLst xmlns:a="http://schemas.openxmlformats.org/drawingml/2006/main">
              <a:ext uri="{FF2B5EF4-FFF2-40B4-BE49-F238E27FC236}">
                <a16:creationId xmlns:a16="http://schemas.microsoft.com/office/drawing/2014/main" id="{927C5961-203F-436F-BB39-DCD33D11CD2B}"/>
              </a:ext>
            </a:extLst>
          </p:cNvPr>
          <p:cNvSpPr>
            <a:spLocks xmlns:a="http://schemas.openxmlformats.org/drawingml/2006/main" noGrp="1"/>
          </p:cNvSpPr>
          <p:nvPr/>
        </p:nvSpPr>
        <p:spPr>
          <a:xfrm xmlns:a="http://schemas.openxmlformats.org/drawingml/2006/main">
            <a:off x="6076950" y="3781425"/>
            <a:ext cx="571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ALU</a:t>
            </a:r>
          </a:p>
        </p:txBody>
      </p:sp>
      <p:sp>
        <p:nvSpPr>
          <p:cNvPr id="114" name="text-401">
            <a:extLst xmlns:a="http://schemas.openxmlformats.org/drawingml/2006/main">
              <a:ext uri="{FF2B5EF4-FFF2-40B4-BE49-F238E27FC236}">
                <a16:creationId xmlns:a16="http://schemas.microsoft.com/office/drawing/2014/main" id="{F2417F98-C072-44FE-93F5-F728B85802D1}"/>
              </a:ext>
            </a:extLst>
          </p:cNvPr>
          <p:cNvSpPr>
            <a:spLocks xmlns:a="http://schemas.openxmlformats.org/drawingml/2006/main" noGrp="1"/>
          </p:cNvSpPr>
          <p:nvPr/>
        </p:nvSpPr>
        <p:spPr>
          <a:xfrm xmlns:a="http://schemas.openxmlformats.org/drawingml/2006/main">
            <a:off x="6257925" y="4343400"/>
            <a:ext cx="314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Arial"/>
                <a:ea typeface="Arial"/>
                <a:cs typeface="Arial"/>
              </a:defRPr>
            </a:defPPr>
            <a:lvl1pPr algn="ctr">
              <a:defRPr sz="2250" b="0">
                <a:solidFill>
                  <a:srgbClr val="231F20"/>
                </a:solidFill>
                <a:latin typeface="Arial"/>
                <a:ea typeface="Arial"/>
                <a:cs typeface="Arial"/>
              </a:defRPr>
            </a:lvl1pPr>
            <a:lvl2pPr algn="ctr">
              <a:defRPr sz="2250" b="0">
                <a:solidFill>
                  <a:srgbClr val="231F20"/>
                </a:solidFill>
                <a:latin typeface="Arial"/>
                <a:ea typeface="Arial"/>
                <a:cs typeface="Arial"/>
              </a:defRPr>
            </a:lvl2pPr>
            <a:lvl3pPr algn="ctr">
              <a:defRPr sz="2250" b="0">
                <a:solidFill>
                  <a:srgbClr val="231F20"/>
                </a:solidFill>
                <a:latin typeface="Arial"/>
                <a:ea typeface="Arial"/>
                <a:cs typeface="Arial"/>
              </a:defRPr>
            </a:lvl3pPr>
            <a:lvl4pPr algn="ctr">
              <a:defRPr sz="2250" b="0">
                <a:solidFill>
                  <a:srgbClr val="231F20"/>
                </a:solidFill>
                <a:latin typeface="Arial"/>
                <a:ea typeface="Arial"/>
                <a:cs typeface="Arial"/>
              </a:defRPr>
            </a:lvl4pPr>
            <a:lvl5pPr algn="ctr">
              <a:defRPr sz="2250" b="0">
                <a:solidFill>
                  <a:srgbClr val="231F20"/>
                </a:solidFill>
                <a:latin typeface="Arial"/>
                <a:ea typeface="Arial"/>
                <a:cs typeface="Arial"/>
              </a:defRPr>
            </a:lvl5pPr>
            <a:lvl6pPr algn="ctr">
              <a:defRPr sz="2250" b="0">
                <a:solidFill>
                  <a:srgbClr val="231F20"/>
                </a:solidFill>
                <a:latin typeface="Arial"/>
                <a:ea typeface="Arial"/>
                <a:cs typeface="Arial"/>
              </a:defRPr>
            </a:lvl6pPr>
            <a:lvl7pPr algn="ctr">
              <a:defRPr sz="2250" b="0">
                <a:solidFill>
                  <a:srgbClr val="231F20"/>
                </a:solidFill>
                <a:latin typeface="Arial"/>
                <a:ea typeface="Arial"/>
                <a:cs typeface="Arial"/>
              </a:defRPr>
            </a:lvl7pPr>
            <a:lvl8pPr algn="ctr">
              <a:defRPr sz="2250" b="0">
                <a:solidFill>
                  <a:srgbClr val="231F20"/>
                </a:solidFill>
                <a:latin typeface="Arial"/>
                <a:ea typeface="Arial"/>
                <a:cs typeface="Arial"/>
              </a:defRPr>
            </a:lvl8pPr>
            <a:lvl9pPr algn="ctr">
              <a:defRPr sz="2250" b="0">
                <a:solidFill>
                  <a:srgbClr val="231F20"/>
                </a:solidFill>
                <a:latin typeface="Arial"/>
                <a:ea typeface="Arial"/>
                <a:cs typeface="Arial"/>
              </a:defRPr>
            </a:lvl9pPr>
          </a:lstStyle>
          <a:p xmlns:a="http://schemas.openxmlformats.org/drawingml/2006/main">
            <a:pPr algn="ctr">
              <a:defRPr sz="2250" b="0">
                <a:solidFill>
                  <a:srgbClr val="231F20"/>
                </a:solidFill>
                <a:latin typeface="Arial"/>
                <a:ea typeface="Arial"/>
                <a:cs typeface="Arial"/>
              </a:defRPr>
            </a:pPr>
            <a:r>
              <a:rPr sz="2250" b="0">
                <a:solidFill>
                  <a:srgbClr val="231F20"/>
                </a:solidFill>
                <a:latin typeface="Arial"/>
                <a:ea typeface="Arial"/>
                <a:cs typeface="Arial"/>
              </a:rPr>
              <a:t>+</a:t>
            </a:r>
          </a:p>
        </p:txBody>
      </p:sp>
      <p:sp>
        <p:nvSpPr>
          <p:cNvPr id="115" name="text-402">
            <a:extLst xmlns:a="http://schemas.openxmlformats.org/drawingml/2006/main">
              <a:ext uri="{FF2B5EF4-FFF2-40B4-BE49-F238E27FC236}">
                <a16:creationId xmlns:a16="http://schemas.microsoft.com/office/drawing/2014/main" id="{7E27BA18-0D6C-4F6A-9DB6-A3302F7142C0}"/>
              </a:ext>
            </a:extLst>
          </p:cNvPr>
          <p:cNvSpPr>
            <a:spLocks xmlns:a="http://schemas.openxmlformats.org/drawingml/2006/main" noGrp="1"/>
          </p:cNvSpPr>
          <p:nvPr/>
        </p:nvSpPr>
        <p:spPr>
          <a:xfrm xmlns:a="http://schemas.openxmlformats.org/drawingml/2006/main">
            <a:off x="5638800" y="5019675"/>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即値 12</a:t>
            </a:r>
          </a:p>
        </p:txBody>
      </p:sp>
      <p:sp>
        <p:nvSpPr>
          <p:cNvPr id="116" name="wire-403">
            <a:extLst xmlns:a="http://schemas.openxmlformats.org/drawingml/2006/main">
              <a:ext uri="{FF2B5EF4-FFF2-40B4-BE49-F238E27FC236}">
                <a16:creationId xmlns:a16="http://schemas.microsoft.com/office/drawing/2014/main" id="{94DB1AF1-C108-4A6B-8147-094D790DC949}"/>
              </a:ext>
            </a:extLst>
          </p:cNvPr>
          <p:cNvSpPr>
            <a:spLocks xmlns:a="http://schemas.openxmlformats.org/drawingml/2006/main" noGrp="1"/>
          </p:cNvSpPr>
          <p:nvPr/>
        </p:nvSpPr>
        <p:spPr>
          <a:xfrm xmlns:a="http://schemas.openxmlformats.org/drawingml/2006/main">
            <a:off x="6638925" y="4419600"/>
            <a:ext cx="600075" cy="9525"/>
          </a:xfrm>
          <a:custGeom xmlns:a="http://schemas.openxmlformats.org/drawingml/2006/main">
            <a:pathLst>
              <a:path w="600075" h="9525">
                <a:moveTo>
                  <a:pt x="0" y="0"/>
                </a:moveTo>
                <a:lnTo>
                  <a:pt x="600075" y="0"/>
                </a:lnTo>
              </a:path>
            </a:pathLst>
          </a:custGeom>
          <a:noFill xmlns:a="http://schemas.openxmlformats.org/drawingml/2006/main"/>
          <a:ln xmlns:a="http://schemas.openxmlformats.org/drawingml/2006/main" w="26670">
            <a:solidFill>
              <a:srgbClr val="1572C3"/>
            </a:solidFill>
          </a:ln>
        </p:spPr>
      </p:sp>
      <p:sp>
        <p:nvSpPr>
          <p:cNvPr id="117" name="circuit-404">
            <a:extLst xmlns:a="http://schemas.openxmlformats.org/drawingml/2006/main">
              <a:ext uri="{FF2B5EF4-FFF2-40B4-BE49-F238E27FC236}">
                <a16:creationId xmlns:a16="http://schemas.microsoft.com/office/drawing/2014/main" id="{794933C2-F662-4662-8CA9-A5F0F437D512}"/>
              </a:ext>
            </a:extLst>
          </p:cNvPr>
          <p:cNvSpPr>
            <a:spLocks xmlns:a="http://schemas.openxmlformats.org/drawingml/2006/main" noGrp="1"/>
          </p:cNvSpPr>
          <p:nvPr/>
        </p:nvSpPr>
        <p:spPr>
          <a:xfrm xmlns:a="http://schemas.openxmlformats.org/drawingml/2006/main">
            <a:off x="71628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18" name="text-405">
            <a:extLst xmlns:a="http://schemas.openxmlformats.org/drawingml/2006/main">
              <a:ext uri="{FF2B5EF4-FFF2-40B4-BE49-F238E27FC236}">
                <a16:creationId xmlns:a16="http://schemas.microsoft.com/office/drawing/2014/main" id="{6F768CCD-80D0-4480-9ABA-F71BB41451F1}"/>
              </a:ext>
            </a:extLst>
          </p:cNvPr>
          <p:cNvSpPr>
            <a:spLocks xmlns:a="http://schemas.openxmlformats.org/drawingml/2006/main" noGrp="1"/>
          </p:cNvSpPr>
          <p:nvPr/>
        </p:nvSpPr>
        <p:spPr>
          <a:xfrm xmlns:a="http://schemas.openxmlformats.org/drawingml/2006/main">
            <a:off x="6686550" y="4105275"/>
            <a:ext cx="485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12</a:t>
            </a:r>
          </a:p>
        </p:txBody>
      </p:sp>
      <p:sp>
        <p:nvSpPr>
          <p:cNvPr id="119" name="wire-406">
            <a:extLst xmlns:a="http://schemas.openxmlformats.org/drawingml/2006/main">
              <a:ext uri="{FF2B5EF4-FFF2-40B4-BE49-F238E27FC236}">
                <a16:creationId xmlns:a16="http://schemas.microsoft.com/office/drawing/2014/main" id="{AD0ACB08-CF86-4635-B66D-D6FDB01E9AA7}"/>
              </a:ext>
            </a:extLst>
          </p:cNvPr>
          <p:cNvSpPr>
            <a:spLocks xmlns:a="http://schemas.openxmlformats.org/drawingml/2006/main" noGrp="1"/>
          </p:cNvSpPr>
          <p:nvPr/>
        </p:nvSpPr>
        <p:spPr>
          <a:xfrm xmlns:a="http://schemas.openxmlformats.org/drawingml/2006/main">
            <a:off x="5362575" y="46101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5718">
            <a:solidFill>
              <a:srgbClr val="1572C3"/>
            </a:solidFill>
          </a:ln>
        </p:spPr>
      </p:sp>
      <p:sp>
        <p:nvSpPr>
          <p:cNvPr id="120" name="wire-407">
            <a:extLst xmlns:a="http://schemas.openxmlformats.org/drawingml/2006/main">
              <a:ext uri="{FF2B5EF4-FFF2-40B4-BE49-F238E27FC236}">
                <a16:creationId xmlns:a16="http://schemas.microsoft.com/office/drawing/2014/main" id="{9A46EC46-C5F4-424D-99A8-51301F4D4CA4}"/>
              </a:ext>
            </a:extLst>
          </p:cNvPr>
          <p:cNvSpPr>
            <a:spLocks xmlns:a="http://schemas.openxmlformats.org/drawingml/2006/main" noGrp="1"/>
          </p:cNvSpPr>
          <p:nvPr/>
        </p:nvSpPr>
        <p:spPr>
          <a:xfrm xmlns:a="http://schemas.openxmlformats.org/drawingml/2006/main">
            <a:off x="5476875" y="4610100"/>
            <a:ext cx="9525" cy="771525"/>
          </a:xfrm>
          <a:custGeom xmlns:a="http://schemas.openxmlformats.org/drawingml/2006/main">
            <a:pathLst>
              <a:path w="9525" h="771525">
                <a:moveTo>
                  <a:pt x="0" y="0"/>
                </a:moveTo>
                <a:lnTo>
                  <a:pt x="0" y="771525"/>
                </a:lnTo>
              </a:path>
            </a:pathLst>
          </a:custGeom>
          <a:noFill xmlns:a="http://schemas.openxmlformats.org/drawingml/2006/main"/>
          <a:ln xmlns:a="http://schemas.openxmlformats.org/drawingml/2006/main" w="25718">
            <a:solidFill>
              <a:srgbClr val="1572C3"/>
            </a:solidFill>
          </a:ln>
        </p:spPr>
      </p:sp>
      <p:sp>
        <p:nvSpPr>
          <p:cNvPr id="121" name="wire-408">
            <a:extLst xmlns:a="http://schemas.openxmlformats.org/drawingml/2006/main">
              <a:ext uri="{FF2B5EF4-FFF2-40B4-BE49-F238E27FC236}">
                <a16:creationId xmlns:a16="http://schemas.microsoft.com/office/drawing/2014/main" id="{4B849A40-79B7-4A3B-9C39-718D917AE9EF}"/>
              </a:ext>
            </a:extLst>
          </p:cNvPr>
          <p:cNvSpPr>
            <a:spLocks xmlns:a="http://schemas.openxmlformats.org/drawingml/2006/main" noGrp="1"/>
          </p:cNvSpPr>
          <p:nvPr/>
        </p:nvSpPr>
        <p:spPr>
          <a:xfrm xmlns:a="http://schemas.openxmlformats.org/drawingml/2006/main">
            <a:off x="5476875" y="5381625"/>
            <a:ext cx="1628775" cy="9525"/>
          </a:xfrm>
          <a:custGeom xmlns:a="http://schemas.openxmlformats.org/drawingml/2006/main">
            <a:pathLst>
              <a:path w="1628775" h="9525">
                <a:moveTo>
                  <a:pt x="0" y="0"/>
                </a:moveTo>
                <a:lnTo>
                  <a:pt x="1628775" y="0"/>
                </a:lnTo>
              </a:path>
            </a:pathLst>
          </a:custGeom>
          <a:noFill xmlns:a="http://schemas.openxmlformats.org/drawingml/2006/main"/>
          <a:ln xmlns:a="http://schemas.openxmlformats.org/drawingml/2006/main" w="25718">
            <a:solidFill>
              <a:srgbClr val="1572C3"/>
            </a:solidFill>
          </a:ln>
        </p:spPr>
      </p:sp>
      <p:sp>
        <p:nvSpPr>
          <p:cNvPr id="122" name="wire-409">
            <a:extLst xmlns:a="http://schemas.openxmlformats.org/drawingml/2006/main">
              <a:ext uri="{FF2B5EF4-FFF2-40B4-BE49-F238E27FC236}">
                <a16:creationId xmlns:a16="http://schemas.microsoft.com/office/drawing/2014/main" id="{83E7B2AB-710B-444F-9AD8-F6F949CE5BED}"/>
              </a:ext>
            </a:extLst>
          </p:cNvPr>
          <p:cNvSpPr>
            <a:spLocks xmlns:a="http://schemas.openxmlformats.org/drawingml/2006/main" noGrp="1"/>
          </p:cNvSpPr>
          <p:nvPr/>
        </p:nvSpPr>
        <p:spPr>
          <a:xfrm xmlns:a="http://schemas.openxmlformats.org/drawingml/2006/main">
            <a:off x="7105650" y="50196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5718">
            <a:solidFill>
              <a:srgbClr val="1572C3"/>
            </a:solidFill>
          </a:ln>
        </p:spPr>
      </p:sp>
      <p:sp>
        <p:nvSpPr>
          <p:cNvPr id="123" name="wire-410">
            <a:extLst xmlns:a="http://schemas.openxmlformats.org/drawingml/2006/main">
              <a:ext uri="{FF2B5EF4-FFF2-40B4-BE49-F238E27FC236}">
                <a16:creationId xmlns:a16="http://schemas.microsoft.com/office/drawing/2014/main" id="{10B6FE14-39B0-43C9-9044-F666E9FF669A}"/>
              </a:ext>
            </a:extLst>
          </p:cNvPr>
          <p:cNvSpPr>
            <a:spLocks xmlns:a="http://schemas.openxmlformats.org/drawingml/2006/main" noGrp="1"/>
          </p:cNvSpPr>
          <p:nvPr/>
        </p:nvSpPr>
        <p:spPr>
          <a:xfrm xmlns:a="http://schemas.openxmlformats.org/drawingml/2006/main">
            <a:off x="7105650" y="501967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25718">
            <a:solidFill>
              <a:srgbClr val="1572C3"/>
            </a:solidFill>
          </a:ln>
        </p:spPr>
      </p:sp>
      <p:sp>
        <p:nvSpPr>
          <p:cNvPr id="124" name="circuit-411">
            <a:extLst xmlns:a="http://schemas.openxmlformats.org/drawingml/2006/main">
              <a:ext uri="{FF2B5EF4-FFF2-40B4-BE49-F238E27FC236}">
                <a16:creationId xmlns:a16="http://schemas.microsoft.com/office/drawing/2014/main" id="{60AF4AC6-D3F3-440B-9FA3-F0694FA14F7C}"/>
              </a:ext>
            </a:extLst>
          </p:cNvPr>
          <p:cNvSpPr>
            <a:spLocks xmlns:a="http://schemas.openxmlformats.org/drawingml/2006/main" noGrp="1"/>
          </p:cNvSpPr>
          <p:nvPr/>
        </p:nvSpPr>
        <p:spPr>
          <a:xfrm xmlns:a="http://schemas.openxmlformats.org/drawingml/2006/main">
            <a:off x="7162800" y="498824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25" name="text-412">
            <a:extLst xmlns:a="http://schemas.openxmlformats.org/drawingml/2006/main">
              <a:ext uri="{FF2B5EF4-FFF2-40B4-BE49-F238E27FC236}">
                <a16:creationId xmlns:a16="http://schemas.microsoft.com/office/drawing/2014/main" id="{165E1A0A-B41C-4EB6-8679-4009114094E0}"/>
              </a:ext>
            </a:extLst>
          </p:cNvPr>
          <p:cNvSpPr>
            <a:spLocks xmlns:a="http://schemas.openxmlformats.org/drawingml/2006/main" noGrp="1"/>
          </p:cNvSpPr>
          <p:nvPr/>
        </p:nvSpPr>
        <p:spPr>
          <a:xfrm xmlns:a="http://schemas.openxmlformats.org/drawingml/2006/main">
            <a:off x="5514975" y="4762500"/>
            <a:ext cx="228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3</a:t>
            </a:r>
          </a:p>
        </p:txBody>
      </p:sp>
      <p:sp>
        <p:nvSpPr>
          <p:cNvPr id="126" name="wire-413">
            <a:extLst xmlns:a="http://schemas.openxmlformats.org/drawingml/2006/main">
              <a:ext uri="{FF2B5EF4-FFF2-40B4-BE49-F238E27FC236}">
                <a16:creationId xmlns:a16="http://schemas.microsoft.com/office/drawing/2014/main" id="{1287C033-2F0F-4F7A-B060-3EDD1EBB8805}"/>
              </a:ext>
            </a:extLst>
          </p:cNvPr>
          <p:cNvSpPr>
            <a:spLocks xmlns:a="http://schemas.openxmlformats.org/drawingml/2006/main" noGrp="1"/>
          </p:cNvSpPr>
          <p:nvPr/>
        </p:nvSpPr>
        <p:spPr>
          <a:xfrm xmlns:a="http://schemas.openxmlformats.org/drawingml/2006/main">
            <a:off x="7134225" y="5314950"/>
            <a:ext cx="104775" cy="9525"/>
          </a:xfrm>
          <a:custGeom xmlns:a="http://schemas.openxmlformats.org/drawingml/2006/main">
            <a:pathLst>
              <a:path w="104775" h="9525">
                <a:moveTo>
                  <a:pt x="104775" y="0"/>
                </a:moveTo>
                <a:lnTo>
                  <a:pt x="0" y="0"/>
                </a:lnTo>
              </a:path>
            </a:pathLst>
          </a:custGeom>
          <a:noFill xmlns:a="http://schemas.openxmlformats.org/drawingml/2006/main"/>
          <a:ln xmlns:a="http://schemas.openxmlformats.org/drawingml/2006/main" w="25718">
            <a:solidFill>
              <a:srgbClr val="9FA9B9"/>
            </a:solidFill>
          </a:ln>
        </p:spPr>
      </p:sp>
      <p:sp>
        <p:nvSpPr>
          <p:cNvPr id="127" name="wire-414">
            <a:extLst xmlns:a="http://schemas.openxmlformats.org/drawingml/2006/main">
              <a:ext uri="{FF2B5EF4-FFF2-40B4-BE49-F238E27FC236}">
                <a16:creationId xmlns:a16="http://schemas.microsoft.com/office/drawing/2014/main" id="{9753D39E-EF2D-4A92-B4BF-9745F2BCC877}"/>
              </a:ext>
            </a:extLst>
          </p:cNvPr>
          <p:cNvSpPr>
            <a:spLocks xmlns:a="http://schemas.openxmlformats.org/drawingml/2006/main" noGrp="1"/>
          </p:cNvSpPr>
          <p:nvPr/>
        </p:nvSpPr>
        <p:spPr>
          <a:xfrm xmlns:a="http://schemas.openxmlformats.org/drawingml/2006/main">
            <a:off x="7134225" y="5314950"/>
            <a:ext cx="9525" cy="495300"/>
          </a:xfrm>
          <a:custGeom xmlns:a="http://schemas.openxmlformats.org/drawingml/2006/main">
            <a:pathLst>
              <a:path w="9525" h="495300">
                <a:moveTo>
                  <a:pt x="0" y="0"/>
                </a:moveTo>
                <a:lnTo>
                  <a:pt x="0" y="495300"/>
                </a:lnTo>
              </a:path>
            </a:pathLst>
          </a:custGeom>
          <a:noFill xmlns:a="http://schemas.openxmlformats.org/drawingml/2006/main"/>
          <a:ln xmlns:a="http://schemas.openxmlformats.org/drawingml/2006/main" w="25718">
            <a:solidFill>
              <a:srgbClr val="9FA9B9"/>
            </a:solidFill>
          </a:ln>
        </p:spPr>
      </p:sp>
      <p:sp>
        <p:nvSpPr>
          <p:cNvPr id="128" name="wire-415">
            <a:extLst xmlns:a="http://schemas.openxmlformats.org/drawingml/2006/main">
              <a:ext uri="{FF2B5EF4-FFF2-40B4-BE49-F238E27FC236}">
                <a16:creationId xmlns:a16="http://schemas.microsoft.com/office/drawing/2014/main" id="{73D7ED18-D717-4167-AF8B-F6842C32FF2C}"/>
              </a:ext>
            </a:extLst>
          </p:cNvPr>
          <p:cNvSpPr>
            <a:spLocks xmlns:a="http://schemas.openxmlformats.org/drawingml/2006/main" noGrp="1"/>
          </p:cNvSpPr>
          <p:nvPr/>
        </p:nvSpPr>
        <p:spPr>
          <a:xfrm xmlns:a="http://schemas.openxmlformats.org/drawingml/2006/main">
            <a:off x="3619500" y="5810250"/>
            <a:ext cx="3514725" cy="9525"/>
          </a:xfrm>
          <a:custGeom xmlns:a="http://schemas.openxmlformats.org/drawingml/2006/main">
            <a:pathLst>
              <a:path w="3514725" h="9525">
                <a:moveTo>
                  <a:pt x="3514725" y="0"/>
                </a:moveTo>
                <a:lnTo>
                  <a:pt x="0" y="0"/>
                </a:lnTo>
              </a:path>
            </a:pathLst>
          </a:custGeom>
          <a:noFill xmlns:a="http://schemas.openxmlformats.org/drawingml/2006/main"/>
          <a:ln xmlns:a="http://schemas.openxmlformats.org/drawingml/2006/main" w="25718">
            <a:solidFill>
              <a:srgbClr val="9FA9B9"/>
            </a:solidFill>
          </a:ln>
        </p:spPr>
      </p:sp>
      <p:sp>
        <p:nvSpPr>
          <p:cNvPr id="129" name="wire-416">
            <a:extLst xmlns:a="http://schemas.openxmlformats.org/drawingml/2006/main">
              <a:ext uri="{FF2B5EF4-FFF2-40B4-BE49-F238E27FC236}">
                <a16:creationId xmlns:a16="http://schemas.microsoft.com/office/drawing/2014/main" id="{29B7486B-D313-4BDB-97D2-DD1BDC63198A}"/>
              </a:ext>
            </a:extLst>
          </p:cNvPr>
          <p:cNvSpPr>
            <a:spLocks xmlns:a="http://schemas.openxmlformats.org/drawingml/2006/main" noGrp="1"/>
          </p:cNvSpPr>
          <p:nvPr/>
        </p:nvSpPr>
        <p:spPr>
          <a:xfrm xmlns:a="http://schemas.openxmlformats.org/drawingml/2006/main">
            <a:off x="3619500" y="5153025"/>
            <a:ext cx="9525" cy="657225"/>
          </a:xfrm>
          <a:custGeom xmlns:a="http://schemas.openxmlformats.org/drawingml/2006/main">
            <a:pathLst>
              <a:path w="9525" h="657225">
                <a:moveTo>
                  <a:pt x="0" y="657225"/>
                </a:moveTo>
                <a:lnTo>
                  <a:pt x="0" y="0"/>
                </a:lnTo>
              </a:path>
            </a:pathLst>
          </a:custGeom>
          <a:noFill xmlns:a="http://schemas.openxmlformats.org/drawingml/2006/main"/>
          <a:ln xmlns:a="http://schemas.openxmlformats.org/drawingml/2006/main" w="25718">
            <a:solidFill>
              <a:srgbClr val="9FA9B9"/>
            </a:solidFill>
          </a:ln>
        </p:spPr>
      </p:sp>
      <p:sp>
        <p:nvSpPr>
          <p:cNvPr id="130" name="wire-417">
            <a:extLst xmlns:a="http://schemas.openxmlformats.org/drawingml/2006/main">
              <a:ext uri="{FF2B5EF4-FFF2-40B4-BE49-F238E27FC236}">
                <a16:creationId xmlns:a16="http://schemas.microsoft.com/office/drawing/2014/main" id="{A70C0096-9276-4162-8E0C-0CC747220C08}"/>
              </a:ext>
            </a:extLst>
          </p:cNvPr>
          <p:cNvSpPr>
            <a:spLocks xmlns:a="http://schemas.openxmlformats.org/drawingml/2006/main" noGrp="1"/>
          </p:cNvSpPr>
          <p:nvPr/>
        </p:nvSpPr>
        <p:spPr>
          <a:xfrm xmlns:a="http://schemas.openxmlformats.org/drawingml/2006/main">
            <a:off x="3619500" y="5153025"/>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5718">
            <a:solidFill>
              <a:srgbClr val="9FA9B9"/>
            </a:solidFill>
          </a:ln>
        </p:spPr>
      </p:sp>
      <p:sp>
        <p:nvSpPr>
          <p:cNvPr id="131" name="circuit-418">
            <a:extLst xmlns:a="http://schemas.openxmlformats.org/drawingml/2006/main">
              <a:ext uri="{FF2B5EF4-FFF2-40B4-BE49-F238E27FC236}">
                <a16:creationId xmlns:a16="http://schemas.microsoft.com/office/drawing/2014/main" id="{30268642-4956-4B09-8904-3D6F402F12A5}"/>
              </a:ext>
            </a:extLst>
          </p:cNvPr>
          <p:cNvSpPr>
            <a:spLocks xmlns:a="http://schemas.openxmlformats.org/drawingml/2006/main" noGrp="1"/>
          </p:cNvSpPr>
          <p:nvPr/>
        </p:nvSpPr>
        <p:spPr>
          <a:xfrm xmlns:a="http://schemas.openxmlformats.org/drawingml/2006/main">
            <a:off x="3714750" y="512159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32" name="wire-419">
            <a:extLst xmlns:a="http://schemas.openxmlformats.org/drawingml/2006/main">
              <a:ext uri="{FF2B5EF4-FFF2-40B4-BE49-F238E27FC236}">
                <a16:creationId xmlns:a16="http://schemas.microsoft.com/office/drawing/2014/main" id="{889996E7-37AD-4512-8A47-860DDA813BF5}"/>
              </a:ext>
            </a:extLst>
          </p:cNvPr>
          <p:cNvSpPr>
            <a:spLocks xmlns:a="http://schemas.openxmlformats.org/drawingml/2006/main" noGrp="1"/>
          </p:cNvSpPr>
          <p:nvPr/>
        </p:nvSpPr>
        <p:spPr>
          <a:xfrm xmlns:a="http://schemas.openxmlformats.org/drawingml/2006/main">
            <a:off x="2028825" y="5105400"/>
            <a:ext cx="9525" cy="419100"/>
          </a:xfrm>
          <a:custGeom xmlns:a="http://schemas.openxmlformats.org/drawingml/2006/main">
            <a:pathLst>
              <a:path w="9525" h="419100">
                <a:moveTo>
                  <a:pt x="0" y="0"/>
                </a:moveTo>
                <a:lnTo>
                  <a:pt x="0" y="419100"/>
                </a:lnTo>
              </a:path>
            </a:pathLst>
          </a:custGeom>
          <a:noFill xmlns:a="http://schemas.openxmlformats.org/drawingml/2006/main"/>
          <a:ln xmlns:a="http://schemas.openxmlformats.org/drawingml/2006/main" w="20003">
            <a:solidFill>
              <a:srgbClr val="1572C3"/>
            </a:solidFill>
          </a:ln>
        </p:spPr>
      </p:sp>
      <p:sp>
        <p:nvSpPr>
          <p:cNvPr id="133" name="wire-420">
            <a:extLst xmlns:a="http://schemas.openxmlformats.org/drawingml/2006/main">
              <a:ext uri="{FF2B5EF4-FFF2-40B4-BE49-F238E27FC236}">
                <a16:creationId xmlns:a16="http://schemas.microsoft.com/office/drawing/2014/main" id="{F52D023B-B8DF-475D-8D69-828D29E3102E}"/>
              </a:ext>
            </a:extLst>
          </p:cNvPr>
          <p:cNvSpPr>
            <a:spLocks xmlns:a="http://schemas.openxmlformats.org/drawingml/2006/main" noGrp="1"/>
          </p:cNvSpPr>
          <p:nvPr/>
        </p:nvSpPr>
        <p:spPr>
          <a:xfrm xmlns:a="http://schemas.openxmlformats.org/drawingml/2006/main">
            <a:off x="2028825" y="5524500"/>
            <a:ext cx="5133975" cy="9525"/>
          </a:xfrm>
          <a:custGeom xmlns:a="http://schemas.openxmlformats.org/drawingml/2006/main">
            <a:pathLst>
              <a:path w="5133975" h="9525">
                <a:moveTo>
                  <a:pt x="0" y="0"/>
                </a:moveTo>
                <a:lnTo>
                  <a:pt x="5133975" y="0"/>
                </a:lnTo>
              </a:path>
            </a:pathLst>
          </a:custGeom>
          <a:noFill xmlns:a="http://schemas.openxmlformats.org/drawingml/2006/main"/>
          <a:ln xmlns:a="http://schemas.openxmlformats.org/drawingml/2006/main" w="20003">
            <a:solidFill>
              <a:srgbClr val="1572C3"/>
            </a:solidFill>
          </a:ln>
        </p:spPr>
      </p:sp>
      <p:sp>
        <p:nvSpPr>
          <p:cNvPr id="134" name="wire-421">
            <a:extLst xmlns:a="http://schemas.openxmlformats.org/drawingml/2006/main">
              <a:ext uri="{FF2B5EF4-FFF2-40B4-BE49-F238E27FC236}">
                <a16:creationId xmlns:a16="http://schemas.microsoft.com/office/drawing/2014/main" id="{DDAE413D-2EEF-4BFA-8CCA-1E77D1FC13A4}"/>
              </a:ext>
            </a:extLst>
          </p:cNvPr>
          <p:cNvSpPr>
            <a:spLocks xmlns:a="http://schemas.openxmlformats.org/drawingml/2006/main" noGrp="1"/>
          </p:cNvSpPr>
          <p:nvPr/>
        </p:nvSpPr>
        <p:spPr>
          <a:xfrm xmlns:a="http://schemas.openxmlformats.org/drawingml/2006/main">
            <a:off x="7162800" y="3886200"/>
            <a:ext cx="9525" cy="1638300"/>
          </a:xfrm>
          <a:custGeom xmlns:a="http://schemas.openxmlformats.org/drawingml/2006/main">
            <a:pathLst>
              <a:path w="9525" h="1638300">
                <a:moveTo>
                  <a:pt x="0" y="1638300"/>
                </a:moveTo>
                <a:lnTo>
                  <a:pt x="0" y="0"/>
                </a:lnTo>
              </a:path>
            </a:pathLst>
          </a:custGeom>
          <a:noFill xmlns:a="http://schemas.openxmlformats.org/drawingml/2006/main"/>
          <a:ln xmlns:a="http://schemas.openxmlformats.org/drawingml/2006/main" w="20003">
            <a:solidFill>
              <a:srgbClr val="1572C3"/>
            </a:solidFill>
          </a:ln>
        </p:spPr>
      </p:sp>
      <p:sp>
        <p:nvSpPr>
          <p:cNvPr id="135" name="wire-422">
            <a:extLst xmlns:a="http://schemas.openxmlformats.org/drawingml/2006/main">
              <a:ext uri="{FF2B5EF4-FFF2-40B4-BE49-F238E27FC236}">
                <a16:creationId xmlns:a16="http://schemas.microsoft.com/office/drawing/2014/main" id="{5E38B29B-DDAF-41F9-8198-B558F1AA5813}"/>
              </a:ext>
            </a:extLst>
          </p:cNvPr>
          <p:cNvSpPr>
            <a:spLocks xmlns:a="http://schemas.openxmlformats.org/drawingml/2006/main" noGrp="1"/>
          </p:cNvSpPr>
          <p:nvPr/>
        </p:nvSpPr>
        <p:spPr>
          <a:xfrm xmlns:a="http://schemas.openxmlformats.org/drawingml/2006/main">
            <a:off x="7162800" y="38862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003">
            <a:solidFill>
              <a:srgbClr val="1572C3"/>
            </a:solidFill>
          </a:ln>
        </p:spPr>
      </p:sp>
      <p:sp>
        <p:nvSpPr>
          <p:cNvPr id="136" name="circuit-423">
            <a:extLst xmlns:a="http://schemas.openxmlformats.org/drawingml/2006/main">
              <a:ext uri="{FF2B5EF4-FFF2-40B4-BE49-F238E27FC236}">
                <a16:creationId xmlns:a16="http://schemas.microsoft.com/office/drawing/2014/main" id="{A4D322F1-4C64-4FB4-BA39-CC6D411D3315}"/>
              </a:ext>
            </a:extLst>
          </p:cNvPr>
          <p:cNvSpPr>
            <a:spLocks xmlns:a="http://schemas.openxmlformats.org/drawingml/2006/main" noGrp="1"/>
          </p:cNvSpPr>
          <p:nvPr/>
        </p:nvSpPr>
        <p:spPr>
          <a:xfrm xmlns:a="http://schemas.openxmlformats.org/drawingml/2006/main">
            <a:off x="7162800" y="3854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37" name="wire-424">
            <a:extLst xmlns:a="http://schemas.openxmlformats.org/drawingml/2006/main">
              <a:ext uri="{FF2B5EF4-FFF2-40B4-BE49-F238E27FC236}">
                <a16:creationId xmlns:a16="http://schemas.microsoft.com/office/drawing/2014/main" id="{086C3CD3-041A-4AB1-8084-E196A639BB6B}"/>
              </a:ext>
            </a:extLst>
          </p:cNvPr>
          <p:cNvSpPr>
            <a:spLocks xmlns:a="http://schemas.openxmlformats.org/drawingml/2006/main" noGrp="1"/>
          </p:cNvSpPr>
          <p:nvPr/>
        </p:nvSpPr>
        <p:spPr>
          <a:xfrm xmlns:a="http://schemas.openxmlformats.org/drawingml/2006/main">
            <a:off x="7048500" y="4076700"/>
            <a:ext cx="190500" cy="9525"/>
          </a:xfrm>
          <a:custGeom xmlns:a="http://schemas.openxmlformats.org/drawingml/2006/main">
            <a:pathLst>
              <a:path w="190500" h="9525">
                <a:moveTo>
                  <a:pt x="190500" y="0"/>
                </a:moveTo>
                <a:lnTo>
                  <a:pt x="0" y="0"/>
                </a:lnTo>
              </a:path>
            </a:pathLst>
          </a:custGeom>
          <a:noFill xmlns:a="http://schemas.openxmlformats.org/drawingml/2006/main"/>
          <a:ln xmlns:a="http://schemas.openxmlformats.org/drawingml/2006/main" w="20003">
            <a:solidFill>
              <a:srgbClr val="1572C3"/>
            </a:solidFill>
          </a:ln>
        </p:spPr>
      </p:sp>
      <p:sp>
        <p:nvSpPr>
          <p:cNvPr id="138" name="wire-425">
            <a:extLst xmlns:a="http://schemas.openxmlformats.org/drawingml/2006/main">
              <a:ext uri="{FF2B5EF4-FFF2-40B4-BE49-F238E27FC236}">
                <a16:creationId xmlns:a16="http://schemas.microsoft.com/office/drawing/2014/main" id="{816E19D3-451C-4742-BFAE-5F7AB0824858}"/>
              </a:ext>
            </a:extLst>
          </p:cNvPr>
          <p:cNvSpPr>
            <a:spLocks xmlns:a="http://schemas.openxmlformats.org/drawingml/2006/main" noGrp="1"/>
          </p:cNvSpPr>
          <p:nvPr/>
        </p:nvSpPr>
        <p:spPr>
          <a:xfrm xmlns:a="http://schemas.openxmlformats.org/drawingml/2006/main">
            <a:off x="7048500" y="4076700"/>
            <a:ext cx="9525" cy="1581150"/>
          </a:xfrm>
          <a:custGeom xmlns:a="http://schemas.openxmlformats.org/drawingml/2006/main">
            <a:pathLst>
              <a:path w="9525" h="1581150">
                <a:moveTo>
                  <a:pt x="0" y="0"/>
                </a:moveTo>
                <a:lnTo>
                  <a:pt x="0" y="1581150"/>
                </a:lnTo>
              </a:path>
            </a:pathLst>
          </a:custGeom>
          <a:noFill xmlns:a="http://schemas.openxmlformats.org/drawingml/2006/main"/>
          <a:ln xmlns:a="http://schemas.openxmlformats.org/drawingml/2006/main" w="20003">
            <a:solidFill>
              <a:srgbClr val="1572C3"/>
            </a:solidFill>
          </a:ln>
        </p:spPr>
      </p:sp>
      <p:sp>
        <p:nvSpPr>
          <p:cNvPr id="139" name="wire-426">
            <a:extLst xmlns:a="http://schemas.openxmlformats.org/drawingml/2006/main">
              <a:ext uri="{FF2B5EF4-FFF2-40B4-BE49-F238E27FC236}">
                <a16:creationId xmlns:a16="http://schemas.microsoft.com/office/drawing/2014/main" id="{E98D46BD-F68E-4906-8775-6D840E0BEC0E}"/>
              </a:ext>
            </a:extLst>
          </p:cNvPr>
          <p:cNvSpPr>
            <a:spLocks xmlns:a="http://schemas.openxmlformats.org/drawingml/2006/main" noGrp="1"/>
          </p:cNvSpPr>
          <p:nvPr/>
        </p:nvSpPr>
        <p:spPr>
          <a:xfrm xmlns:a="http://schemas.openxmlformats.org/drawingml/2006/main">
            <a:off x="2857500" y="5657850"/>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20003">
            <a:solidFill>
              <a:srgbClr val="1572C3"/>
            </a:solidFill>
          </a:ln>
        </p:spPr>
      </p:sp>
      <p:sp>
        <p:nvSpPr>
          <p:cNvPr id="140" name="wire-427">
            <a:extLst xmlns:a="http://schemas.openxmlformats.org/drawingml/2006/main">
              <a:ext uri="{FF2B5EF4-FFF2-40B4-BE49-F238E27FC236}">
                <a16:creationId xmlns:a16="http://schemas.microsoft.com/office/drawing/2014/main" id="{BA70FBD0-A52C-496B-A9D6-B3D4928FD247}"/>
              </a:ext>
            </a:extLst>
          </p:cNvPr>
          <p:cNvSpPr>
            <a:spLocks xmlns:a="http://schemas.openxmlformats.org/drawingml/2006/main" noGrp="1"/>
          </p:cNvSpPr>
          <p:nvPr/>
        </p:nvSpPr>
        <p:spPr>
          <a:xfrm xmlns:a="http://schemas.openxmlformats.org/drawingml/2006/main">
            <a:off x="2857500" y="5105400"/>
            <a:ext cx="9525" cy="552450"/>
          </a:xfrm>
          <a:custGeom xmlns:a="http://schemas.openxmlformats.org/drawingml/2006/main">
            <a:pathLst>
              <a:path w="9525" h="552450">
                <a:moveTo>
                  <a:pt x="0" y="552450"/>
                </a:moveTo>
                <a:lnTo>
                  <a:pt x="0" y="0"/>
                </a:lnTo>
              </a:path>
            </a:pathLst>
          </a:custGeom>
          <a:noFill xmlns:a="http://schemas.openxmlformats.org/drawingml/2006/main"/>
          <a:ln xmlns:a="http://schemas.openxmlformats.org/drawingml/2006/main" w="20003">
            <a:solidFill>
              <a:srgbClr val="1572C3"/>
            </a:solidFill>
          </a:ln>
        </p:spPr>
      </p:sp>
      <p:sp>
        <p:nvSpPr>
          <p:cNvPr id="141" name="circuit-428">
            <a:extLst xmlns:a="http://schemas.openxmlformats.org/drawingml/2006/main">
              <a:ext uri="{FF2B5EF4-FFF2-40B4-BE49-F238E27FC236}">
                <a16:creationId xmlns:a16="http://schemas.microsoft.com/office/drawing/2014/main" id="{C954D67C-B75A-42FE-9768-B4FD194BE2AB}"/>
              </a:ext>
            </a:extLst>
          </p:cNvPr>
          <p:cNvSpPr>
            <a:spLocks xmlns:a="http://schemas.openxmlformats.org/drawingml/2006/main" noGrp="1"/>
          </p:cNvSpPr>
          <p:nvPr/>
        </p:nvSpPr>
        <p:spPr>
          <a:xfrm xmlns:a="http://schemas.openxmlformats.org/drawingml/2006/main">
            <a:off x="2826068" y="5105400"/>
            <a:ext cx="62865" cy="76200"/>
          </a:xfrm>
          <a:custGeom xmlns:a="http://schemas.openxmlformats.org/drawingml/2006/main">
            <a:pathLst>
              <a:path w="62865" h="76200">
                <a:moveTo>
                  <a:pt x="31433" y="0"/>
                </a:moveTo>
                <a:lnTo>
                  <a:pt x="0" y="76200"/>
                </a:lnTo>
                <a:lnTo>
                  <a:pt x="62865" y="76200"/>
                </a:lnTo>
                <a:close/>
              </a:path>
            </a:pathLst>
          </a:custGeom>
          <a:solidFill xmlns:a="http://schemas.openxmlformats.org/drawingml/2006/main">
            <a:srgbClr val="1572C3"/>
          </a:solidFill>
          <a:ln xmlns:a="http://schemas.openxmlformats.org/drawingml/2006/main" w="9525">
            <a:solidFill>
              <a:srgbClr val="1572C3"/>
            </a:solidFill>
          </a:ln>
        </p:spPr>
      </p:sp>
      <p:sp>
        <p:nvSpPr>
          <p:cNvPr id="142" name="text-429">
            <a:extLst xmlns:a="http://schemas.openxmlformats.org/drawingml/2006/main">
              <a:ext uri="{FF2B5EF4-FFF2-40B4-BE49-F238E27FC236}">
                <a16:creationId xmlns:a16="http://schemas.microsoft.com/office/drawing/2014/main" id="{EE93FB0A-B578-4AA6-8AB3-805BD5E8FACF}"/>
              </a:ext>
            </a:extLst>
          </p:cNvPr>
          <p:cNvSpPr>
            <a:spLocks xmlns:a="http://schemas.openxmlformats.org/drawingml/2006/main" noGrp="1"/>
          </p:cNvSpPr>
          <p:nvPr/>
        </p:nvSpPr>
        <p:spPr>
          <a:xfrm xmlns:a="http://schemas.openxmlformats.org/drawingml/2006/main">
            <a:off x="7286625" y="38290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1572C3"/>
                </a:solidFill>
                <a:latin typeface="Yu Gothic"/>
                <a:ea typeface="Yu Gothic"/>
                <a:cs typeface="Yu Gothic"/>
              </a:defRPr>
            </a:defPPr>
            <a:lvl1pPr algn="ctr">
              <a:defRPr sz="1200" b="1">
                <a:solidFill>
                  <a:srgbClr val="1572C3"/>
                </a:solidFill>
                <a:latin typeface="Yu Gothic"/>
                <a:ea typeface="Yu Gothic"/>
                <a:cs typeface="Yu Gothic"/>
              </a:defRPr>
            </a:lvl1pPr>
            <a:lvl2pPr algn="ctr">
              <a:defRPr sz="1200" b="1">
                <a:solidFill>
                  <a:srgbClr val="1572C3"/>
                </a:solidFill>
                <a:latin typeface="Yu Gothic"/>
                <a:ea typeface="Yu Gothic"/>
                <a:cs typeface="Yu Gothic"/>
              </a:defRPr>
            </a:lvl2pPr>
            <a:lvl3pPr algn="ctr">
              <a:defRPr sz="1200" b="1">
                <a:solidFill>
                  <a:srgbClr val="1572C3"/>
                </a:solidFill>
                <a:latin typeface="Yu Gothic"/>
                <a:ea typeface="Yu Gothic"/>
                <a:cs typeface="Yu Gothic"/>
              </a:defRPr>
            </a:lvl3pPr>
            <a:lvl4pPr algn="ctr">
              <a:defRPr sz="1200" b="1">
                <a:solidFill>
                  <a:srgbClr val="1572C3"/>
                </a:solidFill>
                <a:latin typeface="Yu Gothic"/>
                <a:ea typeface="Yu Gothic"/>
                <a:cs typeface="Yu Gothic"/>
              </a:defRPr>
            </a:lvl4pPr>
            <a:lvl5pPr algn="ctr">
              <a:defRPr sz="1200" b="1">
                <a:solidFill>
                  <a:srgbClr val="1572C3"/>
                </a:solidFill>
                <a:latin typeface="Yu Gothic"/>
                <a:ea typeface="Yu Gothic"/>
                <a:cs typeface="Yu Gothic"/>
              </a:defRPr>
            </a:lvl5pPr>
            <a:lvl6pPr algn="ctr">
              <a:defRPr sz="1200" b="1">
                <a:solidFill>
                  <a:srgbClr val="1572C3"/>
                </a:solidFill>
                <a:latin typeface="Yu Gothic"/>
                <a:ea typeface="Yu Gothic"/>
                <a:cs typeface="Yu Gothic"/>
              </a:defRPr>
            </a:lvl6pPr>
            <a:lvl7pPr algn="ctr">
              <a:defRPr sz="1200" b="1">
                <a:solidFill>
                  <a:srgbClr val="1572C3"/>
                </a:solidFill>
                <a:latin typeface="Yu Gothic"/>
                <a:ea typeface="Yu Gothic"/>
                <a:cs typeface="Yu Gothic"/>
              </a:defRPr>
            </a:lvl7pPr>
            <a:lvl8pPr algn="ctr">
              <a:defRPr sz="1200" b="1">
                <a:solidFill>
                  <a:srgbClr val="1572C3"/>
                </a:solidFill>
                <a:latin typeface="Yu Gothic"/>
                <a:ea typeface="Yu Gothic"/>
                <a:cs typeface="Yu Gothic"/>
              </a:defRPr>
            </a:lvl8pPr>
            <a:lvl9pPr algn="ctr">
              <a:defRPr sz="1200" b="1">
                <a:solidFill>
                  <a:srgbClr val="1572C3"/>
                </a:solidFill>
                <a:latin typeface="Yu Gothic"/>
                <a:ea typeface="Yu Gothic"/>
                <a:cs typeface="Yu Gothic"/>
              </a:defRPr>
            </a:lvl9pPr>
          </a:lstStyle>
          <a:p xmlns:a="http://schemas.openxmlformats.org/drawingml/2006/main">
            <a:pPr algn="ctr">
              <a:defRPr sz="1200" b="1">
                <a:solidFill>
                  <a:srgbClr val="1572C3"/>
                </a:solidFill>
                <a:latin typeface="Yu Gothic"/>
                <a:ea typeface="Yu Gothic"/>
                <a:cs typeface="Yu Gothic"/>
              </a:defRPr>
            </a:pPr>
            <a:r>
              <a:rPr sz="1200" b="1">
                <a:solidFill>
                  <a:srgbClr val="1572C3"/>
                </a:solidFill>
                <a:latin typeface="Yu Gothic"/>
                <a:ea typeface="Yu Gothic"/>
                <a:cs typeface="Yu Gothic"/>
              </a:rPr>
              <a:t>命令</a:t>
            </a:r>
          </a:p>
        </p:txBody>
      </p:sp>
      <p:sp>
        <p:nvSpPr>
          <p:cNvPr id="143" name="text-430">
            <a:extLst xmlns:a="http://schemas.openxmlformats.org/drawingml/2006/main">
              <a:ext uri="{FF2B5EF4-FFF2-40B4-BE49-F238E27FC236}">
                <a16:creationId xmlns:a16="http://schemas.microsoft.com/office/drawing/2014/main" id="{6BE8DC23-AAEE-44A7-A520-1E69150845E6}"/>
              </a:ext>
            </a:extLst>
          </p:cNvPr>
          <p:cNvSpPr>
            <a:spLocks xmlns:a="http://schemas.openxmlformats.org/drawingml/2006/main" noGrp="1"/>
          </p:cNvSpPr>
          <p:nvPr/>
        </p:nvSpPr>
        <p:spPr>
          <a:xfrm xmlns:a="http://schemas.openxmlformats.org/drawingml/2006/main">
            <a:off x="7277100" y="47434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1572C3"/>
                </a:solidFill>
                <a:latin typeface="Yu Gothic"/>
                <a:ea typeface="Yu Gothic"/>
                <a:cs typeface="Yu Gothic"/>
              </a:defRPr>
            </a:defPPr>
            <a:lvl1pPr algn="ctr">
              <a:defRPr sz="1200" b="1">
                <a:solidFill>
                  <a:srgbClr val="1572C3"/>
                </a:solidFill>
                <a:latin typeface="Yu Gothic"/>
                <a:ea typeface="Yu Gothic"/>
                <a:cs typeface="Yu Gothic"/>
              </a:defRPr>
            </a:lvl1pPr>
            <a:lvl2pPr algn="ctr">
              <a:defRPr sz="1200" b="1">
                <a:solidFill>
                  <a:srgbClr val="1572C3"/>
                </a:solidFill>
                <a:latin typeface="Yu Gothic"/>
                <a:ea typeface="Yu Gothic"/>
                <a:cs typeface="Yu Gothic"/>
              </a:defRPr>
            </a:lvl2pPr>
            <a:lvl3pPr algn="ctr">
              <a:defRPr sz="1200" b="1">
                <a:solidFill>
                  <a:srgbClr val="1572C3"/>
                </a:solidFill>
                <a:latin typeface="Yu Gothic"/>
                <a:ea typeface="Yu Gothic"/>
                <a:cs typeface="Yu Gothic"/>
              </a:defRPr>
            </a:lvl3pPr>
            <a:lvl4pPr algn="ctr">
              <a:defRPr sz="1200" b="1">
                <a:solidFill>
                  <a:srgbClr val="1572C3"/>
                </a:solidFill>
                <a:latin typeface="Yu Gothic"/>
                <a:ea typeface="Yu Gothic"/>
                <a:cs typeface="Yu Gothic"/>
              </a:defRPr>
            </a:lvl4pPr>
            <a:lvl5pPr algn="ctr">
              <a:defRPr sz="1200" b="1">
                <a:solidFill>
                  <a:srgbClr val="1572C3"/>
                </a:solidFill>
                <a:latin typeface="Yu Gothic"/>
                <a:ea typeface="Yu Gothic"/>
                <a:cs typeface="Yu Gothic"/>
              </a:defRPr>
            </a:lvl5pPr>
            <a:lvl6pPr algn="ctr">
              <a:defRPr sz="1200" b="1">
                <a:solidFill>
                  <a:srgbClr val="1572C3"/>
                </a:solidFill>
                <a:latin typeface="Yu Gothic"/>
                <a:ea typeface="Yu Gothic"/>
                <a:cs typeface="Yu Gothic"/>
              </a:defRPr>
            </a:lvl6pPr>
            <a:lvl7pPr algn="ctr">
              <a:defRPr sz="1200" b="1">
                <a:solidFill>
                  <a:srgbClr val="1572C3"/>
                </a:solidFill>
                <a:latin typeface="Yu Gothic"/>
                <a:ea typeface="Yu Gothic"/>
                <a:cs typeface="Yu Gothic"/>
              </a:defRPr>
            </a:lvl7pPr>
            <a:lvl8pPr algn="ctr">
              <a:defRPr sz="1200" b="1">
                <a:solidFill>
                  <a:srgbClr val="1572C3"/>
                </a:solidFill>
                <a:latin typeface="Yu Gothic"/>
                <a:ea typeface="Yu Gothic"/>
                <a:cs typeface="Yu Gothic"/>
              </a:defRPr>
            </a:lvl8pPr>
            <a:lvl9pPr algn="ctr">
              <a:defRPr sz="1200" b="1">
                <a:solidFill>
                  <a:srgbClr val="1572C3"/>
                </a:solidFill>
                <a:latin typeface="Yu Gothic"/>
                <a:ea typeface="Yu Gothic"/>
                <a:cs typeface="Yu Gothic"/>
              </a:defRPr>
            </a:lvl9pPr>
          </a:lstStyle>
          <a:p xmlns:a="http://schemas.openxmlformats.org/drawingml/2006/main">
            <a:pPr algn="ctr">
              <a:defRPr sz="1200" b="1">
                <a:solidFill>
                  <a:srgbClr val="1572C3"/>
                </a:solidFill>
                <a:latin typeface="Yu Gothic"/>
                <a:ea typeface="Yu Gothic"/>
                <a:cs typeface="Yu Gothic"/>
              </a:defRPr>
            </a:pPr>
            <a:r>
              <a:rPr sz="1200" b="1">
                <a:solidFill>
                  <a:srgbClr val="1572C3"/>
                </a:solidFill>
                <a:latin typeface="Yu Gothic"/>
                <a:ea typeface="Yu Gothic"/>
                <a:cs typeface="Yu Gothic"/>
              </a:rPr>
              <a:t>データ</a:t>
            </a:r>
          </a:p>
        </p:txBody>
      </p:sp>
      <p:sp>
        <p:nvSpPr>
          <p:cNvPr id="144" name="text-431">
            <a:extLst xmlns:a="http://schemas.openxmlformats.org/drawingml/2006/main">
              <a:ext uri="{FF2B5EF4-FFF2-40B4-BE49-F238E27FC236}">
                <a16:creationId xmlns:a16="http://schemas.microsoft.com/office/drawing/2014/main" id="{1E7DEE82-E6DB-4783-B539-C046665E4079}"/>
              </a:ext>
            </a:extLst>
          </p:cNvPr>
          <p:cNvSpPr>
            <a:spLocks xmlns:a="http://schemas.openxmlformats.org/drawingml/2006/main" noGrp="1"/>
          </p:cNvSpPr>
          <p:nvPr/>
        </p:nvSpPr>
        <p:spPr>
          <a:xfrm xmlns:a="http://schemas.openxmlformats.org/drawingml/2006/main">
            <a:off x="609600" y="61436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DDR3との信号のやり取りは、AMD提供の回路に任せる</a:t>
            </a:r>
          </a:p>
        </p:txBody>
      </p:sp>
      <p:sp>
        <p:nvSpPr>
          <p:cNvPr id="145" name="text-432">
            <a:extLst xmlns:a="http://schemas.openxmlformats.org/drawingml/2006/main">
              <a:ext uri="{FF2B5EF4-FFF2-40B4-BE49-F238E27FC236}">
                <a16:creationId xmlns:a16="http://schemas.microsoft.com/office/drawing/2014/main" id="{D12642BC-0015-4DDD-996A-2D8F2296183B}"/>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6</a:t>
            </a:r>
          </a:p>
        </p:txBody>
      </p:sp>
      <p:sp>
        <p:nvSpPr>
          <p:cNvPr id="146" name="text-433">
            <a:extLst xmlns:a="http://schemas.openxmlformats.org/drawingml/2006/main">
              <a:ext uri="{FF2B5EF4-FFF2-40B4-BE49-F238E27FC236}">
                <a16:creationId xmlns:a16="http://schemas.microsoft.com/office/drawing/2014/main" id="{8EBDB187-7073-4015-B19E-138244538897}"/>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CPU側は番地・読み書きの要求・データを渡す。DDRコントローラーの内部は省略</a:t>
            </a:r>
          </a:p>
        </p:txBody>
      </p:sp>
    </p:spTree>
    <p:extLst>
      <p:ext uri="{BB962C8B-B14F-4D97-AF65-F5344CB8AC3E}">
        <p14:creationId xmlns:p14="http://schemas.microsoft.com/office/powerpoint/2010/main" val="14646217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9" name="text-434">
            <a:extLst xmlns:a="http://schemas.openxmlformats.org/drawingml/2006/main">
              <a:ext uri="{FF2B5EF4-FFF2-40B4-BE49-F238E27FC236}">
                <a16:creationId xmlns:a16="http://schemas.microsoft.com/office/drawing/2014/main" id="{E71B154B-E7E7-419C-8389-8B3180956E68}"/>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7</a:t>
            </a:r>
          </a:p>
        </p:txBody>
      </p:sp>
      <p:sp>
        <p:nvSpPr>
          <p:cNvPr id="2" name="text-435">
            <a:extLst xmlns:a="http://schemas.openxmlformats.org/drawingml/2006/main">
              <a:ext uri="{FF2B5EF4-FFF2-40B4-BE49-F238E27FC236}">
                <a16:creationId xmlns:a16="http://schemas.microsoft.com/office/drawing/2014/main" id="{24882D9C-2311-476F-9133-F74492EA7777}"/>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SDカードのプログラムを、CPUがDDR3へ移す</a:t>
            </a:r>
          </a:p>
        </p:txBody>
      </p:sp>
      <p:sp>
        <p:nvSpPr>
          <p:cNvPr id="3" name="text-436">
            <a:extLst xmlns:a="http://schemas.openxmlformats.org/drawingml/2006/main">
              <a:ext uri="{FF2B5EF4-FFF2-40B4-BE49-F238E27FC236}">
                <a16:creationId xmlns:a16="http://schemas.microsoft.com/office/drawing/2014/main" id="{83961185-4A56-45BC-8AA0-DBFB3E19F85A}"/>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7</a:t>
            </a:r>
          </a:p>
        </p:txBody>
      </p:sp>
      <p:sp>
        <p:nvSpPr>
          <p:cNvPr id="4" name="text-437">
            <a:extLst xmlns:a="http://schemas.openxmlformats.org/drawingml/2006/main">
              <a:ext uri="{FF2B5EF4-FFF2-40B4-BE49-F238E27FC236}">
                <a16:creationId xmlns:a16="http://schemas.microsoft.com/office/drawing/2014/main" id="{E6400838-F731-4275-B268-7752365C6974}"/>
              </a:ext>
            </a:extLst>
          </p:cNvPr>
          <p:cNvSpPr>
            <a:spLocks xmlns:a="http://schemas.openxmlformats.org/drawingml/2006/main" noGrp="1"/>
          </p:cNvSpPr>
          <p:nvPr/>
        </p:nvSpPr>
        <p:spPr>
          <a:xfrm xmlns:a="http://schemas.openxmlformats.org/drawingml/2006/main">
            <a:off x="609600" y="12287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① 読出しを指示　② CPUが受け取る　③ DDR3へ書く</a:t>
            </a:r>
          </a:p>
        </p:txBody>
      </p:sp>
      <p:sp>
        <p:nvSpPr>
          <p:cNvPr id="5" name="board-stable-board">
            <a:extLst xmlns:a="http://schemas.openxmlformats.org/drawingml/2006/main">
              <a:ext uri="{FF2B5EF4-FFF2-40B4-BE49-F238E27FC236}">
                <a16:creationId xmlns:a16="http://schemas.microsoft.com/office/drawing/2014/main" id="{23CC680E-F907-4384-98DD-41A23B9F782C}"/>
              </a:ext>
            </a:extLst>
          </p:cNvPr>
          <p:cNvSpPr>
            <a:spLocks xmlns:a="http://schemas.openxmlformats.org/drawingml/2006/main" noGrp="1"/>
          </p:cNvSpPr>
          <p:nvPr/>
        </p:nvSpPr>
        <p:spPr>
          <a:xfrm xmlns:a="http://schemas.openxmlformats.org/drawingml/2006/main">
            <a:off x="457200" y="2076450"/>
            <a:ext cx="11277600" cy="39814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439">
            <a:extLst xmlns:a="http://schemas.openxmlformats.org/drawingml/2006/main">
              <a:ext uri="{FF2B5EF4-FFF2-40B4-BE49-F238E27FC236}">
                <a16:creationId xmlns:a16="http://schemas.microsoft.com/office/drawing/2014/main" id="{6E556822-A959-48FC-B4FE-F9B4FD3658AE}"/>
              </a:ext>
            </a:extLst>
          </p:cNvPr>
          <p:cNvSpPr>
            <a:spLocks xmlns:a="http://schemas.openxmlformats.org/drawingml/2006/main" noGrp="1"/>
          </p:cNvSpPr>
          <p:nvPr/>
        </p:nvSpPr>
        <p:spPr>
          <a:xfrm xmlns:a="http://schemas.openxmlformats.org/drawingml/2006/main">
            <a:off x="590550" y="2133600"/>
            <a:ext cx="647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FPGAボード / Nexys Video</a:t>
            </a:r>
          </a:p>
        </p:txBody>
      </p:sp>
      <p:sp>
        <p:nvSpPr>
          <p:cNvPr id="7" name="text-440">
            <a:extLst xmlns:a="http://schemas.openxmlformats.org/drawingml/2006/main">
              <a:ext uri="{FF2B5EF4-FFF2-40B4-BE49-F238E27FC236}">
                <a16:creationId xmlns:a16="http://schemas.microsoft.com/office/drawing/2014/main" id="{8DDC18C5-BB0D-48E3-A058-64E5D53D3EE4}"/>
              </a:ext>
            </a:extLst>
          </p:cNvPr>
          <p:cNvSpPr>
            <a:spLocks xmlns:a="http://schemas.openxmlformats.org/drawingml/2006/main" noGrp="1"/>
          </p:cNvSpPr>
          <p:nvPr/>
        </p:nvSpPr>
        <p:spPr>
          <a:xfrm xmlns:a="http://schemas.openxmlformats.org/drawingml/2006/main">
            <a:off x="9953625" y="2466975"/>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Yu Gothic"/>
                <a:ea typeface="Yu Gothic"/>
                <a:cs typeface="Yu Gothic"/>
              </a:defRPr>
            </a:defPPr>
            <a:lvl1pPr algn="ctr">
              <a:defRPr sz="1500" b="1">
                <a:solidFill>
                  <a:srgbClr val="231F20"/>
                </a:solidFill>
                <a:latin typeface="Yu Gothic"/>
                <a:ea typeface="Yu Gothic"/>
                <a:cs typeface="Yu Gothic"/>
              </a:defRPr>
            </a:lvl1pPr>
            <a:lvl2pPr algn="ctr">
              <a:defRPr sz="1500" b="1">
                <a:solidFill>
                  <a:srgbClr val="231F20"/>
                </a:solidFill>
                <a:latin typeface="Yu Gothic"/>
                <a:ea typeface="Yu Gothic"/>
                <a:cs typeface="Yu Gothic"/>
              </a:defRPr>
            </a:lvl2pPr>
            <a:lvl3pPr algn="ctr">
              <a:defRPr sz="1500" b="1">
                <a:solidFill>
                  <a:srgbClr val="231F20"/>
                </a:solidFill>
                <a:latin typeface="Yu Gothic"/>
                <a:ea typeface="Yu Gothic"/>
                <a:cs typeface="Yu Gothic"/>
              </a:defRPr>
            </a:lvl3pPr>
            <a:lvl4pPr algn="ctr">
              <a:defRPr sz="1500" b="1">
                <a:solidFill>
                  <a:srgbClr val="231F20"/>
                </a:solidFill>
                <a:latin typeface="Yu Gothic"/>
                <a:ea typeface="Yu Gothic"/>
                <a:cs typeface="Yu Gothic"/>
              </a:defRPr>
            </a:lvl4pPr>
            <a:lvl5pPr algn="ctr">
              <a:defRPr sz="1500" b="1">
                <a:solidFill>
                  <a:srgbClr val="231F20"/>
                </a:solidFill>
                <a:latin typeface="Yu Gothic"/>
                <a:ea typeface="Yu Gothic"/>
                <a:cs typeface="Yu Gothic"/>
              </a:defRPr>
            </a:lvl5pPr>
            <a:lvl6pPr algn="ctr">
              <a:defRPr sz="1500" b="1">
                <a:solidFill>
                  <a:srgbClr val="231F20"/>
                </a:solidFill>
                <a:latin typeface="Yu Gothic"/>
                <a:ea typeface="Yu Gothic"/>
                <a:cs typeface="Yu Gothic"/>
              </a:defRPr>
            </a:lvl6pPr>
            <a:lvl7pPr algn="ctr">
              <a:defRPr sz="1500" b="1">
                <a:solidFill>
                  <a:srgbClr val="231F20"/>
                </a:solidFill>
                <a:latin typeface="Yu Gothic"/>
                <a:ea typeface="Yu Gothic"/>
                <a:cs typeface="Yu Gothic"/>
              </a:defRPr>
            </a:lvl7pPr>
            <a:lvl8pPr algn="ctr">
              <a:defRPr sz="1500" b="1">
                <a:solidFill>
                  <a:srgbClr val="231F20"/>
                </a:solidFill>
                <a:latin typeface="Yu Gothic"/>
                <a:ea typeface="Yu Gothic"/>
                <a:cs typeface="Yu Gothic"/>
              </a:defRPr>
            </a:lvl8pPr>
            <a:lvl9pPr algn="ctr">
              <a:defRPr sz="1500" b="1">
                <a:solidFill>
                  <a:srgbClr val="231F20"/>
                </a:solidFill>
                <a:latin typeface="Yu Gothic"/>
                <a:ea typeface="Yu Gothic"/>
                <a:cs typeface="Yu Gothic"/>
              </a:defRPr>
            </a:lvl9pPr>
          </a:lstStyle>
          <a:p xmlns:a="http://schemas.openxmlformats.org/drawingml/2006/main">
            <a:pPr algn="ctr">
              <a:defRPr sz="1500" b="1">
                <a:solidFill>
                  <a:srgbClr val="231F20"/>
                </a:solidFill>
                <a:latin typeface="Yu Gothic"/>
                <a:ea typeface="Yu Gothic"/>
                <a:cs typeface="Yu Gothic"/>
              </a:defRPr>
            </a:pPr>
            <a:r>
              <a:rPr sz="1500" b="1">
                <a:solidFill>
                  <a:srgbClr val="231F20"/>
                </a:solidFill>
                <a:latin typeface="Yu Gothic"/>
                <a:ea typeface="Yu Gothic"/>
                <a:cs typeface="Yu Gothic"/>
              </a:rPr>
              <a:t>チップ外の部品</a:t>
            </a:r>
          </a:p>
        </p:txBody>
      </p:sp>
      <p:sp>
        <p:nvSpPr>
          <p:cNvPr id="8" name="board-stable-chip">
            <a:extLst xmlns:a="http://schemas.openxmlformats.org/drawingml/2006/main">
              <a:ext uri="{FF2B5EF4-FFF2-40B4-BE49-F238E27FC236}">
                <a16:creationId xmlns:a16="http://schemas.microsoft.com/office/drawing/2014/main" id="{CD97CF79-2560-4ECA-9103-224F57E5E753}"/>
              </a:ext>
            </a:extLst>
          </p:cNvPr>
          <p:cNvSpPr>
            <a:spLocks xmlns:a="http://schemas.openxmlformats.org/drawingml/2006/main" noGrp="1"/>
          </p:cNvSpPr>
          <p:nvPr/>
        </p:nvSpPr>
        <p:spPr>
          <a:xfrm xmlns:a="http://schemas.openxmlformats.org/drawingml/2006/main">
            <a:off x="638175" y="2514600"/>
            <a:ext cx="9144000" cy="340042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9" name="text-442">
            <a:extLst xmlns:a="http://schemas.openxmlformats.org/drawingml/2006/main">
              <a:ext uri="{FF2B5EF4-FFF2-40B4-BE49-F238E27FC236}">
                <a16:creationId xmlns:a16="http://schemas.microsoft.com/office/drawing/2014/main" id="{CD032329-2D29-4436-B290-6C8B056F6488}"/>
              </a:ext>
            </a:extLst>
          </p:cNvPr>
          <p:cNvSpPr>
            <a:spLocks xmlns:a="http://schemas.openxmlformats.org/drawingml/2006/main" noGrp="1"/>
          </p:cNvSpPr>
          <p:nvPr/>
        </p:nvSpPr>
        <p:spPr>
          <a:xfrm xmlns:a="http://schemas.openxmlformats.org/drawingml/2006/main">
            <a:off x="762000" y="2533650"/>
            <a:ext cx="238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Yu Gothic"/>
                <a:ea typeface="Yu Gothic"/>
                <a:cs typeface="Yu Gothic"/>
              </a:defRPr>
            </a:defPPr>
            <a:lvl1pPr algn="l">
              <a:defRPr sz="1725" b="1">
                <a:solidFill>
                  <a:srgbClr val="1572C3"/>
                </a:solidFill>
                <a:latin typeface="Yu Gothic"/>
                <a:ea typeface="Yu Gothic"/>
                <a:cs typeface="Yu Gothic"/>
              </a:defRPr>
            </a:lvl1pPr>
            <a:lvl2pPr algn="l">
              <a:defRPr sz="1725" b="1">
                <a:solidFill>
                  <a:srgbClr val="1572C3"/>
                </a:solidFill>
                <a:latin typeface="Yu Gothic"/>
                <a:ea typeface="Yu Gothic"/>
                <a:cs typeface="Yu Gothic"/>
              </a:defRPr>
            </a:lvl2pPr>
            <a:lvl3pPr algn="l">
              <a:defRPr sz="1725" b="1">
                <a:solidFill>
                  <a:srgbClr val="1572C3"/>
                </a:solidFill>
                <a:latin typeface="Yu Gothic"/>
                <a:ea typeface="Yu Gothic"/>
                <a:cs typeface="Yu Gothic"/>
              </a:defRPr>
            </a:lvl3pPr>
            <a:lvl4pPr algn="l">
              <a:defRPr sz="1725" b="1">
                <a:solidFill>
                  <a:srgbClr val="1572C3"/>
                </a:solidFill>
                <a:latin typeface="Yu Gothic"/>
                <a:ea typeface="Yu Gothic"/>
                <a:cs typeface="Yu Gothic"/>
              </a:defRPr>
            </a:lvl4pPr>
            <a:lvl5pPr algn="l">
              <a:defRPr sz="1725" b="1">
                <a:solidFill>
                  <a:srgbClr val="1572C3"/>
                </a:solidFill>
                <a:latin typeface="Yu Gothic"/>
                <a:ea typeface="Yu Gothic"/>
                <a:cs typeface="Yu Gothic"/>
              </a:defRPr>
            </a:lvl5pPr>
            <a:lvl6pPr algn="l">
              <a:defRPr sz="1725" b="1">
                <a:solidFill>
                  <a:srgbClr val="1572C3"/>
                </a:solidFill>
                <a:latin typeface="Yu Gothic"/>
                <a:ea typeface="Yu Gothic"/>
                <a:cs typeface="Yu Gothic"/>
              </a:defRPr>
            </a:lvl6pPr>
            <a:lvl7pPr algn="l">
              <a:defRPr sz="1725" b="1">
                <a:solidFill>
                  <a:srgbClr val="1572C3"/>
                </a:solidFill>
                <a:latin typeface="Yu Gothic"/>
                <a:ea typeface="Yu Gothic"/>
                <a:cs typeface="Yu Gothic"/>
              </a:defRPr>
            </a:lvl7pPr>
            <a:lvl8pPr algn="l">
              <a:defRPr sz="1725" b="1">
                <a:solidFill>
                  <a:srgbClr val="1572C3"/>
                </a:solidFill>
                <a:latin typeface="Yu Gothic"/>
                <a:ea typeface="Yu Gothic"/>
                <a:cs typeface="Yu Gothic"/>
              </a:defRPr>
            </a:lvl8pPr>
            <a:lvl9pPr algn="l">
              <a:defRPr sz="1725" b="1">
                <a:solidFill>
                  <a:srgbClr val="1572C3"/>
                </a:solidFill>
                <a:latin typeface="Yu Gothic"/>
                <a:ea typeface="Yu Gothic"/>
                <a:cs typeface="Yu Gothic"/>
              </a:defRPr>
            </a:lvl9pPr>
          </a:lstStyle>
          <a:p xmlns:a="http://schemas.openxmlformats.org/drawingml/2006/main">
            <a:pPr algn="l">
              <a:defRPr sz="1725" b="1">
                <a:solidFill>
                  <a:srgbClr val="1572C3"/>
                </a:solidFill>
                <a:latin typeface="Yu Gothic"/>
                <a:ea typeface="Yu Gothic"/>
                <a:cs typeface="Yu Gothic"/>
              </a:defRPr>
            </a:pPr>
            <a:r>
              <a:rPr sz="1725" b="1">
                <a:solidFill>
                  <a:srgbClr val="1572C3"/>
                </a:solidFill>
                <a:latin typeface="Yu Gothic"/>
                <a:ea typeface="Yu Gothic"/>
                <a:cs typeface="Yu Gothic"/>
              </a:rPr>
              <a:t>FPGAチップ</a:t>
            </a:r>
          </a:p>
        </p:txBody>
      </p:sp>
      <p:sp>
        <p:nvSpPr>
          <p:cNvPr id="10" name="board-stable-card">
            <a:extLst xmlns:a="http://schemas.openxmlformats.org/drawingml/2006/main">
              <a:ext uri="{FF2B5EF4-FFF2-40B4-BE49-F238E27FC236}">
                <a16:creationId xmlns:a16="http://schemas.microsoft.com/office/drawing/2014/main" id="{A54187E5-B1C3-4957-9A96-FDFAF420F35C}"/>
              </a:ext>
            </a:extLst>
          </p:cNvPr>
          <p:cNvSpPr>
            <a:spLocks xmlns:a="http://schemas.openxmlformats.org/drawingml/2006/main" noGrp="1"/>
          </p:cNvSpPr>
          <p:nvPr/>
        </p:nvSpPr>
        <p:spPr>
          <a:xfrm xmlns:a="http://schemas.openxmlformats.org/drawingml/2006/main">
            <a:off x="10010775" y="2857500"/>
            <a:ext cx="1543050" cy="685800"/>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1" name="text-444">
            <a:extLst xmlns:a="http://schemas.openxmlformats.org/drawingml/2006/main">
              <a:ext uri="{FF2B5EF4-FFF2-40B4-BE49-F238E27FC236}">
                <a16:creationId xmlns:a16="http://schemas.microsoft.com/office/drawing/2014/main" id="{5DA58497-0D75-4F86-B5C7-C4FF45E32084}"/>
              </a:ext>
            </a:extLst>
          </p:cNvPr>
          <p:cNvSpPr>
            <a:spLocks xmlns:a="http://schemas.openxmlformats.org/drawingml/2006/main" noGrp="1"/>
          </p:cNvSpPr>
          <p:nvPr/>
        </p:nvSpPr>
        <p:spPr>
          <a:xfrm xmlns:a="http://schemas.openxmlformats.org/drawingml/2006/main">
            <a:off x="10086975" y="2914650"/>
            <a:ext cx="13906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SDカード</a:t>
            </a:r>
          </a:p>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スロット</a:t>
            </a:r>
          </a:p>
        </p:txBody>
      </p:sp>
      <p:sp>
        <p:nvSpPr>
          <p:cNvPr id="12" name="board-stable-memory">
            <a:extLst xmlns:a="http://schemas.openxmlformats.org/drawingml/2006/main">
              <a:ext uri="{FF2B5EF4-FFF2-40B4-BE49-F238E27FC236}">
                <a16:creationId xmlns:a16="http://schemas.microsoft.com/office/drawing/2014/main" id="{22F05BDC-B9A8-4140-B629-F594D87A3D9A}"/>
              </a:ext>
            </a:extLst>
          </p:cNvPr>
          <p:cNvSpPr>
            <a:spLocks xmlns:a="http://schemas.openxmlformats.org/drawingml/2006/main" noGrp="1"/>
          </p:cNvSpPr>
          <p:nvPr/>
        </p:nvSpPr>
        <p:spPr>
          <a:xfrm xmlns:a="http://schemas.openxmlformats.org/drawingml/2006/main">
            <a:off x="10010775" y="3876675"/>
            <a:ext cx="1543050" cy="8667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3" name="text-446">
            <a:extLst xmlns:a="http://schemas.openxmlformats.org/drawingml/2006/main">
              <a:ext uri="{FF2B5EF4-FFF2-40B4-BE49-F238E27FC236}">
                <a16:creationId xmlns:a16="http://schemas.microsoft.com/office/drawing/2014/main" id="{C439A1F0-9A4E-4312-8FF9-0A45DEBE3646}"/>
              </a:ext>
            </a:extLst>
          </p:cNvPr>
          <p:cNvSpPr>
            <a:spLocks xmlns:a="http://schemas.openxmlformats.org/drawingml/2006/main" noGrp="1"/>
          </p:cNvSpPr>
          <p:nvPr/>
        </p:nvSpPr>
        <p:spPr>
          <a:xfrm xmlns:a="http://schemas.openxmlformats.org/drawingml/2006/main">
            <a:off x="10096500" y="3924300"/>
            <a:ext cx="137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Arial"/>
                <a:ea typeface="Arial"/>
                <a:cs typeface="Arial"/>
              </a:defRPr>
            </a:defPPr>
            <a:lvl1pPr algn="ctr">
              <a:defRPr sz="1875" b="1">
                <a:solidFill>
                  <a:srgbClr val="1572C3"/>
                </a:solidFill>
                <a:latin typeface="Arial"/>
                <a:ea typeface="Arial"/>
                <a:cs typeface="Arial"/>
              </a:defRPr>
            </a:lvl1pPr>
            <a:lvl2pPr algn="ctr">
              <a:defRPr sz="1875" b="1">
                <a:solidFill>
                  <a:srgbClr val="1572C3"/>
                </a:solidFill>
                <a:latin typeface="Arial"/>
                <a:ea typeface="Arial"/>
                <a:cs typeface="Arial"/>
              </a:defRPr>
            </a:lvl2pPr>
            <a:lvl3pPr algn="ctr">
              <a:defRPr sz="1875" b="1">
                <a:solidFill>
                  <a:srgbClr val="1572C3"/>
                </a:solidFill>
                <a:latin typeface="Arial"/>
                <a:ea typeface="Arial"/>
                <a:cs typeface="Arial"/>
              </a:defRPr>
            </a:lvl3pPr>
            <a:lvl4pPr algn="ctr">
              <a:defRPr sz="1875" b="1">
                <a:solidFill>
                  <a:srgbClr val="1572C3"/>
                </a:solidFill>
                <a:latin typeface="Arial"/>
                <a:ea typeface="Arial"/>
                <a:cs typeface="Arial"/>
              </a:defRPr>
            </a:lvl4pPr>
            <a:lvl5pPr algn="ctr">
              <a:defRPr sz="1875" b="1">
                <a:solidFill>
                  <a:srgbClr val="1572C3"/>
                </a:solidFill>
                <a:latin typeface="Arial"/>
                <a:ea typeface="Arial"/>
                <a:cs typeface="Arial"/>
              </a:defRPr>
            </a:lvl5pPr>
            <a:lvl6pPr algn="ctr">
              <a:defRPr sz="1875" b="1">
                <a:solidFill>
                  <a:srgbClr val="1572C3"/>
                </a:solidFill>
                <a:latin typeface="Arial"/>
                <a:ea typeface="Arial"/>
                <a:cs typeface="Arial"/>
              </a:defRPr>
            </a:lvl6pPr>
            <a:lvl7pPr algn="ctr">
              <a:defRPr sz="1875" b="1">
                <a:solidFill>
                  <a:srgbClr val="1572C3"/>
                </a:solidFill>
                <a:latin typeface="Arial"/>
                <a:ea typeface="Arial"/>
                <a:cs typeface="Arial"/>
              </a:defRPr>
            </a:lvl7pPr>
            <a:lvl8pPr algn="ctr">
              <a:defRPr sz="1875" b="1">
                <a:solidFill>
                  <a:srgbClr val="1572C3"/>
                </a:solidFill>
                <a:latin typeface="Arial"/>
                <a:ea typeface="Arial"/>
                <a:cs typeface="Arial"/>
              </a:defRPr>
            </a:lvl8pPr>
            <a:lvl9pPr algn="ctr">
              <a:defRPr sz="1875" b="1">
                <a:solidFill>
                  <a:srgbClr val="1572C3"/>
                </a:solidFill>
                <a:latin typeface="Arial"/>
                <a:ea typeface="Arial"/>
                <a:cs typeface="Arial"/>
              </a:defRPr>
            </a:lvl9pPr>
          </a:lstStyle>
          <a:p xmlns:a="http://schemas.openxmlformats.org/drawingml/2006/main">
            <a:pPr algn="ctr">
              <a:defRPr sz="1875" b="1">
                <a:solidFill>
                  <a:srgbClr val="1572C3"/>
                </a:solidFill>
                <a:latin typeface="Arial"/>
                <a:ea typeface="Arial"/>
                <a:cs typeface="Arial"/>
              </a:defRPr>
            </a:pPr>
            <a:r>
              <a:rPr sz="1875" b="1">
                <a:solidFill>
                  <a:srgbClr val="1572C3"/>
                </a:solidFill>
                <a:latin typeface="Arial"/>
                <a:ea typeface="Arial"/>
                <a:cs typeface="Arial"/>
              </a:rPr>
              <a:t>DDR3</a:t>
            </a:r>
          </a:p>
        </p:txBody>
      </p:sp>
      <p:sp>
        <p:nvSpPr>
          <p:cNvPr id="14" name="text-447">
            <a:extLst xmlns:a="http://schemas.openxmlformats.org/drawingml/2006/main">
              <a:ext uri="{FF2B5EF4-FFF2-40B4-BE49-F238E27FC236}">
                <a16:creationId xmlns:a16="http://schemas.microsoft.com/office/drawing/2014/main" id="{34CE32B6-CCBF-4DBF-A842-54D236670493}"/>
              </a:ext>
            </a:extLst>
          </p:cNvPr>
          <p:cNvSpPr>
            <a:spLocks xmlns:a="http://schemas.openxmlformats.org/drawingml/2006/main" noGrp="1"/>
          </p:cNvSpPr>
          <p:nvPr/>
        </p:nvSpPr>
        <p:spPr>
          <a:xfrm xmlns:a="http://schemas.openxmlformats.org/drawingml/2006/main">
            <a:off x="10077450" y="4276725"/>
            <a:ext cx="140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命令・データ</a:t>
            </a:r>
          </a:p>
        </p:txBody>
      </p:sp>
      <p:sp>
        <p:nvSpPr>
          <p:cNvPr id="15" name="board-stable-hdmi">
            <a:extLst xmlns:a="http://schemas.openxmlformats.org/drawingml/2006/main">
              <a:ext uri="{FF2B5EF4-FFF2-40B4-BE49-F238E27FC236}">
                <a16:creationId xmlns:a16="http://schemas.microsoft.com/office/drawing/2014/main" id="{A4B7000E-3F06-4435-95F5-A55276D8F78E}"/>
              </a:ext>
            </a:extLst>
          </p:cNvPr>
          <p:cNvSpPr>
            <a:spLocks xmlns:a="http://schemas.openxmlformats.org/drawingml/2006/main" noGrp="1"/>
          </p:cNvSpPr>
          <p:nvPr/>
        </p:nvSpPr>
        <p:spPr>
          <a:xfrm xmlns:a="http://schemas.openxmlformats.org/drawingml/2006/main">
            <a:off x="10010775" y="5257800"/>
            <a:ext cx="1543050" cy="466725"/>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6" name="text-449">
            <a:extLst xmlns:a="http://schemas.openxmlformats.org/drawingml/2006/main">
              <a:ext uri="{FF2B5EF4-FFF2-40B4-BE49-F238E27FC236}">
                <a16:creationId xmlns:a16="http://schemas.microsoft.com/office/drawing/2014/main" id="{44DB52D9-709C-4C6D-8C29-01933550CDBD}"/>
              </a:ext>
            </a:extLst>
          </p:cNvPr>
          <p:cNvSpPr>
            <a:spLocks xmlns:a="http://schemas.openxmlformats.org/drawingml/2006/main" noGrp="1"/>
          </p:cNvSpPr>
          <p:nvPr/>
        </p:nvSpPr>
        <p:spPr>
          <a:xfrm xmlns:a="http://schemas.openxmlformats.org/drawingml/2006/main">
            <a:off x="10086975" y="53149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9FA9B9"/>
                </a:solidFill>
                <a:latin typeface="Arial"/>
                <a:ea typeface="Arial"/>
                <a:cs typeface="Arial"/>
              </a:defRPr>
            </a:defPPr>
            <a:lvl1pPr algn="ctr">
              <a:defRPr sz="1575" b="1">
                <a:solidFill>
                  <a:srgbClr val="9FA9B9"/>
                </a:solidFill>
                <a:latin typeface="Arial"/>
                <a:ea typeface="Arial"/>
                <a:cs typeface="Arial"/>
              </a:defRPr>
            </a:lvl1pPr>
            <a:lvl2pPr algn="ctr">
              <a:defRPr sz="1575" b="1">
                <a:solidFill>
                  <a:srgbClr val="9FA9B9"/>
                </a:solidFill>
                <a:latin typeface="Arial"/>
                <a:ea typeface="Arial"/>
                <a:cs typeface="Arial"/>
              </a:defRPr>
            </a:lvl2pPr>
            <a:lvl3pPr algn="ctr">
              <a:defRPr sz="1575" b="1">
                <a:solidFill>
                  <a:srgbClr val="9FA9B9"/>
                </a:solidFill>
                <a:latin typeface="Arial"/>
                <a:ea typeface="Arial"/>
                <a:cs typeface="Arial"/>
              </a:defRPr>
            </a:lvl3pPr>
            <a:lvl4pPr algn="ctr">
              <a:defRPr sz="1575" b="1">
                <a:solidFill>
                  <a:srgbClr val="9FA9B9"/>
                </a:solidFill>
                <a:latin typeface="Arial"/>
                <a:ea typeface="Arial"/>
                <a:cs typeface="Arial"/>
              </a:defRPr>
            </a:lvl4pPr>
            <a:lvl5pPr algn="ctr">
              <a:defRPr sz="1575" b="1">
                <a:solidFill>
                  <a:srgbClr val="9FA9B9"/>
                </a:solidFill>
                <a:latin typeface="Arial"/>
                <a:ea typeface="Arial"/>
                <a:cs typeface="Arial"/>
              </a:defRPr>
            </a:lvl5pPr>
            <a:lvl6pPr algn="ctr">
              <a:defRPr sz="1575" b="1">
                <a:solidFill>
                  <a:srgbClr val="9FA9B9"/>
                </a:solidFill>
                <a:latin typeface="Arial"/>
                <a:ea typeface="Arial"/>
                <a:cs typeface="Arial"/>
              </a:defRPr>
            </a:lvl6pPr>
            <a:lvl7pPr algn="ctr">
              <a:defRPr sz="1575" b="1">
                <a:solidFill>
                  <a:srgbClr val="9FA9B9"/>
                </a:solidFill>
                <a:latin typeface="Arial"/>
                <a:ea typeface="Arial"/>
                <a:cs typeface="Arial"/>
              </a:defRPr>
            </a:lvl7pPr>
            <a:lvl8pPr algn="ctr">
              <a:defRPr sz="1575" b="1">
                <a:solidFill>
                  <a:srgbClr val="9FA9B9"/>
                </a:solidFill>
                <a:latin typeface="Arial"/>
                <a:ea typeface="Arial"/>
                <a:cs typeface="Arial"/>
              </a:defRPr>
            </a:lvl8pPr>
            <a:lvl9pPr algn="ctr">
              <a:defRPr sz="1575" b="1">
                <a:solidFill>
                  <a:srgbClr val="9FA9B9"/>
                </a:solidFill>
                <a:latin typeface="Arial"/>
                <a:ea typeface="Arial"/>
                <a:cs typeface="Arial"/>
              </a:defRPr>
            </a:lvl9pPr>
          </a:lstStyle>
          <a:p xmlns:a="http://schemas.openxmlformats.org/drawingml/2006/main">
            <a:pPr algn="ctr">
              <a:defRPr sz="1575" b="1">
                <a:solidFill>
                  <a:srgbClr val="9FA9B9"/>
                </a:solidFill>
                <a:latin typeface="Arial"/>
                <a:ea typeface="Arial"/>
                <a:cs typeface="Arial"/>
              </a:defRPr>
            </a:pPr>
            <a:r>
              <a:rPr sz="1575" b="1">
                <a:solidFill>
                  <a:srgbClr val="9FA9B9"/>
                </a:solidFill>
                <a:latin typeface="Arial"/>
                <a:ea typeface="Arial"/>
                <a:cs typeface="Arial"/>
              </a:rPr>
              <a:t>HDMI OUT</a:t>
            </a:r>
          </a:p>
        </p:txBody>
      </p:sp>
      <p:sp>
        <p:nvSpPr>
          <p:cNvPr id="17" name="board-stable-bus">
            <a:extLst xmlns:a="http://schemas.openxmlformats.org/drawingml/2006/main">
              <a:ext uri="{FF2B5EF4-FFF2-40B4-BE49-F238E27FC236}">
                <a16:creationId xmlns:a16="http://schemas.microsoft.com/office/drawing/2014/main" id="{0A32580B-8BA5-48C6-90FB-D8ECCF77D6CB}"/>
              </a:ext>
            </a:extLst>
          </p:cNvPr>
          <p:cNvSpPr>
            <a:spLocks xmlns:a="http://schemas.openxmlformats.org/drawingml/2006/main" noGrp="1"/>
          </p:cNvSpPr>
          <p:nvPr/>
        </p:nvSpPr>
        <p:spPr>
          <a:xfrm xmlns:a="http://schemas.openxmlformats.org/drawingml/2006/main">
            <a:off x="7239000" y="3762375"/>
            <a:ext cx="571500" cy="17526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8" name="text-451">
            <a:extLst xmlns:a="http://schemas.openxmlformats.org/drawingml/2006/main">
              <a:ext uri="{FF2B5EF4-FFF2-40B4-BE49-F238E27FC236}">
                <a16:creationId xmlns:a16="http://schemas.microsoft.com/office/drawing/2014/main" id="{DBE75130-FC43-4E9C-9689-16C98085FD9B}"/>
              </a:ext>
            </a:extLst>
          </p:cNvPr>
          <p:cNvSpPr>
            <a:spLocks xmlns:a="http://schemas.openxmlformats.org/drawingml/2006/main" noGrp="1"/>
          </p:cNvSpPr>
          <p:nvPr/>
        </p:nvSpPr>
        <p:spPr>
          <a:xfrm xmlns:a="http://schemas.openxmlformats.org/drawingml/2006/main">
            <a:off x="7286625" y="42100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9FA9B9"/>
                </a:solidFill>
                <a:latin typeface="Yu Gothic"/>
                <a:ea typeface="Yu Gothic"/>
                <a:cs typeface="Yu Gothic"/>
              </a:defRPr>
            </a:defPPr>
            <a:lvl1pPr algn="ctr">
              <a:defRPr sz="1500" b="1">
                <a:solidFill>
                  <a:srgbClr val="9FA9B9"/>
                </a:solidFill>
                <a:latin typeface="Yu Gothic"/>
                <a:ea typeface="Yu Gothic"/>
                <a:cs typeface="Yu Gothic"/>
              </a:defRPr>
            </a:lvl1pPr>
            <a:lvl2pPr algn="ctr">
              <a:defRPr sz="1500" b="1">
                <a:solidFill>
                  <a:srgbClr val="9FA9B9"/>
                </a:solidFill>
                <a:latin typeface="Yu Gothic"/>
                <a:ea typeface="Yu Gothic"/>
                <a:cs typeface="Yu Gothic"/>
              </a:defRPr>
            </a:lvl2pPr>
            <a:lvl3pPr algn="ctr">
              <a:defRPr sz="1500" b="1">
                <a:solidFill>
                  <a:srgbClr val="9FA9B9"/>
                </a:solidFill>
                <a:latin typeface="Yu Gothic"/>
                <a:ea typeface="Yu Gothic"/>
                <a:cs typeface="Yu Gothic"/>
              </a:defRPr>
            </a:lvl3pPr>
            <a:lvl4pPr algn="ctr">
              <a:defRPr sz="1500" b="1">
                <a:solidFill>
                  <a:srgbClr val="9FA9B9"/>
                </a:solidFill>
                <a:latin typeface="Yu Gothic"/>
                <a:ea typeface="Yu Gothic"/>
                <a:cs typeface="Yu Gothic"/>
              </a:defRPr>
            </a:lvl4pPr>
            <a:lvl5pPr algn="ctr">
              <a:defRPr sz="1500" b="1">
                <a:solidFill>
                  <a:srgbClr val="9FA9B9"/>
                </a:solidFill>
                <a:latin typeface="Yu Gothic"/>
                <a:ea typeface="Yu Gothic"/>
                <a:cs typeface="Yu Gothic"/>
              </a:defRPr>
            </a:lvl5pPr>
            <a:lvl6pPr algn="ctr">
              <a:defRPr sz="1500" b="1">
                <a:solidFill>
                  <a:srgbClr val="9FA9B9"/>
                </a:solidFill>
                <a:latin typeface="Yu Gothic"/>
                <a:ea typeface="Yu Gothic"/>
                <a:cs typeface="Yu Gothic"/>
              </a:defRPr>
            </a:lvl6pPr>
            <a:lvl7pPr algn="ctr">
              <a:defRPr sz="1500" b="1">
                <a:solidFill>
                  <a:srgbClr val="9FA9B9"/>
                </a:solidFill>
                <a:latin typeface="Yu Gothic"/>
                <a:ea typeface="Yu Gothic"/>
                <a:cs typeface="Yu Gothic"/>
              </a:defRPr>
            </a:lvl7pPr>
            <a:lvl8pPr algn="ctr">
              <a:defRPr sz="1500" b="1">
                <a:solidFill>
                  <a:srgbClr val="9FA9B9"/>
                </a:solidFill>
                <a:latin typeface="Yu Gothic"/>
                <a:ea typeface="Yu Gothic"/>
                <a:cs typeface="Yu Gothic"/>
              </a:defRPr>
            </a:lvl8pPr>
            <a:lvl9pPr algn="ctr">
              <a:defRPr sz="1500" b="1">
                <a:solidFill>
                  <a:srgbClr val="9FA9B9"/>
                </a:solidFill>
                <a:latin typeface="Yu Gothic"/>
                <a:ea typeface="Yu Gothic"/>
                <a:cs typeface="Yu Gothic"/>
              </a:defRPr>
            </a:lvl9pPr>
          </a:lstStyle>
          <a:p xmlns:a="http://schemas.openxmlformats.org/drawingml/2006/main">
            <a:pPr algn="ctr">
              <a:defRPr sz="1500" b="1">
                <a:solidFill>
                  <a:srgbClr val="9FA9B9"/>
                </a:solidFill>
                <a:latin typeface="Yu Gothic"/>
                <a:ea typeface="Yu Gothic"/>
                <a:cs typeface="Yu Gothic"/>
              </a:defRPr>
            </a:pPr>
            <a:r>
              <a:rPr sz="1500" b="1">
                <a:solidFill>
                  <a:srgbClr val="9FA9B9"/>
                </a:solidFill>
                <a:latin typeface="Yu Gothic"/>
                <a:ea typeface="Yu Gothic"/>
                <a:cs typeface="Yu Gothic"/>
              </a:rPr>
              <a:t>バス</a:t>
            </a:r>
          </a:p>
        </p:txBody>
      </p:sp>
      <p:sp>
        <p:nvSpPr>
          <p:cNvPr id="19" name="board-stable-ddr">
            <a:extLst xmlns:a="http://schemas.openxmlformats.org/drawingml/2006/main">
              <a:ext uri="{FF2B5EF4-FFF2-40B4-BE49-F238E27FC236}">
                <a16:creationId xmlns:a16="http://schemas.microsoft.com/office/drawing/2014/main" id="{D80DF5D1-5104-4330-9F09-B0360BF8691E}"/>
              </a:ext>
            </a:extLst>
          </p:cNvPr>
          <p:cNvSpPr>
            <a:spLocks xmlns:a="http://schemas.openxmlformats.org/drawingml/2006/main" noGrp="1"/>
          </p:cNvSpPr>
          <p:nvPr/>
        </p:nvSpPr>
        <p:spPr>
          <a:xfrm xmlns:a="http://schemas.openxmlformats.org/drawingml/2006/main">
            <a:off x="8162925" y="4010025"/>
            <a:ext cx="1400175" cy="6381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20" name="text-453">
            <a:extLst xmlns:a="http://schemas.openxmlformats.org/drawingml/2006/main">
              <a:ext uri="{FF2B5EF4-FFF2-40B4-BE49-F238E27FC236}">
                <a16:creationId xmlns:a16="http://schemas.microsoft.com/office/drawing/2014/main" id="{AC4844F8-1860-42BA-9416-61F11934F640}"/>
              </a:ext>
            </a:extLst>
          </p:cNvPr>
          <p:cNvSpPr>
            <a:spLocks xmlns:a="http://schemas.openxmlformats.org/drawingml/2006/main" noGrp="1"/>
          </p:cNvSpPr>
          <p:nvPr/>
        </p:nvSpPr>
        <p:spPr>
          <a:xfrm xmlns:a="http://schemas.openxmlformats.org/drawingml/2006/main">
            <a:off x="8239125" y="4067175"/>
            <a:ext cx="12477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88" b="1">
                <a:solidFill>
                  <a:srgbClr val="1572C3"/>
                </a:solidFill>
                <a:latin typeface="Yu Gothic"/>
                <a:ea typeface="Yu Gothic"/>
                <a:cs typeface="Yu Gothic"/>
              </a:defRPr>
            </a:defPPr>
            <a:lvl1pPr algn="ctr">
              <a:defRPr sz="1388" b="1">
                <a:solidFill>
                  <a:srgbClr val="1572C3"/>
                </a:solidFill>
                <a:latin typeface="Yu Gothic"/>
                <a:ea typeface="Yu Gothic"/>
                <a:cs typeface="Yu Gothic"/>
              </a:defRPr>
            </a:lvl1pPr>
            <a:lvl2pPr algn="ctr">
              <a:defRPr sz="1388" b="1">
                <a:solidFill>
                  <a:srgbClr val="1572C3"/>
                </a:solidFill>
                <a:latin typeface="Yu Gothic"/>
                <a:ea typeface="Yu Gothic"/>
                <a:cs typeface="Yu Gothic"/>
              </a:defRPr>
            </a:lvl2pPr>
            <a:lvl3pPr algn="ctr">
              <a:defRPr sz="1388" b="1">
                <a:solidFill>
                  <a:srgbClr val="1572C3"/>
                </a:solidFill>
                <a:latin typeface="Yu Gothic"/>
                <a:ea typeface="Yu Gothic"/>
                <a:cs typeface="Yu Gothic"/>
              </a:defRPr>
            </a:lvl3pPr>
            <a:lvl4pPr algn="ctr">
              <a:defRPr sz="1388" b="1">
                <a:solidFill>
                  <a:srgbClr val="1572C3"/>
                </a:solidFill>
                <a:latin typeface="Yu Gothic"/>
                <a:ea typeface="Yu Gothic"/>
                <a:cs typeface="Yu Gothic"/>
              </a:defRPr>
            </a:lvl4pPr>
            <a:lvl5pPr algn="ctr">
              <a:defRPr sz="1388" b="1">
                <a:solidFill>
                  <a:srgbClr val="1572C3"/>
                </a:solidFill>
                <a:latin typeface="Yu Gothic"/>
                <a:ea typeface="Yu Gothic"/>
                <a:cs typeface="Yu Gothic"/>
              </a:defRPr>
            </a:lvl5pPr>
            <a:lvl6pPr algn="ctr">
              <a:defRPr sz="1388" b="1">
                <a:solidFill>
                  <a:srgbClr val="1572C3"/>
                </a:solidFill>
                <a:latin typeface="Yu Gothic"/>
                <a:ea typeface="Yu Gothic"/>
                <a:cs typeface="Yu Gothic"/>
              </a:defRPr>
            </a:lvl6pPr>
            <a:lvl7pPr algn="ctr">
              <a:defRPr sz="1388" b="1">
                <a:solidFill>
                  <a:srgbClr val="1572C3"/>
                </a:solidFill>
                <a:latin typeface="Yu Gothic"/>
                <a:ea typeface="Yu Gothic"/>
                <a:cs typeface="Yu Gothic"/>
              </a:defRPr>
            </a:lvl7pPr>
            <a:lvl8pPr algn="ctr">
              <a:defRPr sz="1388" b="1">
                <a:solidFill>
                  <a:srgbClr val="1572C3"/>
                </a:solidFill>
                <a:latin typeface="Yu Gothic"/>
                <a:ea typeface="Yu Gothic"/>
                <a:cs typeface="Yu Gothic"/>
              </a:defRPr>
            </a:lvl8pPr>
            <a:lvl9pPr algn="ctr">
              <a:defRPr sz="1388" b="1">
                <a:solidFill>
                  <a:srgbClr val="1572C3"/>
                </a:solidFill>
                <a:latin typeface="Yu Gothic"/>
                <a:ea typeface="Yu Gothic"/>
                <a:cs typeface="Yu Gothic"/>
              </a:defRPr>
            </a:lvl9pPr>
          </a:lstStyle>
          <a:p xmlns:a="http://schemas.openxmlformats.org/drawingml/2006/main">
            <a:pPr algn="ctr">
              <a:defRPr sz="1388" b="1">
                <a:solidFill>
                  <a:srgbClr val="1572C3"/>
                </a:solidFill>
                <a:latin typeface="Yu Gothic"/>
                <a:ea typeface="Yu Gothic"/>
                <a:cs typeface="Yu Gothic"/>
              </a:defRPr>
            </a:pPr>
            <a:r>
              <a:rPr sz="1388" b="1">
                <a:solidFill>
                  <a:srgbClr val="1572C3"/>
                </a:solidFill>
                <a:latin typeface="Yu Gothic"/>
                <a:ea typeface="Yu Gothic"/>
                <a:cs typeface="Yu Gothic"/>
              </a:rPr>
              <a:t>DDR</a:t>
            </a:r>
          </a:p>
          <a:p xmlns:a="http://schemas.openxmlformats.org/drawingml/2006/main">
            <a:pPr algn="ctr">
              <a:defRPr sz="1388" b="1">
                <a:solidFill>
                  <a:srgbClr val="1572C3"/>
                </a:solidFill>
                <a:latin typeface="Yu Gothic"/>
                <a:ea typeface="Yu Gothic"/>
                <a:cs typeface="Yu Gothic"/>
              </a:defRPr>
            </a:pPr>
            <a:r>
              <a:rPr sz="1388" b="1">
                <a:solidFill>
                  <a:srgbClr val="1572C3"/>
                </a:solidFill>
                <a:latin typeface="Yu Gothic"/>
                <a:ea typeface="Yu Gothic"/>
                <a:cs typeface="Yu Gothic"/>
              </a:rPr>
              <a:t>コントローラー</a:t>
            </a:r>
          </a:p>
        </p:txBody>
      </p:sp>
      <p:sp>
        <p:nvSpPr>
          <p:cNvPr id="21" name="text-454">
            <a:extLst xmlns:a="http://schemas.openxmlformats.org/drawingml/2006/main">
              <a:ext uri="{FF2B5EF4-FFF2-40B4-BE49-F238E27FC236}">
                <a16:creationId xmlns:a16="http://schemas.microsoft.com/office/drawing/2014/main" id="{3774989A-6CE0-4FAD-9976-D05B2A0A0FE2}"/>
              </a:ext>
            </a:extLst>
          </p:cNvPr>
          <p:cNvSpPr>
            <a:spLocks xmlns:a="http://schemas.openxmlformats.org/drawingml/2006/main" noGrp="1"/>
          </p:cNvSpPr>
          <p:nvPr/>
        </p:nvSpPr>
        <p:spPr>
          <a:xfrm xmlns:a="http://schemas.openxmlformats.org/drawingml/2006/main">
            <a:off x="7981950" y="3667125"/>
            <a:ext cx="1790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AMD提供（MIG）</a:t>
            </a:r>
          </a:p>
        </p:txBody>
      </p:sp>
      <p:sp>
        <p:nvSpPr>
          <p:cNvPr id="22" name="wire-455">
            <a:extLst xmlns:a="http://schemas.openxmlformats.org/drawingml/2006/main">
              <a:ext uri="{FF2B5EF4-FFF2-40B4-BE49-F238E27FC236}">
                <a16:creationId xmlns:a16="http://schemas.microsoft.com/office/drawing/2014/main" id="{1E236B50-C954-48AB-8BB9-AAD22CFEE504}"/>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23" name="circuit-456">
            <a:extLst xmlns:a="http://schemas.openxmlformats.org/drawingml/2006/main">
              <a:ext uri="{FF2B5EF4-FFF2-40B4-BE49-F238E27FC236}">
                <a16:creationId xmlns:a16="http://schemas.microsoft.com/office/drawing/2014/main" id="{3B1C9B50-BA7F-4D8B-A515-B1DBC36BE6FD}"/>
              </a:ext>
            </a:extLst>
          </p:cNvPr>
          <p:cNvSpPr>
            <a:spLocks xmlns:a="http://schemas.openxmlformats.org/drawingml/2006/main" noGrp="1"/>
          </p:cNvSpPr>
          <p:nvPr/>
        </p:nvSpPr>
        <p:spPr>
          <a:xfrm xmlns:a="http://schemas.openxmlformats.org/drawingml/2006/main">
            <a:off x="9934575" y="4302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wire-457">
            <a:extLst xmlns:a="http://schemas.openxmlformats.org/drawingml/2006/main">
              <a:ext uri="{FF2B5EF4-FFF2-40B4-BE49-F238E27FC236}">
                <a16:creationId xmlns:a16="http://schemas.microsoft.com/office/drawing/2014/main" id="{DCD5783D-6873-449B-8791-DDAF7FB3BC80}"/>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25" name="circuit-458">
            <a:extLst xmlns:a="http://schemas.openxmlformats.org/drawingml/2006/main">
              <a:ext uri="{FF2B5EF4-FFF2-40B4-BE49-F238E27FC236}">
                <a16:creationId xmlns:a16="http://schemas.microsoft.com/office/drawing/2014/main" id="{E8252DF3-25AA-448A-860C-04DA00411F51}"/>
              </a:ext>
            </a:extLst>
          </p:cNvPr>
          <p:cNvSpPr>
            <a:spLocks xmlns:a="http://schemas.openxmlformats.org/drawingml/2006/main" noGrp="1"/>
          </p:cNvSpPr>
          <p:nvPr/>
        </p:nvSpPr>
        <p:spPr>
          <a:xfrm xmlns:a="http://schemas.openxmlformats.org/drawingml/2006/main">
            <a:off x="9563100" y="4302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6" name="wire-459">
            <a:extLst xmlns:a="http://schemas.openxmlformats.org/drawingml/2006/main">
              <a:ext uri="{FF2B5EF4-FFF2-40B4-BE49-F238E27FC236}">
                <a16:creationId xmlns:a16="http://schemas.microsoft.com/office/drawing/2014/main" id="{B11BDF65-0DD0-4E29-A59C-565B73C9FA8C}"/>
              </a:ext>
            </a:extLst>
          </p:cNvPr>
          <p:cNvSpPr>
            <a:spLocks xmlns:a="http://schemas.openxmlformats.org/drawingml/2006/main" noGrp="1"/>
          </p:cNvSpPr>
          <p:nvPr/>
        </p:nvSpPr>
        <p:spPr>
          <a:xfrm xmlns:a="http://schemas.openxmlformats.org/drawingml/2006/main">
            <a:off x="7924800" y="3200400"/>
            <a:ext cx="9525" cy="1362075"/>
          </a:xfrm>
          <a:custGeom xmlns:a="http://schemas.openxmlformats.org/drawingml/2006/main">
            <a:pathLst>
              <a:path w="9525" h="1362075">
                <a:moveTo>
                  <a:pt x="0" y="0"/>
                </a:moveTo>
                <a:lnTo>
                  <a:pt x="0" y="1362075"/>
                </a:lnTo>
              </a:path>
            </a:pathLst>
          </a:custGeom>
          <a:noFill xmlns:a="http://schemas.openxmlformats.org/drawingml/2006/main"/>
          <a:ln xmlns:a="http://schemas.openxmlformats.org/drawingml/2006/main" w="20955">
            <a:solidFill>
              <a:srgbClr val="9FA9B9"/>
            </a:solidFill>
          </a:ln>
        </p:spPr>
      </p:sp>
      <p:sp>
        <p:nvSpPr>
          <p:cNvPr id="27" name="wire-460">
            <a:extLst xmlns:a="http://schemas.openxmlformats.org/drawingml/2006/main">
              <a:ext uri="{FF2B5EF4-FFF2-40B4-BE49-F238E27FC236}">
                <a16:creationId xmlns:a16="http://schemas.microsoft.com/office/drawing/2014/main" id="{23454B0A-F224-4DA0-AF86-86984826495B}"/>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3813">
            <a:solidFill>
              <a:srgbClr val="9FA9B9"/>
            </a:solidFill>
          </a:ln>
        </p:spPr>
      </p:sp>
      <p:sp>
        <p:nvSpPr>
          <p:cNvPr id="28" name="circuit-461">
            <a:extLst xmlns:a="http://schemas.openxmlformats.org/drawingml/2006/main">
              <a:ext uri="{FF2B5EF4-FFF2-40B4-BE49-F238E27FC236}">
                <a16:creationId xmlns:a16="http://schemas.microsoft.com/office/drawing/2014/main" id="{032A652A-3711-4F38-B604-FFE431F276F2}"/>
              </a:ext>
            </a:extLst>
          </p:cNvPr>
          <p:cNvSpPr>
            <a:spLocks xmlns:a="http://schemas.openxmlformats.org/drawingml/2006/main" noGrp="1"/>
          </p:cNvSpPr>
          <p:nvPr/>
        </p:nvSpPr>
        <p:spPr>
          <a:xfrm xmlns:a="http://schemas.openxmlformats.org/drawingml/2006/main">
            <a:off x="7848600" y="45310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29" name="wire-462">
            <a:extLst xmlns:a="http://schemas.openxmlformats.org/drawingml/2006/main">
              <a:ext uri="{FF2B5EF4-FFF2-40B4-BE49-F238E27FC236}">
                <a16:creationId xmlns:a16="http://schemas.microsoft.com/office/drawing/2014/main" id="{A66D6811-8F80-4AFA-B680-901357488814}"/>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23813">
            <a:solidFill>
              <a:srgbClr val="9FA9B9"/>
            </a:solidFill>
          </a:ln>
        </p:spPr>
      </p:sp>
      <p:sp>
        <p:nvSpPr>
          <p:cNvPr id="30" name="circuit-463">
            <a:extLst xmlns:a="http://schemas.openxmlformats.org/drawingml/2006/main">
              <a:ext uri="{FF2B5EF4-FFF2-40B4-BE49-F238E27FC236}">
                <a16:creationId xmlns:a16="http://schemas.microsoft.com/office/drawing/2014/main" id="{A4286CEF-EDDF-45DF-A812-9FA3D0AED844}"/>
              </a:ext>
            </a:extLst>
          </p:cNvPr>
          <p:cNvSpPr>
            <a:spLocks xmlns:a="http://schemas.openxmlformats.org/drawingml/2006/main" noGrp="1"/>
          </p:cNvSpPr>
          <p:nvPr/>
        </p:nvSpPr>
        <p:spPr>
          <a:xfrm xmlns:a="http://schemas.openxmlformats.org/drawingml/2006/main">
            <a:off x="7810500" y="45310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31" name="wire-464">
            <a:extLst xmlns:a="http://schemas.openxmlformats.org/drawingml/2006/main">
              <a:ext uri="{FF2B5EF4-FFF2-40B4-BE49-F238E27FC236}">
                <a16:creationId xmlns:a16="http://schemas.microsoft.com/office/drawing/2014/main" id="{9E8BD5BF-49FC-4259-851C-4C019E57D35A}"/>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32" name="circuit-465">
            <a:extLst xmlns:a="http://schemas.openxmlformats.org/drawingml/2006/main">
              <a:ext uri="{FF2B5EF4-FFF2-40B4-BE49-F238E27FC236}">
                <a16:creationId xmlns:a16="http://schemas.microsoft.com/office/drawing/2014/main" id="{FCC67DB3-0C4C-41AF-9F2D-C0BB70D196F3}"/>
              </a:ext>
            </a:extLst>
          </p:cNvPr>
          <p:cNvSpPr>
            <a:spLocks xmlns:a="http://schemas.openxmlformats.org/drawingml/2006/main" noGrp="1"/>
          </p:cNvSpPr>
          <p:nvPr/>
        </p:nvSpPr>
        <p:spPr>
          <a:xfrm xmlns:a="http://schemas.openxmlformats.org/drawingml/2006/main">
            <a:off x="8086725" y="4283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3" name="wire-466">
            <a:extLst xmlns:a="http://schemas.openxmlformats.org/drawingml/2006/main">
              <a:ext uri="{FF2B5EF4-FFF2-40B4-BE49-F238E27FC236}">
                <a16:creationId xmlns:a16="http://schemas.microsoft.com/office/drawing/2014/main" id="{B8F4E5AA-6C13-4D95-AC15-AE461F2ED0B4}"/>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34" name="circuit-467">
            <a:extLst xmlns:a="http://schemas.openxmlformats.org/drawingml/2006/main">
              <a:ext uri="{FF2B5EF4-FFF2-40B4-BE49-F238E27FC236}">
                <a16:creationId xmlns:a16="http://schemas.microsoft.com/office/drawing/2014/main" id="{CBFC00CB-E019-45F5-88D1-51F5400A3ABD}"/>
              </a:ext>
            </a:extLst>
          </p:cNvPr>
          <p:cNvSpPr>
            <a:spLocks xmlns:a="http://schemas.openxmlformats.org/drawingml/2006/main" noGrp="1"/>
          </p:cNvSpPr>
          <p:nvPr/>
        </p:nvSpPr>
        <p:spPr>
          <a:xfrm xmlns:a="http://schemas.openxmlformats.org/drawingml/2006/main">
            <a:off x="7924800" y="428339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5" name="board-stable-sd">
            <a:extLst xmlns:a="http://schemas.openxmlformats.org/drawingml/2006/main">
              <a:ext uri="{FF2B5EF4-FFF2-40B4-BE49-F238E27FC236}">
                <a16:creationId xmlns:a16="http://schemas.microsoft.com/office/drawing/2014/main" id="{76D4F029-16BE-48A3-9BBC-C70B51A23536}"/>
              </a:ext>
            </a:extLst>
          </p:cNvPr>
          <p:cNvSpPr>
            <a:spLocks xmlns:a="http://schemas.openxmlformats.org/drawingml/2006/main" noGrp="1"/>
          </p:cNvSpPr>
          <p:nvPr/>
        </p:nvSpPr>
        <p:spPr>
          <a:xfrm xmlns:a="http://schemas.openxmlformats.org/drawingml/2006/main">
            <a:off x="8162925" y="2933700"/>
            <a:ext cx="1400175" cy="533400"/>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36" name="text-469">
            <a:extLst xmlns:a="http://schemas.openxmlformats.org/drawingml/2006/main">
              <a:ext uri="{FF2B5EF4-FFF2-40B4-BE49-F238E27FC236}">
                <a16:creationId xmlns:a16="http://schemas.microsoft.com/office/drawing/2014/main" id="{C1F4A20F-78AA-458A-B7A6-BC3B774F9AF6}"/>
              </a:ext>
            </a:extLst>
          </p:cNvPr>
          <p:cNvSpPr>
            <a:spLocks xmlns:a="http://schemas.openxmlformats.org/drawingml/2006/main" noGrp="1"/>
          </p:cNvSpPr>
          <p:nvPr/>
        </p:nvSpPr>
        <p:spPr>
          <a:xfrm xmlns:a="http://schemas.openxmlformats.org/drawingml/2006/main">
            <a:off x="8239125" y="2990850"/>
            <a:ext cx="124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SD制御</a:t>
            </a:r>
          </a:p>
        </p:txBody>
      </p:sp>
      <p:sp>
        <p:nvSpPr>
          <p:cNvPr id="37" name="wire-470">
            <a:extLst xmlns:a="http://schemas.openxmlformats.org/drawingml/2006/main">
              <a:ext uri="{FF2B5EF4-FFF2-40B4-BE49-F238E27FC236}">
                <a16:creationId xmlns:a16="http://schemas.microsoft.com/office/drawing/2014/main" id="{72538CE4-931F-46A6-A251-4BD63415D73E}"/>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38" name="circuit-471">
            <a:extLst xmlns:a="http://schemas.openxmlformats.org/drawingml/2006/main">
              <a:ext uri="{FF2B5EF4-FFF2-40B4-BE49-F238E27FC236}">
                <a16:creationId xmlns:a16="http://schemas.microsoft.com/office/drawing/2014/main" id="{7396F624-9A88-4044-89C2-374C16A9C1D2}"/>
              </a:ext>
            </a:extLst>
          </p:cNvPr>
          <p:cNvSpPr>
            <a:spLocks xmlns:a="http://schemas.openxmlformats.org/drawingml/2006/main" noGrp="1"/>
          </p:cNvSpPr>
          <p:nvPr/>
        </p:nvSpPr>
        <p:spPr>
          <a:xfrm xmlns:a="http://schemas.openxmlformats.org/drawingml/2006/main">
            <a:off x="993457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9" name="wire-472">
            <a:extLst xmlns:a="http://schemas.openxmlformats.org/drawingml/2006/main">
              <a:ext uri="{FF2B5EF4-FFF2-40B4-BE49-F238E27FC236}">
                <a16:creationId xmlns:a16="http://schemas.microsoft.com/office/drawing/2014/main" id="{9285AED4-0AEB-498A-929D-1E68FABD8F3D}"/>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40" name="circuit-473">
            <a:extLst xmlns:a="http://schemas.openxmlformats.org/drawingml/2006/main">
              <a:ext uri="{FF2B5EF4-FFF2-40B4-BE49-F238E27FC236}">
                <a16:creationId xmlns:a16="http://schemas.microsoft.com/office/drawing/2014/main" id="{DC66877E-50C5-4250-8EDD-BD33F8F546B6}"/>
              </a:ext>
            </a:extLst>
          </p:cNvPr>
          <p:cNvSpPr>
            <a:spLocks xmlns:a="http://schemas.openxmlformats.org/drawingml/2006/main" noGrp="1"/>
          </p:cNvSpPr>
          <p:nvPr/>
        </p:nvSpPr>
        <p:spPr>
          <a:xfrm xmlns:a="http://schemas.openxmlformats.org/drawingml/2006/main">
            <a:off x="95631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41" name="wire-474">
            <a:extLst xmlns:a="http://schemas.openxmlformats.org/drawingml/2006/main">
              <a:ext uri="{FF2B5EF4-FFF2-40B4-BE49-F238E27FC236}">
                <a16:creationId xmlns:a16="http://schemas.microsoft.com/office/drawing/2014/main" id="{F0DD5638-4B1F-4778-A2DD-D49CF433574C}"/>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42" name="circuit-475">
            <a:extLst xmlns:a="http://schemas.openxmlformats.org/drawingml/2006/main">
              <a:ext uri="{FF2B5EF4-FFF2-40B4-BE49-F238E27FC236}">
                <a16:creationId xmlns:a16="http://schemas.microsoft.com/office/drawing/2014/main" id="{CB3DBF9B-ACEB-45A6-A69E-53AB5101355C}"/>
              </a:ext>
            </a:extLst>
          </p:cNvPr>
          <p:cNvSpPr>
            <a:spLocks xmlns:a="http://schemas.openxmlformats.org/drawingml/2006/main" noGrp="1"/>
          </p:cNvSpPr>
          <p:nvPr/>
        </p:nvSpPr>
        <p:spPr>
          <a:xfrm xmlns:a="http://schemas.openxmlformats.org/drawingml/2006/main">
            <a:off x="808672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3" name="wire-476">
            <a:extLst xmlns:a="http://schemas.openxmlformats.org/drawingml/2006/main">
              <a:ext uri="{FF2B5EF4-FFF2-40B4-BE49-F238E27FC236}">
                <a16:creationId xmlns:a16="http://schemas.microsoft.com/office/drawing/2014/main" id="{7B0F2AF5-DE92-4DEF-BD3E-A35697B5C261}"/>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44" name="circuit-477">
            <a:extLst xmlns:a="http://schemas.openxmlformats.org/drawingml/2006/main">
              <a:ext uri="{FF2B5EF4-FFF2-40B4-BE49-F238E27FC236}">
                <a16:creationId xmlns:a16="http://schemas.microsoft.com/office/drawing/2014/main" id="{83E101A4-E46F-4CA4-B43F-D3B038A637AD}"/>
              </a:ext>
            </a:extLst>
          </p:cNvPr>
          <p:cNvSpPr>
            <a:spLocks xmlns:a="http://schemas.openxmlformats.org/drawingml/2006/main" noGrp="1"/>
          </p:cNvSpPr>
          <p:nvPr/>
        </p:nvSpPr>
        <p:spPr>
          <a:xfrm xmlns:a="http://schemas.openxmlformats.org/drawingml/2006/main">
            <a:off x="79248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45" name="wire-478">
            <a:extLst xmlns:a="http://schemas.openxmlformats.org/drawingml/2006/main">
              <a:ext uri="{FF2B5EF4-FFF2-40B4-BE49-F238E27FC236}">
                <a16:creationId xmlns:a16="http://schemas.microsoft.com/office/drawing/2014/main" id="{26BDF8FD-14FF-4899-A063-D95DE7E0EAEE}"/>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8575">
            <a:solidFill>
              <a:srgbClr val="1572C3"/>
            </a:solidFill>
          </a:ln>
        </p:spPr>
      </p:sp>
      <p:sp>
        <p:nvSpPr>
          <p:cNvPr id="46" name="wire-479">
            <a:extLst xmlns:a="http://schemas.openxmlformats.org/drawingml/2006/main">
              <a:ext uri="{FF2B5EF4-FFF2-40B4-BE49-F238E27FC236}">
                <a16:creationId xmlns:a16="http://schemas.microsoft.com/office/drawing/2014/main" id="{1856DAFC-8DC1-4907-B615-1092BDD74E23}"/>
              </a:ext>
            </a:extLst>
          </p:cNvPr>
          <p:cNvSpPr>
            <a:spLocks xmlns:a="http://schemas.openxmlformats.org/drawingml/2006/main" noGrp="1"/>
          </p:cNvSpPr>
          <p:nvPr/>
        </p:nvSpPr>
        <p:spPr>
          <a:xfrm xmlns:a="http://schemas.openxmlformats.org/drawingml/2006/main">
            <a:off x="7924800" y="3200400"/>
            <a:ext cx="9525" cy="1362075"/>
          </a:xfrm>
          <a:custGeom xmlns:a="http://schemas.openxmlformats.org/drawingml/2006/main">
            <a:pathLst>
              <a:path w="9525" h="1362075">
                <a:moveTo>
                  <a:pt x="0" y="1362075"/>
                </a:moveTo>
                <a:lnTo>
                  <a:pt x="0" y="0"/>
                </a:lnTo>
              </a:path>
            </a:pathLst>
          </a:custGeom>
          <a:noFill xmlns:a="http://schemas.openxmlformats.org/drawingml/2006/main"/>
          <a:ln xmlns:a="http://schemas.openxmlformats.org/drawingml/2006/main" w="28575">
            <a:solidFill>
              <a:srgbClr val="1572C3"/>
            </a:solidFill>
          </a:ln>
        </p:spPr>
      </p:sp>
      <p:sp>
        <p:nvSpPr>
          <p:cNvPr id="47" name="wire-480">
            <a:extLst xmlns:a="http://schemas.openxmlformats.org/drawingml/2006/main">
              <a:ext uri="{FF2B5EF4-FFF2-40B4-BE49-F238E27FC236}">
                <a16:creationId xmlns:a16="http://schemas.microsoft.com/office/drawing/2014/main" id="{38E4D5B0-3EB1-4C7C-8D67-F0A559EAB2CF}"/>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1572C3"/>
            </a:solidFill>
          </a:ln>
        </p:spPr>
      </p:sp>
      <p:sp>
        <p:nvSpPr>
          <p:cNvPr id="48" name="circuit-481">
            <a:extLst xmlns:a="http://schemas.openxmlformats.org/drawingml/2006/main">
              <a:ext uri="{FF2B5EF4-FFF2-40B4-BE49-F238E27FC236}">
                <a16:creationId xmlns:a16="http://schemas.microsoft.com/office/drawing/2014/main" id="{66235341-0F1A-44DF-90AB-5732AAC682D5}"/>
              </a:ext>
            </a:extLst>
          </p:cNvPr>
          <p:cNvSpPr>
            <a:spLocks xmlns:a="http://schemas.openxmlformats.org/drawingml/2006/main" noGrp="1"/>
          </p:cNvSpPr>
          <p:nvPr/>
        </p:nvSpPr>
        <p:spPr>
          <a:xfrm xmlns:a="http://schemas.openxmlformats.org/drawingml/2006/main">
            <a:off x="808672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9" name="text-482">
            <a:extLst xmlns:a="http://schemas.openxmlformats.org/drawingml/2006/main">
              <a:ext uri="{FF2B5EF4-FFF2-40B4-BE49-F238E27FC236}">
                <a16:creationId xmlns:a16="http://schemas.microsoft.com/office/drawing/2014/main" id="{B10DCD98-A4B5-4856-8987-C1C316352A02}"/>
              </a:ext>
            </a:extLst>
          </p:cNvPr>
          <p:cNvSpPr>
            <a:spLocks xmlns:a="http://schemas.openxmlformats.org/drawingml/2006/main" noGrp="1"/>
          </p:cNvSpPr>
          <p:nvPr/>
        </p:nvSpPr>
        <p:spPr>
          <a:xfrm xmlns:a="http://schemas.openxmlformats.org/drawingml/2006/main">
            <a:off x="3390900" y="2838450"/>
            <a:ext cx="3562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Yu Gothic"/>
                <a:ea typeface="Yu Gothic"/>
                <a:cs typeface="Yu Gothic"/>
              </a:defRPr>
            </a:defPPr>
            <a:lvl1pPr algn="l">
              <a:defRPr sz="1275" b="1">
                <a:solidFill>
                  <a:srgbClr val="231F20"/>
                </a:solidFill>
                <a:latin typeface="Yu Gothic"/>
                <a:ea typeface="Yu Gothic"/>
                <a:cs typeface="Yu Gothic"/>
              </a:defRPr>
            </a:lvl1pPr>
            <a:lvl2pPr algn="l">
              <a:defRPr sz="1275" b="1">
                <a:solidFill>
                  <a:srgbClr val="231F20"/>
                </a:solidFill>
                <a:latin typeface="Yu Gothic"/>
                <a:ea typeface="Yu Gothic"/>
                <a:cs typeface="Yu Gothic"/>
              </a:defRPr>
            </a:lvl2pPr>
            <a:lvl3pPr algn="l">
              <a:defRPr sz="1275" b="1">
                <a:solidFill>
                  <a:srgbClr val="231F20"/>
                </a:solidFill>
                <a:latin typeface="Yu Gothic"/>
                <a:ea typeface="Yu Gothic"/>
                <a:cs typeface="Yu Gothic"/>
              </a:defRPr>
            </a:lvl3pPr>
            <a:lvl4pPr algn="l">
              <a:defRPr sz="1275" b="1">
                <a:solidFill>
                  <a:srgbClr val="231F20"/>
                </a:solidFill>
                <a:latin typeface="Yu Gothic"/>
                <a:ea typeface="Yu Gothic"/>
                <a:cs typeface="Yu Gothic"/>
              </a:defRPr>
            </a:lvl4pPr>
            <a:lvl5pPr algn="l">
              <a:defRPr sz="1275" b="1">
                <a:solidFill>
                  <a:srgbClr val="231F20"/>
                </a:solidFill>
                <a:latin typeface="Yu Gothic"/>
                <a:ea typeface="Yu Gothic"/>
                <a:cs typeface="Yu Gothic"/>
              </a:defRPr>
            </a:lvl5pPr>
            <a:lvl6pPr algn="l">
              <a:defRPr sz="1275" b="1">
                <a:solidFill>
                  <a:srgbClr val="231F20"/>
                </a:solidFill>
                <a:latin typeface="Yu Gothic"/>
                <a:ea typeface="Yu Gothic"/>
                <a:cs typeface="Yu Gothic"/>
              </a:defRPr>
            </a:lvl6pPr>
            <a:lvl7pPr algn="l">
              <a:defRPr sz="1275" b="1">
                <a:solidFill>
                  <a:srgbClr val="231F20"/>
                </a:solidFill>
                <a:latin typeface="Yu Gothic"/>
                <a:ea typeface="Yu Gothic"/>
                <a:cs typeface="Yu Gothic"/>
              </a:defRPr>
            </a:lvl7pPr>
            <a:lvl8pPr algn="l">
              <a:defRPr sz="1275" b="1">
                <a:solidFill>
                  <a:srgbClr val="231F20"/>
                </a:solidFill>
                <a:latin typeface="Yu Gothic"/>
                <a:ea typeface="Yu Gothic"/>
                <a:cs typeface="Yu Gothic"/>
              </a:defRPr>
            </a:lvl8pPr>
            <a:lvl9pPr algn="l">
              <a:defRPr sz="1275" b="1">
                <a:solidFill>
                  <a:srgbClr val="231F20"/>
                </a:solidFill>
                <a:latin typeface="Yu Gothic"/>
                <a:ea typeface="Yu Gothic"/>
                <a:cs typeface="Yu Gothic"/>
              </a:defRPr>
            </a:lvl9pPr>
          </a:lstStyle>
          <a:p xmlns:a="http://schemas.openxmlformats.org/drawingml/2006/main">
            <a:pPr algn="l">
              <a:defRPr sz="1275" b="1">
                <a:solidFill>
                  <a:srgbClr val="231F20"/>
                </a:solidFill>
                <a:latin typeface="Yu Gothic"/>
                <a:ea typeface="Yu Gothic"/>
                <a:cs typeface="Yu Gothic"/>
              </a:defRPr>
            </a:pPr>
            <a:r>
              <a:rPr sz="1275" b="1">
                <a:solidFill>
                  <a:srgbClr val="231F20"/>
                </a:solidFill>
                <a:latin typeface="Yu Gothic"/>
                <a:ea typeface="Yu Gothic"/>
                <a:cs typeface="Yu Gothic"/>
              </a:rPr>
              <a:t>命令から取り出す内容</a:t>
            </a:r>
          </a:p>
        </p:txBody>
      </p:sp>
      <p:sp>
        <p:nvSpPr>
          <p:cNvPr id="50" name="block-483">
            <a:extLst xmlns:a="http://schemas.openxmlformats.org/drawingml/2006/main">
              <a:ext uri="{FF2B5EF4-FFF2-40B4-BE49-F238E27FC236}">
                <a16:creationId xmlns:a16="http://schemas.microsoft.com/office/drawing/2014/main" id="{D0F694E8-8ED2-4BCB-9D64-23DFC4A8687A}"/>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1" name="text-484">
            <a:extLst xmlns:a="http://schemas.openxmlformats.org/drawingml/2006/main">
              <a:ext uri="{FF2B5EF4-FFF2-40B4-BE49-F238E27FC236}">
                <a16:creationId xmlns:a16="http://schemas.microsoft.com/office/drawing/2014/main" id="{46DD3A4F-87CB-4C38-96B5-85F262A019ED}"/>
              </a:ext>
            </a:extLst>
          </p:cNvPr>
          <p:cNvSpPr>
            <a:spLocks xmlns:a="http://schemas.openxmlformats.org/drawingml/2006/main" noGrp="1"/>
          </p:cNvSpPr>
          <p:nvPr/>
        </p:nvSpPr>
        <p:spPr>
          <a:xfrm xmlns:a="http://schemas.openxmlformats.org/drawingml/2006/main">
            <a:off x="3419475" y="3048000"/>
            <a:ext cx="12573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Yu Gothic"/>
                <a:ea typeface="Yu Gothic"/>
                <a:cs typeface="Yu Gothic"/>
              </a:defRPr>
            </a:defPPr>
            <a:lvl1pPr algn="ctr">
              <a:defRPr sz="1200" b="0">
                <a:solidFill>
                  <a:srgbClr val="9FA9B9"/>
                </a:solidFill>
                <a:latin typeface="Yu Gothic"/>
                <a:ea typeface="Yu Gothic"/>
                <a:cs typeface="Yu Gothic"/>
              </a:defRPr>
            </a:lvl1pPr>
            <a:lvl2pPr algn="ctr">
              <a:defRPr sz="1200" b="0">
                <a:solidFill>
                  <a:srgbClr val="9FA9B9"/>
                </a:solidFill>
                <a:latin typeface="Yu Gothic"/>
                <a:ea typeface="Yu Gothic"/>
                <a:cs typeface="Yu Gothic"/>
              </a:defRPr>
            </a:lvl2pPr>
            <a:lvl3pPr algn="ctr">
              <a:defRPr sz="1200" b="0">
                <a:solidFill>
                  <a:srgbClr val="9FA9B9"/>
                </a:solidFill>
                <a:latin typeface="Yu Gothic"/>
                <a:ea typeface="Yu Gothic"/>
                <a:cs typeface="Yu Gothic"/>
              </a:defRPr>
            </a:lvl3pPr>
            <a:lvl4pPr algn="ctr">
              <a:defRPr sz="1200" b="0">
                <a:solidFill>
                  <a:srgbClr val="9FA9B9"/>
                </a:solidFill>
                <a:latin typeface="Yu Gothic"/>
                <a:ea typeface="Yu Gothic"/>
                <a:cs typeface="Yu Gothic"/>
              </a:defRPr>
            </a:lvl4pPr>
            <a:lvl5pPr algn="ctr">
              <a:defRPr sz="1200" b="0">
                <a:solidFill>
                  <a:srgbClr val="9FA9B9"/>
                </a:solidFill>
                <a:latin typeface="Yu Gothic"/>
                <a:ea typeface="Yu Gothic"/>
                <a:cs typeface="Yu Gothic"/>
              </a:defRPr>
            </a:lvl5pPr>
            <a:lvl6pPr algn="ctr">
              <a:defRPr sz="1200" b="0">
                <a:solidFill>
                  <a:srgbClr val="9FA9B9"/>
                </a:solidFill>
                <a:latin typeface="Yu Gothic"/>
                <a:ea typeface="Yu Gothic"/>
                <a:cs typeface="Yu Gothic"/>
              </a:defRPr>
            </a:lvl6pPr>
            <a:lvl7pPr algn="ctr">
              <a:defRPr sz="1200" b="0">
                <a:solidFill>
                  <a:srgbClr val="9FA9B9"/>
                </a:solidFill>
                <a:latin typeface="Yu Gothic"/>
                <a:ea typeface="Yu Gothic"/>
                <a:cs typeface="Yu Gothic"/>
              </a:defRPr>
            </a:lvl7pPr>
            <a:lvl8pPr algn="ctr">
              <a:defRPr sz="1200" b="0">
                <a:solidFill>
                  <a:srgbClr val="9FA9B9"/>
                </a:solidFill>
                <a:latin typeface="Yu Gothic"/>
                <a:ea typeface="Yu Gothic"/>
                <a:cs typeface="Yu Gothic"/>
              </a:defRPr>
            </a:lvl8pPr>
            <a:lvl9pPr algn="ctr">
              <a:defRPr sz="1200" b="0">
                <a:solidFill>
                  <a:srgbClr val="9FA9B9"/>
                </a:solidFill>
                <a:latin typeface="Yu Gothic"/>
                <a:ea typeface="Yu Gothic"/>
                <a:cs typeface="Yu Gothic"/>
              </a:defRPr>
            </a:lvl9pPr>
          </a:lstStyle>
          <a:p xmlns:a="http://schemas.openxmlformats.org/drawingml/2006/main">
            <a:pPr algn="ctr">
              <a:defRPr sz="1200" b="0">
                <a:solidFill>
                  <a:srgbClr val="9FA9B9"/>
                </a:solidFill>
                <a:latin typeface="Yu Gothic"/>
                <a:ea typeface="Yu Gothic"/>
                <a:cs typeface="Yu Gothic"/>
              </a:defRPr>
            </a:pPr>
            <a:r>
              <a:rPr sz="1200" b="0">
                <a:solidFill>
                  <a:srgbClr val="9FA9B9"/>
                </a:solidFill>
                <a:latin typeface="Yu Gothic"/>
                <a:ea typeface="Yu Gothic"/>
                <a:cs typeface="Yu Gothic"/>
              </a:rPr>
              <a:t>即値</a:t>
            </a:r>
          </a:p>
        </p:txBody>
      </p:sp>
      <p:sp>
        <p:nvSpPr>
          <p:cNvPr id="52" name="text-485">
            <a:extLst xmlns:a="http://schemas.openxmlformats.org/drawingml/2006/main">
              <a:ext uri="{FF2B5EF4-FFF2-40B4-BE49-F238E27FC236}">
                <a16:creationId xmlns:a16="http://schemas.microsoft.com/office/drawing/2014/main" id="{A2DF9FE2-1072-43A0-B05F-C21A892B76A2}"/>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数値</a:t>
            </a:r>
          </a:p>
        </p:txBody>
      </p:sp>
      <p:sp>
        <p:nvSpPr>
          <p:cNvPr id="53" name="block-486">
            <a:extLst xmlns:a="http://schemas.openxmlformats.org/drawingml/2006/main">
              <a:ext uri="{FF2B5EF4-FFF2-40B4-BE49-F238E27FC236}">
                <a16:creationId xmlns:a16="http://schemas.microsoft.com/office/drawing/2014/main" id="{3E6259BB-9C83-4478-8411-F20CC4714A12}"/>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4" name="text-487">
            <a:extLst xmlns:a="http://schemas.openxmlformats.org/drawingml/2006/main">
              <a:ext uri="{FF2B5EF4-FFF2-40B4-BE49-F238E27FC236}">
                <a16:creationId xmlns:a16="http://schemas.microsoft.com/office/drawing/2014/main" id="{9294380B-DE37-4272-B087-C5FD722B8F2A}"/>
              </a:ext>
            </a:extLst>
          </p:cNvPr>
          <p:cNvSpPr>
            <a:spLocks xmlns:a="http://schemas.openxmlformats.org/drawingml/2006/main" noGrp="1"/>
          </p:cNvSpPr>
          <p:nvPr/>
        </p:nvSpPr>
        <p:spPr>
          <a:xfrm xmlns:a="http://schemas.openxmlformats.org/drawingml/2006/main">
            <a:off x="467677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Arial"/>
                <a:ea typeface="Arial"/>
                <a:cs typeface="Arial"/>
              </a:defRPr>
            </a:defPPr>
            <a:lvl1pPr algn="ctr">
              <a:defRPr sz="1200" b="0">
                <a:solidFill>
                  <a:srgbClr val="9FA9B9"/>
                </a:solidFill>
                <a:latin typeface="Arial"/>
                <a:ea typeface="Arial"/>
                <a:cs typeface="Arial"/>
              </a:defRPr>
            </a:lvl1pPr>
            <a:lvl2pPr algn="ctr">
              <a:defRPr sz="1200" b="0">
                <a:solidFill>
                  <a:srgbClr val="9FA9B9"/>
                </a:solidFill>
                <a:latin typeface="Arial"/>
                <a:ea typeface="Arial"/>
                <a:cs typeface="Arial"/>
              </a:defRPr>
            </a:lvl2pPr>
            <a:lvl3pPr algn="ctr">
              <a:defRPr sz="1200" b="0">
                <a:solidFill>
                  <a:srgbClr val="9FA9B9"/>
                </a:solidFill>
                <a:latin typeface="Arial"/>
                <a:ea typeface="Arial"/>
                <a:cs typeface="Arial"/>
              </a:defRPr>
            </a:lvl3pPr>
            <a:lvl4pPr algn="ctr">
              <a:defRPr sz="1200" b="0">
                <a:solidFill>
                  <a:srgbClr val="9FA9B9"/>
                </a:solidFill>
                <a:latin typeface="Arial"/>
                <a:ea typeface="Arial"/>
                <a:cs typeface="Arial"/>
              </a:defRPr>
            </a:lvl4pPr>
            <a:lvl5pPr algn="ctr">
              <a:defRPr sz="1200" b="0">
                <a:solidFill>
                  <a:srgbClr val="9FA9B9"/>
                </a:solidFill>
                <a:latin typeface="Arial"/>
                <a:ea typeface="Arial"/>
                <a:cs typeface="Arial"/>
              </a:defRPr>
            </a:lvl5pPr>
            <a:lvl6pPr algn="ctr">
              <a:defRPr sz="1200" b="0">
                <a:solidFill>
                  <a:srgbClr val="9FA9B9"/>
                </a:solidFill>
                <a:latin typeface="Arial"/>
                <a:ea typeface="Arial"/>
                <a:cs typeface="Arial"/>
              </a:defRPr>
            </a:lvl6pPr>
            <a:lvl7pPr algn="ctr">
              <a:defRPr sz="1200" b="0">
                <a:solidFill>
                  <a:srgbClr val="9FA9B9"/>
                </a:solidFill>
                <a:latin typeface="Arial"/>
                <a:ea typeface="Arial"/>
                <a:cs typeface="Arial"/>
              </a:defRPr>
            </a:lvl7pPr>
            <a:lvl8pPr algn="ctr">
              <a:defRPr sz="1200" b="0">
                <a:solidFill>
                  <a:srgbClr val="9FA9B9"/>
                </a:solidFill>
                <a:latin typeface="Arial"/>
                <a:ea typeface="Arial"/>
                <a:cs typeface="Arial"/>
              </a:defRPr>
            </a:lvl8pPr>
            <a:lvl9pPr algn="ctr">
              <a:defRPr sz="1200" b="0">
                <a:solidFill>
                  <a:srgbClr val="9FA9B9"/>
                </a:solidFill>
                <a:latin typeface="Arial"/>
                <a:ea typeface="Arial"/>
                <a:cs typeface="Arial"/>
              </a:defRPr>
            </a:lvl9pPr>
          </a:lstStyle>
          <a:p xmlns:a="http://schemas.openxmlformats.org/drawingml/2006/main">
            <a:pPr algn="ctr">
              <a:defRPr sz="1200" b="0">
                <a:solidFill>
                  <a:srgbClr val="9FA9B9"/>
                </a:solidFill>
                <a:latin typeface="Arial"/>
                <a:ea typeface="Arial"/>
                <a:cs typeface="Arial"/>
              </a:defRPr>
            </a:pPr>
            <a:r>
              <a:rPr sz="1200" b="0">
                <a:solidFill>
                  <a:srgbClr val="9FA9B9"/>
                </a:solidFill>
                <a:latin typeface="Arial"/>
                <a:ea typeface="Arial"/>
                <a:cs typeface="Arial"/>
              </a:rPr>
              <a:t>A1</a:t>
            </a:r>
          </a:p>
        </p:txBody>
      </p:sp>
      <p:sp>
        <p:nvSpPr>
          <p:cNvPr id="55" name="text-488">
            <a:extLst xmlns:a="http://schemas.openxmlformats.org/drawingml/2006/main">
              <a:ext uri="{FF2B5EF4-FFF2-40B4-BE49-F238E27FC236}">
                <a16:creationId xmlns:a16="http://schemas.microsoft.com/office/drawing/2014/main" id="{4DD3024C-0C29-4793-8DC6-B3E46E1047B3}"/>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番号</a:t>
            </a:r>
          </a:p>
        </p:txBody>
      </p:sp>
      <p:sp>
        <p:nvSpPr>
          <p:cNvPr id="56" name="block-489">
            <a:extLst xmlns:a="http://schemas.openxmlformats.org/drawingml/2006/main">
              <a:ext uri="{FF2B5EF4-FFF2-40B4-BE49-F238E27FC236}">
                <a16:creationId xmlns:a16="http://schemas.microsoft.com/office/drawing/2014/main" id="{0C1B33B6-4BD3-4A48-A072-8F95F4CE7E40}"/>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7" name="text-490">
            <a:extLst xmlns:a="http://schemas.openxmlformats.org/drawingml/2006/main">
              <a:ext uri="{FF2B5EF4-FFF2-40B4-BE49-F238E27FC236}">
                <a16:creationId xmlns:a16="http://schemas.microsoft.com/office/drawing/2014/main" id="{B85B3DEA-80F2-43B1-ABB2-996889D41294}"/>
              </a:ext>
            </a:extLst>
          </p:cNvPr>
          <p:cNvSpPr>
            <a:spLocks xmlns:a="http://schemas.openxmlformats.org/drawingml/2006/main" noGrp="1"/>
          </p:cNvSpPr>
          <p:nvPr/>
        </p:nvSpPr>
        <p:spPr>
          <a:xfrm xmlns:a="http://schemas.openxmlformats.org/drawingml/2006/main">
            <a:off x="5267325" y="3048000"/>
            <a:ext cx="10287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Arial"/>
                <a:ea typeface="Arial"/>
                <a:cs typeface="Arial"/>
              </a:defRPr>
            </a:defPPr>
            <a:lvl1pPr algn="ctr">
              <a:defRPr sz="1200" b="0">
                <a:solidFill>
                  <a:srgbClr val="9FA9B9"/>
                </a:solidFill>
                <a:latin typeface="Arial"/>
                <a:ea typeface="Arial"/>
                <a:cs typeface="Arial"/>
              </a:defRPr>
            </a:lvl1pPr>
            <a:lvl2pPr algn="ctr">
              <a:defRPr sz="1200" b="0">
                <a:solidFill>
                  <a:srgbClr val="9FA9B9"/>
                </a:solidFill>
                <a:latin typeface="Arial"/>
                <a:ea typeface="Arial"/>
                <a:cs typeface="Arial"/>
              </a:defRPr>
            </a:lvl2pPr>
            <a:lvl3pPr algn="ctr">
              <a:defRPr sz="1200" b="0">
                <a:solidFill>
                  <a:srgbClr val="9FA9B9"/>
                </a:solidFill>
                <a:latin typeface="Arial"/>
                <a:ea typeface="Arial"/>
                <a:cs typeface="Arial"/>
              </a:defRPr>
            </a:lvl3pPr>
            <a:lvl4pPr algn="ctr">
              <a:defRPr sz="1200" b="0">
                <a:solidFill>
                  <a:srgbClr val="9FA9B9"/>
                </a:solidFill>
                <a:latin typeface="Arial"/>
                <a:ea typeface="Arial"/>
                <a:cs typeface="Arial"/>
              </a:defRPr>
            </a:lvl4pPr>
            <a:lvl5pPr algn="ctr">
              <a:defRPr sz="1200" b="0">
                <a:solidFill>
                  <a:srgbClr val="9FA9B9"/>
                </a:solidFill>
                <a:latin typeface="Arial"/>
                <a:ea typeface="Arial"/>
                <a:cs typeface="Arial"/>
              </a:defRPr>
            </a:lvl5pPr>
            <a:lvl6pPr algn="ctr">
              <a:defRPr sz="1200" b="0">
                <a:solidFill>
                  <a:srgbClr val="9FA9B9"/>
                </a:solidFill>
                <a:latin typeface="Arial"/>
                <a:ea typeface="Arial"/>
                <a:cs typeface="Arial"/>
              </a:defRPr>
            </a:lvl6pPr>
            <a:lvl7pPr algn="ctr">
              <a:defRPr sz="1200" b="0">
                <a:solidFill>
                  <a:srgbClr val="9FA9B9"/>
                </a:solidFill>
                <a:latin typeface="Arial"/>
                <a:ea typeface="Arial"/>
                <a:cs typeface="Arial"/>
              </a:defRPr>
            </a:lvl7pPr>
            <a:lvl8pPr algn="ctr">
              <a:defRPr sz="1200" b="0">
                <a:solidFill>
                  <a:srgbClr val="9FA9B9"/>
                </a:solidFill>
                <a:latin typeface="Arial"/>
                <a:ea typeface="Arial"/>
                <a:cs typeface="Arial"/>
              </a:defRPr>
            </a:lvl8pPr>
            <a:lvl9pPr algn="ctr">
              <a:defRPr sz="1200" b="0">
                <a:solidFill>
                  <a:srgbClr val="9FA9B9"/>
                </a:solidFill>
                <a:latin typeface="Arial"/>
                <a:ea typeface="Arial"/>
                <a:cs typeface="Arial"/>
              </a:defRPr>
            </a:lvl9pPr>
          </a:lstStyle>
          <a:p xmlns:a="http://schemas.openxmlformats.org/drawingml/2006/main">
            <a:pPr algn="ctr">
              <a:defRPr sz="1200" b="0">
                <a:solidFill>
                  <a:srgbClr val="9FA9B9"/>
                </a:solidFill>
                <a:latin typeface="Arial"/>
                <a:ea typeface="Arial"/>
                <a:cs typeface="Arial"/>
              </a:defRPr>
            </a:pPr>
            <a:r>
              <a:rPr sz="1200" b="0">
                <a:solidFill>
                  <a:srgbClr val="9FA9B9"/>
                </a:solidFill>
                <a:latin typeface="Arial"/>
                <a:ea typeface="Arial"/>
                <a:cs typeface="Arial"/>
              </a:rPr>
              <a:t>A2</a:t>
            </a:r>
          </a:p>
        </p:txBody>
      </p:sp>
      <p:sp>
        <p:nvSpPr>
          <p:cNvPr id="58" name="text-491">
            <a:extLst xmlns:a="http://schemas.openxmlformats.org/drawingml/2006/main">
              <a:ext uri="{FF2B5EF4-FFF2-40B4-BE49-F238E27FC236}">
                <a16:creationId xmlns:a16="http://schemas.microsoft.com/office/drawing/2014/main" id="{83F137D1-25F1-4B82-92B5-195D61F2FB28}"/>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番号</a:t>
            </a:r>
          </a:p>
        </p:txBody>
      </p:sp>
      <p:sp>
        <p:nvSpPr>
          <p:cNvPr id="59" name="block-492">
            <a:extLst xmlns:a="http://schemas.openxmlformats.org/drawingml/2006/main">
              <a:ext uri="{FF2B5EF4-FFF2-40B4-BE49-F238E27FC236}">
                <a16:creationId xmlns:a16="http://schemas.microsoft.com/office/drawing/2014/main" id="{09D7D1A0-6719-49F1-890D-17D7804D3CFC}"/>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0" name="text-493">
            <a:extLst xmlns:a="http://schemas.openxmlformats.org/drawingml/2006/main">
              <a:ext uri="{FF2B5EF4-FFF2-40B4-BE49-F238E27FC236}">
                <a16:creationId xmlns:a16="http://schemas.microsoft.com/office/drawing/2014/main" id="{929734CE-CD4E-4695-AD01-F36E0511EE98}"/>
              </a:ext>
            </a:extLst>
          </p:cNvPr>
          <p:cNvSpPr>
            <a:spLocks xmlns:a="http://schemas.openxmlformats.org/drawingml/2006/main" noGrp="1"/>
          </p:cNvSpPr>
          <p:nvPr/>
        </p:nvSpPr>
        <p:spPr>
          <a:xfrm xmlns:a="http://schemas.openxmlformats.org/drawingml/2006/main">
            <a:off x="629602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Yu Gothic"/>
                <a:ea typeface="Yu Gothic"/>
                <a:cs typeface="Yu Gothic"/>
              </a:defRPr>
            </a:defPPr>
            <a:lvl1pPr algn="ctr">
              <a:defRPr sz="1200" b="0">
                <a:solidFill>
                  <a:srgbClr val="9FA9B9"/>
                </a:solidFill>
                <a:latin typeface="Yu Gothic"/>
                <a:ea typeface="Yu Gothic"/>
                <a:cs typeface="Yu Gothic"/>
              </a:defRPr>
            </a:lvl1pPr>
            <a:lvl2pPr algn="ctr">
              <a:defRPr sz="1200" b="0">
                <a:solidFill>
                  <a:srgbClr val="9FA9B9"/>
                </a:solidFill>
                <a:latin typeface="Yu Gothic"/>
                <a:ea typeface="Yu Gothic"/>
                <a:cs typeface="Yu Gothic"/>
              </a:defRPr>
            </a:lvl2pPr>
            <a:lvl3pPr algn="ctr">
              <a:defRPr sz="1200" b="0">
                <a:solidFill>
                  <a:srgbClr val="9FA9B9"/>
                </a:solidFill>
                <a:latin typeface="Yu Gothic"/>
                <a:ea typeface="Yu Gothic"/>
                <a:cs typeface="Yu Gothic"/>
              </a:defRPr>
            </a:lvl3pPr>
            <a:lvl4pPr algn="ctr">
              <a:defRPr sz="1200" b="0">
                <a:solidFill>
                  <a:srgbClr val="9FA9B9"/>
                </a:solidFill>
                <a:latin typeface="Yu Gothic"/>
                <a:ea typeface="Yu Gothic"/>
                <a:cs typeface="Yu Gothic"/>
              </a:defRPr>
            </a:lvl4pPr>
            <a:lvl5pPr algn="ctr">
              <a:defRPr sz="1200" b="0">
                <a:solidFill>
                  <a:srgbClr val="9FA9B9"/>
                </a:solidFill>
                <a:latin typeface="Yu Gothic"/>
                <a:ea typeface="Yu Gothic"/>
                <a:cs typeface="Yu Gothic"/>
              </a:defRPr>
            </a:lvl5pPr>
            <a:lvl6pPr algn="ctr">
              <a:defRPr sz="1200" b="0">
                <a:solidFill>
                  <a:srgbClr val="9FA9B9"/>
                </a:solidFill>
                <a:latin typeface="Yu Gothic"/>
                <a:ea typeface="Yu Gothic"/>
                <a:cs typeface="Yu Gothic"/>
              </a:defRPr>
            </a:lvl6pPr>
            <a:lvl7pPr algn="ctr">
              <a:defRPr sz="1200" b="0">
                <a:solidFill>
                  <a:srgbClr val="9FA9B9"/>
                </a:solidFill>
                <a:latin typeface="Yu Gothic"/>
                <a:ea typeface="Yu Gothic"/>
                <a:cs typeface="Yu Gothic"/>
              </a:defRPr>
            </a:lvl7pPr>
            <a:lvl8pPr algn="ctr">
              <a:defRPr sz="1200" b="0">
                <a:solidFill>
                  <a:srgbClr val="9FA9B9"/>
                </a:solidFill>
                <a:latin typeface="Yu Gothic"/>
                <a:ea typeface="Yu Gothic"/>
                <a:cs typeface="Yu Gothic"/>
              </a:defRPr>
            </a:lvl8pPr>
            <a:lvl9pPr algn="ctr">
              <a:defRPr sz="1200" b="0">
                <a:solidFill>
                  <a:srgbClr val="9FA9B9"/>
                </a:solidFill>
                <a:latin typeface="Yu Gothic"/>
                <a:ea typeface="Yu Gothic"/>
                <a:cs typeface="Yu Gothic"/>
              </a:defRPr>
            </a:lvl9pPr>
          </a:lstStyle>
          <a:p xmlns:a="http://schemas.openxmlformats.org/drawingml/2006/main">
            <a:pPr algn="ctr">
              <a:defRPr sz="1200" b="0">
                <a:solidFill>
                  <a:srgbClr val="9FA9B9"/>
                </a:solidFill>
                <a:latin typeface="Yu Gothic"/>
                <a:ea typeface="Yu Gothic"/>
                <a:cs typeface="Yu Gothic"/>
              </a:defRPr>
            </a:pPr>
            <a:r>
              <a:rPr sz="1200" b="0">
                <a:solidFill>
                  <a:srgbClr val="9FA9B9"/>
                </a:solidFill>
                <a:latin typeface="Yu Gothic"/>
                <a:ea typeface="Yu Gothic"/>
                <a:cs typeface="Yu Gothic"/>
              </a:rPr>
              <a:t>操作</a:t>
            </a:r>
          </a:p>
        </p:txBody>
      </p:sp>
      <p:sp>
        <p:nvSpPr>
          <p:cNvPr id="61" name="text-494">
            <a:extLst xmlns:a="http://schemas.openxmlformats.org/drawingml/2006/main">
              <a:ext uri="{FF2B5EF4-FFF2-40B4-BE49-F238E27FC236}">
                <a16:creationId xmlns:a16="http://schemas.microsoft.com/office/drawing/2014/main" id="{AD4B19DF-5D00-4AAF-B14F-05E68AC92374}"/>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lw/sw</a:t>
            </a:r>
          </a:p>
        </p:txBody>
      </p:sp>
      <p:sp>
        <p:nvSpPr>
          <p:cNvPr id="62" name="board-stable-pc">
            <a:extLst xmlns:a="http://schemas.openxmlformats.org/drawingml/2006/main">
              <a:ext uri="{FF2B5EF4-FFF2-40B4-BE49-F238E27FC236}">
                <a16:creationId xmlns:a16="http://schemas.microsoft.com/office/drawing/2014/main" id="{2A805F45-AAC8-4A6D-A239-837610E17B5E}"/>
              </a:ext>
            </a:extLst>
          </p:cNvPr>
          <p:cNvSpPr>
            <a:spLocks xmlns:a="http://schemas.openxmlformats.org/drawingml/2006/main" noGrp="1"/>
          </p:cNvSpPr>
          <p:nvPr/>
        </p:nvSpPr>
        <p:spPr>
          <a:xfrm xmlns:a="http://schemas.openxmlformats.org/drawingml/2006/main">
            <a:off x="1009650" y="4171950"/>
            <a:ext cx="314325" cy="6286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3" name="text-496">
            <a:extLst xmlns:a="http://schemas.openxmlformats.org/drawingml/2006/main">
              <a:ext uri="{FF2B5EF4-FFF2-40B4-BE49-F238E27FC236}">
                <a16:creationId xmlns:a16="http://schemas.microsoft.com/office/drawing/2014/main" id="{E0256986-BC66-430F-A1D4-9B92952EA271}"/>
              </a:ext>
            </a:extLst>
          </p:cNvPr>
          <p:cNvSpPr>
            <a:spLocks xmlns:a="http://schemas.openxmlformats.org/drawingml/2006/main" noGrp="1"/>
          </p:cNvSpPr>
          <p:nvPr/>
        </p:nvSpPr>
        <p:spPr>
          <a:xfrm xmlns:a="http://schemas.openxmlformats.org/drawingml/2006/main">
            <a:off x="1047750" y="4352925"/>
            <a:ext cx="24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0">
                <a:solidFill>
                  <a:srgbClr val="231F20"/>
                </a:solidFill>
                <a:latin typeface="Arial"/>
                <a:ea typeface="Arial"/>
                <a:cs typeface="Arial"/>
              </a:defRPr>
            </a:defPPr>
            <a:lvl1pPr algn="ctr">
              <a:defRPr sz="975" b="0">
                <a:solidFill>
                  <a:srgbClr val="231F20"/>
                </a:solidFill>
                <a:latin typeface="Arial"/>
                <a:ea typeface="Arial"/>
                <a:cs typeface="Arial"/>
              </a:defRPr>
            </a:lvl1pPr>
            <a:lvl2pPr algn="ctr">
              <a:defRPr sz="975" b="0">
                <a:solidFill>
                  <a:srgbClr val="231F20"/>
                </a:solidFill>
                <a:latin typeface="Arial"/>
                <a:ea typeface="Arial"/>
                <a:cs typeface="Arial"/>
              </a:defRPr>
            </a:lvl2pPr>
            <a:lvl3pPr algn="ctr">
              <a:defRPr sz="975" b="0">
                <a:solidFill>
                  <a:srgbClr val="231F20"/>
                </a:solidFill>
                <a:latin typeface="Arial"/>
                <a:ea typeface="Arial"/>
                <a:cs typeface="Arial"/>
              </a:defRPr>
            </a:lvl3pPr>
            <a:lvl4pPr algn="ctr">
              <a:defRPr sz="975" b="0">
                <a:solidFill>
                  <a:srgbClr val="231F20"/>
                </a:solidFill>
                <a:latin typeface="Arial"/>
                <a:ea typeface="Arial"/>
                <a:cs typeface="Arial"/>
              </a:defRPr>
            </a:lvl4pPr>
            <a:lvl5pPr algn="ctr">
              <a:defRPr sz="975" b="0">
                <a:solidFill>
                  <a:srgbClr val="231F20"/>
                </a:solidFill>
                <a:latin typeface="Arial"/>
                <a:ea typeface="Arial"/>
                <a:cs typeface="Arial"/>
              </a:defRPr>
            </a:lvl5pPr>
            <a:lvl6pPr algn="ctr">
              <a:defRPr sz="975" b="0">
                <a:solidFill>
                  <a:srgbClr val="231F20"/>
                </a:solidFill>
                <a:latin typeface="Arial"/>
                <a:ea typeface="Arial"/>
                <a:cs typeface="Arial"/>
              </a:defRPr>
            </a:lvl6pPr>
            <a:lvl7pPr algn="ctr">
              <a:defRPr sz="975" b="0">
                <a:solidFill>
                  <a:srgbClr val="231F20"/>
                </a:solidFill>
                <a:latin typeface="Arial"/>
                <a:ea typeface="Arial"/>
                <a:cs typeface="Arial"/>
              </a:defRPr>
            </a:lvl7pPr>
            <a:lvl8pPr algn="ctr">
              <a:defRPr sz="975" b="0">
                <a:solidFill>
                  <a:srgbClr val="231F20"/>
                </a:solidFill>
                <a:latin typeface="Arial"/>
                <a:ea typeface="Arial"/>
                <a:cs typeface="Arial"/>
              </a:defRPr>
            </a:lvl8pPr>
            <a:lvl9pPr algn="ctr">
              <a:defRPr sz="975" b="0">
                <a:solidFill>
                  <a:srgbClr val="231F20"/>
                </a:solidFill>
                <a:latin typeface="Arial"/>
                <a:ea typeface="Arial"/>
                <a:cs typeface="Arial"/>
              </a:defRPr>
            </a:lvl9pPr>
          </a:lstStyle>
          <a:p xmlns:a="http://schemas.openxmlformats.org/drawingml/2006/main">
            <a:pPr algn="ctr">
              <a:defRPr sz="975" b="0">
                <a:solidFill>
                  <a:srgbClr val="231F20"/>
                </a:solidFill>
                <a:latin typeface="Arial"/>
                <a:ea typeface="Arial"/>
                <a:cs typeface="Arial"/>
              </a:defRPr>
            </a:pPr>
            <a:r>
              <a:rPr sz="975" b="0">
                <a:solidFill>
                  <a:srgbClr val="231F20"/>
                </a:solidFill>
                <a:latin typeface="Arial"/>
                <a:ea typeface="Arial"/>
                <a:cs typeface="Arial"/>
              </a:rPr>
              <a:t>D Q</a:t>
            </a:r>
          </a:p>
        </p:txBody>
      </p:sp>
      <p:sp>
        <p:nvSpPr>
          <p:cNvPr id="64" name="circuit-497">
            <a:extLst xmlns:a="http://schemas.openxmlformats.org/drawingml/2006/main">
              <a:ext uri="{FF2B5EF4-FFF2-40B4-BE49-F238E27FC236}">
                <a16:creationId xmlns:a16="http://schemas.microsoft.com/office/drawing/2014/main" id="{B1BA041B-EA5A-42A8-A880-05C784DE38A4}"/>
              </a:ext>
            </a:extLst>
          </p:cNvPr>
          <p:cNvSpPr>
            <a:spLocks xmlns:a="http://schemas.openxmlformats.org/drawingml/2006/main" noGrp="1"/>
          </p:cNvSpPr>
          <p:nvPr/>
        </p:nvSpPr>
        <p:spPr>
          <a:xfrm xmlns:a="http://schemas.openxmlformats.org/drawingml/2006/main">
            <a:off x="1076325" y="4171950"/>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65" name="wire-498">
            <a:extLst xmlns:a="http://schemas.openxmlformats.org/drawingml/2006/main">
              <a:ext uri="{FF2B5EF4-FFF2-40B4-BE49-F238E27FC236}">
                <a16:creationId xmlns:a16="http://schemas.microsoft.com/office/drawing/2014/main" id="{041EA34B-A05F-4B92-AB11-ACFEA9CC41B7}"/>
              </a:ext>
            </a:extLst>
          </p:cNvPr>
          <p:cNvSpPr>
            <a:spLocks xmlns:a="http://schemas.openxmlformats.org/drawingml/2006/main" noGrp="1"/>
          </p:cNvSpPr>
          <p:nvPr/>
        </p:nvSpPr>
        <p:spPr>
          <a:xfrm xmlns:a="http://schemas.openxmlformats.org/drawingml/2006/main">
            <a:off x="1162050" y="4029075"/>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1430">
            <a:solidFill>
              <a:srgbClr val="231F20"/>
            </a:solidFill>
          </a:ln>
        </p:spPr>
      </p:sp>
      <p:sp>
        <p:nvSpPr>
          <p:cNvPr id="66" name="text-499">
            <a:extLst xmlns:a="http://schemas.openxmlformats.org/drawingml/2006/main">
              <a:ext uri="{FF2B5EF4-FFF2-40B4-BE49-F238E27FC236}">
                <a16:creationId xmlns:a16="http://schemas.microsoft.com/office/drawing/2014/main" id="{9BEC6D05-2EE7-4BF2-8FCE-6CC65C0A068B}"/>
              </a:ext>
            </a:extLst>
          </p:cNvPr>
          <p:cNvSpPr>
            <a:spLocks xmlns:a="http://schemas.openxmlformats.org/drawingml/2006/main" noGrp="1"/>
          </p:cNvSpPr>
          <p:nvPr/>
        </p:nvSpPr>
        <p:spPr>
          <a:xfrm xmlns:a="http://schemas.openxmlformats.org/drawingml/2006/main">
            <a:off x="971550" y="3800475"/>
            <a:ext cx="428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clk</a:t>
            </a:r>
          </a:p>
        </p:txBody>
      </p:sp>
      <p:sp>
        <p:nvSpPr>
          <p:cNvPr id="67" name="text-500">
            <a:extLst xmlns:a="http://schemas.openxmlformats.org/drawingml/2006/main">
              <a:ext uri="{FF2B5EF4-FFF2-40B4-BE49-F238E27FC236}">
                <a16:creationId xmlns:a16="http://schemas.microsoft.com/office/drawing/2014/main" id="{76C69CE8-D734-42E0-BCAE-D788C69AB3FE}"/>
              </a:ext>
            </a:extLst>
          </p:cNvPr>
          <p:cNvSpPr>
            <a:spLocks xmlns:a="http://schemas.openxmlformats.org/drawingml/2006/main" noGrp="1"/>
          </p:cNvSpPr>
          <p:nvPr/>
        </p:nvSpPr>
        <p:spPr>
          <a:xfrm xmlns:a="http://schemas.openxmlformats.org/drawingml/2006/main">
            <a:off x="952500" y="4829175"/>
            <a:ext cx="495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PC</a:t>
            </a:r>
          </a:p>
        </p:txBody>
      </p:sp>
      <p:sp>
        <p:nvSpPr>
          <p:cNvPr id="68" name="wire-501">
            <a:extLst xmlns:a="http://schemas.openxmlformats.org/drawingml/2006/main">
              <a:ext uri="{FF2B5EF4-FFF2-40B4-BE49-F238E27FC236}">
                <a16:creationId xmlns:a16="http://schemas.microsoft.com/office/drawing/2014/main" id="{37B2CAB7-5109-471F-A65B-A3CF1CD4F996}"/>
              </a:ext>
            </a:extLst>
          </p:cNvPr>
          <p:cNvSpPr>
            <a:spLocks xmlns:a="http://schemas.openxmlformats.org/drawingml/2006/main" noGrp="1"/>
          </p:cNvSpPr>
          <p:nvPr/>
        </p:nvSpPr>
        <p:spPr>
          <a:xfrm xmlns:a="http://schemas.openxmlformats.org/drawingml/2006/main">
            <a:off x="1323975" y="4457700"/>
            <a:ext cx="276225" cy="9525"/>
          </a:xfrm>
          <a:custGeom xmlns:a="http://schemas.openxmlformats.org/drawingml/2006/main">
            <a:pathLst>
              <a:path w="276225" h="9525">
                <a:moveTo>
                  <a:pt x="0" y="0"/>
                </a:moveTo>
                <a:lnTo>
                  <a:pt x="276225" y="0"/>
                </a:lnTo>
              </a:path>
            </a:pathLst>
          </a:custGeom>
          <a:noFill xmlns:a="http://schemas.openxmlformats.org/drawingml/2006/main"/>
          <a:ln xmlns:a="http://schemas.openxmlformats.org/drawingml/2006/main" w="23813">
            <a:solidFill>
              <a:srgbClr val="1572C3"/>
            </a:solidFill>
          </a:ln>
        </p:spPr>
      </p:sp>
      <p:sp>
        <p:nvSpPr>
          <p:cNvPr id="69" name="circuit-502">
            <a:extLst xmlns:a="http://schemas.openxmlformats.org/drawingml/2006/main">
              <a:ext uri="{FF2B5EF4-FFF2-40B4-BE49-F238E27FC236}">
                <a16:creationId xmlns:a16="http://schemas.microsoft.com/office/drawing/2014/main" id="{B0F7CF79-A0A2-4CBA-B855-E3E50F4E98E7}"/>
              </a:ext>
            </a:extLst>
          </p:cNvPr>
          <p:cNvSpPr>
            <a:spLocks xmlns:a="http://schemas.openxmlformats.org/drawingml/2006/main" noGrp="1"/>
          </p:cNvSpPr>
          <p:nvPr/>
        </p:nvSpPr>
        <p:spPr>
          <a:xfrm xmlns:a="http://schemas.openxmlformats.org/drawingml/2006/main">
            <a:off x="152400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0" name="text-503">
            <a:extLst xmlns:a="http://schemas.openxmlformats.org/drawingml/2006/main">
              <a:ext uri="{FF2B5EF4-FFF2-40B4-BE49-F238E27FC236}">
                <a16:creationId xmlns:a16="http://schemas.microsoft.com/office/drawing/2014/main" id="{8E626F9F-9126-4809-A051-A336B8F820CB}"/>
              </a:ext>
            </a:extLst>
          </p:cNvPr>
          <p:cNvSpPr>
            <a:spLocks xmlns:a="http://schemas.openxmlformats.org/drawingml/2006/main" noGrp="1"/>
          </p:cNvSpPr>
          <p:nvPr/>
        </p:nvSpPr>
        <p:spPr>
          <a:xfrm xmlns:a="http://schemas.openxmlformats.org/drawingml/2006/main">
            <a:off x="1333500" y="45434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番地</a:t>
            </a:r>
          </a:p>
        </p:txBody>
      </p:sp>
      <p:sp>
        <p:nvSpPr>
          <p:cNvPr id="71" name="board-stable-fetch">
            <a:extLst xmlns:a="http://schemas.openxmlformats.org/drawingml/2006/main">
              <a:ext uri="{FF2B5EF4-FFF2-40B4-BE49-F238E27FC236}">
                <a16:creationId xmlns:a16="http://schemas.microsoft.com/office/drawing/2014/main" id="{CE50D132-9121-4A31-8C2F-C7D8FBBE69BA}"/>
              </a:ext>
            </a:extLst>
          </p:cNvPr>
          <p:cNvSpPr>
            <a:spLocks xmlns:a="http://schemas.openxmlformats.org/drawingml/2006/main" noGrp="1"/>
          </p:cNvSpPr>
          <p:nvPr/>
        </p:nvSpPr>
        <p:spPr>
          <a:xfrm xmlns:a="http://schemas.openxmlformats.org/drawingml/2006/main">
            <a:off x="1600200" y="3943350"/>
            <a:ext cx="1381125" cy="11620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2" name="text-505">
            <a:extLst xmlns:a="http://schemas.openxmlformats.org/drawingml/2006/main">
              <a:ext uri="{FF2B5EF4-FFF2-40B4-BE49-F238E27FC236}">
                <a16:creationId xmlns:a16="http://schemas.microsoft.com/office/drawing/2014/main" id="{8E343D89-EC0B-4F0C-9391-22F535820B61}"/>
              </a:ext>
            </a:extLst>
          </p:cNvPr>
          <p:cNvSpPr>
            <a:spLocks xmlns:a="http://schemas.openxmlformats.org/drawingml/2006/main" noGrp="1"/>
          </p:cNvSpPr>
          <p:nvPr/>
        </p:nvSpPr>
        <p:spPr>
          <a:xfrm xmlns:a="http://schemas.openxmlformats.org/drawingml/2006/main">
            <a:off x="1657350" y="39814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命令読出し</a:t>
            </a:r>
          </a:p>
        </p:txBody>
      </p:sp>
      <p:sp>
        <p:nvSpPr>
          <p:cNvPr id="73" name="text-506">
            <a:extLst xmlns:a="http://schemas.openxmlformats.org/drawingml/2006/main">
              <a:ext uri="{FF2B5EF4-FFF2-40B4-BE49-F238E27FC236}">
                <a16:creationId xmlns:a16="http://schemas.microsoft.com/office/drawing/2014/main" id="{C772D56F-789C-45A3-9836-43E3AD099369}"/>
              </a:ext>
            </a:extLst>
          </p:cNvPr>
          <p:cNvSpPr>
            <a:spLocks xmlns:a="http://schemas.openxmlformats.org/drawingml/2006/main" noGrp="1"/>
          </p:cNvSpPr>
          <p:nvPr/>
        </p:nvSpPr>
        <p:spPr>
          <a:xfrm xmlns:a="http://schemas.openxmlformats.org/drawingml/2006/main">
            <a:off x="1666875" y="4343400"/>
            <a:ext cx="23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A</a:t>
            </a:r>
          </a:p>
        </p:txBody>
      </p:sp>
      <p:sp>
        <p:nvSpPr>
          <p:cNvPr id="74" name="text-507">
            <a:extLst xmlns:a="http://schemas.openxmlformats.org/drawingml/2006/main">
              <a:ext uri="{FF2B5EF4-FFF2-40B4-BE49-F238E27FC236}">
                <a16:creationId xmlns:a16="http://schemas.microsoft.com/office/drawing/2014/main" id="{DB526274-796B-4588-B713-3F7B3B1C8D86}"/>
              </a:ext>
            </a:extLst>
          </p:cNvPr>
          <p:cNvSpPr>
            <a:spLocks xmlns:a="http://schemas.openxmlformats.org/drawingml/2006/main" noGrp="1"/>
          </p:cNvSpPr>
          <p:nvPr/>
        </p:nvSpPr>
        <p:spPr>
          <a:xfrm xmlns:a="http://schemas.openxmlformats.org/drawingml/2006/main">
            <a:off x="2676525" y="43434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RD</a:t>
            </a:r>
          </a:p>
        </p:txBody>
      </p:sp>
      <p:sp>
        <p:nvSpPr>
          <p:cNvPr id="75" name="text-508">
            <a:extLst xmlns:a="http://schemas.openxmlformats.org/drawingml/2006/main">
              <a:ext uri="{FF2B5EF4-FFF2-40B4-BE49-F238E27FC236}">
                <a16:creationId xmlns:a16="http://schemas.microsoft.com/office/drawing/2014/main" id="{30112215-4BCD-456F-BF01-72CF4BB4045B}"/>
              </a:ext>
            </a:extLst>
          </p:cNvPr>
          <p:cNvSpPr>
            <a:spLocks xmlns:a="http://schemas.openxmlformats.org/drawingml/2006/main" noGrp="1"/>
          </p:cNvSpPr>
          <p:nvPr/>
        </p:nvSpPr>
        <p:spPr>
          <a:xfrm xmlns:a="http://schemas.openxmlformats.org/drawingml/2006/main">
            <a:off x="1733550" y="4619625"/>
            <a:ext cx="1104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Yu Gothic"/>
                <a:ea typeface="Yu Gothic"/>
                <a:cs typeface="Yu Gothic"/>
              </a:defRPr>
            </a:defPPr>
            <a:lvl1pPr algn="ctr">
              <a:defRPr sz="1350" b="1">
                <a:solidFill>
                  <a:srgbClr val="231F20"/>
                </a:solidFill>
                <a:latin typeface="Yu Gothic"/>
                <a:ea typeface="Yu Gothic"/>
                <a:cs typeface="Yu Gothic"/>
              </a:defRPr>
            </a:lvl1pPr>
            <a:lvl2pPr algn="ctr">
              <a:defRPr sz="1350" b="1">
                <a:solidFill>
                  <a:srgbClr val="231F20"/>
                </a:solidFill>
                <a:latin typeface="Yu Gothic"/>
                <a:ea typeface="Yu Gothic"/>
                <a:cs typeface="Yu Gothic"/>
              </a:defRPr>
            </a:lvl2pPr>
            <a:lvl3pPr algn="ctr">
              <a:defRPr sz="1350" b="1">
                <a:solidFill>
                  <a:srgbClr val="231F20"/>
                </a:solidFill>
                <a:latin typeface="Yu Gothic"/>
                <a:ea typeface="Yu Gothic"/>
                <a:cs typeface="Yu Gothic"/>
              </a:defRPr>
            </a:lvl3pPr>
            <a:lvl4pPr algn="ctr">
              <a:defRPr sz="1350" b="1">
                <a:solidFill>
                  <a:srgbClr val="231F20"/>
                </a:solidFill>
                <a:latin typeface="Yu Gothic"/>
                <a:ea typeface="Yu Gothic"/>
                <a:cs typeface="Yu Gothic"/>
              </a:defRPr>
            </a:lvl4pPr>
            <a:lvl5pPr algn="ctr">
              <a:defRPr sz="1350" b="1">
                <a:solidFill>
                  <a:srgbClr val="231F20"/>
                </a:solidFill>
                <a:latin typeface="Yu Gothic"/>
                <a:ea typeface="Yu Gothic"/>
                <a:cs typeface="Yu Gothic"/>
              </a:defRPr>
            </a:lvl5pPr>
            <a:lvl6pPr algn="ctr">
              <a:defRPr sz="1350" b="1">
                <a:solidFill>
                  <a:srgbClr val="231F20"/>
                </a:solidFill>
                <a:latin typeface="Yu Gothic"/>
                <a:ea typeface="Yu Gothic"/>
                <a:cs typeface="Yu Gothic"/>
              </a:defRPr>
            </a:lvl6pPr>
            <a:lvl7pPr algn="ctr">
              <a:defRPr sz="1350" b="1">
                <a:solidFill>
                  <a:srgbClr val="231F20"/>
                </a:solidFill>
                <a:latin typeface="Yu Gothic"/>
                <a:ea typeface="Yu Gothic"/>
                <a:cs typeface="Yu Gothic"/>
              </a:defRPr>
            </a:lvl7pPr>
            <a:lvl8pPr algn="ctr">
              <a:defRPr sz="1350" b="1">
                <a:solidFill>
                  <a:srgbClr val="231F20"/>
                </a:solidFill>
                <a:latin typeface="Yu Gothic"/>
                <a:ea typeface="Yu Gothic"/>
                <a:cs typeface="Yu Gothic"/>
              </a:defRPr>
            </a:lvl8pPr>
            <a:lvl9pPr algn="ctr">
              <a:defRPr sz="1350" b="1">
                <a:solidFill>
                  <a:srgbClr val="231F20"/>
                </a:solidFill>
                <a:latin typeface="Yu Gothic"/>
                <a:ea typeface="Yu Gothic"/>
                <a:cs typeface="Yu Gothic"/>
              </a:defRPr>
            </a:lvl9pPr>
          </a:lstStyle>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DDR3から</a:t>
            </a:r>
          </a:p>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命令を読む</a:t>
            </a:r>
          </a:p>
        </p:txBody>
      </p:sp>
      <p:sp>
        <p:nvSpPr>
          <p:cNvPr id="76" name="wire-509">
            <a:extLst xmlns:a="http://schemas.openxmlformats.org/drawingml/2006/main">
              <a:ext uri="{FF2B5EF4-FFF2-40B4-BE49-F238E27FC236}">
                <a16:creationId xmlns:a16="http://schemas.microsoft.com/office/drawing/2014/main" id="{27EA67B2-D809-4A9D-8EAB-0554C75A5A9B}"/>
              </a:ext>
            </a:extLst>
          </p:cNvPr>
          <p:cNvSpPr>
            <a:spLocks xmlns:a="http://schemas.openxmlformats.org/drawingml/2006/main" noGrp="1"/>
          </p:cNvSpPr>
          <p:nvPr/>
        </p:nvSpPr>
        <p:spPr>
          <a:xfrm xmlns:a="http://schemas.openxmlformats.org/drawingml/2006/main">
            <a:off x="2981325" y="4457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77" name="wire-510">
            <a:extLst xmlns:a="http://schemas.openxmlformats.org/drawingml/2006/main">
              <a:ext uri="{FF2B5EF4-FFF2-40B4-BE49-F238E27FC236}">
                <a16:creationId xmlns:a16="http://schemas.microsoft.com/office/drawing/2014/main" id="{8A282C3B-CFCE-43A1-8FB0-7D791A3C360F}"/>
              </a:ext>
            </a:extLst>
          </p:cNvPr>
          <p:cNvSpPr>
            <a:spLocks xmlns:a="http://schemas.openxmlformats.org/drawingml/2006/main" noGrp="1"/>
          </p:cNvSpPr>
          <p:nvPr/>
        </p:nvSpPr>
        <p:spPr>
          <a:xfrm xmlns:a="http://schemas.openxmlformats.org/drawingml/2006/main">
            <a:off x="3200400" y="3381375"/>
            <a:ext cx="9525" cy="1076325"/>
          </a:xfrm>
          <a:custGeom xmlns:a="http://schemas.openxmlformats.org/drawingml/2006/main">
            <a:pathLst>
              <a:path w="9525" h="1076325">
                <a:moveTo>
                  <a:pt x="0" y="1076325"/>
                </a:moveTo>
                <a:lnTo>
                  <a:pt x="0" y="0"/>
                </a:lnTo>
              </a:path>
            </a:pathLst>
          </a:custGeom>
          <a:noFill xmlns:a="http://schemas.openxmlformats.org/drawingml/2006/main"/>
          <a:ln xmlns:a="http://schemas.openxmlformats.org/drawingml/2006/main" w="21908">
            <a:solidFill>
              <a:srgbClr val="231F20"/>
            </a:solidFill>
          </a:ln>
        </p:spPr>
      </p:sp>
      <p:sp>
        <p:nvSpPr>
          <p:cNvPr id="78" name="wire-511">
            <a:extLst xmlns:a="http://schemas.openxmlformats.org/drawingml/2006/main">
              <a:ext uri="{FF2B5EF4-FFF2-40B4-BE49-F238E27FC236}">
                <a16:creationId xmlns:a16="http://schemas.microsoft.com/office/drawing/2014/main" id="{B2F8975B-7CF2-41B2-A05A-1EB098ACA703}"/>
              </a:ext>
            </a:extLst>
          </p:cNvPr>
          <p:cNvSpPr>
            <a:spLocks xmlns:a="http://schemas.openxmlformats.org/drawingml/2006/main" noGrp="1"/>
          </p:cNvSpPr>
          <p:nvPr/>
        </p:nvSpPr>
        <p:spPr>
          <a:xfrm xmlns:a="http://schemas.openxmlformats.org/drawingml/2006/main">
            <a:off x="3200400" y="338137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79" name="circuit-512">
            <a:extLst xmlns:a="http://schemas.openxmlformats.org/drawingml/2006/main">
              <a:ext uri="{FF2B5EF4-FFF2-40B4-BE49-F238E27FC236}">
                <a16:creationId xmlns:a16="http://schemas.microsoft.com/office/drawing/2014/main" id="{5400C6DD-82BB-4878-B14C-62D367FA7D84}"/>
              </a:ext>
            </a:extLst>
          </p:cNvPr>
          <p:cNvSpPr>
            <a:spLocks xmlns:a="http://schemas.openxmlformats.org/drawingml/2006/main" noGrp="1"/>
          </p:cNvSpPr>
          <p:nvPr/>
        </p:nvSpPr>
        <p:spPr>
          <a:xfrm xmlns:a="http://schemas.openxmlformats.org/drawingml/2006/main">
            <a:off x="3343275" y="3349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0" name="circuit-513">
            <a:extLst xmlns:a="http://schemas.openxmlformats.org/drawingml/2006/main">
              <a:ext uri="{FF2B5EF4-FFF2-40B4-BE49-F238E27FC236}">
                <a16:creationId xmlns:a16="http://schemas.microsoft.com/office/drawing/2014/main" id="{E2685C64-0E4A-4ABA-8B2A-2176E7056211}"/>
              </a:ext>
            </a:extLst>
          </p:cNvPr>
          <p:cNvSpPr>
            <a:spLocks xmlns:a="http://schemas.openxmlformats.org/drawingml/2006/main" noGrp="1"/>
          </p:cNvSpPr>
          <p:nvPr/>
        </p:nvSpPr>
        <p:spPr>
          <a:xfrm xmlns:a="http://schemas.openxmlformats.org/drawingml/2006/main">
            <a:off x="1743075" y="3400425"/>
            <a:ext cx="419100" cy="419100"/>
          </a:xfrm>
          <a:custGeom xmlns:a="http://schemas.openxmlformats.org/drawingml/2006/main">
            <a:pathLst>
              <a:path w="419100" h="419100">
                <a:moveTo>
                  <a:pt x="0" y="0"/>
                </a:moveTo>
                <a:lnTo>
                  <a:pt x="419100" y="104775"/>
                </a:lnTo>
                <a:lnTo>
                  <a:pt x="419100" y="314325"/>
                </a:lnTo>
                <a:lnTo>
                  <a:pt x="0" y="419100"/>
                </a:lnTo>
                <a:lnTo>
                  <a:pt x="0" y="295275"/>
                </a:lnTo>
                <a:lnTo>
                  <a:pt x="95250" y="209550"/>
                </a:lnTo>
                <a:lnTo>
                  <a:pt x="0" y="95250"/>
                </a:lnTo>
                <a:close/>
              </a:path>
            </a:pathLst>
          </a:custGeom>
          <a:solidFill xmlns:a="http://schemas.openxmlformats.org/drawingml/2006/main">
            <a:srgbClr val="FFFFFF"/>
          </a:solidFill>
          <a:ln xmlns:a="http://schemas.openxmlformats.org/drawingml/2006/main" w="20955">
            <a:solidFill>
              <a:srgbClr val="231F20"/>
            </a:solidFill>
          </a:ln>
        </p:spPr>
      </p:sp>
      <p:sp>
        <p:nvSpPr>
          <p:cNvPr id="81" name="text-514">
            <a:extLst xmlns:a="http://schemas.openxmlformats.org/drawingml/2006/main">
              <a:ext uri="{FF2B5EF4-FFF2-40B4-BE49-F238E27FC236}">
                <a16:creationId xmlns:a16="http://schemas.microsoft.com/office/drawing/2014/main" id="{D0A1118C-5F1A-418D-B161-B2BB14E01EEC}"/>
              </a:ext>
            </a:extLst>
          </p:cNvPr>
          <p:cNvSpPr>
            <a:spLocks xmlns:a="http://schemas.openxmlformats.org/drawingml/2006/main" noGrp="1"/>
          </p:cNvSpPr>
          <p:nvPr/>
        </p:nvSpPr>
        <p:spPr>
          <a:xfrm xmlns:a="http://schemas.openxmlformats.org/drawingml/2006/main">
            <a:off x="1895475" y="3476625"/>
            <a:ext cx="238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t>
            </a:r>
          </a:p>
        </p:txBody>
      </p:sp>
      <p:sp>
        <p:nvSpPr>
          <p:cNvPr id="82" name="wire-515">
            <a:extLst xmlns:a="http://schemas.openxmlformats.org/drawingml/2006/main">
              <a:ext uri="{FF2B5EF4-FFF2-40B4-BE49-F238E27FC236}">
                <a16:creationId xmlns:a16="http://schemas.microsoft.com/office/drawing/2014/main" id="{FF6BBACF-AFA0-47AD-9B99-DC177D9CAA8C}"/>
              </a:ext>
            </a:extLst>
          </p:cNvPr>
          <p:cNvSpPr>
            <a:spLocks xmlns:a="http://schemas.openxmlformats.org/drawingml/2006/main" noGrp="1"/>
          </p:cNvSpPr>
          <p:nvPr/>
        </p:nvSpPr>
        <p:spPr>
          <a:xfrm xmlns:a="http://schemas.openxmlformats.org/drawingml/2006/main">
            <a:off x="1419225" y="35052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23813">
            <a:solidFill>
              <a:srgbClr val="231F20"/>
            </a:solidFill>
          </a:ln>
        </p:spPr>
      </p:sp>
      <p:sp>
        <p:nvSpPr>
          <p:cNvPr id="83" name="wire-516">
            <a:extLst xmlns:a="http://schemas.openxmlformats.org/drawingml/2006/main">
              <a:ext uri="{FF2B5EF4-FFF2-40B4-BE49-F238E27FC236}">
                <a16:creationId xmlns:a16="http://schemas.microsoft.com/office/drawing/2014/main" id="{0A531AB2-6A9B-4E32-8314-3744CFED26BB}"/>
              </a:ext>
            </a:extLst>
          </p:cNvPr>
          <p:cNvSpPr>
            <a:spLocks xmlns:a="http://schemas.openxmlformats.org/drawingml/2006/main" noGrp="1"/>
          </p:cNvSpPr>
          <p:nvPr/>
        </p:nvSpPr>
        <p:spPr>
          <a:xfrm xmlns:a="http://schemas.openxmlformats.org/drawingml/2006/main">
            <a:off x="1419225" y="35052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3813">
            <a:solidFill>
              <a:srgbClr val="231F20"/>
            </a:solidFill>
          </a:ln>
        </p:spPr>
      </p:sp>
      <p:sp>
        <p:nvSpPr>
          <p:cNvPr id="84" name="circuit-517">
            <a:extLst xmlns:a="http://schemas.openxmlformats.org/drawingml/2006/main">
              <a:ext uri="{FF2B5EF4-FFF2-40B4-BE49-F238E27FC236}">
                <a16:creationId xmlns:a16="http://schemas.microsoft.com/office/drawing/2014/main" id="{47A0C7C7-2427-4776-9EF7-3E1B3F921C1D}"/>
              </a:ext>
            </a:extLst>
          </p:cNvPr>
          <p:cNvSpPr>
            <a:spLocks xmlns:a="http://schemas.openxmlformats.org/drawingml/2006/main" noGrp="1"/>
          </p:cNvSpPr>
          <p:nvPr/>
        </p:nvSpPr>
        <p:spPr>
          <a:xfrm xmlns:a="http://schemas.openxmlformats.org/drawingml/2006/main">
            <a:off x="1666875" y="3473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5" name="text-518">
            <a:extLst xmlns:a="http://schemas.openxmlformats.org/drawingml/2006/main">
              <a:ext uri="{FF2B5EF4-FFF2-40B4-BE49-F238E27FC236}">
                <a16:creationId xmlns:a16="http://schemas.microsoft.com/office/drawing/2014/main" id="{4AA7F3F2-42B9-46F5-8F8D-3B5939B5DE8A}"/>
              </a:ext>
            </a:extLst>
          </p:cNvPr>
          <p:cNvSpPr>
            <a:spLocks xmlns:a="http://schemas.openxmlformats.org/drawingml/2006/main" noGrp="1"/>
          </p:cNvSpPr>
          <p:nvPr/>
        </p:nvSpPr>
        <p:spPr>
          <a:xfrm xmlns:a="http://schemas.openxmlformats.org/drawingml/2006/main">
            <a:off x="1504950" y="3638550"/>
            <a:ext cx="190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231F20"/>
                </a:solidFill>
                <a:latin typeface="Arial"/>
                <a:ea typeface="Arial"/>
                <a:cs typeface="Arial"/>
              </a:defRPr>
            </a:defPPr>
            <a:lvl1pPr algn="l">
              <a:defRPr sz="1425" b="0">
                <a:solidFill>
                  <a:srgbClr val="231F20"/>
                </a:solidFill>
                <a:latin typeface="Arial"/>
                <a:ea typeface="Arial"/>
                <a:cs typeface="Arial"/>
              </a:defRPr>
            </a:lvl1pPr>
            <a:lvl2pPr algn="l">
              <a:defRPr sz="1425" b="0">
                <a:solidFill>
                  <a:srgbClr val="231F20"/>
                </a:solidFill>
                <a:latin typeface="Arial"/>
                <a:ea typeface="Arial"/>
                <a:cs typeface="Arial"/>
              </a:defRPr>
            </a:lvl2pPr>
            <a:lvl3pPr algn="l">
              <a:defRPr sz="1425" b="0">
                <a:solidFill>
                  <a:srgbClr val="231F20"/>
                </a:solidFill>
                <a:latin typeface="Arial"/>
                <a:ea typeface="Arial"/>
                <a:cs typeface="Arial"/>
              </a:defRPr>
            </a:lvl3pPr>
            <a:lvl4pPr algn="l">
              <a:defRPr sz="1425" b="0">
                <a:solidFill>
                  <a:srgbClr val="231F20"/>
                </a:solidFill>
                <a:latin typeface="Arial"/>
                <a:ea typeface="Arial"/>
                <a:cs typeface="Arial"/>
              </a:defRPr>
            </a:lvl4pPr>
            <a:lvl5pPr algn="l">
              <a:defRPr sz="1425" b="0">
                <a:solidFill>
                  <a:srgbClr val="231F20"/>
                </a:solidFill>
                <a:latin typeface="Arial"/>
                <a:ea typeface="Arial"/>
                <a:cs typeface="Arial"/>
              </a:defRPr>
            </a:lvl5pPr>
            <a:lvl6pPr algn="l">
              <a:defRPr sz="1425" b="0">
                <a:solidFill>
                  <a:srgbClr val="231F20"/>
                </a:solidFill>
                <a:latin typeface="Arial"/>
                <a:ea typeface="Arial"/>
                <a:cs typeface="Arial"/>
              </a:defRPr>
            </a:lvl6pPr>
            <a:lvl7pPr algn="l">
              <a:defRPr sz="1425" b="0">
                <a:solidFill>
                  <a:srgbClr val="231F20"/>
                </a:solidFill>
                <a:latin typeface="Arial"/>
                <a:ea typeface="Arial"/>
                <a:cs typeface="Arial"/>
              </a:defRPr>
            </a:lvl7pPr>
            <a:lvl8pPr algn="l">
              <a:defRPr sz="1425" b="0">
                <a:solidFill>
                  <a:srgbClr val="231F20"/>
                </a:solidFill>
                <a:latin typeface="Arial"/>
                <a:ea typeface="Arial"/>
                <a:cs typeface="Arial"/>
              </a:defRPr>
            </a:lvl8pPr>
            <a:lvl9pPr algn="l">
              <a:defRPr sz="1425" b="0">
                <a:solidFill>
                  <a:srgbClr val="231F20"/>
                </a:solidFill>
                <a:latin typeface="Arial"/>
                <a:ea typeface="Arial"/>
                <a:cs typeface="Arial"/>
              </a:defRPr>
            </a:lvl9pPr>
          </a:lstStyle>
          <a:p xmlns:a="http://schemas.openxmlformats.org/drawingml/2006/main">
            <a:pPr algn="l">
              <a:defRPr sz="1425" b="0">
                <a:solidFill>
                  <a:srgbClr val="231F20"/>
                </a:solidFill>
                <a:latin typeface="Arial"/>
                <a:ea typeface="Arial"/>
                <a:cs typeface="Arial"/>
              </a:defRPr>
            </a:pPr>
            <a:r>
              <a:rPr sz="1425" b="0">
                <a:solidFill>
                  <a:srgbClr val="231F20"/>
                </a:solidFill>
                <a:latin typeface="Arial"/>
                <a:ea typeface="Arial"/>
                <a:cs typeface="Arial"/>
              </a:rPr>
              <a:t>4</a:t>
            </a:r>
          </a:p>
        </p:txBody>
      </p:sp>
      <p:sp>
        <p:nvSpPr>
          <p:cNvPr id="86" name="wire-519">
            <a:extLst xmlns:a="http://schemas.openxmlformats.org/drawingml/2006/main">
              <a:ext uri="{FF2B5EF4-FFF2-40B4-BE49-F238E27FC236}">
                <a16:creationId xmlns:a16="http://schemas.microsoft.com/office/drawing/2014/main" id="{FE356BD6-F82F-4AA5-A097-38EBCCDF95AA}"/>
              </a:ext>
            </a:extLst>
          </p:cNvPr>
          <p:cNvSpPr>
            <a:spLocks xmlns:a="http://schemas.openxmlformats.org/drawingml/2006/main" noGrp="1"/>
          </p:cNvSpPr>
          <p:nvPr/>
        </p:nvSpPr>
        <p:spPr>
          <a:xfrm xmlns:a="http://schemas.openxmlformats.org/drawingml/2006/main">
            <a:off x="1695450" y="3705225"/>
            <a:ext cx="47625" cy="9525"/>
          </a:xfrm>
          <a:custGeom xmlns:a="http://schemas.openxmlformats.org/drawingml/2006/main">
            <a:pathLst>
              <a:path w="47625" h="9525">
                <a:moveTo>
                  <a:pt x="0" y="0"/>
                </a:moveTo>
                <a:lnTo>
                  <a:pt x="47625" y="0"/>
                </a:lnTo>
              </a:path>
            </a:pathLst>
          </a:custGeom>
          <a:noFill xmlns:a="http://schemas.openxmlformats.org/drawingml/2006/main"/>
          <a:ln xmlns:a="http://schemas.openxmlformats.org/drawingml/2006/main" w="23813">
            <a:solidFill>
              <a:srgbClr val="231F20"/>
            </a:solidFill>
          </a:ln>
        </p:spPr>
      </p:sp>
      <p:sp>
        <p:nvSpPr>
          <p:cNvPr id="87" name="circuit-520">
            <a:extLst xmlns:a="http://schemas.openxmlformats.org/drawingml/2006/main">
              <a:ext uri="{FF2B5EF4-FFF2-40B4-BE49-F238E27FC236}">
                <a16:creationId xmlns:a16="http://schemas.microsoft.com/office/drawing/2014/main" id="{3F22692F-11F6-4859-849C-FD470DAD82C7}"/>
              </a:ext>
            </a:extLst>
          </p:cNvPr>
          <p:cNvSpPr>
            <a:spLocks xmlns:a="http://schemas.openxmlformats.org/drawingml/2006/main" noGrp="1"/>
          </p:cNvSpPr>
          <p:nvPr/>
        </p:nvSpPr>
        <p:spPr>
          <a:xfrm xmlns:a="http://schemas.openxmlformats.org/drawingml/2006/main">
            <a:off x="1666875"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8" name="wire-521">
            <a:extLst xmlns:a="http://schemas.openxmlformats.org/drawingml/2006/main">
              <a:ext uri="{FF2B5EF4-FFF2-40B4-BE49-F238E27FC236}">
                <a16:creationId xmlns:a16="http://schemas.microsoft.com/office/drawing/2014/main" id="{E2A6DEA7-0758-40EB-AE40-BCF3818BE033}"/>
              </a:ext>
            </a:extLst>
          </p:cNvPr>
          <p:cNvSpPr>
            <a:spLocks xmlns:a="http://schemas.openxmlformats.org/drawingml/2006/main" noGrp="1"/>
          </p:cNvSpPr>
          <p:nvPr/>
        </p:nvSpPr>
        <p:spPr>
          <a:xfrm xmlns:a="http://schemas.openxmlformats.org/drawingml/2006/main">
            <a:off x="2162175" y="360997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3813">
            <a:solidFill>
              <a:srgbClr val="231F20"/>
            </a:solidFill>
          </a:ln>
        </p:spPr>
      </p:sp>
      <p:sp>
        <p:nvSpPr>
          <p:cNvPr id="89" name="wire-522">
            <a:extLst xmlns:a="http://schemas.openxmlformats.org/drawingml/2006/main">
              <a:ext uri="{FF2B5EF4-FFF2-40B4-BE49-F238E27FC236}">
                <a16:creationId xmlns:a16="http://schemas.microsoft.com/office/drawing/2014/main" id="{84B10430-AF76-4C9C-A051-DEF1FD79376E}"/>
              </a:ext>
            </a:extLst>
          </p:cNvPr>
          <p:cNvSpPr>
            <a:spLocks xmlns:a="http://schemas.openxmlformats.org/drawingml/2006/main" noGrp="1"/>
          </p:cNvSpPr>
          <p:nvPr/>
        </p:nvSpPr>
        <p:spPr>
          <a:xfrm xmlns:a="http://schemas.openxmlformats.org/drawingml/2006/main">
            <a:off x="2352675" y="3295650"/>
            <a:ext cx="9525" cy="314325"/>
          </a:xfrm>
          <a:custGeom xmlns:a="http://schemas.openxmlformats.org/drawingml/2006/main">
            <a:pathLst>
              <a:path w="9525" h="314325">
                <a:moveTo>
                  <a:pt x="0" y="314325"/>
                </a:moveTo>
                <a:lnTo>
                  <a:pt x="0" y="0"/>
                </a:lnTo>
              </a:path>
            </a:pathLst>
          </a:custGeom>
          <a:noFill xmlns:a="http://schemas.openxmlformats.org/drawingml/2006/main"/>
          <a:ln xmlns:a="http://schemas.openxmlformats.org/drawingml/2006/main" w="23813">
            <a:solidFill>
              <a:srgbClr val="231F20"/>
            </a:solidFill>
          </a:ln>
        </p:spPr>
      </p:sp>
      <p:sp>
        <p:nvSpPr>
          <p:cNvPr id="90" name="wire-523">
            <a:extLst xmlns:a="http://schemas.openxmlformats.org/drawingml/2006/main">
              <a:ext uri="{FF2B5EF4-FFF2-40B4-BE49-F238E27FC236}">
                <a16:creationId xmlns:a16="http://schemas.microsoft.com/office/drawing/2014/main" id="{792AE903-0AC2-4DF6-A49D-0B03AE42B2C7}"/>
              </a:ext>
            </a:extLst>
          </p:cNvPr>
          <p:cNvSpPr>
            <a:spLocks xmlns:a="http://schemas.openxmlformats.org/drawingml/2006/main" noGrp="1"/>
          </p:cNvSpPr>
          <p:nvPr/>
        </p:nvSpPr>
        <p:spPr>
          <a:xfrm xmlns:a="http://schemas.openxmlformats.org/drawingml/2006/main">
            <a:off x="914400" y="3295650"/>
            <a:ext cx="1438275" cy="9525"/>
          </a:xfrm>
          <a:custGeom xmlns:a="http://schemas.openxmlformats.org/drawingml/2006/main">
            <a:pathLst>
              <a:path w="1438275" h="9525">
                <a:moveTo>
                  <a:pt x="1438275" y="0"/>
                </a:moveTo>
                <a:lnTo>
                  <a:pt x="0" y="0"/>
                </a:lnTo>
              </a:path>
            </a:pathLst>
          </a:custGeom>
          <a:noFill xmlns:a="http://schemas.openxmlformats.org/drawingml/2006/main"/>
          <a:ln xmlns:a="http://schemas.openxmlformats.org/drawingml/2006/main" w="23813">
            <a:solidFill>
              <a:srgbClr val="231F20"/>
            </a:solidFill>
          </a:ln>
        </p:spPr>
      </p:sp>
      <p:sp>
        <p:nvSpPr>
          <p:cNvPr id="91" name="wire-524">
            <a:extLst xmlns:a="http://schemas.openxmlformats.org/drawingml/2006/main">
              <a:ext uri="{FF2B5EF4-FFF2-40B4-BE49-F238E27FC236}">
                <a16:creationId xmlns:a16="http://schemas.microsoft.com/office/drawing/2014/main" id="{9AED6C25-D2EE-49C4-99FD-C8CF56F3BE96}"/>
              </a:ext>
            </a:extLst>
          </p:cNvPr>
          <p:cNvSpPr>
            <a:spLocks xmlns:a="http://schemas.openxmlformats.org/drawingml/2006/main" noGrp="1"/>
          </p:cNvSpPr>
          <p:nvPr/>
        </p:nvSpPr>
        <p:spPr>
          <a:xfrm xmlns:a="http://schemas.openxmlformats.org/drawingml/2006/main">
            <a:off x="914400" y="3295650"/>
            <a:ext cx="9525" cy="1162050"/>
          </a:xfrm>
          <a:custGeom xmlns:a="http://schemas.openxmlformats.org/drawingml/2006/main">
            <a:pathLst>
              <a:path w="9525" h="1162050">
                <a:moveTo>
                  <a:pt x="0" y="0"/>
                </a:moveTo>
                <a:lnTo>
                  <a:pt x="0" y="1162050"/>
                </a:lnTo>
              </a:path>
            </a:pathLst>
          </a:custGeom>
          <a:noFill xmlns:a="http://schemas.openxmlformats.org/drawingml/2006/main"/>
          <a:ln xmlns:a="http://schemas.openxmlformats.org/drawingml/2006/main" w="23813">
            <a:solidFill>
              <a:srgbClr val="231F20"/>
            </a:solidFill>
          </a:ln>
        </p:spPr>
      </p:sp>
      <p:sp>
        <p:nvSpPr>
          <p:cNvPr id="92" name="wire-525">
            <a:extLst xmlns:a="http://schemas.openxmlformats.org/drawingml/2006/main">
              <a:ext uri="{FF2B5EF4-FFF2-40B4-BE49-F238E27FC236}">
                <a16:creationId xmlns:a16="http://schemas.microsoft.com/office/drawing/2014/main" id="{3424B032-1E90-4F63-8210-CCBE0E981B31}"/>
              </a:ext>
            </a:extLst>
          </p:cNvPr>
          <p:cNvSpPr>
            <a:spLocks xmlns:a="http://schemas.openxmlformats.org/drawingml/2006/main" noGrp="1"/>
          </p:cNvSpPr>
          <p:nvPr/>
        </p:nvSpPr>
        <p:spPr>
          <a:xfrm xmlns:a="http://schemas.openxmlformats.org/drawingml/2006/main">
            <a:off x="914400" y="4457700"/>
            <a:ext cx="95250" cy="9525"/>
          </a:xfrm>
          <a:custGeom xmlns:a="http://schemas.openxmlformats.org/drawingml/2006/main">
            <a:pathLst>
              <a:path w="95250" h="9525">
                <a:moveTo>
                  <a:pt x="0" y="0"/>
                </a:moveTo>
                <a:lnTo>
                  <a:pt x="95250" y="0"/>
                </a:lnTo>
              </a:path>
            </a:pathLst>
          </a:custGeom>
          <a:noFill xmlns:a="http://schemas.openxmlformats.org/drawingml/2006/main"/>
          <a:ln xmlns:a="http://schemas.openxmlformats.org/drawingml/2006/main" w="23813">
            <a:solidFill>
              <a:srgbClr val="231F20"/>
            </a:solidFill>
          </a:ln>
        </p:spPr>
      </p:sp>
      <p:sp>
        <p:nvSpPr>
          <p:cNvPr id="93" name="circuit-526">
            <a:extLst xmlns:a="http://schemas.openxmlformats.org/drawingml/2006/main">
              <a:ext uri="{FF2B5EF4-FFF2-40B4-BE49-F238E27FC236}">
                <a16:creationId xmlns:a16="http://schemas.microsoft.com/office/drawing/2014/main" id="{D26F4E70-7D72-47C7-AF1E-0D452BDD08BF}"/>
              </a:ext>
            </a:extLst>
          </p:cNvPr>
          <p:cNvSpPr>
            <a:spLocks xmlns:a="http://schemas.openxmlformats.org/drawingml/2006/main" noGrp="1"/>
          </p:cNvSpPr>
          <p:nvPr/>
        </p:nvSpPr>
        <p:spPr>
          <a:xfrm xmlns:a="http://schemas.openxmlformats.org/drawingml/2006/main">
            <a:off x="93345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4" name="text-527">
            <a:extLst xmlns:a="http://schemas.openxmlformats.org/drawingml/2006/main">
              <a:ext uri="{FF2B5EF4-FFF2-40B4-BE49-F238E27FC236}">
                <a16:creationId xmlns:a16="http://schemas.microsoft.com/office/drawing/2014/main" id="{015AFD2C-E9C4-4B40-B97C-57C5E45C76AE}"/>
              </a:ext>
            </a:extLst>
          </p:cNvPr>
          <p:cNvSpPr>
            <a:spLocks xmlns:a="http://schemas.openxmlformats.org/drawingml/2006/main" noGrp="1"/>
          </p:cNvSpPr>
          <p:nvPr/>
        </p:nvSpPr>
        <p:spPr>
          <a:xfrm xmlns:a="http://schemas.openxmlformats.org/drawingml/2006/main">
            <a:off x="933450" y="33147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PC + 4</a:t>
            </a:r>
          </a:p>
        </p:txBody>
      </p:sp>
      <p:sp>
        <p:nvSpPr>
          <p:cNvPr id="95" name="wire-528">
            <a:extLst xmlns:a="http://schemas.openxmlformats.org/drawingml/2006/main">
              <a:ext uri="{FF2B5EF4-FFF2-40B4-BE49-F238E27FC236}">
                <a16:creationId xmlns:a16="http://schemas.microsoft.com/office/drawing/2014/main" id="{F1D1550A-8977-42CC-9E0C-B498BAC76879}"/>
              </a:ext>
            </a:extLst>
          </p:cNvPr>
          <p:cNvSpPr>
            <a:spLocks xmlns:a="http://schemas.openxmlformats.org/drawingml/2006/main" noGrp="1"/>
          </p:cNvSpPr>
          <p:nvPr/>
        </p:nvSpPr>
        <p:spPr>
          <a:xfrm xmlns:a="http://schemas.openxmlformats.org/drawingml/2006/main">
            <a:off x="4972050" y="351472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20003">
            <a:solidFill>
              <a:srgbClr val="1572C3"/>
            </a:solidFill>
          </a:ln>
        </p:spPr>
      </p:sp>
      <p:sp>
        <p:nvSpPr>
          <p:cNvPr id="96" name="wire-529">
            <a:extLst xmlns:a="http://schemas.openxmlformats.org/drawingml/2006/main">
              <a:ext uri="{FF2B5EF4-FFF2-40B4-BE49-F238E27FC236}">
                <a16:creationId xmlns:a16="http://schemas.microsoft.com/office/drawing/2014/main" id="{D4C44352-C472-4D0E-90EC-FF87AFF11978}"/>
              </a:ext>
            </a:extLst>
          </p:cNvPr>
          <p:cNvSpPr>
            <a:spLocks xmlns:a="http://schemas.openxmlformats.org/drawingml/2006/main" noGrp="1"/>
          </p:cNvSpPr>
          <p:nvPr/>
        </p:nvSpPr>
        <p:spPr>
          <a:xfrm xmlns:a="http://schemas.openxmlformats.org/drawingml/2006/main">
            <a:off x="3619500" y="3648075"/>
            <a:ext cx="1352550" cy="9525"/>
          </a:xfrm>
          <a:custGeom xmlns:a="http://schemas.openxmlformats.org/drawingml/2006/main">
            <a:pathLst>
              <a:path w="1352550" h="9525">
                <a:moveTo>
                  <a:pt x="1352550" y="0"/>
                </a:moveTo>
                <a:lnTo>
                  <a:pt x="0" y="0"/>
                </a:lnTo>
              </a:path>
            </a:pathLst>
          </a:custGeom>
          <a:noFill xmlns:a="http://schemas.openxmlformats.org/drawingml/2006/main"/>
          <a:ln xmlns:a="http://schemas.openxmlformats.org/drawingml/2006/main" w="20003">
            <a:solidFill>
              <a:srgbClr val="1572C3"/>
            </a:solidFill>
          </a:ln>
        </p:spPr>
      </p:sp>
      <p:sp>
        <p:nvSpPr>
          <p:cNvPr id="97" name="wire-530">
            <a:extLst xmlns:a="http://schemas.openxmlformats.org/drawingml/2006/main">
              <a:ext uri="{FF2B5EF4-FFF2-40B4-BE49-F238E27FC236}">
                <a16:creationId xmlns:a16="http://schemas.microsoft.com/office/drawing/2014/main" id="{9E759239-429B-4FBE-918B-4556CE9F1270}"/>
              </a:ext>
            </a:extLst>
          </p:cNvPr>
          <p:cNvSpPr>
            <a:spLocks xmlns:a="http://schemas.openxmlformats.org/drawingml/2006/main" noGrp="1"/>
          </p:cNvSpPr>
          <p:nvPr/>
        </p:nvSpPr>
        <p:spPr>
          <a:xfrm xmlns:a="http://schemas.openxmlformats.org/drawingml/2006/main">
            <a:off x="3619500" y="36480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0003">
            <a:solidFill>
              <a:srgbClr val="1572C3"/>
            </a:solidFill>
          </a:ln>
        </p:spPr>
      </p:sp>
      <p:sp>
        <p:nvSpPr>
          <p:cNvPr id="98" name="wire-531">
            <a:extLst xmlns:a="http://schemas.openxmlformats.org/drawingml/2006/main">
              <a:ext uri="{FF2B5EF4-FFF2-40B4-BE49-F238E27FC236}">
                <a16:creationId xmlns:a16="http://schemas.microsoft.com/office/drawing/2014/main" id="{27784F9A-8216-4D8F-9E5F-5682808930C4}"/>
              </a:ext>
            </a:extLst>
          </p:cNvPr>
          <p:cNvSpPr>
            <a:spLocks xmlns:a="http://schemas.openxmlformats.org/drawingml/2006/main" noGrp="1"/>
          </p:cNvSpPr>
          <p:nvPr/>
        </p:nvSpPr>
        <p:spPr>
          <a:xfrm xmlns:a="http://schemas.openxmlformats.org/drawingml/2006/main">
            <a:off x="3619500" y="421005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0003">
            <a:solidFill>
              <a:srgbClr val="1572C3"/>
            </a:solidFill>
          </a:ln>
        </p:spPr>
      </p:sp>
      <p:sp>
        <p:nvSpPr>
          <p:cNvPr id="99" name="circuit-532">
            <a:extLst xmlns:a="http://schemas.openxmlformats.org/drawingml/2006/main">
              <a:ext uri="{FF2B5EF4-FFF2-40B4-BE49-F238E27FC236}">
                <a16:creationId xmlns:a16="http://schemas.microsoft.com/office/drawing/2014/main" id="{F53AFF7A-7652-40FA-A804-61B9374B4B28}"/>
              </a:ext>
            </a:extLst>
          </p:cNvPr>
          <p:cNvSpPr>
            <a:spLocks xmlns:a="http://schemas.openxmlformats.org/drawingml/2006/main" noGrp="1"/>
          </p:cNvSpPr>
          <p:nvPr/>
        </p:nvSpPr>
        <p:spPr>
          <a:xfrm xmlns:a="http://schemas.openxmlformats.org/drawingml/2006/main">
            <a:off x="3714750"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0" name="wire-533">
            <a:extLst xmlns:a="http://schemas.openxmlformats.org/drawingml/2006/main">
              <a:ext uri="{FF2B5EF4-FFF2-40B4-BE49-F238E27FC236}">
                <a16:creationId xmlns:a16="http://schemas.microsoft.com/office/drawing/2014/main" id="{E8AD3044-E137-40CE-B1F9-4DF006DF0EFF}"/>
              </a:ext>
            </a:extLst>
          </p:cNvPr>
          <p:cNvSpPr>
            <a:spLocks xmlns:a="http://schemas.openxmlformats.org/drawingml/2006/main" noGrp="1"/>
          </p:cNvSpPr>
          <p:nvPr/>
        </p:nvSpPr>
        <p:spPr>
          <a:xfrm xmlns:a="http://schemas.openxmlformats.org/drawingml/2006/main">
            <a:off x="4048125" y="3514725"/>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21908">
            <a:solidFill>
              <a:srgbClr val="1572C3"/>
            </a:solidFill>
          </a:ln>
        </p:spPr>
      </p:sp>
      <p:sp>
        <p:nvSpPr>
          <p:cNvPr id="101" name="wire-534">
            <a:extLst xmlns:a="http://schemas.openxmlformats.org/drawingml/2006/main">
              <a:ext uri="{FF2B5EF4-FFF2-40B4-BE49-F238E27FC236}">
                <a16:creationId xmlns:a16="http://schemas.microsoft.com/office/drawing/2014/main" id="{378AF68F-CF5B-4851-B1AC-01305B46E2C2}"/>
              </a:ext>
            </a:extLst>
          </p:cNvPr>
          <p:cNvSpPr>
            <a:spLocks xmlns:a="http://schemas.openxmlformats.org/drawingml/2006/main" noGrp="1"/>
          </p:cNvSpPr>
          <p:nvPr/>
        </p:nvSpPr>
        <p:spPr>
          <a:xfrm xmlns:a="http://schemas.openxmlformats.org/drawingml/2006/main">
            <a:off x="4048125" y="3581400"/>
            <a:ext cx="1724025" cy="9525"/>
          </a:xfrm>
          <a:custGeom xmlns:a="http://schemas.openxmlformats.org/drawingml/2006/main">
            <a:pathLst>
              <a:path w="1724025" h="9525">
                <a:moveTo>
                  <a:pt x="0" y="0"/>
                </a:moveTo>
                <a:lnTo>
                  <a:pt x="1724025" y="0"/>
                </a:lnTo>
              </a:path>
            </a:pathLst>
          </a:custGeom>
          <a:noFill xmlns:a="http://schemas.openxmlformats.org/drawingml/2006/main"/>
          <a:ln xmlns:a="http://schemas.openxmlformats.org/drawingml/2006/main" w="21908">
            <a:solidFill>
              <a:srgbClr val="1572C3"/>
            </a:solidFill>
          </a:ln>
        </p:spPr>
      </p:sp>
      <p:sp>
        <p:nvSpPr>
          <p:cNvPr id="102" name="wire-535">
            <a:extLst xmlns:a="http://schemas.openxmlformats.org/drawingml/2006/main">
              <a:ext uri="{FF2B5EF4-FFF2-40B4-BE49-F238E27FC236}">
                <a16:creationId xmlns:a16="http://schemas.microsoft.com/office/drawing/2014/main" id="{56129E1D-7378-4FAC-8811-893071F20066}"/>
              </a:ext>
            </a:extLst>
          </p:cNvPr>
          <p:cNvSpPr>
            <a:spLocks xmlns:a="http://schemas.openxmlformats.org/drawingml/2006/main" noGrp="1"/>
          </p:cNvSpPr>
          <p:nvPr/>
        </p:nvSpPr>
        <p:spPr>
          <a:xfrm xmlns:a="http://schemas.openxmlformats.org/drawingml/2006/main">
            <a:off x="5772150" y="3581400"/>
            <a:ext cx="9525" cy="1257300"/>
          </a:xfrm>
          <a:custGeom xmlns:a="http://schemas.openxmlformats.org/drawingml/2006/main">
            <a:pathLst>
              <a:path w="9525" h="1257300">
                <a:moveTo>
                  <a:pt x="0" y="0"/>
                </a:moveTo>
                <a:lnTo>
                  <a:pt x="0" y="1257300"/>
                </a:lnTo>
              </a:path>
            </a:pathLst>
          </a:custGeom>
          <a:noFill xmlns:a="http://schemas.openxmlformats.org/drawingml/2006/main"/>
          <a:ln xmlns:a="http://schemas.openxmlformats.org/drawingml/2006/main" w="21908">
            <a:solidFill>
              <a:srgbClr val="1572C3"/>
            </a:solidFill>
          </a:ln>
        </p:spPr>
      </p:sp>
      <p:sp>
        <p:nvSpPr>
          <p:cNvPr id="103" name="wire-536">
            <a:extLst xmlns:a="http://schemas.openxmlformats.org/drawingml/2006/main">
              <a:ext uri="{FF2B5EF4-FFF2-40B4-BE49-F238E27FC236}">
                <a16:creationId xmlns:a16="http://schemas.microsoft.com/office/drawing/2014/main" id="{0C18ED86-D7AD-462C-92FA-02F55C42FC72}"/>
              </a:ext>
            </a:extLst>
          </p:cNvPr>
          <p:cNvSpPr>
            <a:spLocks xmlns:a="http://schemas.openxmlformats.org/drawingml/2006/main" noGrp="1"/>
          </p:cNvSpPr>
          <p:nvPr/>
        </p:nvSpPr>
        <p:spPr>
          <a:xfrm xmlns:a="http://schemas.openxmlformats.org/drawingml/2006/main">
            <a:off x="5772150" y="4838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1572C3"/>
            </a:solidFill>
          </a:ln>
        </p:spPr>
      </p:sp>
      <p:sp>
        <p:nvSpPr>
          <p:cNvPr id="104" name="circuit-537">
            <a:extLst xmlns:a="http://schemas.openxmlformats.org/drawingml/2006/main">
              <a:ext uri="{FF2B5EF4-FFF2-40B4-BE49-F238E27FC236}">
                <a16:creationId xmlns:a16="http://schemas.microsoft.com/office/drawing/2014/main" id="{4D25210B-271C-44C7-B33D-42287DE10ED0}"/>
              </a:ext>
            </a:extLst>
          </p:cNvPr>
          <p:cNvSpPr>
            <a:spLocks xmlns:a="http://schemas.openxmlformats.org/drawingml/2006/main" noGrp="1"/>
          </p:cNvSpPr>
          <p:nvPr/>
        </p:nvSpPr>
        <p:spPr>
          <a:xfrm xmlns:a="http://schemas.openxmlformats.org/drawingml/2006/main">
            <a:off x="5915025"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5" name="wire-538">
            <a:extLst xmlns:a="http://schemas.openxmlformats.org/drawingml/2006/main">
              <a:ext uri="{FF2B5EF4-FFF2-40B4-BE49-F238E27FC236}">
                <a16:creationId xmlns:a16="http://schemas.microsoft.com/office/drawing/2014/main" id="{429DA8C5-2086-4C1E-8118-68EC09804DB1}"/>
              </a:ext>
            </a:extLst>
          </p:cNvPr>
          <p:cNvSpPr>
            <a:spLocks xmlns:a="http://schemas.openxmlformats.org/drawingml/2006/main" noGrp="1"/>
          </p:cNvSpPr>
          <p:nvPr/>
        </p:nvSpPr>
        <p:spPr>
          <a:xfrm xmlns:a="http://schemas.openxmlformats.org/drawingml/2006/main">
            <a:off x="5791200" y="3514725"/>
            <a:ext cx="9525" cy="180975"/>
          </a:xfrm>
          <a:custGeom xmlns:a="http://schemas.openxmlformats.org/drawingml/2006/main">
            <a:pathLst>
              <a:path w="9525" h="180975">
                <a:moveTo>
                  <a:pt x="0" y="0"/>
                </a:moveTo>
                <a:lnTo>
                  <a:pt x="0" y="180975"/>
                </a:lnTo>
              </a:path>
            </a:pathLst>
          </a:custGeom>
          <a:noFill xmlns:a="http://schemas.openxmlformats.org/drawingml/2006/main"/>
          <a:ln xmlns:a="http://schemas.openxmlformats.org/drawingml/2006/main" w="20003">
            <a:solidFill>
              <a:srgbClr val="9FA9B9"/>
            </a:solidFill>
          </a:ln>
        </p:spPr>
      </p:sp>
      <p:sp>
        <p:nvSpPr>
          <p:cNvPr id="106" name="wire-539">
            <a:extLst xmlns:a="http://schemas.openxmlformats.org/drawingml/2006/main">
              <a:ext uri="{FF2B5EF4-FFF2-40B4-BE49-F238E27FC236}">
                <a16:creationId xmlns:a16="http://schemas.microsoft.com/office/drawing/2014/main" id="{7BD43818-B1E8-4887-8492-FDFDF35A270A}"/>
              </a:ext>
            </a:extLst>
          </p:cNvPr>
          <p:cNvSpPr>
            <a:spLocks xmlns:a="http://schemas.openxmlformats.org/drawingml/2006/main" noGrp="1"/>
          </p:cNvSpPr>
          <p:nvPr/>
        </p:nvSpPr>
        <p:spPr>
          <a:xfrm xmlns:a="http://schemas.openxmlformats.org/drawingml/2006/main">
            <a:off x="3543300" y="3695700"/>
            <a:ext cx="2247900" cy="9525"/>
          </a:xfrm>
          <a:custGeom xmlns:a="http://schemas.openxmlformats.org/drawingml/2006/main">
            <a:pathLst>
              <a:path w="2247900" h="9525">
                <a:moveTo>
                  <a:pt x="2247900" y="0"/>
                </a:moveTo>
                <a:lnTo>
                  <a:pt x="0" y="0"/>
                </a:lnTo>
              </a:path>
            </a:pathLst>
          </a:custGeom>
          <a:noFill xmlns:a="http://schemas.openxmlformats.org/drawingml/2006/main"/>
          <a:ln xmlns:a="http://schemas.openxmlformats.org/drawingml/2006/main" w="20003">
            <a:solidFill>
              <a:srgbClr val="9FA9B9"/>
            </a:solidFill>
          </a:ln>
        </p:spPr>
      </p:sp>
      <p:sp>
        <p:nvSpPr>
          <p:cNvPr id="107" name="wire-540">
            <a:extLst xmlns:a="http://schemas.openxmlformats.org/drawingml/2006/main">
              <a:ext uri="{FF2B5EF4-FFF2-40B4-BE49-F238E27FC236}">
                <a16:creationId xmlns:a16="http://schemas.microsoft.com/office/drawing/2014/main" id="{AC5549F2-797A-47DB-8D92-84A578621102}"/>
              </a:ext>
            </a:extLst>
          </p:cNvPr>
          <p:cNvSpPr>
            <a:spLocks xmlns:a="http://schemas.openxmlformats.org/drawingml/2006/main" noGrp="1"/>
          </p:cNvSpPr>
          <p:nvPr/>
        </p:nvSpPr>
        <p:spPr>
          <a:xfrm xmlns:a="http://schemas.openxmlformats.org/drawingml/2006/main">
            <a:off x="3543300" y="3695700"/>
            <a:ext cx="9525" cy="914400"/>
          </a:xfrm>
          <a:custGeom xmlns:a="http://schemas.openxmlformats.org/drawingml/2006/main">
            <a:pathLst>
              <a:path w="9525" h="914400">
                <a:moveTo>
                  <a:pt x="0" y="0"/>
                </a:moveTo>
                <a:lnTo>
                  <a:pt x="0" y="914400"/>
                </a:lnTo>
              </a:path>
            </a:pathLst>
          </a:custGeom>
          <a:noFill xmlns:a="http://schemas.openxmlformats.org/drawingml/2006/main"/>
          <a:ln xmlns:a="http://schemas.openxmlformats.org/drawingml/2006/main" w="20003">
            <a:solidFill>
              <a:srgbClr val="9FA9B9"/>
            </a:solidFill>
          </a:ln>
        </p:spPr>
      </p:sp>
      <p:sp>
        <p:nvSpPr>
          <p:cNvPr id="108" name="wire-541">
            <a:extLst xmlns:a="http://schemas.openxmlformats.org/drawingml/2006/main">
              <a:ext uri="{FF2B5EF4-FFF2-40B4-BE49-F238E27FC236}">
                <a16:creationId xmlns:a16="http://schemas.microsoft.com/office/drawing/2014/main" id="{43751687-984A-45AC-88C3-9BEC54B4156B}"/>
              </a:ext>
            </a:extLst>
          </p:cNvPr>
          <p:cNvSpPr>
            <a:spLocks xmlns:a="http://schemas.openxmlformats.org/drawingml/2006/main" noGrp="1"/>
          </p:cNvSpPr>
          <p:nvPr/>
        </p:nvSpPr>
        <p:spPr>
          <a:xfrm xmlns:a="http://schemas.openxmlformats.org/drawingml/2006/main">
            <a:off x="3543300" y="461010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003">
            <a:solidFill>
              <a:srgbClr val="9FA9B9"/>
            </a:solidFill>
          </a:ln>
        </p:spPr>
      </p:sp>
      <p:sp>
        <p:nvSpPr>
          <p:cNvPr id="109" name="circuit-542">
            <a:extLst xmlns:a="http://schemas.openxmlformats.org/drawingml/2006/main">
              <a:ext uri="{FF2B5EF4-FFF2-40B4-BE49-F238E27FC236}">
                <a16:creationId xmlns:a16="http://schemas.microsoft.com/office/drawing/2014/main" id="{449A05D6-02B3-4C2B-99E2-C1991620C2EE}"/>
              </a:ext>
            </a:extLst>
          </p:cNvPr>
          <p:cNvSpPr>
            <a:spLocks xmlns:a="http://schemas.openxmlformats.org/drawingml/2006/main" noGrp="1"/>
          </p:cNvSpPr>
          <p:nvPr/>
        </p:nvSpPr>
        <p:spPr>
          <a:xfrm xmlns:a="http://schemas.openxmlformats.org/drawingml/2006/main">
            <a:off x="3714750" y="45786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10" name="wire-543">
            <a:extLst xmlns:a="http://schemas.openxmlformats.org/drawingml/2006/main">
              <a:ext uri="{FF2B5EF4-FFF2-40B4-BE49-F238E27FC236}">
                <a16:creationId xmlns:a16="http://schemas.microsoft.com/office/drawing/2014/main" id="{4B6CFFB8-B436-446B-BBE7-F81B1EAF0912}"/>
              </a:ext>
            </a:extLst>
          </p:cNvPr>
          <p:cNvSpPr>
            <a:spLocks xmlns:a="http://schemas.openxmlformats.org/drawingml/2006/main" noGrp="1"/>
          </p:cNvSpPr>
          <p:nvPr/>
        </p:nvSpPr>
        <p:spPr>
          <a:xfrm xmlns:a="http://schemas.openxmlformats.org/drawingml/2006/main">
            <a:off x="3629025" y="4905375"/>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14288">
            <a:solidFill>
              <a:srgbClr val="231F20"/>
            </a:solidFill>
          </a:ln>
        </p:spPr>
      </p:sp>
      <p:sp>
        <p:nvSpPr>
          <p:cNvPr id="111" name="circuit-544">
            <a:extLst xmlns:a="http://schemas.openxmlformats.org/drawingml/2006/main">
              <a:ext uri="{FF2B5EF4-FFF2-40B4-BE49-F238E27FC236}">
                <a16:creationId xmlns:a16="http://schemas.microsoft.com/office/drawing/2014/main" id="{D8431A19-3831-4BDF-8837-BCF4FA7677D0}"/>
              </a:ext>
            </a:extLst>
          </p:cNvPr>
          <p:cNvSpPr>
            <a:spLocks xmlns:a="http://schemas.openxmlformats.org/drawingml/2006/main" noGrp="1"/>
          </p:cNvSpPr>
          <p:nvPr/>
        </p:nvSpPr>
        <p:spPr>
          <a:xfrm xmlns:a="http://schemas.openxmlformats.org/drawingml/2006/main">
            <a:off x="3714750" y="4873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12" name="board-stable-rf">
            <a:extLst xmlns:a="http://schemas.openxmlformats.org/drawingml/2006/main">
              <a:ext uri="{FF2B5EF4-FFF2-40B4-BE49-F238E27FC236}">
                <a16:creationId xmlns:a16="http://schemas.microsoft.com/office/drawing/2014/main" id="{519A93D8-35AE-47E5-A1D4-750487A46AAB}"/>
              </a:ext>
            </a:extLst>
          </p:cNvPr>
          <p:cNvSpPr>
            <a:spLocks xmlns:a="http://schemas.openxmlformats.org/drawingml/2006/main" noGrp="1"/>
          </p:cNvSpPr>
          <p:nvPr/>
        </p:nvSpPr>
        <p:spPr>
          <a:xfrm xmlns:a="http://schemas.openxmlformats.org/drawingml/2006/main">
            <a:off x="3790950" y="3800475"/>
            <a:ext cx="1571625" cy="14859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13" name="circuit-546">
            <a:extLst xmlns:a="http://schemas.openxmlformats.org/drawingml/2006/main">
              <a:ext uri="{FF2B5EF4-FFF2-40B4-BE49-F238E27FC236}">
                <a16:creationId xmlns:a16="http://schemas.microsoft.com/office/drawing/2014/main" id="{736A60A5-7306-4E91-AB81-6EE953F1A13E}"/>
              </a:ext>
            </a:extLst>
          </p:cNvPr>
          <p:cNvSpPr>
            <a:spLocks xmlns:a="http://schemas.openxmlformats.org/drawingml/2006/main" noGrp="1"/>
          </p:cNvSpPr>
          <p:nvPr/>
        </p:nvSpPr>
        <p:spPr>
          <a:xfrm xmlns:a="http://schemas.openxmlformats.org/drawingml/2006/main">
            <a:off x="4181475" y="3800475"/>
            <a:ext cx="152400" cy="85725"/>
          </a:xfrm>
          <a:custGeom xmlns:a="http://schemas.openxmlformats.org/drawingml/2006/main">
            <a:pathLst>
              <a:path w="152400" h="85725">
                <a:moveTo>
                  <a:pt x="0" y="0"/>
                </a:moveTo>
                <a:lnTo>
                  <a:pt x="76200" y="85725"/>
                </a:lnTo>
                <a:lnTo>
                  <a:pt x="152400" y="0"/>
                </a:lnTo>
                <a:close/>
              </a:path>
            </a:pathLst>
          </a:custGeom>
          <a:noFill xmlns:a="http://schemas.openxmlformats.org/drawingml/2006/main"/>
          <a:ln xmlns:a="http://schemas.openxmlformats.org/drawingml/2006/main" w="20955">
            <a:solidFill>
              <a:srgbClr val="231F20"/>
            </a:solidFill>
          </a:ln>
        </p:spPr>
      </p:sp>
      <p:sp>
        <p:nvSpPr>
          <p:cNvPr id="114" name="wire-547">
            <a:extLst xmlns:a="http://schemas.openxmlformats.org/drawingml/2006/main">
              <a:ext uri="{FF2B5EF4-FFF2-40B4-BE49-F238E27FC236}">
                <a16:creationId xmlns:a16="http://schemas.microsoft.com/office/drawing/2014/main" id="{08E41336-557B-4366-98D8-C8E5E2C5C725}"/>
              </a:ext>
            </a:extLst>
          </p:cNvPr>
          <p:cNvSpPr>
            <a:spLocks xmlns:a="http://schemas.openxmlformats.org/drawingml/2006/main" noGrp="1"/>
          </p:cNvSpPr>
          <p:nvPr/>
        </p:nvSpPr>
        <p:spPr>
          <a:xfrm xmlns:a="http://schemas.openxmlformats.org/drawingml/2006/main">
            <a:off x="4257675" y="3733800"/>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11430">
            <a:solidFill>
              <a:srgbClr val="231F20"/>
            </a:solidFill>
          </a:ln>
        </p:spPr>
      </p:sp>
      <p:sp>
        <p:nvSpPr>
          <p:cNvPr id="115" name="text-548">
            <a:extLst xmlns:a="http://schemas.openxmlformats.org/drawingml/2006/main">
              <a:ext uri="{FF2B5EF4-FFF2-40B4-BE49-F238E27FC236}">
                <a16:creationId xmlns:a16="http://schemas.microsoft.com/office/drawing/2014/main" id="{69FDE2B5-7CC9-48D9-A370-B01E5D6B3C09}"/>
              </a:ext>
            </a:extLst>
          </p:cNvPr>
          <p:cNvSpPr>
            <a:spLocks xmlns:a="http://schemas.openxmlformats.org/drawingml/2006/main" noGrp="1"/>
          </p:cNvSpPr>
          <p:nvPr/>
        </p:nvSpPr>
        <p:spPr>
          <a:xfrm xmlns:a="http://schemas.openxmlformats.org/drawingml/2006/main">
            <a:off x="4191000" y="4295775"/>
            <a:ext cx="76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Yu Gothic"/>
                <a:ea typeface="Yu Gothic"/>
                <a:cs typeface="Yu Gothic"/>
              </a:defRPr>
            </a:defPPr>
            <a:lvl1pPr algn="ctr">
              <a:defRPr sz="1425" b="1">
                <a:solidFill>
                  <a:srgbClr val="231F20"/>
                </a:solidFill>
                <a:latin typeface="Yu Gothic"/>
                <a:ea typeface="Yu Gothic"/>
                <a:cs typeface="Yu Gothic"/>
              </a:defRPr>
            </a:lvl1pPr>
            <a:lvl2pPr algn="ctr">
              <a:defRPr sz="1425" b="1">
                <a:solidFill>
                  <a:srgbClr val="231F20"/>
                </a:solidFill>
                <a:latin typeface="Yu Gothic"/>
                <a:ea typeface="Yu Gothic"/>
                <a:cs typeface="Yu Gothic"/>
              </a:defRPr>
            </a:lvl2pPr>
            <a:lvl3pPr algn="ctr">
              <a:defRPr sz="1425" b="1">
                <a:solidFill>
                  <a:srgbClr val="231F20"/>
                </a:solidFill>
                <a:latin typeface="Yu Gothic"/>
                <a:ea typeface="Yu Gothic"/>
                <a:cs typeface="Yu Gothic"/>
              </a:defRPr>
            </a:lvl3pPr>
            <a:lvl4pPr algn="ctr">
              <a:defRPr sz="1425" b="1">
                <a:solidFill>
                  <a:srgbClr val="231F20"/>
                </a:solidFill>
                <a:latin typeface="Yu Gothic"/>
                <a:ea typeface="Yu Gothic"/>
                <a:cs typeface="Yu Gothic"/>
              </a:defRPr>
            </a:lvl4pPr>
            <a:lvl5pPr algn="ctr">
              <a:defRPr sz="1425" b="1">
                <a:solidFill>
                  <a:srgbClr val="231F20"/>
                </a:solidFill>
                <a:latin typeface="Yu Gothic"/>
                <a:ea typeface="Yu Gothic"/>
                <a:cs typeface="Yu Gothic"/>
              </a:defRPr>
            </a:lvl5pPr>
            <a:lvl6pPr algn="ctr">
              <a:defRPr sz="1425" b="1">
                <a:solidFill>
                  <a:srgbClr val="231F20"/>
                </a:solidFill>
                <a:latin typeface="Yu Gothic"/>
                <a:ea typeface="Yu Gothic"/>
                <a:cs typeface="Yu Gothic"/>
              </a:defRPr>
            </a:lvl6pPr>
            <a:lvl7pPr algn="ctr">
              <a:defRPr sz="1425" b="1">
                <a:solidFill>
                  <a:srgbClr val="231F20"/>
                </a:solidFill>
                <a:latin typeface="Yu Gothic"/>
                <a:ea typeface="Yu Gothic"/>
                <a:cs typeface="Yu Gothic"/>
              </a:defRPr>
            </a:lvl7pPr>
            <a:lvl8pPr algn="ctr">
              <a:defRPr sz="1425" b="1">
                <a:solidFill>
                  <a:srgbClr val="231F20"/>
                </a:solidFill>
                <a:latin typeface="Yu Gothic"/>
                <a:ea typeface="Yu Gothic"/>
                <a:cs typeface="Yu Gothic"/>
              </a:defRPr>
            </a:lvl8pPr>
            <a:lvl9pPr algn="ctr">
              <a:defRPr sz="1425" b="1">
                <a:solidFill>
                  <a:srgbClr val="231F20"/>
                </a:solidFill>
                <a:latin typeface="Yu Gothic"/>
                <a:ea typeface="Yu Gothic"/>
                <a:cs typeface="Yu Gothic"/>
              </a:defRPr>
            </a:lvl9pPr>
          </a:lstStyle>
          <a:p xmlns:a="http://schemas.openxmlformats.org/drawingml/2006/main">
            <a:pPr algn="ctr">
              <a:defRPr sz="1425" b="1">
                <a:solidFill>
                  <a:srgbClr val="231F20"/>
                </a:solidFill>
                <a:latin typeface="Yu Gothic"/>
                <a:ea typeface="Yu Gothic"/>
                <a:cs typeface="Yu Gothic"/>
              </a:defRPr>
            </a:pPr>
            <a:r>
              <a:rPr sz="1425" b="1">
                <a:solidFill>
                  <a:srgbClr val="231F20"/>
                </a:solidFill>
                <a:latin typeface="Yu Gothic"/>
                <a:ea typeface="Yu Gothic"/>
                <a:cs typeface="Yu Gothic"/>
              </a:rPr>
              <a:t>レジスタ</a:t>
            </a:r>
          </a:p>
          <a:p xmlns:a="http://schemas.openxmlformats.org/drawingml/2006/main">
            <a:pPr algn="ctr">
              <a:defRPr sz="1425" b="1">
                <a:solidFill>
                  <a:srgbClr val="231F20"/>
                </a:solidFill>
                <a:latin typeface="Yu Gothic"/>
                <a:ea typeface="Yu Gothic"/>
                <a:cs typeface="Yu Gothic"/>
              </a:defRPr>
            </a:pPr>
            <a:r>
              <a:rPr sz="1425" b="1">
                <a:solidFill>
                  <a:srgbClr val="231F20"/>
                </a:solidFill>
                <a:latin typeface="Yu Gothic"/>
                <a:ea typeface="Yu Gothic"/>
                <a:cs typeface="Yu Gothic"/>
              </a:rPr>
              <a:t>群</a:t>
            </a:r>
          </a:p>
        </p:txBody>
      </p:sp>
      <p:sp>
        <p:nvSpPr>
          <p:cNvPr id="116" name="text-549">
            <a:extLst xmlns:a="http://schemas.openxmlformats.org/drawingml/2006/main">
              <a:ext uri="{FF2B5EF4-FFF2-40B4-BE49-F238E27FC236}">
                <a16:creationId xmlns:a16="http://schemas.microsoft.com/office/drawing/2014/main" id="{BFD7A27A-29BF-4F9A-9A30-8F99448D97C5}"/>
              </a:ext>
            </a:extLst>
          </p:cNvPr>
          <p:cNvSpPr>
            <a:spLocks xmlns:a="http://schemas.openxmlformats.org/drawingml/2006/main" noGrp="1"/>
          </p:cNvSpPr>
          <p:nvPr/>
        </p:nvSpPr>
        <p:spPr>
          <a:xfrm xmlns:a="http://schemas.openxmlformats.org/drawingml/2006/main">
            <a:off x="3848100"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A1</a:t>
            </a:r>
          </a:p>
        </p:txBody>
      </p:sp>
      <p:sp>
        <p:nvSpPr>
          <p:cNvPr id="117" name="text-550">
            <a:extLst xmlns:a="http://schemas.openxmlformats.org/drawingml/2006/main">
              <a:ext uri="{FF2B5EF4-FFF2-40B4-BE49-F238E27FC236}">
                <a16:creationId xmlns:a16="http://schemas.microsoft.com/office/drawing/2014/main" id="{4FA8F81C-B68D-4126-944C-AAACB8706BC2}"/>
              </a:ext>
            </a:extLst>
          </p:cNvPr>
          <p:cNvSpPr>
            <a:spLocks xmlns:a="http://schemas.openxmlformats.org/drawingml/2006/main" noGrp="1"/>
          </p:cNvSpPr>
          <p:nvPr/>
        </p:nvSpPr>
        <p:spPr>
          <a:xfrm xmlns:a="http://schemas.openxmlformats.org/drawingml/2006/main">
            <a:off x="3848100"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A2</a:t>
            </a:r>
          </a:p>
        </p:txBody>
      </p:sp>
      <p:sp>
        <p:nvSpPr>
          <p:cNvPr id="118" name="text-551">
            <a:extLst xmlns:a="http://schemas.openxmlformats.org/drawingml/2006/main">
              <a:ext uri="{FF2B5EF4-FFF2-40B4-BE49-F238E27FC236}">
                <a16:creationId xmlns:a16="http://schemas.microsoft.com/office/drawing/2014/main" id="{DFDC247D-0AF5-46BB-A846-40B8E355127F}"/>
              </a:ext>
            </a:extLst>
          </p:cNvPr>
          <p:cNvSpPr>
            <a:spLocks xmlns:a="http://schemas.openxmlformats.org/drawingml/2006/main" noGrp="1"/>
          </p:cNvSpPr>
          <p:nvPr/>
        </p:nvSpPr>
        <p:spPr>
          <a:xfrm xmlns:a="http://schemas.openxmlformats.org/drawingml/2006/main">
            <a:off x="3848100" y="477202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A3</a:t>
            </a:r>
          </a:p>
        </p:txBody>
      </p:sp>
      <p:sp>
        <p:nvSpPr>
          <p:cNvPr id="119" name="text-552">
            <a:extLst xmlns:a="http://schemas.openxmlformats.org/drawingml/2006/main">
              <a:ext uri="{FF2B5EF4-FFF2-40B4-BE49-F238E27FC236}">
                <a16:creationId xmlns:a16="http://schemas.microsoft.com/office/drawing/2014/main" id="{3369602D-4553-4FD9-B913-26FA3272172D}"/>
              </a:ext>
            </a:extLst>
          </p:cNvPr>
          <p:cNvSpPr>
            <a:spLocks xmlns:a="http://schemas.openxmlformats.org/drawingml/2006/main" noGrp="1"/>
          </p:cNvSpPr>
          <p:nvPr/>
        </p:nvSpPr>
        <p:spPr>
          <a:xfrm xmlns:a="http://schemas.openxmlformats.org/drawingml/2006/main">
            <a:off x="3848100" y="50577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WD3</a:t>
            </a:r>
          </a:p>
        </p:txBody>
      </p:sp>
      <p:sp>
        <p:nvSpPr>
          <p:cNvPr id="120" name="text-553">
            <a:extLst xmlns:a="http://schemas.openxmlformats.org/drawingml/2006/main">
              <a:ext uri="{FF2B5EF4-FFF2-40B4-BE49-F238E27FC236}">
                <a16:creationId xmlns:a16="http://schemas.microsoft.com/office/drawing/2014/main" id="{0BA4FCD7-6F62-4A22-BC75-2F7F3C38895C}"/>
              </a:ext>
            </a:extLst>
          </p:cNvPr>
          <p:cNvSpPr>
            <a:spLocks xmlns:a="http://schemas.openxmlformats.org/drawingml/2006/main" noGrp="1"/>
          </p:cNvSpPr>
          <p:nvPr/>
        </p:nvSpPr>
        <p:spPr>
          <a:xfrm xmlns:a="http://schemas.openxmlformats.org/drawingml/2006/main">
            <a:off x="4981575"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RD1</a:t>
            </a:r>
          </a:p>
        </p:txBody>
      </p:sp>
      <p:sp>
        <p:nvSpPr>
          <p:cNvPr id="121" name="text-554">
            <a:extLst xmlns:a="http://schemas.openxmlformats.org/drawingml/2006/main">
              <a:ext uri="{FF2B5EF4-FFF2-40B4-BE49-F238E27FC236}">
                <a16:creationId xmlns:a16="http://schemas.microsoft.com/office/drawing/2014/main" id="{CD69104E-AFB1-43C4-A73A-3369F0869157}"/>
              </a:ext>
            </a:extLst>
          </p:cNvPr>
          <p:cNvSpPr>
            <a:spLocks xmlns:a="http://schemas.openxmlformats.org/drawingml/2006/main" noGrp="1"/>
          </p:cNvSpPr>
          <p:nvPr/>
        </p:nvSpPr>
        <p:spPr>
          <a:xfrm xmlns:a="http://schemas.openxmlformats.org/drawingml/2006/main">
            <a:off x="4981575"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RD2</a:t>
            </a:r>
          </a:p>
        </p:txBody>
      </p:sp>
      <p:sp>
        <p:nvSpPr>
          <p:cNvPr id="122" name="text-555">
            <a:extLst xmlns:a="http://schemas.openxmlformats.org/drawingml/2006/main">
              <a:ext uri="{FF2B5EF4-FFF2-40B4-BE49-F238E27FC236}">
                <a16:creationId xmlns:a16="http://schemas.microsoft.com/office/drawing/2014/main" id="{2F8E616F-6204-4575-912B-BF3EBC96A6FC}"/>
              </a:ext>
            </a:extLst>
          </p:cNvPr>
          <p:cNvSpPr>
            <a:spLocks xmlns:a="http://schemas.openxmlformats.org/drawingml/2006/main" noGrp="1"/>
          </p:cNvSpPr>
          <p:nvPr/>
        </p:nvSpPr>
        <p:spPr>
          <a:xfrm xmlns:a="http://schemas.openxmlformats.org/drawingml/2006/main">
            <a:off x="4962525" y="3819525"/>
            <a:ext cx="3524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1572C3"/>
                </a:solidFill>
                <a:latin typeface="Arial"/>
                <a:ea typeface="Arial"/>
                <a:cs typeface="Arial"/>
              </a:defRPr>
            </a:defPPr>
            <a:lvl1pPr algn="l">
              <a:defRPr sz="1050" b="0">
                <a:solidFill>
                  <a:srgbClr val="1572C3"/>
                </a:solidFill>
                <a:latin typeface="Arial"/>
                <a:ea typeface="Arial"/>
                <a:cs typeface="Arial"/>
              </a:defRPr>
            </a:lvl1pPr>
            <a:lvl2pPr algn="l">
              <a:defRPr sz="1050" b="0">
                <a:solidFill>
                  <a:srgbClr val="1572C3"/>
                </a:solidFill>
                <a:latin typeface="Arial"/>
                <a:ea typeface="Arial"/>
                <a:cs typeface="Arial"/>
              </a:defRPr>
            </a:lvl2pPr>
            <a:lvl3pPr algn="l">
              <a:defRPr sz="1050" b="0">
                <a:solidFill>
                  <a:srgbClr val="1572C3"/>
                </a:solidFill>
                <a:latin typeface="Arial"/>
                <a:ea typeface="Arial"/>
                <a:cs typeface="Arial"/>
              </a:defRPr>
            </a:lvl3pPr>
            <a:lvl4pPr algn="l">
              <a:defRPr sz="1050" b="0">
                <a:solidFill>
                  <a:srgbClr val="1572C3"/>
                </a:solidFill>
                <a:latin typeface="Arial"/>
                <a:ea typeface="Arial"/>
                <a:cs typeface="Arial"/>
              </a:defRPr>
            </a:lvl4pPr>
            <a:lvl5pPr algn="l">
              <a:defRPr sz="1050" b="0">
                <a:solidFill>
                  <a:srgbClr val="1572C3"/>
                </a:solidFill>
                <a:latin typeface="Arial"/>
                <a:ea typeface="Arial"/>
                <a:cs typeface="Arial"/>
              </a:defRPr>
            </a:lvl5pPr>
            <a:lvl6pPr algn="l">
              <a:defRPr sz="1050" b="0">
                <a:solidFill>
                  <a:srgbClr val="1572C3"/>
                </a:solidFill>
                <a:latin typeface="Arial"/>
                <a:ea typeface="Arial"/>
                <a:cs typeface="Arial"/>
              </a:defRPr>
            </a:lvl6pPr>
            <a:lvl7pPr algn="l">
              <a:defRPr sz="1050" b="0">
                <a:solidFill>
                  <a:srgbClr val="1572C3"/>
                </a:solidFill>
                <a:latin typeface="Arial"/>
                <a:ea typeface="Arial"/>
                <a:cs typeface="Arial"/>
              </a:defRPr>
            </a:lvl7pPr>
            <a:lvl8pPr algn="l">
              <a:defRPr sz="1050" b="0">
                <a:solidFill>
                  <a:srgbClr val="1572C3"/>
                </a:solidFill>
                <a:latin typeface="Arial"/>
                <a:ea typeface="Arial"/>
                <a:cs typeface="Arial"/>
              </a:defRPr>
            </a:lvl8pPr>
            <a:lvl9pPr algn="l">
              <a:defRPr sz="1050" b="0">
                <a:solidFill>
                  <a:srgbClr val="1572C3"/>
                </a:solidFill>
                <a:latin typeface="Arial"/>
                <a:ea typeface="Arial"/>
                <a:cs typeface="Arial"/>
              </a:defRPr>
            </a:lvl9pPr>
          </a:lstStyle>
          <a:p xmlns:a="http://schemas.openxmlformats.org/drawingml/2006/main">
            <a:pPr algn="l">
              <a:defRPr sz="1050" b="0">
                <a:solidFill>
                  <a:srgbClr val="1572C3"/>
                </a:solidFill>
                <a:latin typeface="Arial"/>
                <a:ea typeface="Arial"/>
                <a:cs typeface="Arial"/>
              </a:defRPr>
            </a:pPr>
            <a:r>
              <a:rPr sz="1050" b="0">
                <a:solidFill>
                  <a:srgbClr val="1572C3"/>
                </a:solidFill>
                <a:latin typeface="Arial"/>
                <a:ea typeface="Arial"/>
                <a:cs typeface="Arial"/>
              </a:rPr>
              <a:t>WE3</a:t>
            </a:r>
          </a:p>
        </p:txBody>
      </p:sp>
      <p:sp>
        <p:nvSpPr>
          <p:cNvPr id="123" name="wire-556">
            <a:extLst xmlns:a="http://schemas.openxmlformats.org/drawingml/2006/main">
              <a:ext uri="{FF2B5EF4-FFF2-40B4-BE49-F238E27FC236}">
                <a16:creationId xmlns:a16="http://schemas.microsoft.com/office/drawing/2014/main" id="{DDF28DB6-F9EC-437D-A77C-6C50DA89B662}"/>
              </a:ext>
            </a:extLst>
          </p:cNvPr>
          <p:cNvSpPr>
            <a:spLocks xmlns:a="http://schemas.openxmlformats.org/drawingml/2006/main" noGrp="1"/>
          </p:cNvSpPr>
          <p:nvPr/>
        </p:nvSpPr>
        <p:spPr>
          <a:xfrm xmlns:a="http://schemas.openxmlformats.org/drawingml/2006/main">
            <a:off x="5362575" y="4210050"/>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25718">
            <a:solidFill>
              <a:srgbClr val="231F20"/>
            </a:solidFill>
          </a:ln>
        </p:spPr>
      </p:sp>
      <p:sp>
        <p:nvSpPr>
          <p:cNvPr id="124" name="circuit-557">
            <a:extLst xmlns:a="http://schemas.openxmlformats.org/drawingml/2006/main">
              <a:ext uri="{FF2B5EF4-FFF2-40B4-BE49-F238E27FC236}">
                <a16:creationId xmlns:a16="http://schemas.microsoft.com/office/drawing/2014/main" id="{98A014E8-EB48-43C2-B4EC-DE4D9C592159}"/>
              </a:ext>
            </a:extLst>
          </p:cNvPr>
          <p:cNvSpPr>
            <a:spLocks xmlns:a="http://schemas.openxmlformats.org/drawingml/2006/main" noGrp="1"/>
          </p:cNvSpPr>
          <p:nvPr/>
        </p:nvSpPr>
        <p:spPr>
          <a:xfrm xmlns:a="http://schemas.openxmlformats.org/drawingml/2006/main">
            <a:off x="5915025"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25" name="text-558">
            <a:extLst xmlns:a="http://schemas.openxmlformats.org/drawingml/2006/main">
              <a:ext uri="{FF2B5EF4-FFF2-40B4-BE49-F238E27FC236}">
                <a16:creationId xmlns:a16="http://schemas.microsoft.com/office/drawing/2014/main" id="{C496E220-9BD3-42B2-BE34-D1D365CC0CC7}"/>
              </a:ext>
            </a:extLst>
          </p:cNvPr>
          <p:cNvSpPr>
            <a:spLocks xmlns:a="http://schemas.openxmlformats.org/drawingml/2006/main" noGrp="1"/>
          </p:cNvSpPr>
          <p:nvPr/>
        </p:nvSpPr>
        <p:spPr>
          <a:xfrm xmlns:a="http://schemas.openxmlformats.org/drawingml/2006/main">
            <a:off x="5448300" y="3895725"/>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値</a:t>
            </a:r>
          </a:p>
        </p:txBody>
      </p:sp>
      <p:sp>
        <p:nvSpPr>
          <p:cNvPr id="126" name="board-stable-alu">
            <a:extLst xmlns:a="http://schemas.openxmlformats.org/drawingml/2006/main">
              <a:ext uri="{FF2B5EF4-FFF2-40B4-BE49-F238E27FC236}">
                <a16:creationId xmlns:a16="http://schemas.microsoft.com/office/drawing/2014/main" id="{0DB171BB-E5EE-4B6E-9C1D-31BAF90FA91D}"/>
              </a:ext>
            </a:extLst>
          </p:cNvPr>
          <p:cNvSpPr>
            <a:spLocks xmlns:a="http://schemas.openxmlformats.org/drawingml/2006/main" noGrp="1"/>
          </p:cNvSpPr>
          <p:nvPr/>
        </p:nvSpPr>
        <p:spPr>
          <a:xfrm xmlns:a="http://schemas.openxmlformats.org/drawingml/2006/main">
            <a:off x="5991225" y="4067175"/>
            <a:ext cx="647700" cy="933450"/>
          </a:xfrm>
          <a:custGeom xmlns:a="http://schemas.openxmlformats.org/drawingml/2006/main">
            <a:pathLst>
              <a:path w="647700" h="933450">
                <a:moveTo>
                  <a:pt x="0" y="0"/>
                </a:moveTo>
                <a:lnTo>
                  <a:pt x="647700" y="171450"/>
                </a:lnTo>
                <a:lnTo>
                  <a:pt x="647700" y="742950"/>
                </a:lnTo>
                <a:lnTo>
                  <a:pt x="0" y="933450"/>
                </a:lnTo>
                <a:lnTo>
                  <a:pt x="0" y="571500"/>
                </a:lnTo>
                <a:lnTo>
                  <a:pt x="171450" y="457200"/>
                </a:lnTo>
                <a:lnTo>
                  <a:pt x="0" y="257175"/>
                </a:lnTo>
                <a:close/>
              </a:path>
            </a:pathLst>
          </a:custGeom>
          <a:solidFill xmlns:a="http://schemas.openxmlformats.org/drawingml/2006/main">
            <a:srgbClr val="FFFFFF"/>
          </a:solidFill>
          <a:ln xmlns:a="http://schemas.openxmlformats.org/drawingml/2006/main" w="21908">
            <a:solidFill>
              <a:srgbClr val="231F20"/>
            </a:solidFill>
          </a:ln>
        </p:spPr>
      </p:sp>
      <p:sp>
        <p:nvSpPr>
          <p:cNvPr id="127" name="text-560">
            <a:extLst xmlns:a="http://schemas.openxmlformats.org/drawingml/2006/main">
              <a:ext uri="{FF2B5EF4-FFF2-40B4-BE49-F238E27FC236}">
                <a16:creationId xmlns:a16="http://schemas.microsoft.com/office/drawing/2014/main" id="{729B8448-8A5C-411A-8EE5-DE40F887934A}"/>
              </a:ext>
            </a:extLst>
          </p:cNvPr>
          <p:cNvSpPr>
            <a:spLocks xmlns:a="http://schemas.openxmlformats.org/drawingml/2006/main" noGrp="1"/>
          </p:cNvSpPr>
          <p:nvPr/>
        </p:nvSpPr>
        <p:spPr>
          <a:xfrm xmlns:a="http://schemas.openxmlformats.org/drawingml/2006/main">
            <a:off x="6076950" y="3781425"/>
            <a:ext cx="571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ALU</a:t>
            </a:r>
          </a:p>
        </p:txBody>
      </p:sp>
      <p:sp>
        <p:nvSpPr>
          <p:cNvPr id="128" name="text-561">
            <a:extLst xmlns:a="http://schemas.openxmlformats.org/drawingml/2006/main">
              <a:ext uri="{FF2B5EF4-FFF2-40B4-BE49-F238E27FC236}">
                <a16:creationId xmlns:a16="http://schemas.microsoft.com/office/drawing/2014/main" id="{D92AFEF9-4E00-4723-AA18-2D3539823C83}"/>
              </a:ext>
            </a:extLst>
          </p:cNvPr>
          <p:cNvSpPr>
            <a:spLocks xmlns:a="http://schemas.openxmlformats.org/drawingml/2006/main" noGrp="1"/>
          </p:cNvSpPr>
          <p:nvPr/>
        </p:nvSpPr>
        <p:spPr>
          <a:xfrm xmlns:a="http://schemas.openxmlformats.org/drawingml/2006/main">
            <a:off x="6257925" y="4343400"/>
            <a:ext cx="314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Arial"/>
                <a:ea typeface="Arial"/>
                <a:cs typeface="Arial"/>
              </a:defRPr>
            </a:defPPr>
            <a:lvl1pPr algn="ctr">
              <a:defRPr sz="2250" b="0">
                <a:solidFill>
                  <a:srgbClr val="231F20"/>
                </a:solidFill>
                <a:latin typeface="Arial"/>
                <a:ea typeface="Arial"/>
                <a:cs typeface="Arial"/>
              </a:defRPr>
            </a:lvl1pPr>
            <a:lvl2pPr algn="ctr">
              <a:defRPr sz="2250" b="0">
                <a:solidFill>
                  <a:srgbClr val="231F20"/>
                </a:solidFill>
                <a:latin typeface="Arial"/>
                <a:ea typeface="Arial"/>
                <a:cs typeface="Arial"/>
              </a:defRPr>
            </a:lvl2pPr>
            <a:lvl3pPr algn="ctr">
              <a:defRPr sz="2250" b="0">
                <a:solidFill>
                  <a:srgbClr val="231F20"/>
                </a:solidFill>
                <a:latin typeface="Arial"/>
                <a:ea typeface="Arial"/>
                <a:cs typeface="Arial"/>
              </a:defRPr>
            </a:lvl3pPr>
            <a:lvl4pPr algn="ctr">
              <a:defRPr sz="2250" b="0">
                <a:solidFill>
                  <a:srgbClr val="231F20"/>
                </a:solidFill>
                <a:latin typeface="Arial"/>
                <a:ea typeface="Arial"/>
                <a:cs typeface="Arial"/>
              </a:defRPr>
            </a:lvl4pPr>
            <a:lvl5pPr algn="ctr">
              <a:defRPr sz="2250" b="0">
                <a:solidFill>
                  <a:srgbClr val="231F20"/>
                </a:solidFill>
                <a:latin typeface="Arial"/>
                <a:ea typeface="Arial"/>
                <a:cs typeface="Arial"/>
              </a:defRPr>
            </a:lvl5pPr>
            <a:lvl6pPr algn="ctr">
              <a:defRPr sz="2250" b="0">
                <a:solidFill>
                  <a:srgbClr val="231F20"/>
                </a:solidFill>
                <a:latin typeface="Arial"/>
                <a:ea typeface="Arial"/>
                <a:cs typeface="Arial"/>
              </a:defRPr>
            </a:lvl6pPr>
            <a:lvl7pPr algn="ctr">
              <a:defRPr sz="2250" b="0">
                <a:solidFill>
                  <a:srgbClr val="231F20"/>
                </a:solidFill>
                <a:latin typeface="Arial"/>
                <a:ea typeface="Arial"/>
                <a:cs typeface="Arial"/>
              </a:defRPr>
            </a:lvl7pPr>
            <a:lvl8pPr algn="ctr">
              <a:defRPr sz="2250" b="0">
                <a:solidFill>
                  <a:srgbClr val="231F20"/>
                </a:solidFill>
                <a:latin typeface="Arial"/>
                <a:ea typeface="Arial"/>
                <a:cs typeface="Arial"/>
              </a:defRPr>
            </a:lvl8pPr>
            <a:lvl9pPr algn="ctr">
              <a:defRPr sz="2250" b="0">
                <a:solidFill>
                  <a:srgbClr val="231F20"/>
                </a:solidFill>
                <a:latin typeface="Arial"/>
                <a:ea typeface="Arial"/>
                <a:cs typeface="Arial"/>
              </a:defRPr>
            </a:lvl9pPr>
          </a:lstStyle>
          <a:p xmlns:a="http://schemas.openxmlformats.org/drawingml/2006/main">
            <a:pPr algn="ctr">
              <a:defRPr sz="2250" b="0">
                <a:solidFill>
                  <a:srgbClr val="231F20"/>
                </a:solidFill>
                <a:latin typeface="Arial"/>
                <a:ea typeface="Arial"/>
                <a:cs typeface="Arial"/>
              </a:defRPr>
            </a:pPr>
            <a:r>
              <a:rPr sz="2250" b="0">
                <a:solidFill>
                  <a:srgbClr val="231F20"/>
                </a:solidFill>
                <a:latin typeface="Arial"/>
                <a:ea typeface="Arial"/>
                <a:cs typeface="Arial"/>
              </a:rPr>
              <a:t>+</a:t>
            </a:r>
          </a:p>
        </p:txBody>
      </p:sp>
      <p:sp>
        <p:nvSpPr>
          <p:cNvPr id="129" name="text-562">
            <a:extLst xmlns:a="http://schemas.openxmlformats.org/drawingml/2006/main">
              <a:ext uri="{FF2B5EF4-FFF2-40B4-BE49-F238E27FC236}">
                <a16:creationId xmlns:a16="http://schemas.microsoft.com/office/drawing/2014/main" id="{01BB4361-A0A5-4F01-9F5C-840E44751816}"/>
              </a:ext>
            </a:extLst>
          </p:cNvPr>
          <p:cNvSpPr>
            <a:spLocks xmlns:a="http://schemas.openxmlformats.org/drawingml/2006/main" noGrp="1"/>
          </p:cNvSpPr>
          <p:nvPr/>
        </p:nvSpPr>
        <p:spPr>
          <a:xfrm xmlns:a="http://schemas.openxmlformats.org/drawingml/2006/main">
            <a:off x="5638800" y="5019675"/>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即値</a:t>
            </a:r>
          </a:p>
        </p:txBody>
      </p:sp>
      <p:sp>
        <p:nvSpPr>
          <p:cNvPr id="130" name="wire-563">
            <a:extLst xmlns:a="http://schemas.openxmlformats.org/drawingml/2006/main">
              <a:ext uri="{FF2B5EF4-FFF2-40B4-BE49-F238E27FC236}">
                <a16:creationId xmlns:a16="http://schemas.microsoft.com/office/drawing/2014/main" id="{F2698895-8103-4B7D-B584-D96A2CAA967F}"/>
              </a:ext>
            </a:extLst>
          </p:cNvPr>
          <p:cNvSpPr>
            <a:spLocks xmlns:a="http://schemas.openxmlformats.org/drawingml/2006/main" noGrp="1"/>
          </p:cNvSpPr>
          <p:nvPr/>
        </p:nvSpPr>
        <p:spPr>
          <a:xfrm xmlns:a="http://schemas.openxmlformats.org/drawingml/2006/main">
            <a:off x="6638925" y="4419600"/>
            <a:ext cx="600075" cy="9525"/>
          </a:xfrm>
          <a:custGeom xmlns:a="http://schemas.openxmlformats.org/drawingml/2006/main">
            <a:pathLst>
              <a:path w="600075" h="9525">
                <a:moveTo>
                  <a:pt x="0" y="0"/>
                </a:moveTo>
                <a:lnTo>
                  <a:pt x="600075" y="0"/>
                </a:lnTo>
              </a:path>
            </a:pathLst>
          </a:custGeom>
          <a:noFill xmlns:a="http://schemas.openxmlformats.org/drawingml/2006/main"/>
          <a:ln xmlns:a="http://schemas.openxmlformats.org/drawingml/2006/main" w="26670">
            <a:solidFill>
              <a:srgbClr val="1572C3"/>
            </a:solidFill>
          </a:ln>
        </p:spPr>
      </p:sp>
      <p:sp>
        <p:nvSpPr>
          <p:cNvPr id="131" name="circuit-564">
            <a:extLst xmlns:a="http://schemas.openxmlformats.org/drawingml/2006/main">
              <a:ext uri="{FF2B5EF4-FFF2-40B4-BE49-F238E27FC236}">
                <a16:creationId xmlns:a16="http://schemas.microsoft.com/office/drawing/2014/main" id="{36D76D77-2C77-4470-A342-DA2946E525DE}"/>
              </a:ext>
            </a:extLst>
          </p:cNvPr>
          <p:cNvSpPr>
            <a:spLocks xmlns:a="http://schemas.openxmlformats.org/drawingml/2006/main" noGrp="1"/>
          </p:cNvSpPr>
          <p:nvPr/>
        </p:nvSpPr>
        <p:spPr>
          <a:xfrm xmlns:a="http://schemas.openxmlformats.org/drawingml/2006/main">
            <a:off x="71628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32" name="text-565">
            <a:extLst xmlns:a="http://schemas.openxmlformats.org/drawingml/2006/main">
              <a:ext uri="{FF2B5EF4-FFF2-40B4-BE49-F238E27FC236}">
                <a16:creationId xmlns:a16="http://schemas.microsoft.com/office/drawing/2014/main" id="{88487564-B5DC-473D-A44D-C3DF1731EC80}"/>
              </a:ext>
            </a:extLst>
          </p:cNvPr>
          <p:cNvSpPr>
            <a:spLocks xmlns:a="http://schemas.openxmlformats.org/drawingml/2006/main" noGrp="1"/>
          </p:cNvSpPr>
          <p:nvPr/>
        </p:nvSpPr>
        <p:spPr>
          <a:xfrm xmlns:a="http://schemas.openxmlformats.org/drawingml/2006/main">
            <a:off x="6686550" y="4105275"/>
            <a:ext cx="485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番地</a:t>
            </a:r>
          </a:p>
        </p:txBody>
      </p:sp>
      <p:sp>
        <p:nvSpPr>
          <p:cNvPr id="133" name="wire-566">
            <a:extLst xmlns:a="http://schemas.openxmlformats.org/drawingml/2006/main">
              <a:ext uri="{FF2B5EF4-FFF2-40B4-BE49-F238E27FC236}">
                <a16:creationId xmlns:a16="http://schemas.microsoft.com/office/drawing/2014/main" id="{D600ABEC-65B6-49C2-83BF-B54F2CCFAC5F}"/>
              </a:ext>
            </a:extLst>
          </p:cNvPr>
          <p:cNvSpPr>
            <a:spLocks xmlns:a="http://schemas.openxmlformats.org/drawingml/2006/main" noGrp="1"/>
          </p:cNvSpPr>
          <p:nvPr/>
        </p:nvSpPr>
        <p:spPr>
          <a:xfrm xmlns:a="http://schemas.openxmlformats.org/drawingml/2006/main">
            <a:off x="5362575" y="46101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5718">
            <a:solidFill>
              <a:srgbClr val="1572C3"/>
            </a:solidFill>
          </a:ln>
        </p:spPr>
      </p:sp>
      <p:sp>
        <p:nvSpPr>
          <p:cNvPr id="134" name="wire-567">
            <a:extLst xmlns:a="http://schemas.openxmlformats.org/drawingml/2006/main">
              <a:ext uri="{FF2B5EF4-FFF2-40B4-BE49-F238E27FC236}">
                <a16:creationId xmlns:a16="http://schemas.microsoft.com/office/drawing/2014/main" id="{D92A0446-289B-43FC-A62D-AD0FBF8F60BB}"/>
              </a:ext>
            </a:extLst>
          </p:cNvPr>
          <p:cNvSpPr>
            <a:spLocks xmlns:a="http://schemas.openxmlformats.org/drawingml/2006/main" noGrp="1"/>
          </p:cNvSpPr>
          <p:nvPr/>
        </p:nvSpPr>
        <p:spPr>
          <a:xfrm xmlns:a="http://schemas.openxmlformats.org/drawingml/2006/main">
            <a:off x="5476875" y="4610100"/>
            <a:ext cx="9525" cy="771525"/>
          </a:xfrm>
          <a:custGeom xmlns:a="http://schemas.openxmlformats.org/drawingml/2006/main">
            <a:pathLst>
              <a:path w="9525" h="771525">
                <a:moveTo>
                  <a:pt x="0" y="0"/>
                </a:moveTo>
                <a:lnTo>
                  <a:pt x="0" y="771525"/>
                </a:lnTo>
              </a:path>
            </a:pathLst>
          </a:custGeom>
          <a:noFill xmlns:a="http://schemas.openxmlformats.org/drawingml/2006/main"/>
          <a:ln xmlns:a="http://schemas.openxmlformats.org/drawingml/2006/main" w="25718">
            <a:solidFill>
              <a:srgbClr val="1572C3"/>
            </a:solidFill>
          </a:ln>
        </p:spPr>
      </p:sp>
      <p:sp>
        <p:nvSpPr>
          <p:cNvPr id="135" name="wire-568">
            <a:extLst xmlns:a="http://schemas.openxmlformats.org/drawingml/2006/main">
              <a:ext uri="{FF2B5EF4-FFF2-40B4-BE49-F238E27FC236}">
                <a16:creationId xmlns:a16="http://schemas.microsoft.com/office/drawing/2014/main" id="{0FA446A6-A9EC-4347-AD63-F37C7C718694}"/>
              </a:ext>
            </a:extLst>
          </p:cNvPr>
          <p:cNvSpPr>
            <a:spLocks xmlns:a="http://schemas.openxmlformats.org/drawingml/2006/main" noGrp="1"/>
          </p:cNvSpPr>
          <p:nvPr/>
        </p:nvSpPr>
        <p:spPr>
          <a:xfrm xmlns:a="http://schemas.openxmlformats.org/drawingml/2006/main">
            <a:off x="5476875" y="5381625"/>
            <a:ext cx="1628775" cy="9525"/>
          </a:xfrm>
          <a:custGeom xmlns:a="http://schemas.openxmlformats.org/drawingml/2006/main">
            <a:pathLst>
              <a:path w="1628775" h="9525">
                <a:moveTo>
                  <a:pt x="0" y="0"/>
                </a:moveTo>
                <a:lnTo>
                  <a:pt x="1628775" y="0"/>
                </a:lnTo>
              </a:path>
            </a:pathLst>
          </a:custGeom>
          <a:noFill xmlns:a="http://schemas.openxmlformats.org/drawingml/2006/main"/>
          <a:ln xmlns:a="http://schemas.openxmlformats.org/drawingml/2006/main" w="25718">
            <a:solidFill>
              <a:srgbClr val="1572C3"/>
            </a:solidFill>
          </a:ln>
        </p:spPr>
      </p:sp>
      <p:sp>
        <p:nvSpPr>
          <p:cNvPr id="136" name="wire-569">
            <a:extLst xmlns:a="http://schemas.openxmlformats.org/drawingml/2006/main">
              <a:ext uri="{FF2B5EF4-FFF2-40B4-BE49-F238E27FC236}">
                <a16:creationId xmlns:a16="http://schemas.microsoft.com/office/drawing/2014/main" id="{5BDDDA85-8FC4-42D8-B9E2-9DFB0D59B457}"/>
              </a:ext>
            </a:extLst>
          </p:cNvPr>
          <p:cNvSpPr>
            <a:spLocks xmlns:a="http://schemas.openxmlformats.org/drawingml/2006/main" noGrp="1"/>
          </p:cNvSpPr>
          <p:nvPr/>
        </p:nvSpPr>
        <p:spPr>
          <a:xfrm xmlns:a="http://schemas.openxmlformats.org/drawingml/2006/main">
            <a:off x="7105650" y="50196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5718">
            <a:solidFill>
              <a:srgbClr val="1572C3"/>
            </a:solidFill>
          </a:ln>
        </p:spPr>
      </p:sp>
      <p:sp>
        <p:nvSpPr>
          <p:cNvPr id="137" name="wire-570">
            <a:extLst xmlns:a="http://schemas.openxmlformats.org/drawingml/2006/main">
              <a:ext uri="{FF2B5EF4-FFF2-40B4-BE49-F238E27FC236}">
                <a16:creationId xmlns:a16="http://schemas.microsoft.com/office/drawing/2014/main" id="{9EA697FA-4898-44E2-BBAE-452060575924}"/>
              </a:ext>
            </a:extLst>
          </p:cNvPr>
          <p:cNvSpPr>
            <a:spLocks xmlns:a="http://schemas.openxmlformats.org/drawingml/2006/main" noGrp="1"/>
          </p:cNvSpPr>
          <p:nvPr/>
        </p:nvSpPr>
        <p:spPr>
          <a:xfrm xmlns:a="http://schemas.openxmlformats.org/drawingml/2006/main">
            <a:off x="7105650" y="501967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25718">
            <a:solidFill>
              <a:srgbClr val="1572C3"/>
            </a:solidFill>
          </a:ln>
        </p:spPr>
      </p:sp>
      <p:sp>
        <p:nvSpPr>
          <p:cNvPr id="138" name="circuit-571">
            <a:extLst xmlns:a="http://schemas.openxmlformats.org/drawingml/2006/main">
              <a:ext uri="{FF2B5EF4-FFF2-40B4-BE49-F238E27FC236}">
                <a16:creationId xmlns:a16="http://schemas.microsoft.com/office/drawing/2014/main" id="{246B9EB9-F81B-48DA-A610-387A5AF39EFB}"/>
              </a:ext>
            </a:extLst>
          </p:cNvPr>
          <p:cNvSpPr>
            <a:spLocks xmlns:a="http://schemas.openxmlformats.org/drawingml/2006/main" noGrp="1"/>
          </p:cNvSpPr>
          <p:nvPr/>
        </p:nvSpPr>
        <p:spPr>
          <a:xfrm xmlns:a="http://schemas.openxmlformats.org/drawingml/2006/main">
            <a:off x="7162800" y="498824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39" name="text-572">
            <a:extLst xmlns:a="http://schemas.openxmlformats.org/drawingml/2006/main">
              <a:ext uri="{FF2B5EF4-FFF2-40B4-BE49-F238E27FC236}">
                <a16:creationId xmlns:a16="http://schemas.microsoft.com/office/drawing/2014/main" id="{D914AE2A-3B30-412D-8F0C-411689BDD066}"/>
              </a:ext>
            </a:extLst>
          </p:cNvPr>
          <p:cNvSpPr>
            <a:spLocks xmlns:a="http://schemas.openxmlformats.org/drawingml/2006/main" noGrp="1"/>
          </p:cNvSpPr>
          <p:nvPr/>
        </p:nvSpPr>
        <p:spPr>
          <a:xfrm xmlns:a="http://schemas.openxmlformats.org/drawingml/2006/main">
            <a:off x="5514975" y="4762500"/>
            <a:ext cx="228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値</a:t>
            </a:r>
          </a:p>
        </p:txBody>
      </p:sp>
      <p:sp>
        <p:nvSpPr>
          <p:cNvPr id="140" name="wire-573">
            <a:extLst xmlns:a="http://schemas.openxmlformats.org/drawingml/2006/main">
              <a:ext uri="{FF2B5EF4-FFF2-40B4-BE49-F238E27FC236}">
                <a16:creationId xmlns:a16="http://schemas.microsoft.com/office/drawing/2014/main" id="{E2DBB8C6-2224-4848-AD5B-CF1510790B28}"/>
              </a:ext>
            </a:extLst>
          </p:cNvPr>
          <p:cNvSpPr>
            <a:spLocks xmlns:a="http://schemas.openxmlformats.org/drawingml/2006/main" noGrp="1"/>
          </p:cNvSpPr>
          <p:nvPr/>
        </p:nvSpPr>
        <p:spPr>
          <a:xfrm xmlns:a="http://schemas.openxmlformats.org/drawingml/2006/main">
            <a:off x="7134225" y="5314950"/>
            <a:ext cx="104775" cy="9525"/>
          </a:xfrm>
          <a:custGeom xmlns:a="http://schemas.openxmlformats.org/drawingml/2006/main">
            <a:pathLst>
              <a:path w="104775" h="9525">
                <a:moveTo>
                  <a:pt x="104775" y="0"/>
                </a:moveTo>
                <a:lnTo>
                  <a:pt x="0" y="0"/>
                </a:lnTo>
              </a:path>
            </a:pathLst>
          </a:custGeom>
          <a:noFill xmlns:a="http://schemas.openxmlformats.org/drawingml/2006/main"/>
          <a:ln xmlns:a="http://schemas.openxmlformats.org/drawingml/2006/main" w="25718">
            <a:solidFill>
              <a:srgbClr val="1572C3"/>
            </a:solidFill>
          </a:ln>
        </p:spPr>
      </p:sp>
      <p:sp>
        <p:nvSpPr>
          <p:cNvPr id="141" name="wire-574">
            <a:extLst xmlns:a="http://schemas.openxmlformats.org/drawingml/2006/main">
              <a:ext uri="{FF2B5EF4-FFF2-40B4-BE49-F238E27FC236}">
                <a16:creationId xmlns:a16="http://schemas.microsoft.com/office/drawing/2014/main" id="{358005E6-C4D0-4BFC-8F21-904F2EBFA668}"/>
              </a:ext>
            </a:extLst>
          </p:cNvPr>
          <p:cNvSpPr>
            <a:spLocks xmlns:a="http://schemas.openxmlformats.org/drawingml/2006/main" noGrp="1"/>
          </p:cNvSpPr>
          <p:nvPr/>
        </p:nvSpPr>
        <p:spPr>
          <a:xfrm xmlns:a="http://schemas.openxmlformats.org/drawingml/2006/main">
            <a:off x="7134225" y="5314950"/>
            <a:ext cx="9525" cy="495300"/>
          </a:xfrm>
          <a:custGeom xmlns:a="http://schemas.openxmlformats.org/drawingml/2006/main">
            <a:pathLst>
              <a:path w="9525" h="495300">
                <a:moveTo>
                  <a:pt x="0" y="0"/>
                </a:moveTo>
                <a:lnTo>
                  <a:pt x="0" y="495300"/>
                </a:lnTo>
              </a:path>
            </a:pathLst>
          </a:custGeom>
          <a:noFill xmlns:a="http://schemas.openxmlformats.org/drawingml/2006/main"/>
          <a:ln xmlns:a="http://schemas.openxmlformats.org/drawingml/2006/main" w="25718">
            <a:solidFill>
              <a:srgbClr val="1572C3"/>
            </a:solidFill>
          </a:ln>
        </p:spPr>
      </p:sp>
      <p:sp>
        <p:nvSpPr>
          <p:cNvPr id="142" name="wire-575">
            <a:extLst xmlns:a="http://schemas.openxmlformats.org/drawingml/2006/main">
              <a:ext uri="{FF2B5EF4-FFF2-40B4-BE49-F238E27FC236}">
                <a16:creationId xmlns:a16="http://schemas.microsoft.com/office/drawing/2014/main" id="{FD091E2D-ECAA-4ABB-845D-1834B7FBDCFD}"/>
              </a:ext>
            </a:extLst>
          </p:cNvPr>
          <p:cNvSpPr>
            <a:spLocks xmlns:a="http://schemas.openxmlformats.org/drawingml/2006/main" noGrp="1"/>
          </p:cNvSpPr>
          <p:nvPr/>
        </p:nvSpPr>
        <p:spPr>
          <a:xfrm xmlns:a="http://schemas.openxmlformats.org/drawingml/2006/main">
            <a:off x="3619500" y="5810250"/>
            <a:ext cx="3514725" cy="9525"/>
          </a:xfrm>
          <a:custGeom xmlns:a="http://schemas.openxmlformats.org/drawingml/2006/main">
            <a:pathLst>
              <a:path w="3514725" h="9525">
                <a:moveTo>
                  <a:pt x="3514725" y="0"/>
                </a:moveTo>
                <a:lnTo>
                  <a:pt x="0" y="0"/>
                </a:lnTo>
              </a:path>
            </a:pathLst>
          </a:custGeom>
          <a:noFill xmlns:a="http://schemas.openxmlformats.org/drawingml/2006/main"/>
          <a:ln xmlns:a="http://schemas.openxmlformats.org/drawingml/2006/main" w="25718">
            <a:solidFill>
              <a:srgbClr val="1572C3"/>
            </a:solidFill>
          </a:ln>
        </p:spPr>
      </p:sp>
      <p:sp>
        <p:nvSpPr>
          <p:cNvPr id="143" name="wire-576">
            <a:extLst xmlns:a="http://schemas.openxmlformats.org/drawingml/2006/main">
              <a:ext uri="{FF2B5EF4-FFF2-40B4-BE49-F238E27FC236}">
                <a16:creationId xmlns:a16="http://schemas.microsoft.com/office/drawing/2014/main" id="{A6679CAB-E4D6-42ED-A492-CDD66C81E872}"/>
              </a:ext>
            </a:extLst>
          </p:cNvPr>
          <p:cNvSpPr>
            <a:spLocks xmlns:a="http://schemas.openxmlformats.org/drawingml/2006/main" noGrp="1"/>
          </p:cNvSpPr>
          <p:nvPr/>
        </p:nvSpPr>
        <p:spPr>
          <a:xfrm xmlns:a="http://schemas.openxmlformats.org/drawingml/2006/main">
            <a:off x="3619500" y="5153025"/>
            <a:ext cx="9525" cy="657225"/>
          </a:xfrm>
          <a:custGeom xmlns:a="http://schemas.openxmlformats.org/drawingml/2006/main">
            <a:pathLst>
              <a:path w="9525" h="657225">
                <a:moveTo>
                  <a:pt x="0" y="657225"/>
                </a:moveTo>
                <a:lnTo>
                  <a:pt x="0" y="0"/>
                </a:lnTo>
              </a:path>
            </a:pathLst>
          </a:custGeom>
          <a:noFill xmlns:a="http://schemas.openxmlformats.org/drawingml/2006/main"/>
          <a:ln xmlns:a="http://schemas.openxmlformats.org/drawingml/2006/main" w="25718">
            <a:solidFill>
              <a:srgbClr val="1572C3"/>
            </a:solidFill>
          </a:ln>
        </p:spPr>
      </p:sp>
      <p:sp>
        <p:nvSpPr>
          <p:cNvPr id="144" name="wire-577">
            <a:extLst xmlns:a="http://schemas.openxmlformats.org/drawingml/2006/main">
              <a:ext uri="{FF2B5EF4-FFF2-40B4-BE49-F238E27FC236}">
                <a16:creationId xmlns:a16="http://schemas.microsoft.com/office/drawing/2014/main" id="{B7B93D9C-91D9-4E84-BD6E-ECD74E198D89}"/>
              </a:ext>
            </a:extLst>
          </p:cNvPr>
          <p:cNvSpPr>
            <a:spLocks xmlns:a="http://schemas.openxmlformats.org/drawingml/2006/main" noGrp="1"/>
          </p:cNvSpPr>
          <p:nvPr/>
        </p:nvSpPr>
        <p:spPr>
          <a:xfrm xmlns:a="http://schemas.openxmlformats.org/drawingml/2006/main">
            <a:off x="3619500" y="5153025"/>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5718">
            <a:solidFill>
              <a:srgbClr val="1572C3"/>
            </a:solidFill>
          </a:ln>
        </p:spPr>
      </p:sp>
      <p:sp>
        <p:nvSpPr>
          <p:cNvPr id="145" name="circuit-578">
            <a:extLst xmlns:a="http://schemas.openxmlformats.org/drawingml/2006/main">
              <a:ext uri="{FF2B5EF4-FFF2-40B4-BE49-F238E27FC236}">
                <a16:creationId xmlns:a16="http://schemas.microsoft.com/office/drawing/2014/main" id="{AB9A52D7-CF10-43E1-AD6E-E7B621DCC9F5}"/>
              </a:ext>
            </a:extLst>
          </p:cNvPr>
          <p:cNvSpPr>
            <a:spLocks xmlns:a="http://schemas.openxmlformats.org/drawingml/2006/main" noGrp="1"/>
          </p:cNvSpPr>
          <p:nvPr/>
        </p:nvSpPr>
        <p:spPr>
          <a:xfrm xmlns:a="http://schemas.openxmlformats.org/drawingml/2006/main">
            <a:off x="3714750" y="512159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46" name="wire-579">
            <a:extLst xmlns:a="http://schemas.openxmlformats.org/drawingml/2006/main">
              <a:ext uri="{FF2B5EF4-FFF2-40B4-BE49-F238E27FC236}">
                <a16:creationId xmlns:a16="http://schemas.microsoft.com/office/drawing/2014/main" id="{9C724CBB-110A-40D7-BA65-6ACC16F8FBC6}"/>
              </a:ext>
            </a:extLst>
          </p:cNvPr>
          <p:cNvSpPr>
            <a:spLocks xmlns:a="http://schemas.openxmlformats.org/drawingml/2006/main" noGrp="1"/>
          </p:cNvSpPr>
          <p:nvPr/>
        </p:nvSpPr>
        <p:spPr>
          <a:xfrm xmlns:a="http://schemas.openxmlformats.org/drawingml/2006/main">
            <a:off x="2028825" y="5105400"/>
            <a:ext cx="9525" cy="419100"/>
          </a:xfrm>
          <a:custGeom xmlns:a="http://schemas.openxmlformats.org/drawingml/2006/main">
            <a:pathLst>
              <a:path w="9525" h="419100">
                <a:moveTo>
                  <a:pt x="0" y="0"/>
                </a:moveTo>
                <a:lnTo>
                  <a:pt x="0" y="419100"/>
                </a:lnTo>
              </a:path>
            </a:pathLst>
          </a:custGeom>
          <a:noFill xmlns:a="http://schemas.openxmlformats.org/drawingml/2006/main"/>
          <a:ln xmlns:a="http://schemas.openxmlformats.org/drawingml/2006/main" w="20003">
            <a:solidFill>
              <a:srgbClr val="9FA9B9"/>
            </a:solidFill>
          </a:ln>
        </p:spPr>
      </p:sp>
      <p:sp>
        <p:nvSpPr>
          <p:cNvPr id="147" name="wire-580">
            <a:extLst xmlns:a="http://schemas.openxmlformats.org/drawingml/2006/main">
              <a:ext uri="{FF2B5EF4-FFF2-40B4-BE49-F238E27FC236}">
                <a16:creationId xmlns:a16="http://schemas.microsoft.com/office/drawing/2014/main" id="{9C61F2F8-3219-4771-8D32-50CAD3A683E3}"/>
              </a:ext>
            </a:extLst>
          </p:cNvPr>
          <p:cNvSpPr>
            <a:spLocks xmlns:a="http://schemas.openxmlformats.org/drawingml/2006/main" noGrp="1"/>
          </p:cNvSpPr>
          <p:nvPr/>
        </p:nvSpPr>
        <p:spPr>
          <a:xfrm xmlns:a="http://schemas.openxmlformats.org/drawingml/2006/main">
            <a:off x="2028825" y="5524500"/>
            <a:ext cx="5133975" cy="9525"/>
          </a:xfrm>
          <a:custGeom xmlns:a="http://schemas.openxmlformats.org/drawingml/2006/main">
            <a:pathLst>
              <a:path w="5133975" h="9525">
                <a:moveTo>
                  <a:pt x="0" y="0"/>
                </a:moveTo>
                <a:lnTo>
                  <a:pt x="5133975" y="0"/>
                </a:lnTo>
              </a:path>
            </a:pathLst>
          </a:custGeom>
          <a:noFill xmlns:a="http://schemas.openxmlformats.org/drawingml/2006/main"/>
          <a:ln xmlns:a="http://schemas.openxmlformats.org/drawingml/2006/main" w="20003">
            <a:solidFill>
              <a:srgbClr val="9FA9B9"/>
            </a:solidFill>
          </a:ln>
        </p:spPr>
      </p:sp>
      <p:sp>
        <p:nvSpPr>
          <p:cNvPr id="148" name="wire-581">
            <a:extLst xmlns:a="http://schemas.openxmlformats.org/drawingml/2006/main">
              <a:ext uri="{FF2B5EF4-FFF2-40B4-BE49-F238E27FC236}">
                <a16:creationId xmlns:a16="http://schemas.microsoft.com/office/drawing/2014/main" id="{2FB4B3ED-798A-470E-9594-5DE16764EA9E}"/>
              </a:ext>
            </a:extLst>
          </p:cNvPr>
          <p:cNvSpPr>
            <a:spLocks xmlns:a="http://schemas.openxmlformats.org/drawingml/2006/main" noGrp="1"/>
          </p:cNvSpPr>
          <p:nvPr/>
        </p:nvSpPr>
        <p:spPr>
          <a:xfrm xmlns:a="http://schemas.openxmlformats.org/drawingml/2006/main">
            <a:off x="7162800" y="3886200"/>
            <a:ext cx="9525" cy="1638300"/>
          </a:xfrm>
          <a:custGeom xmlns:a="http://schemas.openxmlformats.org/drawingml/2006/main">
            <a:pathLst>
              <a:path w="9525" h="1638300">
                <a:moveTo>
                  <a:pt x="0" y="1638300"/>
                </a:moveTo>
                <a:lnTo>
                  <a:pt x="0" y="0"/>
                </a:lnTo>
              </a:path>
            </a:pathLst>
          </a:custGeom>
          <a:noFill xmlns:a="http://schemas.openxmlformats.org/drawingml/2006/main"/>
          <a:ln xmlns:a="http://schemas.openxmlformats.org/drawingml/2006/main" w="20003">
            <a:solidFill>
              <a:srgbClr val="9FA9B9"/>
            </a:solidFill>
          </a:ln>
        </p:spPr>
      </p:sp>
      <p:sp>
        <p:nvSpPr>
          <p:cNvPr id="149" name="wire-582">
            <a:extLst xmlns:a="http://schemas.openxmlformats.org/drawingml/2006/main">
              <a:ext uri="{FF2B5EF4-FFF2-40B4-BE49-F238E27FC236}">
                <a16:creationId xmlns:a16="http://schemas.microsoft.com/office/drawing/2014/main" id="{93441416-BD93-40F0-8BFC-E27B6499EAC3}"/>
              </a:ext>
            </a:extLst>
          </p:cNvPr>
          <p:cNvSpPr>
            <a:spLocks xmlns:a="http://schemas.openxmlformats.org/drawingml/2006/main" noGrp="1"/>
          </p:cNvSpPr>
          <p:nvPr/>
        </p:nvSpPr>
        <p:spPr>
          <a:xfrm xmlns:a="http://schemas.openxmlformats.org/drawingml/2006/main">
            <a:off x="7162800" y="38862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003">
            <a:solidFill>
              <a:srgbClr val="9FA9B9"/>
            </a:solidFill>
          </a:ln>
        </p:spPr>
      </p:sp>
      <p:sp>
        <p:nvSpPr>
          <p:cNvPr id="150" name="circuit-583">
            <a:extLst xmlns:a="http://schemas.openxmlformats.org/drawingml/2006/main">
              <a:ext uri="{FF2B5EF4-FFF2-40B4-BE49-F238E27FC236}">
                <a16:creationId xmlns:a16="http://schemas.microsoft.com/office/drawing/2014/main" id="{A7D4EC1C-1AE5-4152-AB14-2CD1138D474C}"/>
              </a:ext>
            </a:extLst>
          </p:cNvPr>
          <p:cNvSpPr>
            <a:spLocks xmlns:a="http://schemas.openxmlformats.org/drawingml/2006/main" noGrp="1"/>
          </p:cNvSpPr>
          <p:nvPr/>
        </p:nvSpPr>
        <p:spPr>
          <a:xfrm xmlns:a="http://schemas.openxmlformats.org/drawingml/2006/main">
            <a:off x="7162800" y="3854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51" name="wire-584">
            <a:extLst xmlns:a="http://schemas.openxmlformats.org/drawingml/2006/main">
              <a:ext uri="{FF2B5EF4-FFF2-40B4-BE49-F238E27FC236}">
                <a16:creationId xmlns:a16="http://schemas.microsoft.com/office/drawing/2014/main" id="{3E41465B-1FEE-4B9E-80EB-76ED3D2607DD}"/>
              </a:ext>
            </a:extLst>
          </p:cNvPr>
          <p:cNvSpPr>
            <a:spLocks xmlns:a="http://schemas.openxmlformats.org/drawingml/2006/main" noGrp="1"/>
          </p:cNvSpPr>
          <p:nvPr/>
        </p:nvSpPr>
        <p:spPr>
          <a:xfrm xmlns:a="http://schemas.openxmlformats.org/drawingml/2006/main">
            <a:off x="7048500" y="4076700"/>
            <a:ext cx="190500" cy="9525"/>
          </a:xfrm>
          <a:custGeom xmlns:a="http://schemas.openxmlformats.org/drawingml/2006/main">
            <a:pathLst>
              <a:path w="190500" h="9525">
                <a:moveTo>
                  <a:pt x="190500" y="0"/>
                </a:moveTo>
                <a:lnTo>
                  <a:pt x="0" y="0"/>
                </a:lnTo>
              </a:path>
            </a:pathLst>
          </a:custGeom>
          <a:noFill xmlns:a="http://schemas.openxmlformats.org/drawingml/2006/main"/>
          <a:ln xmlns:a="http://schemas.openxmlformats.org/drawingml/2006/main" w="20003">
            <a:solidFill>
              <a:srgbClr val="9FA9B9"/>
            </a:solidFill>
          </a:ln>
        </p:spPr>
      </p:sp>
      <p:sp>
        <p:nvSpPr>
          <p:cNvPr id="152" name="wire-585">
            <a:extLst xmlns:a="http://schemas.openxmlformats.org/drawingml/2006/main">
              <a:ext uri="{FF2B5EF4-FFF2-40B4-BE49-F238E27FC236}">
                <a16:creationId xmlns:a16="http://schemas.microsoft.com/office/drawing/2014/main" id="{4A3B9C7F-23AF-4D12-BE70-09DEF7BFEC84}"/>
              </a:ext>
            </a:extLst>
          </p:cNvPr>
          <p:cNvSpPr>
            <a:spLocks xmlns:a="http://schemas.openxmlformats.org/drawingml/2006/main" noGrp="1"/>
          </p:cNvSpPr>
          <p:nvPr/>
        </p:nvSpPr>
        <p:spPr>
          <a:xfrm xmlns:a="http://schemas.openxmlformats.org/drawingml/2006/main">
            <a:off x="7048500" y="4076700"/>
            <a:ext cx="9525" cy="1581150"/>
          </a:xfrm>
          <a:custGeom xmlns:a="http://schemas.openxmlformats.org/drawingml/2006/main">
            <a:pathLst>
              <a:path w="9525" h="1581150">
                <a:moveTo>
                  <a:pt x="0" y="0"/>
                </a:moveTo>
                <a:lnTo>
                  <a:pt x="0" y="1581150"/>
                </a:lnTo>
              </a:path>
            </a:pathLst>
          </a:custGeom>
          <a:noFill xmlns:a="http://schemas.openxmlformats.org/drawingml/2006/main"/>
          <a:ln xmlns:a="http://schemas.openxmlformats.org/drawingml/2006/main" w="20003">
            <a:solidFill>
              <a:srgbClr val="9FA9B9"/>
            </a:solidFill>
          </a:ln>
        </p:spPr>
      </p:sp>
      <p:sp>
        <p:nvSpPr>
          <p:cNvPr id="153" name="wire-586">
            <a:extLst xmlns:a="http://schemas.openxmlformats.org/drawingml/2006/main">
              <a:ext uri="{FF2B5EF4-FFF2-40B4-BE49-F238E27FC236}">
                <a16:creationId xmlns:a16="http://schemas.microsoft.com/office/drawing/2014/main" id="{EDACAFEF-D5D7-40BE-AB5C-90B2DDEBFC05}"/>
              </a:ext>
            </a:extLst>
          </p:cNvPr>
          <p:cNvSpPr>
            <a:spLocks xmlns:a="http://schemas.openxmlformats.org/drawingml/2006/main" noGrp="1"/>
          </p:cNvSpPr>
          <p:nvPr/>
        </p:nvSpPr>
        <p:spPr>
          <a:xfrm xmlns:a="http://schemas.openxmlformats.org/drawingml/2006/main">
            <a:off x="2857500" y="5657850"/>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20003">
            <a:solidFill>
              <a:srgbClr val="9FA9B9"/>
            </a:solidFill>
          </a:ln>
        </p:spPr>
      </p:sp>
      <p:sp>
        <p:nvSpPr>
          <p:cNvPr id="154" name="wire-587">
            <a:extLst xmlns:a="http://schemas.openxmlformats.org/drawingml/2006/main">
              <a:ext uri="{FF2B5EF4-FFF2-40B4-BE49-F238E27FC236}">
                <a16:creationId xmlns:a16="http://schemas.microsoft.com/office/drawing/2014/main" id="{03EB4C93-434B-4EFB-AED6-D42C90891753}"/>
              </a:ext>
            </a:extLst>
          </p:cNvPr>
          <p:cNvSpPr>
            <a:spLocks xmlns:a="http://schemas.openxmlformats.org/drawingml/2006/main" noGrp="1"/>
          </p:cNvSpPr>
          <p:nvPr/>
        </p:nvSpPr>
        <p:spPr>
          <a:xfrm xmlns:a="http://schemas.openxmlformats.org/drawingml/2006/main">
            <a:off x="2857500" y="5105400"/>
            <a:ext cx="9525" cy="552450"/>
          </a:xfrm>
          <a:custGeom xmlns:a="http://schemas.openxmlformats.org/drawingml/2006/main">
            <a:pathLst>
              <a:path w="9525" h="552450">
                <a:moveTo>
                  <a:pt x="0" y="552450"/>
                </a:moveTo>
                <a:lnTo>
                  <a:pt x="0" y="0"/>
                </a:lnTo>
              </a:path>
            </a:pathLst>
          </a:custGeom>
          <a:noFill xmlns:a="http://schemas.openxmlformats.org/drawingml/2006/main"/>
          <a:ln xmlns:a="http://schemas.openxmlformats.org/drawingml/2006/main" w="20003">
            <a:solidFill>
              <a:srgbClr val="9FA9B9"/>
            </a:solidFill>
          </a:ln>
        </p:spPr>
      </p:sp>
      <p:sp>
        <p:nvSpPr>
          <p:cNvPr id="155" name="circuit-588">
            <a:extLst xmlns:a="http://schemas.openxmlformats.org/drawingml/2006/main">
              <a:ext uri="{FF2B5EF4-FFF2-40B4-BE49-F238E27FC236}">
                <a16:creationId xmlns:a16="http://schemas.microsoft.com/office/drawing/2014/main" id="{1A42DD23-D821-4E26-B165-3727164254BC}"/>
              </a:ext>
            </a:extLst>
          </p:cNvPr>
          <p:cNvSpPr>
            <a:spLocks xmlns:a="http://schemas.openxmlformats.org/drawingml/2006/main" noGrp="1"/>
          </p:cNvSpPr>
          <p:nvPr/>
        </p:nvSpPr>
        <p:spPr>
          <a:xfrm xmlns:a="http://schemas.openxmlformats.org/drawingml/2006/main">
            <a:off x="2826068" y="5105400"/>
            <a:ext cx="62865" cy="76200"/>
          </a:xfrm>
          <a:custGeom xmlns:a="http://schemas.openxmlformats.org/drawingml/2006/main">
            <a:pathLst>
              <a:path w="62865" h="76200">
                <a:moveTo>
                  <a:pt x="31433" y="0"/>
                </a:moveTo>
                <a:lnTo>
                  <a:pt x="0" y="76200"/>
                </a:lnTo>
                <a:lnTo>
                  <a:pt x="62865" y="76200"/>
                </a:lnTo>
                <a:close/>
              </a:path>
            </a:pathLst>
          </a:custGeom>
          <a:solidFill xmlns:a="http://schemas.openxmlformats.org/drawingml/2006/main">
            <a:srgbClr val="9FA9B9"/>
          </a:solidFill>
          <a:ln xmlns:a="http://schemas.openxmlformats.org/drawingml/2006/main" w="9525">
            <a:solidFill>
              <a:srgbClr val="9FA9B9"/>
            </a:solidFill>
          </a:ln>
        </p:spPr>
      </p:sp>
      <p:sp>
        <p:nvSpPr>
          <p:cNvPr id="156" name="text-589">
            <a:extLst xmlns:a="http://schemas.openxmlformats.org/drawingml/2006/main">
              <a:ext uri="{FF2B5EF4-FFF2-40B4-BE49-F238E27FC236}">
                <a16:creationId xmlns:a16="http://schemas.microsoft.com/office/drawing/2014/main" id="{1285E6B0-23BD-49F4-8006-13A3D45D6603}"/>
              </a:ext>
            </a:extLst>
          </p:cNvPr>
          <p:cNvSpPr>
            <a:spLocks xmlns:a="http://schemas.openxmlformats.org/drawingml/2006/main" noGrp="1"/>
          </p:cNvSpPr>
          <p:nvPr/>
        </p:nvSpPr>
        <p:spPr>
          <a:xfrm xmlns:a="http://schemas.openxmlformats.org/drawingml/2006/main">
            <a:off x="609600" y="61436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コピーした命令を、前の図と同じ経路で読み、実行する</a:t>
            </a:r>
          </a:p>
        </p:txBody>
      </p:sp>
      <p:sp>
        <p:nvSpPr>
          <p:cNvPr id="157" name="text-590">
            <a:extLst xmlns:a="http://schemas.openxmlformats.org/drawingml/2006/main">
              <a:ext uri="{FF2B5EF4-FFF2-40B4-BE49-F238E27FC236}">
                <a16:creationId xmlns:a16="http://schemas.microsoft.com/office/drawing/2014/main" id="{62CABF8E-110A-4703-B233-31BECAAEA816}"/>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7</a:t>
            </a:r>
          </a:p>
        </p:txBody>
      </p:sp>
      <p:sp>
        <p:nvSpPr>
          <p:cNvPr id="158" name="text-591">
            <a:extLst xmlns:a="http://schemas.openxmlformats.org/drawingml/2006/main">
              <a:ext uri="{FF2B5EF4-FFF2-40B4-BE49-F238E27FC236}">
                <a16:creationId xmlns:a16="http://schemas.microsoft.com/office/drawing/2014/main" id="{B0CC2132-6B8E-484F-B07A-546F9ACE1885}"/>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CPUが制御回路を操作して読み書きする。SDカードとDDR3を直接つなぐ線はない</a:t>
            </a:r>
          </a:p>
        </p:txBody>
      </p:sp>
    </p:spTree>
    <p:extLst>
      <p:ext uri="{BB962C8B-B14F-4D97-AF65-F5344CB8AC3E}">
        <p14:creationId xmlns:p14="http://schemas.microsoft.com/office/powerpoint/2010/main" val="207283927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3" name="text-592">
            <a:extLst xmlns:a="http://schemas.openxmlformats.org/drawingml/2006/main">
              <a:ext uri="{FF2B5EF4-FFF2-40B4-BE49-F238E27FC236}">
                <a16:creationId xmlns:a16="http://schemas.microsoft.com/office/drawing/2014/main" id="{79ED8B32-5887-4B26-A150-C12FE6D5DA8D}"/>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8</a:t>
            </a:r>
          </a:p>
        </p:txBody>
      </p:sp>
      <p:sp>
        <p:nvSpPr>
          <p:cNvPr id="2" name="text-593">
            <a:extLst xmlns:a="http://schemas.openxmlformats.org/drawingml/2006/main">
              <a:ext uri="{FF2B5EF4-FFF2-40B4-BE49-F238E27FC236}">
                <a16:creationId xmlns:a16="http://schemas.microsoft.com/office/drawing/2014/main" id="{F8FA2DD5-4183-4386-B3F3-C527C9AE8F80}"/>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描画回路を追加し、swで描画命令を渡す</a:t>
            </a:r>
          </a:p>
        </p:txBody>
      </p:sp>
      <p:sp>
        <p:nvSpPr>
          <p:cNvPr id="3" name="text-594">
            <a:extLst xmlns:a="http://schemas.openxmlformats.org/drawingml/2006/main">
              <a:ext uri="{FF2B5EF4-FFF2-40B4-BE49-F238E27FC236}">
                <a16:creationId xmlns:a16="http://schemas.microsoft.com/office/drawing/2014/main" id="{391702D0-83B4-42C8-9139-02785FABF50D}"/>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8</a:t>
            </a:r>
          </a:p>
        </p:txBody>
      </p:sp>
      <p:sp>
        <p:nvSpPr>
          <p:cNvPr id="4" name="text-595">
            <a:extLst xmlns:a="http://schemas.openxmlformats.org/drawingml/2006/main">
              <a:ext uri="{FF2B5EF4-FFF2-40B4-BE49-F238E27FC236}">
                <a16:creationId xmlns:a16="http://schemas.microsoft.com/office/drawing/2014/main" id="{EDCB5359-F2F2-4EF0-9B15-E36C1536DBAB}"/>
              </a:ext>
            </a:extLst>
          </p:cNvPr>
          <p:cNvSpPr>
            <a:spLocks xmlns:a="http://schemas.openxmlformats.org/drawingml/2006/main" noGrp="1"/>
          </p:cNvSpPr>
          <p:nvPr/>
        </p:nvSpPr>
        <p:spPr>
          <a:xfrm xmlns:a="http://schemas.openxmlformats.org/drawingml/2006/main">
            <a:off x="609600" y="12287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sw x1, 0(x2)　：　描画用の番地Bへ、数値Dを書く</a:t>
            </a:r>
          </a:p>
        </p:txBody>
      </p:sp>
      <p:sp>
        <p:nvSpPr>
          <p:cNvPr id="5" name="board-stable-board">
            <a:extLst xmlns:a="http://schemas.openxmlformats.org/drawingml/2006/main">
              <a:ext uri="{FF2B5EF4-FFF2-40B4-BE49-F238E27FC236}">
                <a16:creationId xmlns:a16="http://schemas.microsoft.com/office/drawing/2014/main" id="{65D0427B-6A75-46DB-BA43-1D35729E5F4A}"/>
              </a:ext>
            </a:extLst>
          </p:cNvPr>
          <p:cNvSpPr>
            <a:spLocks xmlns:a="http://schemas.openxmlformats.org/drawingml/2006/main" noGrp="1"/>
          </p:cNvSpPr>
          <p:nvPr/>
        </p:nvSpPr>
        <p:spPr>
          <a:xfrm xmlns:a="http://schemas.openxmlformats.org/drawingml/2006/main">
            <a:off x="457200" y="2076450"/>
            <a:ext cx="11277600" cy="39814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597">
            <a:extLst xmlns:a="http://schemas.openxmlformats.org/drawingml/2006/main">
              <a:ext uri="{FF2B5EF4-FFF2-40B4-BE49-F238E27FC236}">
                <a16:creationId xmlns:a16="http://schemas.microsoft.com/office/drawing/2014/main" id="{008737D5-64B0-4ED1-8A5F-B4B43C8B5BA4}"/>
              </a:ext>
            </a:extLst>
          </p:cNvPr>
          <p:cNvSpPr>
            <a:spLocks xmlns:a="http://schemas.openxmlformats.org/drawingml/2006/main" noGrp="1"/>
          </p:cNvSpPr>
          <p:nvPr/>
        </p:nvSpPr>
        <p:spPr>
          <a:xfrm xmlns:a="http://schemas.openxmlformats.org/drawingml/2006/main">
            <a:off x="590550" y="2133600"/>
            <a:ext cx="647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FPGAボード / Nexys Video</a:t>
            </a:r>
          </a:p>
        </p:txBody>
      </p:sp>
      <p:sp>
        <p:nvSpPr>
          <p:cNvPr id="7" name="text-598">
            <a:extLst xmlns:a="http://schemas.openxmlformats.org/drawingml/2006/main">
              <a:ext uri="{FF2B5EF4-FFF2-40B4-BE49-F238E27FC236}">
                <a16:creationId xmlns:a16="http://schemas.microsoft.com/office/drawing/2014/main" id="{E62698EE-B670-44D8-B1B4-EEB79EF1A557}"/>
              </a:ext>
            </a:extLst>
          </p:cNvPr>
          <p:cNvSpPr>
            <a:spLocks xmlns:a="http://schemas.openxmlformats.org/drawingml/2006/main" noGrp="1"/>
          </p:cNvSpPr>
          <p:nvPr/>
        </p:nvSpPr>
        <p:spPr>
          <a:xfrm xmlns:a="http://schemas.openxmlformats.org/drawingml/2006/main">
            <a:off x="9953625" y="2466975"/>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Yu Gothic"/>
                <a:ea typeface="Yu Gothic"/>
                <a:cs typeface="Yu Gothic"/>
              </a:defRPr>
            </a:defPPr>
            <a:lvl1pPr algn="ctr">
              <a:defRPr sz="1500" b="1">
                <a:solidFill>
                  <a:srgbClr val="231F20"/>
                </a:solidFill>
                <a:latin typeface="Yu Gothic"/>
                <a:ea typeface="Yu Gothic"/>
                <a:cs typeface="Yu Gothic"/>
              </a:defRPr>
            </a:lvl1pPr>
            <a:lvl2pPr algn="ctr">
              <a:defRPr sz="1500" b="1">
                <a:solidFill>
                  <a:srgbClr val="231F20"/>
                </a:solidFill>
                <a:latin typeface="Yu Gothic"/>
                <a:ea typeface="Yu Gothic"/>
                <a:cs typeface="Yu Gothic"/>
              </a:defRPr>
            </a:lvl2pPr>
            <a:lvl3pPr algn="ctr">
              <a:defRPr sz="1500" b="1">
                <a:solidFill>
                  <a:srgbClr val="231F20"/>
                </a:solidFill>
                <a:latin typeface="Yu Gothic"/>
                <a:ea typeface="Yu Gothic"/>
                <a:cs typeface="Yu Gothic"/>
              </a:defRPr>
            </a:lvl3pPr>
            <a:lvl4pPr algn="ctr">
              <a:defRPr sz="1500" b="1">
                <a:solidFill>
                  <a:srgbClr val="231F20"/>
                </a:solidFill>
                <a:latin typeface="Yu Gothic"/>
                <a:ea typeface="Yu Gothic"/>
                <a:cs typeface="Yu Gothic"/>
              </a:defRPr>
            </a:lvl4pPr>
            <a:lvl5pPr algn="ctr">
              <a:defRPr sz="1500" b="1">
                <a:solidFill>
                  <a:srgbClr val="231F20"/>
                </a:solidFill>
                <a:latin typeface="Yu Gothic"/>
                <a:ea typeface="Yu Gothic"/>
                <a:cs typeface="Yu Gothic"/>
              </a:defRPr>
            </a:lvl5pPr>
            <a:lvl6pPr algn="ctr">
              <a:defRPr sz="1500" b="1">
                <a:solidFill>
                  <a:srgbClr val="231F20"/>
                </a:solidFill>
                <a:latin typeface="Yu Gothic"/>
                <a:ea typeface="Yu Gothic"/>
                <a:cs typeface="Yu Gothic"/>
              </a:defRPr>
            </a:lvl6pPr>
            <a:lvl7pPr algn="ctr">
              <a:defRPr sz="1500" b="1">
                <a:solidFill>
                  <a:srgbClr val="231F20"/>
                </a:solidFill>
                <a:latin typeface="Yu Gothic"/>
                <a:ea typeface="Yu Gothic"/>
                <a:cs typeface="Yu Gothic"/>
              </a:defRPr>
            </a:lvl7pPr>
            <a:lvl8pPr algn="ctr">
              <a:defRPr sz="1500" b="1">
                <a:solidFill>
                  <a:srgbClr val="231F20"/>
                </a:solidFill>
                <a:latin typeface="Yu Gothic"/>
                <a:ea typeface="Yu Gothic"/>
                <a:cs typeface="Yu Gothic"/>
              </a:defRPr>
            </a:lvl8pPr>
            <a:lvl9pPr algn="ctr">
              <a:defRPr sz="1500" b="1">
                <a:solidFill>
                  <a:srgbClr val="231F20"/>
                </a:solidFill>
                <a:latin typeface="Yu Gothic"/>
                <a:ea typeface="Yu Gothic"/>
                <a:cs typeface="Yu Gothic"/>
              </a:defRPr>
            </a:lvl9pPr>
          </a:lstStyle>
          <a:p xmlns:a="http://schemas.openxmlformats.org/drawingml/2006/main">
            <a:pPr algn="ctr">
              <a:defRPr sz="1500" b="1">
                <a:solidFill>
                  <a:srgbClr val="231F20"/>
                </a:solidFill>
                <a:latin typeface="Yu Gothic"/>
                <a:ea typeface="Yu Gothic"/>
                <a:cs typeface="Yu Gothic"/>
              </a:defRPr>
            </a:pPr>
            <a:r>
              <a:rPr sz="1500" b="1">
                <a:solidFill>
                  <a:srgbClr val="231F20"/>
                </a:solidFill>
                <a:latin typeface="Yu Gothic"/>
                <a:ea typeface="Yu Gothic"/>
                <a:cs typeface="Yu Gothic"/>
              </a:rPr>
              <a:t>チップ外の部品</a:t>
            </a:r>
          </a:p>
        </p:txBody>
      </p:sp>
      <p:sp>
        <p:nvSpPr>
          <p:cNvPr id="8" name="board-stable-chip">
            <a:extLst xmlns:a="http://schemas.openxmlformats.org/drawingml/2006/main">
              <a:ext uri="{FF2B5EF4-FFF2-40B4-BE49-F238E27FC236}">
                <a16:creationId xmlns:a16="http://schemas.microsoft.com/office/drawing/2014/main" id="{BA6DC275-CE02-4E00-B4B4-E6E802D233B4}"/>
              </a:ext>
            </a:extLst>
          </p:cNvPr>
          <p:cNvSpPr>
            <a:spLocks xmlns:a="http://schemas.openxmlformats.org/drawingml/2006/main" noGrp="1"/>
          </p:cNvSpPr>
          <p:nvPr/>
        </p:nvSpPr>
        <p:spPr>
          <a:xfrm xmlns:a="http://schemas.openxmlformats.org/drawingml/2006/main">
            <a:off x="638175" y="2514600"/>
            <a:ext cx="9144000" cy="340042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9" name="text-600">
            <a:extLst xmlns:a="http://schemas.openxmlformats.org/drawingml/2006/main">
              <a:ext uri="{FF2B5EF4-FFF2-40B4-BE49-F238E27FC236}">
                <a16:creationId xmlns:a16="http://schemas.microsoft.com/office/drawing/2014/main" id="{49CC43B3-9A07-4729-BFC9-49247F74AB8F}"/>
              </a:ext>
            </a:extLst>
          </p:cNvPr>
          <p:cNvSpPr>
            <a:spLocks xmlns:a="http://schemas.openxmlformats.org/drawingml/2006/main" noGrp="1"/>
          </p:cNvSpPr>
          <p:nvPr/>
        </p:nvSpPr>
        <p:spPr>
          <a:xfrm xmlns:a="http://schemas.openxmlformats.org/drawingml/2006/main">
            <a:off x="762000" y="2533650"/>
            <a:ext cx="238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Yu Gothic"/>
                <a:ea typeface="Yu Gothic"/>
                <a:cs typeface="Yu Gothic"/>
              </a:defRPr>
            </a:defPPr>
            <a:lvl1pPr algn="l">
              <a:defRPr sz="1725" b="1">
                <a:solidFill>
                  <a:srgbClr val="1572C3"/>
                </a:solidFill>
                <a:latin typeface="Yu Gothic"/>
                <a:ea typeface="Yu Gothic"/>
                <a:cs typeface="Yu Gothic"/>
              </a:defRPr>
            </a:lvl1pPr>
            <a:lvl2pPr algn="l">
              <a:defRPr sz="1725" b="1">
                <a:solidFill>
                  <a:srgbClr val="1572C3"/>
                </a:solidFill>
                <a:latin typeface="Yu Gothic"/>
                <a:ea typeface="Yu Gothic"/>
                <a:cs typeface="Yu Gothic"/>
              </a:defRPr>
            </a:lvl2pPr>
            <a:lvl3pPr algn="l">
              <a:defRPr sz="1725" b="1">
                <a:solidFill>
                  <a:srgbClr val="1572C3"/>
                </a:solidFill>
                <a:latin typeface="Yu Gothic"/>
                <a:ea typeface="Yu Gothic"/>
                <a:cs typeface="Yu Gothic"/>
              </a:defRPr>
            </a:lvl3pPr>
            <a:lvl4pPr algn="l">
              <a:defRPr sz="1725" b="1">
                <a:solidFill>
                  <a:srgbClr val="1572C3"/>
                </a:solidFill>
                <a:latin typeface="Yu Gothic"/>
                <a:ea typeface="Yu Gothic"/>
                <a:cs typeface="Yu Gothic"/>
              </a:defRPr>
            </a:lvl4pPr>
            <a:lvl5pPr algn="l">
              <a:defRPr sz="1725" b="1">
                <a:solidFill>
                  <a:srgbClr val="1572C3"/>
                </a:solidFill>
                <a:latin typeface="Yu Gothic"/>
                <a:ea typeface="Yu Gothic"/>
                <a:cs typeface="Yu Gothic"/>
              </a:defRPr>
            </a:lvl5pPr>
            <a:lvl6pPr algn="l">
              <a:defRPr sz="1725" b="1">
                <a:solidFill>
                  <a:srgbClr val="1572C3"/>
                </a:solidFill>
                <a:latin typeface="Yu Gothic"/>
                <a:ea typeface="Yu Gothic"/>
                <a:cs typeface="Yu Gothic"/>
              </a:defRPr>
            </a:lvl6pPr>
            <a:lvl7pPr algn="l">
              <a:defRPr sz="1725" b="1">
                <a:solidFill>
                  <a:srgbClr val="1572C3"/>
                </a:solidFill>
                <a:latin typeface="Yu Gothic"/>
                <a:ea typeface="Yu Gothic"/>
                <a:cs typeface="Yu Gothic"/>
              </a:defRPr>
            </a:lvl7pPr>
            <a:lvl8pPr algn="l">
              <a:defRPr sz="1725" b="1">
                <a:solidFill>
                  <a:srgbClr val="1572C3"/>
                </a:solidFill>
                <a:latin typeface="Yu Gothic"/>
                <a:ea typeface="Yu Gothic"/>
                <a:cs typeface="Yu Gothic"/>
              </a:defRPr>
            </a:lvl8pPr>
            <a:lvl9pPr algn="l">
              <a:defRPr sz="1725" b="1">
                <a:solidFill>
                  <a:srgbClr val="1572C3"/>
                </a:solidFill>
                <a:latin typeface="Yu Gothic"/>
                <a:ea typeface="Yu Gothic"/>
                <a:cs typeface="Yu Gothic"/>
              </a:defRPr>
            </a:lvl9pPr>
          </a:lstStyle>
          <a:p xmlns:a="http://schemas.openxmlformats.org/drawingml/2006/main">
            <a:pPr algn="l">
              <a:defRPr sz="1725" b="1">
                <a:solidFill>
                  <a:srgbClr val="1572C3"/>
                </a:solidFill>
                <a:latin typeface="Yu Gothic"/>
                <a:ea typeface="Yu Gothic"/>
                <a:cs typeface="Yu Gothic"/>
              </a:defRPr>
            </a:pPr>
            <a:r>
              <a:rPr sz="1725" b="1">
                <a:solidFill>
                  <a:srgbClr val="1572C3"/>
                </a:solidFill>
                <a:latin typeface="Yu Gothic"/>
                <a:ea typeface="Yu Gothic"/>
                <a:cs typeface="Yu Gothic"/>
              </a:rPr>
              <a:t>FPGAチップ</a:t>
            </a:r>
          </a:p>
        </p:txBody>
      </p:sp>
      <p:sp>
        <p:nvSpPr>
          <p:cNvPr id="10" name="board-stable-card">
            <a:extLst xmlns:a="http://schemas.openxmlformats.org/drawingml/2006/main">
              <a:ext uri="{FF2B5EF4-FFF2-40B4-BE49-F238E27FC236}">
                <a16:creationId xmlns:a16="http://schemas.microsoft.com/office/drawing/2014/main" id="{1D8D21F2-CB7A-43BC-8EF7-7511F7C7946E}"/>
              </a:ext>
            </a:extLst>
          </p:cNvPr>
          <p:cNvSpPr>
            <a:spLocks xmlns:a="http://schemas.openxmlformats.org/drawingml/2006/main" noGrp="1"/>
          </p:cNvSpPr>
          <p:nvPr/>
        </p:nvSpPr>
        <p:spPr>
          <a:xfrm xmlns:a="http://schemas.openxmlformats.org/drawingml/2006/main">
            <a:off x="10010775" y="2857500"/>
            <a:ext cx="1543050" cy="6858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1" name="text-602">
            <a:extLst xmlns:a="http://schemas.openxmlformats.org/drawingml/2006/main">
              <a:ext uri="{FF2B5EF4-FFF2-40B4-BE49-F238E27FC236}">
                <a16:creationId xmlns:a16="http://schemas.microsoft.com/office/drawing/2014/main" id="{BCBBCA04-2831-4CA5-9A8D-94D3B7A0CBB1}"/>
              </a:ext>
            </a:extLst>
          </p:cNvPr>
          <p:cNvSpPr>
            <a:spLocks xmlns:a="http://schemas.openxmlformats.org/drawingml/2006/main" noGrp="1"/>
          </p:cNvSpPr>
          <p:nvPr/>
        </p:nvSpPr>
        <p:spPr>
          <a:xfrm xmlns:a="http://schemas.openxmlformats.org/drawingml/2006/main">
            <a:off x="10086975" y="2914650"/>
            <a:ext cx="13906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9FA9B9"/>
                </a:solidFill>
                <a:latin typeface="Yu Gothic"/>
                <a:ea typeface="Yu Gothic"/>
                <a:cs typeface="Yu Gothic"/>
              </a:defRPr>
            </a:defPPr>
            <a:lvl1pPr algn="ctr">
              <a:defRPr sz="1650" b="1">
                <a:solidFill>
                  <a:srgbClr val="9FA9B9"/>
                </a:solidFill>
                <a:latin typeface="Yu Gothic"/>
                <a:ea typeface="Yu Gothic"/>
                <a:cs typeface="Yu Gothic"/>
              </a:defRPr>
            </a:lvl1pPr>
            <a:lvl2pPr algn="ctr">
              <a:defRPr sz="1650" b="1">
                <a:solidFill>
                  <a:srgbClr val="9FA9B9"/>
                </a:solidFill>
                <a:latin typeface="Yu Gothic"/>
                <a:ea typeface="Yu Gothic"/>
                <a:cs typeface="Yu Gothic"/>
              </a:defRPr>
            </a:lvl2pPr>
            <a:lvl3pPr algn="ctr">
              <a:defRPr sz="1650" b="1">
                <a:solidFill>
                  <a:srgbClr val="9FA9B9"/>
                </a:solidFill>
                <a:latin typeface="Yu Gothic"/>
                <a:ea typeface="Yu Gothic"/>
                <a:cs typeface="Yu Gothic"/>
              </a:defRPr>
            </a:lvl3pPr>
            <a:lvl4pPr algn="ctr">
              <a:defRPr sz="1650" b="1">
                <a:solidFill>
                  <a:srgbClr val="9FA9B9"/>
                </a:solidFill>
                <a:latin typeface="Yu Gothic"/>
                <a:ea typeface="Yu Gothic"/>
                <a:cs typeface="Yu Gothic"/>
              </a:defRPr>
            </a:lvl4pPr>
            <a:lvl5pPr algn="ctr">
              <a:defRPr sz="1650" b="1">
                <a:solidFill>
                  <a:srgbClr val="9FA9B9"/>
                </a:solidFill>
                <a:latin typeface="Yu Gothic"/>
                <a:ea typeface="Yu Gothic"/>
                <a:cs typeface="Yu Gothic"/>
              </a:defRPr>
            </a:lvl5pPr>
            <a:lvl6pPr algn="ctr">
              <a:defRPr sz="1650" b="1">
                <a:solidFill>
                  <a:srgbClr val="9FA9B9"/>
                </a:solidFill>
                <a:latin typeface="Yu Gothic"/>
                <a:ea typeface="Yu Gothic"/>
                <a:cs typeface="Yu Gothic"/>
              </a:defRPr>
            </a:lvl6pPr>
            <a:lvl7pPr algn="ctr">
              <a:defRPr sz="1650" b="1">
                <a:solidFill>
                  <a:srgbClr val="9FA9B9"/>
                </a:solidFill>
                <a:latin typeface="Yu Gothic"/>
                <a:ea typeface="Yu Gothic"/>
                <a:cs typeface="Yu Gothic"/>
              </a:defRPr>
            </a:lvl7pPr>
            <a:lvl8pPr algn="ctr">
              <a:defRPr sz="1650" b="1">
                <a:solidFill>
                  <a:srgbClr val="9FA9B9"/>
                </a:solidFill>
                <a:latin typeface="Yu Gothic"/>
                <a:ea typeface="Yu Gothic"/>
                <a:cs typeface="Yu Gothic"/>
              </a:defRPr>
            </a:lvl8pPr>
            <a:lvl9pPr algn="ctr">
              <a:defRPr sz="1650" b="1">
                <a:solidFill>
                  <a:srgbClr val="9FA9B9"/>
                </a:solidFill>
                <a:latin typeface="Yu Gothic"/>
                <a:ea typeface="Yu Gothic"/>
                <a:cs typeface="Yu Gothic"/>
              </a:defRPr>
            </a:lvl9pPr>
          </a:lstStyle>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SDカード</a:t>
            </a:r>
          </a:p>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スロット</a:t>
            </a:r>
          </a:p>
        </p:txBody>
      </p:sp>
      <p:sp>
        <p:nvSpPr>
          <p:cNvPr id="12" name="board-stable-memory">
            <a:extLst xmlns:a="http://schemas.openxmlformats.org/drawingml/2006/main">
              <a:ext uri="{FF2B5EF4-FFF2-40B4-BE49-F238E27FC236}">
                <a16:creationId xmlns:a16="http://schemas.microsoft.com/office/drawing/2014/main" id="{7E9894AB-E207-4E79-96A1-AD9440E56601}"/>
              </a:ext>
            </a:extLst>
          </p:cNvPr>
          <p:cNvSpPr>
            <a:spLocks xmlns:a="http://schemas.openxmlformats.org/drawingml/2006/main" noGrp="1"/>
          </p:cNvSpPr>
          <p:nvPr/>
        </p:nvSpPr>
        <p:spPr>
          <a:xfrm xmlns:a="http://schemas.openxmlformats.org/drawingml/2006/main">
            <a:off x="10010775" y="3876675"/>
            <a:ext cx="1543050" cy="8667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3" name="text-604">
            <a:extLst xmlns:a="http://schemas.openxmlformats.org/drawingml/2006/main">
              <a:ext uri="{FF2B5EF4-FFF2-40B4-BE49-F238E27FC236}">
                <a16:creationId xmlns:a16="http://schemas.microsoft.com/office/drawing/2014/main" id="{10AAE1D2-1F83-46DF-9915-E104ADE7EA4C}"/>
              </a:ext>
            </a:extLst>
          </p:cNvPr>
          <p:cNvSpPr>
            <a:spLocks xmlns:a="http://schemas.openxmlformats.org/drawingml/2006/main" noGrp="1"/>
          </p:cNvSpPr>
          <p:nvPr/>
        </p:nvSpPr>
        <p:spPr>
          <a:xfrm xmlns:a="http://schemas.openxmlformats.org/drawingml/2006/main">
            <a:off x="10096500" y="3924300"/>
            <a:ext cx="137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Arial"/>
                <a:ea typeface="Arial"/>
                <a:cs typeface="Arial"/>
              </a:defRPr>
            </a:defPPr>
            <a:lvl1pPr algn="ctr">
              <a:defRPr sz="1875" b="1">
                <a:solidFill>
                  <a:srgbClr val="1572C3"/>
                </a:solidFill>
                <a:latin typeface="Arial"/>
                <a:ea typeface="Arial"/>
                <a:cs typeface="Arial"/>
              </a:defRPr>
            </a:lvl1pPr>
            <a:lvl2pPr algn="ctr">
              <a:defRPr sz="1875" b="1">
                <a:solidFill>
                  <a:srgbClr val="1572C3"/>
                </a:solidFill>
                <a:latin typeface="Arial"/>
                <a:ea typeface="Arial"/>
                <a:cs typeface="Arial"/>
              </a:defRPr>
            </a:lvl2pPr>
            <a:lvl3pPr algn="ctr">
              <a:defRPr sz="1875" b="1">
                <a:solidFill>
                  <a:srgbClr val="1572C3"/>
                </a:solidFill>
                <a:latin typeface="Arial"/>
                <a:ea typeface="Arial"/>
                <a:cs typeface="Arial"/>
              </a:defRPr>
            </a:lvl3pPr>
            <a:lvl4pPr algn="ctr">
              <a:defRPr sz="1875" b="1">
                <a:solidFill>
                  <a:srgbClr val="1572C3"/>
                </a:solidFill>
                <a:latin typeface="Arial"/>
                <a:ea typeface="Arial"/>
                <a:cs typeface="Arial"/>
              </a:defRPr>
            </a:lvl4pPr>
            <a:lvl5pPr algn="ctr">
              <a:defRPr sz="1875" b="1">
                <a:solidFill>
                  <a:srgbClr val="1572C3"/>
                </a:solidFill>
                <a:latin typeface="Arial"/>
                <a:ea typeface="Arial"/>
                <a:cs typeface="Arial"/>
              </a:defRPr>
            </a:lvl5pPr>
            <a:lvl6pPr algn="ctr">
              <a:defRPr sz="1875" b="1">
                <a:solidFill>
                  <a:srgbClr val="1572C3"/>
                </a:solidFill>
                <a:latin typeface="Arial"/>
                <a:ea typeface="Arial"/>
                <a:cs typeface="Arial"/>
              </a:defRPr>
            </a:lvl6pPr>
            <a:lvl7pPr algn="ctr">
              <a:defRPr sz="1875" b="1">
                <a:solidFill>
                  <a:srgbClr val="1572C3"/>
                </a:solidFill>
                <a:latin typeface="Arial"/>
                <a:ea typeface="Arial"/>
                <a:cs typeface="Arial"/>
              </a:defRPr>
            </a:lvl7pPr>
            <a:lvl8pPr algn="ctr">
              <a:defRPr sz="1875" b="1">
                <a:solidFill>
                  <a:srgbClr val="1572C3"/>
                </a:solidFill>
                <a:latin typeface="Arial"/>
                <a:ea typeface="Arial"/>
                <a:cs typeface="Arial"/>
              </a:defRPr>
            </a:lvl8pPr>
            <a:lvl9pPr algn="ctr">
              <a:defRPr sz="1875" b="1">
                <a:solidFill>
                  <a:srgbClr val="1572C3"/>
                </a:solidFill>
                <a:latin typeface="Arial"/>
                <a:ea typeface="Arial"/>
                <a:cs typeface="Arial"/>
              </a:defRPr>
            </a:lvl9pPr>
          </a:lstStyle>
          <a:p xmlns:a="http://schemas.openxmlformats.org/drawingml/2006/main">
            <a:pPr algn="ctr">
              <a:defRPr sz="1875" b="1">
                <a:solidFill>
                  <a:srgbClr val="1572C3"/>
                </a:solidFill>
                <a:latin typeface="Arial"/>
                <a:ea typeface="Arial"/>
                <a:cs typeface="Arial"/>
              </a:defRPr>
            </a:pPr>
            <a:r>
              <a:rPr sz="1875" b="1">
                <a:solidFill>
                  <a:srgbClr val="1572C3"/>
                </a:solidFill>
                <a:latin typeface="Arial"/>
                <a:ea typeface="Arial"/>
                <a:cs typeface="Arial"/>
              </a:rPr>
              <a:t>DDR3</a:t>
            </a:r>
          </a:p>
        </p:txBody>
      </p:sp>
      <p:sp>
        <p:nvSpPr>
          <p:cNvPr id="14" name="text-605">
            <a:extLst xmlns:a="http://schemas.openxmlformats.org/drawingml/2006/main">
              <a:ext uri="{FF2B5EF4-FFF2-40B4-BE49-F238E27FC236}">
                <a16:creationId xmlns:a16="http://schemas.microsoft.com/office/drawing/2014/main" id="{E198254D-D2C4-4E99-B5DD-7F78BFCED0CD}"/>
              </a:ext>
            </a:extLst>
          </p:cNvPr>
          <p:cNvSpPr>
            <a:spLocks xmlns:a="http://schemas.openxmlformats.org/drawingml/2006/main" noGrp="1"/>
          </p:cNvSpPr>
          <p:nvPr/>
        </p:nvSpPr>
        <p:spPr>
          <a:xfrm xmlns:a="http://schemas.openxmlformats.org/drawingml/2006/main">
            <a:off x="10077450" y="4276725"/>
            <a:ext cx="140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命令・データ</a:t>
            </a:r>
          </a:p>
        </p:txBody>
      </p:sp>
      <p:sp>
        <p:nvSpPr>
          <p:cNvPr id="15" name="board-stable-hdmi">
            <a:extLst xmlns:a="http://schemas.openxmlformats.org/drawingml/2006/main">
              <a:ext uri="{FF2B5EF4-FFF2-40B4-BE49-F238E27FC236}">
                <a16:creationId xmlns:a16="http://schemas.microsoft.com/office/drawing/2014/main" id="{B147D987-9AC1-4A8E-8533-FE3A876A7BA6}"/>
              </a:ext>
            </a:extLst>
          </p:cNvPr>
          <p:cNvSpPr>
            <a:spLocks xmlns:a="http://schemas.openxmlformats.org/drawingml/2006/main" noGrp="1"/>
          </p:cNvSpPr>
          <p:nvPr/>
        </p:nvSpPr>
        <p:spPr>
          <a:xfrm xmlns:a="http://schemas.openxmlformats.org/drawingml/2006/main">
            <a:off x="10010775" y="5257800"/>
            <a:ext cx="1543050" cy="466725"/>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6" name="text-607">
            <a:extLst xmlns:a="http://schemas.openxmlformats.org/drawingml/2006/main">
              <a:ext uri="{FF2B5EF4-FFF2-40B4-BE49-F238E27FC236}">
                <a16:creationId xmlns:a16="http://schemas.microsoft.com/office/drawing/2014/main" id="{9C1B2A1E-FA6C-4758-B776-C4139C42D2D7}"/>
              </a:ext>
            </a:extLst>
          </p:cNvPr>
          <p:cNvSpPr>
            <a:spLocks xmlns:a="http://schemas.openxmlformats.org/drawingml/2006/main" noGrp="1"/>
          </p:cNvSpPr>
          <p:nvPr/>
        </p:nvSpPr>
        <p:spPr>
          <a:xfrm xmlns:a="http://schemas.openxmlformats.org/drawingml/2006/main">
            <a:off x="10086975" y="53149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9FA9B9"/>
                </a:solidFill>
                <a:latin typeface="Arial"/>
                <a:ea typeface="Arial"/>
                <a:cs typeface="Arial"/>
              </a:defRPr>
            </a:defPPr>
            <a:lvl1pPr algn="ctr">
              <a:defRPr sz="1575" b="1">
                <a:solidFill>
                  <a:srgbClr val="9FA9B9"/>
                </a:solidFill>
                <a:latin typeface="Arial"/>
                <a:ea typeface="Arial"/>
                <a:cs typeface="Arial"/>
              </a:defRPr>
            </a:lvl1pPr>
            <a:lvl2pPr algn="ctr">
              <a:defRPr sz="1575" b="1">
                <a:solidFill>
                  <a:srgbClr val="9FA9B9"/>
                </a:solidFill>
                <a:latin typeface="Arial"/>
                <a:ea typeface="Arial"/>
                <a:cs typeface="Arial"/>
              </a:defRPr>
            </a:lvl2pPr>
            <a:lvl3pPr algn="ctr">
              <a:defRPr sz="1575" b="1">
                <a:solidFill>
                  <a:srgbClr val="9FA9B9"/>
                </a:solidFill>
                <a:latin typeface="Arial"/>
                <a:ea typeface="Arial"/>
                <a:cs typeface="Arial"/>
              </a:defRPr>
            </a:lvl3pPr>
            <a:lvl4pPr algn="ctr">
              <a:defRPr sz="1575" b="1">
                <a:solidFill>
                  <a:srgbClr val="9FA9B9"/>
                </a:solidFill>
                <a:latin typeface="Arial"/>
                <a:ea typeface="Arial"/>
                <a:cs typeface="Arial"/>
              </a:defRPr>
            </a:lvl4pPr>
            <a:lvl5pPr algn="ctr">
              <a:defRPr sz="1575" b="1">
                <a:solidFill>
                  <a:srgbClr val="9FA9B9"/>
                </a:solidFill>
                <a:latin typeface="Arial"/>
                <a:ea typeface="Arial"/>
                <a:cs typeface="Arial"/>
              </a:defRPr>
            </a:lvl5pPr>
            <a:lvl6pPr algn="ctr">
              <a:defRPr sz="1575" b="1">
                <a:solidFill>
                  <a:srgbClr val="9FA9B9"/>
                </a:solidFill>
                <a:latin typeface="Arial"/>
                <a:ea typeface="Arial"/>
                <a:cs typeface="Arial"/>
              </a:defRPr>
            </a:lvl6pPr>
            <a:lvl7pPr algn="ctr">
              <a:defRPr sz="1575" b="1">
                <a:solidFill>
                  <a:srgbClr val="9FA9B9"/>
                </a:solidFill>
                <a:latin typeface="Arial"/>
                <a:ea typeface="Arial"/>
                <a:cs typeface="Arial"/>
              </a:defRPr>
            </a:lvl7pPr>
            <a:lvl8pPr algn="ctr">
              <a:defRPr sz="1575" b="1">
                <a:solidFill>
                  <a:srgbClr val="9FA9B9"/>
                </a:solidFill>
                <a:latin typeface="Arial"/>
                <a:ea typeface="Arial"/>
                <a:cs typeface="Arial"/>
              </a:defRPr>
            </a:lvl8pPr>
            <a:lvl9pPr algn="ctr">
              <a:defRPr sz="1575" b="1">
                <a:solidFill>
                  <a:srgbClr val="9FA9B9"/>
                </a:solidFill>
                <a:latin typeface="Arial"/>
                <a:ea typeface="Arial"/>
                <a:cs typeface="Arial"/>
              </a:defRPr>
            </a:lvl9pPr>
          </a:lstStyle>
          <a:p xmlns:a="http://schemas.openxmlformats.org/drawingml/2006/main">
            <a:pPr algn="ctr">
              <a:defRPr sz="1575" b="1">
                <a:solidFill>
                  <a:srgbClr val="9FA9B9"/>
                </a:solidFill>
                <a:latin typeface="Arial"/>
                <a:ea typeface="Arial"/>
                <a:cs typeface="Arial"/>
              </a:defRPr>
            </a:pPr>
            <a:r>
              <a:rPr sz="1575" b="1">
                <a:solidFill>
                  <a:srgbClr val="9FA9B9"/>
                </a:solidFill>
                <a:latin typeface="Arial"/>
                <a:ea typeface="Arial"/>
                <a:cs typeface="Arial"/>
              </a:rPr>
              <a:t>HDMI OUT</a:t>
            </a:r>
          </a:p>
        </p:txBody>
      </p:sp>
      <p:sp>
        <p:nvSpPr>
          <p:cNvPr id="17" name="board-stable-bus">
            <a:extLst xmlns:a="http://schemas.openxmlformats.org/drawingml/2006/main">
              <a:ext uri="{FF2B5EF4-FFF2-40B4-BE49-F238E27FC236}">
                <a16:creationId xmlns:a16="http://schemas.microsoft.com/office/drawing/2014/main" id="{BA7B623F-E63D-45AF-BE4A-E80390177DFF}"/>
              </a:ext>
            </a:extLst>
          </p:cNvPr>
          <p:cNvSpPr>
            <a:spLocks xmlns:a="http://schemas.openxmlformats.org/drawingml/2006/main" noGrp="1"/>
          </p:cNvSpPr>
          <p:nvPr/>
        </p:nvSpPr>
        <p:spPr>
          <a:xfrm xmlns:a="http://schemas.openxmlformats.org/drawingml/2006/main">
            <a:off x="7239000" y="3762375"/>
            <a:ext cx="571500" cy="17526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8" name="text-609">
            <a:extLst xmlns:a="http://schemas.openxmlformats.org/drawingml/2006/main">
              <a:ext uri="{FF2B5EF4-FFF2-40B4-BE49-F238E27FC236}">
                <a16:creationId xmlns:a16="http://schemas.microsoft.com/office/drawing/2014/main" id="{CD37149E-4659-4765-904C-D9D1EC3109DE}"/>
              </a:ext>
            </a:extLst>
          </p:cNvPr>
          <p:cNvSpPr>
            <a:spLocks xmlns:a="http://schemas.openxmlformats.org/drawingml/2006/main" noGrp="1"/>
          </p:cNvSpPr>
          <p:nvPr/>
        </p:nvSpPr>
        <p:spPr>
          <a:xfrm xmlns:a="http://schemas.openxmlformats.org/drawingml/2006/main">
            <a:off x="7286625" y="42100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9FA9B9"/>
                </a:solidFill>
                <a:latin typeface="Yu Gothic"/>
                <a:ea typeface="Yu Gothic"/>
                <a:cs typeface="Yu Gothic"/>
              </a:defRPr>
            </a:defPPr>
            <a:lvl1pPr algn="ctr">
              <a:defRPr sz="1500" b="1">
                <a:solidFill>
                  <a:srgbClr val="9FA9B9"/>
                </a:solidFill>
                <a:latin typeface="Yu Gothic"/>
                <a:ea typeface="Yu Gothic"/>
                <a:cs typeface="Yu Gothic"/>
              </a:defRPr>
            </a:lvl1pPr>
            <a:lvl2pPr algn="ctr">
              <a:defRPr sz="1500" b="1">
                <a:solidFill>
                  <a:srgbClr val="9FA9B9"/>
                </a:solidFill>
                <a:latin typeface="Yu Gothic"/>
                <a:ea typeface="Yu Gothic"/>
                <a:cs typeface="Yu Gothic"/>
              </a:defRPr>
            </a:lvl2pPr>
            <a:lvl3pPr algn="ctr">
              <a:defRPr sz="1500" b="1">
                <a:solidFill>
                  <a:srgbClr val="9FA9B9"/>
                </a:solidFill>
                <a:latin typeface="Yu Gothic"/>
                <a:ea typeface="Yu Gothic"/>
                <a:cs typeface="Yu Gothic"/>
              </a:defRPr>
            </a:lvl3pPr>
            <a:lvl4pPr algn="ctr">
              <a:defRPr sz="1500" b="1">
                <a:solidFill>
                  <a:srgbClr val="9FA9B9"/>
                </a:solidFill>
                <a:latin typeface="Yu Gothic"/>
                <a:ea typeface="Yu Gothic"/>
                <a:cs typeface="Yu Gothic"/>
              </a:defRPr>
            </a:lvl4pPr>
            <a:lvl5pPr algn="ctr">
              <a:defRPr sz="1500" b="1">
                <a:solidFill>
                  <a:srgbClr val="9FA9B9"/>
                </a:solidFill>
                <a:latin typeface="Yu Gothic"/>
                <a:ea typeface="Yu Gothic"/>
                <a:cs typeface="Yu Gothic"/>
              </a:defRPr>
            </a:lvl5pPr>
            <a:lvl6pPr algn="ctr">
              <a:defRPr sz="1500" b="1">
                <a:solidFill>
                  <a:srgbClr val="9FA9B9"/>
                </a:solidFill>
                <a:latin typeface="Yu Gothic"/>
                <a:ea typeface="Yu Gothic"/>
                <a:cs typeface="Yu Gothic"/>
              </a:defRPr>
            </a:lvl6pPr>
            <a:lvl7pPr algn="ctr">
              <a:defRPr sz="1500" b="1">
                <a:solidFill>
                  <a:srgbClr val="9FA9B9"/>
                </a:solidFill>
                <a:latin typeface="Yu Gothic"/>
                <a:ea typeface="Yu Gothic"/>
                <a:cs typeface="Yu Gothic"/>
              </a:defRPr>
            </a:lvl7pPr>
            <a:lvl8pPr algn="ctr">
              <a:defRPr sz="1500" b="1">
                <a:solidFill>
                  <a:srgbClr val="9FA9B9"/>
                </a:solidFill>
                <a:latin typeface="Yu Gothic"/>
                <a:ea typeface="Yu Gothic"/>
                <a:cs typeface="Yu Gothic"/>
              </a:defRPr>
            </a:lvl8pPr>
            <a:lvl9pPr algn="ctr">
              <a:defRPr sz="1500" b="1">
                <a:solidFill>
                  <a:srgbClr val="9FA9B9"/>
                </a:solidFill>
                <a:latin typeface="Yu Gothic"/>
                <a:ea typeface="Yu Gothic"/>
                <a:cs typeface="Yu Gothic"/>
              </a:defRPr>
            </a:lvl9pPr>
          </a:lstStyle>
          <a:p xmlns:a="http://schemas.openxmlformats.org/drawingml/2006/main">
            <a:pPr algn="ctr">
              <a:defRPr sz="1500" b="1">
                <a:solidFill>
                  <a:srgbClr val="9FA9B9"/>
                </a:solidFill>
                <a:latin typeface="Yu Gothic"/>
                <a:ea typeface="Yu Gothic"/>
                <a:cs typeface="Yu Gothic"/>
              </a:defRPr>
            </a:pPr>
            <a:r>
              <a:rPr sz="1500" b="1">
                <a:solidFill>
                  <a:srgbClr val="9FA9B9"/>
                </a:solidFill>
                <a:latin typeface="Yu Gothic"/>
                <a:ea typeface="Yu Gothic"/>
                <a:cs typeface="Yu Gothic"/>
              </a:rPr>
              <a:t>バス</a:t>
            </a:r>
          </a:p>
        </p:txBody>
      </p:sp>
      <p:sp>
        <p:nvSpPr>
          <p:cNvPr id="19" name="board-stable-ddr">
            <a:extLst xmlns:a="http://schemas.openxmlformats.org/drawingml/2006/main">
              <a:ext uri="{FF2B5EF4-FFF2-40B4-BE49-F238E27FC236}">
                <a16:creationId xmlns:a16="http://schemas.microsoft.com/office/drawing/2014/main" id="{5F583F8A-3988-4F27-A3AF-EAEA83C64FCD}"/>
              </a:ext>
            </a:extLst>
          </p:cNvPr>
          <p:cNvSpPr>
            <a:spLocks xmlns:a="http://schemas.openxmlformats.org/drawingml/2006/main" noGrp="1"/>
          </p:cNvSpPr>
          <p:nvPr/>
        </p:nvSpPr>
        <p:spPr>
          <a:xfrm xmlns:a="http://schemas.openxmlformats.org/drawingml/2006/main">
            <a:off x="8162925" y="4010025"/>
            <a:ext cx="1400175" cy="6381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20" name="text-611">
            <a:extLst xmlns:a="http://schemas.openxmlformats.org/drawingml/2006/main">
              <a:ext uri="{FF2B5EF4-FFF2-40B4-BE49-F238E27FC236}">
                <a16:creationId xmlns:a16="http://schemas.microsoft.com/office/drawing/2014/main" id="{A24DF379-2E68-4C14-9087-F893226DCCF1}"/>
              </a:ext>
            </a:extLst>
          </p:cNvPr>
          <p:cNvSpPr>
            <a:spLocks xmlns:a="http://schemas.openxmlformats.org/drawingml/2006/main" noGrp="1"/>
          </p:cNvSpPr>
          <p:nvPr/>
        </p:nvSpPr>
        <p:spPr>
          <a:xfrm xmlns:a="http://schemas.openxmlformats.org/drawingml/2006/main">
            <a:off x="8239125" y="4067175"/>
            <a:ext cx="12477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88" b="1">
                <a:solidFill>
                  <a:srgbClr val="1572C3"/>
                </a:solidFill>
                <a:latin typeface="Yu Gothic"/>
                <a:ea typeface="Yu Gothic"/>
                <a:cs typeface="Yu Gothic"/>
              </a:defRPr>
            </a:defPPr>
            <a:lvl1pPr algn="ctr">
              <a:defRPr sz="1388" b="1">
                <a:solidFill>
                  <a:srgbClr val="1572C3"/>
                </a:solidFill>
                <a:latin typeface="Yu Gothic"/>
                <a:ea typeface="Yu Gothic"/>
                <a:cs typeface="Yu Gothic"/>
              </a:defRPr>
            </a:lvl1pPr>
            <a:lvl2pPr algn="ctr">
              <a:defRPr sz="1388" b="1">
                <a:solidFill>
                  <a:srgbClr val="1572C3"/>
                </a:solidFill>
                <a:latin typeface="Yu Gothic"/>
                <a:ea typeface="Yu Gothic"/>
                <a:cs typeface="Yu Gothic"/>
              </a:defRPr>
            </a:lvl2pPr>
            <a:lvl3pPr algn="ctr">
              <a:defRPr sz="1388" b="1">
                <a:solidFill>
                  <a:srgbClr val="1572C3"/>
                </a:solidFill>
                <a:latin typeface="Yu Gothic"/>
                <a:ea typeface="Yu Gothic"/>
                <a:cs typeface="Yu Gothic"/>
              </a:defRPr>
            </a:lvl3pPr>
            <a:lvl4pPr algn="ctr">
              <a:defRPr sz="1388" b="1">
                <a:solidFill>
                  <a:srgbClr val="1572C3"/>
                </a:solidFill>
                <a:latin typeface="Yu Gothic"/>
                <a:ea typeface="Yu Gothic"/>
                <a:cs typeface="Yu Gothic"/>
              </a:defRPr>
            </a:lvl4pPr>
            <a:lvl5pPr algn="ctr">
              <a:defRPr sz="1388" b="1">
                <a:solidFill>
                  <a:srgbClr val="1572C3"/>
                </a:solidFill>
                <a:latin typeface="Yu Gothic"/>
                <a:ea typeface="Yu Gothic"/>
                <a:cs typeface="Yu Gothic"/>
              </a:defRPr>
            </a:lvl5pPr>
            <a:lvl6pPr algn="ctr">
              <a:defRPr sz="1388" b="1">
                <a:solidFill>
                  <a:srgbClr val="1572C3"/>
                </a:solidFill>
                <a:latin typeface="Yu Gothic"/>
                <a:ea typeface="Yu Gothic"/>
                <a:cs typeface="Yu Gothic"/>
              </a:defRPr>
            </a:lvl6pPr>
            <a:lvl7pPr algn="ctr">
              <a:defRPr sz="1388" b="1">
                <a:solidFill>
                  <a:srgbClr val="1572C3"/>
                </a:solidFill>
                <a:latin typeface="Yu Gothic"/>
                <a:ea typeface="Yu Gothic"/>
                <a:cs typeface="Yu Gothic"/>
              </a:defRPr>
            </a:lvl7pPr>
            <a:lvl8pPr algn="ctr">
              <a:defRPr sz="1388" b="1">
                <a:solidFill>
                  <a:srgbClr val="1572C3"/>
                </a:solidFill>
                <a:latin typeface="Yu Gothic"/>
                <a:ea typeface="Yu Gothic"/>
                <a:cs typeface="Yu Gothic"/>
              </a:defRPr>
            </a:lvl8pPr>
            <a:lvl9pPr algn="ctr">
              <a:defRPr sz="1388" b="1">
                <a:solidFill>
                  <a:srgbClr val="1572C3"/>
                </a:solidFill>
                <a:latin typeface="Yu Gothic"/>
                <a:ea typeface="Yu Gothic"/>
                <a:cs typeface="Yu Gothic"/>
              </a:defRPr>
            </a:lvl9pPr>
          </a:lstStyle>
          <a:p xmlns:a="http://schemas.openxmlformats.org/drawingml/2006/main">
            <a:pPr algn="ctr">
              <a:defRPr sz="1388" b="1">
                <a:solidFill>
                  <a:srgbClr val="1572C3"/>
                </a:solidFill>
                <a:latin typeface="Yu Gothic"/>
                <a:ea typeface="Yu Gothic"/>
                <a:cs typeface="Yu Gothic"/>
              </a:defRPr>
            </a:pPr>
            <a:r>
              <a:rPr sz="1388" b="1">
                <a:solidFill>
                  <a:srgbClr val="1572C3"/>
                </a:solidFill>
                <a:latin typeface="Yu Gothic"/>
                <a:ea typeface="Yu Gothic"/>
                <a:cs typeface="Yu Gothic"/>
              </a:rPr>
              <a:t>DDR</a:t>
            </a:r>
          </a:p>
          <a:p xmlns:a="http://schemas.openxmlformats.org/drawingml/2006/main">
            <a:pPr algn="ctr">
              <a:defRPr sz="1388" b="1">
                <a:solidFill>
                  <a:srgbClr val="1572C3"/>
                </a:solidFill>
                <a:latin typeface="Yu Gothic"/>
                <a:ea typeface="Yu Gothic"/>
                <a:cs typeface="Yu Gothic"/>
              </a:defRPr>
            </a:pPr>
            <a:r>
              <a:rPr sz="1388" b="1">
                <a:solidFill>
                  <a:srgbClr val="1572C3"/>
                </a:solidFill>
                <a:latin typeface="Yu Gothic"/>
                <a:ea typeface="Yu Gothic"/>
                <a:cs typeface="Yu Gothic"/>
              </a:rPr>
              <a:t>コントローラー</a:t>
            </a:r>
          </a:p>
        </p:txBody>
      </p:sp>
      <p:sp>
        <p:nvSpPr>
          <p:cNvPr id="21" name="text-612">
            <a:extLst xmlns:a="http://schemas.openxmlformats.org/drawingml/2006/main">
              <a:ext uri="{FF2B5EF4-FFF2-40B4-BE49-F238E27FC236}">
                <a16:creationId xmlns:a16="http://schemas.microsoft.com/office/drawing/2014/main" id="{7A99A410-1F3F-44E1-94CC-62B861EE1C0D}"/>
              </a:ext>
            </a:extLst>
          </p:cNvPr>
          <p:cNvSpPr>
            <a:spLocks xmlns:a="http://schemas.openxmlformats.org/drawingml/2006/main" noGrp="1"/>
          </p:cNvSpPr>
          <p:nvPr/>
        </p:nvSpPr>
        <p:spPr>
          <a:xfrm xmlns:a="http://schemas.openxmlformats.org/drawingml/2006/main">
            <a:off x="7981950" y="3667125"/>
            <a:ext cx="1790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AMD提供（MIG）</a:t>
            </a:r>
          </a:p>
        </p:txBody>
      </p:sp>
      <p:sp>
        <p:nvSpPr>
          <p:cNvPr id="22" name="wire-613">
            <a:extLst xmlns:a="http://schemas.openxmlformats.org/drawingml/2006/main">
              <a:ext uri="{FF2B5EF4-FFF2-40B4-BE49-F238E27FC236}">
                <a16:creationId xmlns:a16="http://schemas.microsoft.com/office/drawing/2014/main" id="{7296A685-3495-431F-864C-C4B0F70D5A4A}"/>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23" name="circuit-614">
            <a:extLst xmlns:a="http://schemas.openxmlformats.org/drawingml/2006/main">
              <a:ext uri="{FF2B5EF4-FFF2-40B4-BE49-F238E27FC236}">
                <a16:creationId xmlns:a16="http://schemas.microsoft.com/office/drawing/2014/main" id="{2EE09D94-6D4D-4ABD-93A3-56244AAE9CC0}"/>
              </a:ext>
            </a:extLst>
          </p:cNvPr>
          <p:cNvSpPr>
            <a:spLocks xmlns:a="http://schemas.openxmlformats.org/drawingml/2006/main" noGrp="1"/>
          </p:cNvSpPr>
          <p:nvPr/>
        </p:nvSpPr>
        <p:spPr>
          <a:xfrm xmlns:a="http://schemas.openxmlformats.org/drawingml/2006/main">
            <a:off x="9934575" y="4302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wire-615">
            <a:extLst xmlns:a="http://schemas.openxmlformats.org/drawingml/2006/main">
              <a:ext uri="{FF2B5EF4-FFF2-40B4-BE49-F238E27FC236}">
                <a16:creationId xmlns:a16="http://schemas.microsoft.com/office/drawing/2014/main" id="{117EAEE5-63EB-46B5-A53C-529ABAC5B671}"/>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25" name="circuit-616">
            <a:extLst xmlns:a="http://schemas.openxmlformats.org/drawingml/2006/main">
              <a:ext uri="{FF2B5EF4-FFF2-40B4-BE49-F238E27FC236}">
                <a16:creationId xmlns:a16="http://schemas.microsoft.com/office/drawing/2014/main" id="{C522E932-5E29-4C73-812D-4AD9469182B4}"/>
              </a:ext>
            </a:extLst>
          </p:cNvPr>
          <p:cNvSpPr>
            <a:spLocks xmlns:a="http://schemas.openxmlformats.org/drawingml/2006/main" noGrp="1"/>
          </p:cNvSpPr>
          <p:nvPr/>
        </p:nvSpPr>
        <p:spPr>
          <a:xfrm xmlns:a="http://schemas.openxmlformats.org/drawingml/2006/main">
            <a:off x="9563100" y="4302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6" name="wire-617">
            <a:extLst xmlns:a="http://schemas.openxmlformats.org/drawingml/2006/main">
              <a:ext uri="{FF2B5EF4-FFF2-40B4-BE49-F238E27FC236}">
                <a16:creationId xmlns:a16="http://schemas.microsoft.com/office/drawing/2014/main" id="{8C6BEDF1-04CC-40F6-A254-7A073D3F0822}"/>
              </a:ext>
            </a:extLst>
          </p:cNvPr>
          <p:cNvSpPr>
            <a:spLocks xmlns:a="http://schemas.openxmlformats.org/drawingml/2006/main" noGrp="1"/>
          </p:cNvSpPr>
          <p:nvPr/>
        </p:nvSpPr>
        <p:spPr>
          <a:xfrm xmlns:a="http://schemas.openxmlformats.org/drawingml/2006/main">
            <a:off x="7924800" y="3200400"/>
            <a:ext cx="9525" cy="1809750"/>
          </a:xfrm>
          <a:custGeom xmlns:a="http://schemas.openxmlformats.org/drawingml/2006/main">
            <a:pathLst>
              <a:path w="9525" h="1809750">
                <a:moveTo>
                  <a:pt x="0" y="0"/>
                </a:moveTo>
                <a:lnTo>
                  <a:pt x="0" y="1809750"/>
                </a:lnTo>
              </a:path>
            </a:pathLst>
          </a:custGeom>
          <a:noFill xmlns:a="http://schemas.openxmlformats.org/drawingml/2006/main"/>
          <a:ln xmlns:a="http://schemas.openxmlformats.org/drawingml/2006/main" w="20955">
            <a:solidFill>
              <a:srgbClr val="9FA9B9"/>
            </a:solidFill>
          </a:ln>
        </p:spPr>
      </p:sp>
      <p:sp>
        <p:nvSpPr>
          <p:cNvPr id="27" name="wire-618">
            <a:extLst xmlns:a="http://schemas.openxmlformats.org/drawingml/2006/main">
              <a:ext uri="{FF2B5EF4-FFF2-40B4-BE49-F238E27FC236}">
                <a16:creationId xmlns:a16="http://schemas.microsoft.com/office/drawing/2014/main" id="{A99E5188-936F-43B5-B914-FB52427CBD99}"/>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3813">
            <a:solidFill>
              <a:srgbClr val="1572C3"/>
            </a:solidFill>
          </a:ln>
        </p:spPr>
      </p:sp>
      <p:sp>
        <p:nvSpPr>
          <p:cNvPr id="28" name="circuit-619">
            <a:extLst xmlns:a="http://schemas.openxmlformats.org/drawingml/2006/main">
              <a:ext uri="{FF2B5EF4-FFF2-40B4-BE49-F238E27FC236}">
                <a16:creationId xmlns:a16="http://schemas.microsoft.com/office/drawing/2014/main" id="{B92D4093-BC02-4B5D-819E-C3F34D12EA4B}"/>
              </a:ext>
            </a:extLst>
          </p:cNvPr>
          <p:cNvSpPr>
            <a:spLocks xmlns:a="http://schemas.openxmlformats.org/drawingml/2006/main" noGrp="1"/>
          </p:cNvSpPr>
          <p:nvPr/>
        </p:nvSpPr>
        <p:spPr>
          <a:xfrm xmlns:a="http://schemas.openxmlformats.org/drawingml/2006/main">
            <a:off x="7848600" y="45310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9" name="wire-620">
            <a:extLst xmlns:a="http://schemas.openxmlformats.org/drawingml/2006/main">
              <a:ext uri="{FF2B5EF4-FFF2-40B4-BE49-F238E27FC236}">
                <a16:creationId xmlns:a16="http://schemas.microsoft.com/office/drawing/2014/main" id="{DCA48C73-DBF4-42CE-90CB-589573697FF4}"/>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23813">
            <a:solidFill>
              <a:srgbClr val="1572C3"/>
            </a:solidFill>
          </a:ln>
        </p:spPr>
      </p:sp>
      <p:sp>
        <p:nvSpPr>
          <p:cNvPr id="30" name="circuit-621">
            <a:extLst xmlns:a="http://schemas.openxmlformats.org/drawingml/2006/main">
              <a:ext uri="{FF2B5EF4-FFF2-40B4-BE49-F238E27FC236}">
                <a16:creationId xmlns:a16="http://schemas.microsoft.com/office/drawing/2014/main" id="{641B2825-85B5-465F-9E1D-771CA0A6A00A}"/>
              </a:ext>
            </a:extLst>
          </p:cNvPr>
          <p:cNvSpPr>
            <a:spLocks xmlns:a="http://schemas.openxmlformats.org/drawingml/2006/main" noGrp="1"/>
          </p:cNvSpPr>
          <p:nvPr/>
        </p:nvSpPr>
        <p:spPr>
          <a:xfrm xmlns:a="http://schemas.openxmlformats.org/drawingml/2006/main">
            <a:off x="7810500" y="45310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1" name="wire-622">
            <a:extLst xmlns:a="http://schemas.openxmlformats.org/drawingml/2006/main">
              <a:ext uri="{FF2B5EF4-FFF2-40B4-BE49-F238E27FC236}">
                <a16:creationId xmlns:a16="http://schemas.microsoft.com/office/drawing/2014/main" id="{EC663D71-0CB3-4BCB-939E-13DC72D41801}"/>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32" name="circuit-623">
            <a:extLst xmlns:a="http://schemas.openxmlformats.org/drawingml/2006/main">
              <a:ext uri="{FF2B5EF4-FFF2-40B4-BE49-F238E27FC236}">
                <a16:creationId xmlns:a16="http://schemas.microsoft.com/office/drawing/2014/main" id="{4C412F89-741E-4A83-9D9E-FC8DFA865E82}"/>
              </a:ext>
            </a:extLst>
          </p:cNvPr>
          <p:cNvSpPr>
            <a:spLocks xmlns:a="http://schemas.openxmlformats.org/drawingml/2006/main" noGrp="1"/>
          </p:cNvSpPr>
          <p:nvPr/>
        </p:nvSpPr>
        <p:spPr>
          <a:xfrm xmlns:a="http://schemas.openxmlformats.org/drawingml/2006/main">
            <a:off x="8086725" y="4283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3" name="wire-624">
            <a:extLst xmlns:a="http://schemas.openxmlformats.org/drawingml/2006/main">
              <a:ext uri="{FF2B5EF4-FFF2-40B4-BE49-F238E27FC236}">
                <a16:creationId xmlns:a16="http://schemas.microsoft.com/office/drawing/2014/main" id="{3D41E74D-9C77-4688-AF2D-3F7AB15C9AC5}"/>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34" name="circuit-625">
            <a:extLst xmlns:a="http://schemas.openxmlformats.org/drawingml/2006/main">
              <a:ext uri="{FF2B5EF4-FFF2-40B4-BE49-F238E27FC236}">
                <a16:creationId xmlns:a16="http://schemas.microsoft.com/office/drawing/2014/main" id="{6B6C6E62-3353-42B7-8E77-7FFF24BC59DB}"/>
              </a:ext>
            </a:extLst>
          </p:cNvPr>
          <p:cNvSpPr>
            <a:spLocks xmlns:a="http://schemas.openxmlformats.org/drawingml/2006/main" noGrp="1"/>
          </p:cNvSpPr>
          <p:nvPr/>
        </p:nvSpPr>
        <p:spPr>
          <a:xfrm xmlns:a="http://schemas.openxmlformats.org/drawingml/2006/main">
            <a:off x="7924800" y="428339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5" name="board-stable-sd">
            <a:extLst xmlns:a="http://schemas.openxmlformats.org/drawingml/2006/main">
              <a:ext uri="{FF2B5EF4-FFF2-40B4-BE49-F238E27FC236}">
                <a16:creationId xmlns:a16="http://schemas.microsoft.com/office/drawing/2014/main" id="{E6C625BB-3E61-4612-96D2-BA2932AC145F}"/>
              </a:ext>
            </a:extLst>
          </p:cNvPr>
          <p:cNvSpPr>
            <a:spLocks xmlns:a="http://schemas.openxmlformats.org/drawingml/2006/main" noGrp="1"/>
          </p:cNvSpPr>
          <p:nvPr/>
        </p:nvSpPr>
        <p:spPr>
          <a:xfrm xmlns:a="http://schemas.openxmlformats.org/drawingml/2006/main">
            <a:off x="8162925" y="2933700"/>
            <a:ext cx="1400175" cy="5334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36" name="text-627">
            <a:extLst xmlns:a="http://schemas.openxmlformats.org/drawingml/2006/main">
              <a:ext uri="{FF2B5EF4-FFF2-40B4-BE49-F238E27FC236}">
                <a16:creationId xmlns:a16="http://schemas.microsoft.com/office/drawing/2014/main" id="{D31C1465-257F-465F-8DBE-B1DDF63E6540}"/>
              </a:ext>
            </a:extLst>
          </p:cNvPr>
          <p:cNvSpPr>
            <a:spLocks xmlns:a="http://schemas.openxmlformats.org/drawingml/2006/main" noGrp="1"/>
          </p:cNvSpPr>
          <p:nvPr/>
        </p:nvSpPr>
        <p:spPr>
          <a:xfrm xmlns:a="http://schemas.openxmlformats.org/drawingml/2006/main">
            <a:off x="8239125" y="2990850"/>
            <a:ext cx="124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9FA9B9"/>
                </a:solidFill>
                <a:latin typeface="Yu Gothic"/>
                <a:ea typeface="Yu Gothic"/>
                <a:cs typeface="Yu Gothic"/>
              </a:defRPr>
            </a:defPPr>
            <a:lvl1pPr algn="ctr">
              <a:defRPr sz="1725" b="1">
                <a:solidFill>
                  <a:srgbClr val="9FA9B9"/>
                </a:solidFill>
                <a:latin typeface="Yu Gothic"/>
                <a:ea typeface="Yu Gothic"/>
                <a:cs typeface="Yu Gothic"/>
              </a:defRPr>
            </a:lvl1pPr>
            <a:lvl2pPr algn="ctr">
              <a:defRPr sz="1725" b="1">
                <a:solidFill>
                  <a:srgbClr val="9FA9B9"/>
                </a:solidFill>
                <a:latin typeface="Yu Gothic"/>
                <a:ea typeface="Yu Gothic"/>
                <a:cs typeface="Yu Gothic"/>
              </a:defRPr>
            </a:lvl2pPr>
            <a:lvl3pPr algn="ctr">
              <a:defRPr sz="1725" b="1">
                <a:solidFill>
                  <a:srgbClr val="9FA9B9"/>
                </a:solidFill>
                <a:latin typeface="Yu Gothic"/>
                <a:ea typeface="Yu Gothic"/>
                <a:cs typeface="Yu Gothic"/>
              </a:defRPr>
            </a:lvl3pPr>
            <a:lvl4pPr algn="ctr">
              <a:defRPr sz="1725" b="1">
                <a:solidFill>
                  <a:srgbClr val="9FA9B9"/>
                </a:solidFill>
                <a:latin typeface="Yu Gothic"/>
                <a:ea typeface="Yu Gothic"/>
                <a:cs typeface="Yu Gothic"/>
              </a:defRPr>
            </a:lvl4pPr>
            <a:lvl5pPr algn="ctr">
              <a:defRPr sz="1725" b="1">
                <a:solidFill>
                  <a:srgbClr val="9FA9B9"/>
                </a:solidFill>
                <a:latin typeface="Yu Gothic"/>
                <a:ea typeface="Yu Gothic"/>
                <a:cs typeface="Yu Gothic"/>
              </a:defRPr>
            </a:lvl5pPr>
            <a:lvl6pPr algn="ctr">
              <a:defRPr sz="1725" b="1">
                <a:solidFill>
                  <a:srgbClr val="9FA9B9"/>
                </a:solidFill>
                <a:latin typeface="Yu Gothic"/>
                <a:ea typeface="Yu Gothic"/>
                <a:cs typeface="Yu Gothic"/>
              </a:defRPr>
            </a:lvl6pPr>
            <a:lvl7pPr algn="ctr">
              <a:defRPr sz="1725" b="1">
                <a:solidFill>
                  <a:srgbClr val="9FA9B9"/>
                </a:solidFill>
                <a:latin typeface="Yu Gothic"/>
                <a:ea typeface="Yu Gothic"/>
                <a:cs typeface="Yu Gothic"/>
              </a:defRPr>
            </a:lvl7pPr>
            <a:lvl8pPr algn="ctr">
              <a:defRPr sz="1725" b="1">
                <a:solidFill>
                  <a:srgbClr val="9FA9B9"/>
                </a:solidFill>
                <a:latin typeface="Yu Gothic"/>
                <a:ea typeface="Yu Gothic"/>
                <a:cs typeface="Yu Gothic"/>
              </a:defRPr>
            </a:lvl8pPr>
            <a:lvl9pPr algn="ctr">
              <a:defRPr sz="1725" b="1">
                <a:solidFill>
                  <a:srgbClr val="9FA9B9"/>
                </a:solidFill>
                <a:latin typeface="Yu Gothic"/>
                <a:ea typeface="Yu Gothic"/>
                <a:cs typeface="Yu Gothic"/>
              </a:defRPr>
            </a:lvl9pPr>
          </a:lstStyle>
          <a:p xmlns:a="http://schemas.openxmlformats.org/drawingml/2006/main">
            <a:pPr algn="ctr">
              <a:defRPr sz="1725" b="1">
                <a:solidFill>
                  <a:srgbClr val="9FA9B9"/>
                </a:solidFill>
                <a:latin typeface="Yu Gothic"/>
                <a:ea typeface="Yu Gothic"/>
                <a:cs typeface="Yu Gothic"/>
              </a:defRPr>
            </a:pPr>
            <a:r>
              <a:rPr sz="1725" b="1">
                <a:solidFill>
                  <a:srgbClr val="9FA9B9"/>
                </a:solidFill>
                <a:latin typeface="Yu Gothic"/>
                <a:ea typeface="Yu Gothic"/>
                <a:cs typeface="Yu Gothic"/>
              </a:rPr>
              <a:t>SD制御</a:t>
            </a:r>
          </a:p>
        </p:txBody>
      </p:sp>
      <p:sp>
        <p:nvSpPr>
          <p:cNvPr id="37" name="wire-628">
            <a:extLst xmlns:a="http://schemas.openxmlformats.org/drawingml/2006/main">
              <a:ext uri="{FF2B5EF4-FFF2-40B4-BE49-F238E27FC236}">
                <a16:creationId xmlns:a16="http://schemas.microsoft.com/office/drawing/2014/main" id="{BB292CE6-617A-47EC-B7BA-AF33A6387734}"/>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9FA9B9"/>
            </a:solidFill>
          </a:ln>
        </p:spPr>
      </p:sp>
      <p:sp>
        <p:nvSpPr>
          <p:cNvPr id="38" name="circuit-629">
            <a:extLst xmlns:a="http://schemas.openxmlformats.org/drawingml/2006/main">
              <a:ext uri="{FF2B5EF4-FFF2-40B4-BE49-F238E27FC236}">
                <a16:creationId xmlns:a16="http://schemas.microsoft.com/office/drawing/2014/main" id="{4A169B79-E216-40F1-AE07-80903CC1AA10}"/>
              </a:ext>
            </a:extLst>
          </p:cNvPr>
          <p:cNvSpPr>
            <a:spLocks xmlns:a="http://schemas.openxmlformats.org/drawingml/2006/main" noGrp="1"/>
          </p:cNvSpPr>
          <p:nvPr/>
        </p:nvSpPr>
        <p:spPr>
          <a:xfrm xmlns:a="http://schemas.openxmlformats.org/drawingml/2006/main">
            <a:off x="993457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39" name="wire-630">
            <a:extLst xmlns:a="http://schemas.openxmlformats.org/drawingml/2006/main">
              <a:ext uri="{FF2B5EF4-FFF2-40B4-BE49-F238E27FC236}">
                <a16:creationId xmlns:a16="http://schemas.microsoft.com/office/drawing/2014/main" id="{AC6351A1-9984-4F11-AC53-C59E4A2B8202}"/>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9FA9B9"/>
            </a:solidFill>
          </a:ln>
        </p:spPr>
      </p:sp>
      <p:sp>
        <p:nvSpPr>
          <p:cNvPr id="40" name="circuit-631">
            <a:extLst xmlns:a="http://schemas.openxmlformats.org/drawingml/2006/main">
              <a:ext uri="{FF2B5EF4-FFF2-40B4-BE49-F238E27FC236}">
                <a16:creationId xmlns:a16="http://schemas.microsoft.com/office/drawing/2014/main" id="{B3D63FCF-1F17-430A-860F-21D22451DC1D}"/>
              </a:ext>
            </a:extLst>
          </p:cNvPr>
          <p:cNvSpPr>
            <a:spLocks xmlns:a="http://schemas.openxmlformats.org/drawingml/2006/main" noGrp="1"/>
          </p:cNvSpPr>
          <p:nvPr/>
        </p:nvSpPr>
        <p:spPr>
          <a:xfrm xmlns:a="http://schemas.openxmlformats.org/drawingml/2006/main">
            <a:off x="95631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41" name="wire-632">
            <a:extLst xmlns:a="http://schemas.openxmlformats.org/drawingml/2006/main">
              <a:ext uri="{FF2B5EF4-FFF2-40B4-BE49-F238E27FC236}">
                <a16:creationId xmlns:a16="http://schemas.microsoft.com/office/drawing/2014/main" id="{3BEE62D4-8FC6-4D0B-ADD9-35FFC542C853}"/>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9FA9B9"/>
            </a:solidFill>
          </a:ln>
        </p:spPr>
      </p:sp>
      <p:sp>
        <p:nvSpPr>
          <p:cNvPr id="42" name="circuit-633">
            <a:extLst xmlns:a="http://schemas.openxmlformats.org/drawingml/2006/main">
              <a:ext uri="{FF2B5EF4-FFF2-40B4-BE49-F238E27FC236}">
                <a16:creationId xmlns:a16="http://schemas.microsoft.com/office/drawing/2014/main" id="{D87E3367-5FD1-4955-B39A-8EF66BAB1096}"/>
              </a:ext>
            </a:extLst>
          </p:cNvPr>
          <p:cNvSpPr>
            <a:spLocks xmlns:a="http://schemas.openxmlformats.org/drawingml/2006/main" noGrp="1"/>
          </p:cNvSpPr>
          <p:nvPr/>
        </p:nvSpPr>
        <p:spPr>
          <a:xfrm xmlns:a="http://schemas.openxmlformats.org/drawingml/2006/main">
            <a:off x="808672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43" name="wire-634">
            <a:extLst xmlns:a="http://schemas.openxmlformats.org/drawingml/2006/main">
              <a:ext uri="{FF2B5EF4-FFF2-40B4-BE49-F238E27FC236}">
                <a16:creationId xmlns:a16="http://schemas.microsoft.com/office/drawing/2014/main" id="{638F8318-2D7B-4FD4-AED0-34E4DA08CD4B}"/>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9FA9B9"/>
            </a:solidFill>
          </a:ln>
        </p:spPr>
      </p:sp>
      <p:sp>
        <p:nvSpPr>
          <p:cNvPr id="44" name="circuit-635">
            <a:extLst xmlns:a="http://schemas.openxmlformats.org/drawingml/2006/main">
              <a:ext uri="{FF2B5EF4-FFF2-40B4-BE49-F238E27FC236}">
                <a16:creationId xmlns:a16="http://schemas.microsoft.com/office/drawing/2014/main" id="{12530B89-6B13-4AC0-A034-5B292C1AFC5A}"/>
              </a:ext>
            </a:extLst>
          </p:cNvPr>
          <p:cNvSpPr>
            <a:spLocks xmlns:a="http://schemas.openxmlformats.org/drawingml/2006/main" noGrp="1"/>
          </p:cNvSpPr>
          <p:nvPr/>
        </p:nvSpPr>
        <p:spPr>
          <a:xfrm xmlns:a="http://schemas.openxmlformats.org/drawingml/2006/main">
            <a:off x="79248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45" name="board-stable-gpu">
            <a:extLst xmlns:a="http://schemas.openxmlformats.org/drawingml/2006/main">
              <a:ext uri="{FF2B5EF4-FFF2-40B4-BE49-F238E27FC236}">
                <a16:creationId xmlns:a16="http://schemas.microsoft.com/office/drawing/2014/main" id="{09F5DCFC-355A-4C5B-BB35-40148CAC3EA1}"/>
              </a:ext>
            </a:extLst>
          </p:cNvPr>
          <p:cNvSpPr>
            <a:spLocks xmlns:a="http://schemas.openxmlformats.org/drawingml/2006/main" noGrp="1"/>
          </p:cNvSpPr>
          <p:nvPr/>
        </p:nvSpPr>
        <p:spPr>
          <a:xfrm xmlns:a="http://schemas.openxmlformats.org/drawingml/2006/main">
            <a:off x="8162925" y="4791075"/>
            <a:ext cx="1400175" cy="447675"/>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46" name="text-637">
            <a:extLst xmlns:a="http://schemas.openxmlformats.org/drawingml/2006/main">
              <a:ext uri="{FF2B5EF4-FFF2-40B4-BE49-F238E27FC236}">
                <a16:creationId xmlns:a16="http://schemas.microsoft.com/office/drawing/2014/main" id="{76F73F02-7192-49D6-B21F-7533882626AF}"/>
              </a:ext>
            </a:extLst>
          </p:cNvPr>
          <p:cNvSpPr>
            <a:spLocks xmlns:a="http://schemas.openxmlformats.org/drawingml/2006/main" noGrp="1"/>
          </p:cNvSpPr>
          <p:nvPr/>
        </p:nvSpPr>
        <p:spPr>
          <a:xfrm xmlns:a="http://schemas.openxmlformats.org/drawingml/2006/main">
            <a:off x="8239125" y="4848225"/>
            <a:ext cx="1247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描画回路</a:t>
            </a:r>
          </a:p>
        </p:txBody>
      </p:sp>
      <p:sp>
        <p:nvSpPr>
          <p:cNvPr id="47" name="wire-638">
            <a:extLst xmlns:a="http://schemas.openxmlformats.org/drawingml/2006/main">
              <a:ext uri="{FF2B5EF4-FFF2-40B4-BE49-F238E27FC236}">
                <a16:creationId xmlns:a16="http://schemas.microsoft.com/office/drawing/2014/main" id="{E635B1F2-077C-4FC3-9063-353EBDD6ACF9}"/>
              </a:ext>
            </a:extLst>
          </p:cNvPr>
          <p:cNvSpPr>
            <a:spLocks xmlns:a="http://schemas.openxmlformats.org/drawingml/2006/main" noGrp="1"/>
          </p:cNvSpPr>
          <p:nvPr/>
        </p:nvSpPr>
        <p:spPr>
          <a:xfrm xmlns:a="http://schemas.openxmlformats.org/drawingml/2006/main">
            <a:off x="7924800" y="50101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48" name="circuit-639">
            <a:extLst xmlns:a="http://schemas.openxmlformats.org/drawingml/2006/main">
              <a:ext uri="{FF2B5EF4-FFF2-40B4-BE49-F238E27FC236}">
                <a16:creationId xmlns:a16="http://schemas.microsoft.com/office/drawing/2014/main" id="{E0B716DE-8A54-45AE-9FD8-E63655D0067B}"/>
              </a:ext>
            </a:extLst>
          </p:cNvPr>
          <p:cNvSpPr>
            <a:spLocks xmlns:a="http://schemas.openxmlformats.org/drawingml/2006/main" noGrp="1"/>
          </p:cNvSpPr>
          <p:nvPr/>
        </p:nvSpPr>
        <p:spPr>
          <a:xfrm xmlns:a="http://schemas.openxmlformats.org/drawingml/2006/main">
            <a:off x="8086725" y="497871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9" name="wire-640">
            <a:extLst xmlns:a="http://schemas.openxmlformats.org/drawingml/2006/main">
              <a:ext uri="{FF2B5EF4-FFF2-40B4-BE49-F238E27FC236}">
                <a16:creationId xmlns:a16="http://schemas.microsoft.com/office/drawing/2014/main" id="{A886985C-7C3C-4372-8D09-5C746C264506}"/>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8575">
            <a:solidFill>
              <a:srgbClr val="1572C3"/>
            </a:solidFill>
          </a:ln>
        </p:spPr>
      </p:sp>
      <p:sp>
        <p:nvSpPr>
          <p:cNvPr id="50" name="wire-641">
            <a:extLst xmlns:a="http://schemas.openxmlformats.org/drawingml/2006/main">
              <a:ext uri="{FF2B5EF4-FFF2-40B4-BE49-F238E27FC236}">
                <a16:creationId xmlns:a16="http://schemas.microsoft.com/office/drawing/2014/main" id="{7AB5719F-B557-4678-9ACA-A54DA6D8A5E3}"/>
              </a:ext>
            </a:extLst>
          </p:cNvPr>
          <p:cNvSpPr>
            <a:spLocks xmlns:a="http://schemas.openxmlformats.org/drawingml/2006/main" noGrp="1"/>
          </p:cNvSpPr>
          <p:nvPr/>
        </p:nvSpPr>
        <p:spPr>
          <a:xfrm xmlns:a="http://schemas.openxmlformats.org/drawingml/2006/main">
            <a:off x="7924800" y="4562475"/>
            <a:ext cx="9525" cy="447675"/>
          </a:xfrm>
          <a:custGeom xmlns:a="http://schemas.openxmlformats.org/drawingml/2006/main">
            <a:pathLst>
              <a:path w="9525" h="447675">
                <a:moveTo>
                  <a:pt x="0" y="0"/>
                </a:moveTo>
                <a:lnTo>
                  <a:pt x="0" y="447675"/>
                </a:lnTo>
              </a:path>
            </a:pathLst>
          </a:custGeom>
          <a:noFill xmlns:a="http://schemas.openxmlformats.org/drawingml/2006/main"/>
          <a:ln xmlns:a="http://schemas.openxmlformats.org/drawingml/2006/main" w="28575">
            <a:solidFill>
              <a:srgbClr val="1572C3"/>
            </a:solidFill>
          </a:ln>
        </p:spPr>
      </p:sp>
      <p:sp>
        <p:nvSpPr>
          <p:cNvPr id="51" name="wire-642">
            <a:extLst xmlns:a="http://schemas.openxmlformats.org/drawingml/2006/main">
              <a:ext uri="{FF2B5EF4-FFF2-40B4-BE49-F238E27FC236}">
                <a16:creationId xmlns:a16="http://schemas.microsoft.com/office/drawing/2014/main" id="{C542532E-ECBF-4066-8658-29CB7727FB8F}"/>
              </a:ext>
            </a:extLst>
          </p:cNvPr>
          <p:cNvSpPr>
            <a:spLocks xmlns:a="http://schemas.openxmlformats.org/drawingml/2006/main" noGrp="1"/>
          </p:cNvSpPr>
          <p:nvPr/>
        </p:nvSpPr>
        <p:spPr>
          <a:xfrm xmlns:a="http://schemas.openxmlformats.org/drawingml/2006/main">
            <a:off x="7924800" y="50101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1572C3"/>
            </a:solidFill>
          </a:ln>
        </p:spPr>
      </p:sp>
      <p:sp>
        <p:nvSpPr>
          <p:cNvPr id="52" name="circuit-643">
            <a:extLst xmlns:a="http://schemas.openxmlformats.org/drawingml/2006/main">
              <a:ext uri="{FF2B5EF4-FFF2-40B4-BE49-F238E27FC236}">
                <a16:creationId xmlns:a16="http://schemas.microsoft.com/office/drawing/2014/main" id="{5AF0E5B9-71D5-4030-A65B-8A52BE652C22}"/>
              </a:ext>
            </a:extLst>
          </p:cNvPr>
          <p:cNvSpPr>
            <a:spLocks xmlns:a="http://schemas.openxmlformats.org/drawingml/2006/main" noGrp="1"/>
          </p:cNvSpPr>
          <p:nvPr/>
        </p:nvSpPr>
        <p:spPr>
          <a:xfrm xmlns:a="http://schemas.openxmlformats.org/drawingml/2006/main">
            <a:off x="8086725" y="497871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3" name="text-644">
            <a:extLst xmlns:a="http://schemas.openxmlformats.org/drawingml/2006/main">
              <a:ext uri="{FF2B5EF4-FFF2-40B4-BE49-F238E27FC236}">
                <a16:creationId xmlns:a16="http://schemas.microsoft.com/office/drawing/2014/main" id="{E85003F0-D14F-4B78-8E1C-4A7B1AC967CF}"/>
              </a:ext>
            </a:extLst>
          </p:cNvPr>
          <p:cNvSpPr>
            <a:spLocks xmlns:a="http://schemas.openxmlformats.org/drawingml/2006/main" noGrp="1"/>
          </p:cNvSpPr>
          <p:nvPr/>
        </p:nvSpPr>
        <p:spPr>
          <a:xfrm xmlns:a="http://schemas.openxmlformats.org/drawingml/2006/main">
            <a:off x="3390900" y="2838450"/>
            <a:ext cx="3562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Yu Gothic"/>
                <a:ea typeface="Yu Gothic"/>
                <a:cs typeface="Yu Gothic"/>
              </a:defRPr>
            </a:defPPr>
            <a:lvl1pPr algn="l">
              <a:defRPr sz="1275" b="1">
                <a:solidFill>
                  <a:srgbClr val="231F20"/>
                </a:solidFill>
                <a:latin typeface="Yu Gothic"/>
                <a:ea typeface="Yu Gothic"/>
                <a:cs typeface="Yu Gothic"/>
              </a:defRPr>
            </a:lvl1pPr>
            <a:lvl2pPr algn="l">
              <a:defRPr sz="1275" b="1">
                <a:solidFill>
                  <a:srgbClr val="231F20"/>
                </a:solidFill>
                <a:latin typeface="Yu Gothic"/>
                <a:ea typeface="Yu Gothic"/>
                <a:cs typeface="Yu Gothic"/>
              </a:defRPr>
            </a:lvl2pPr>
            <a:lvl3pPr algn="l">
              <a:defRPr sz="1275" b="1">
                <a:solidFill>
                  <a:srgbClr val="231F20"/>
                </a:solidFill>
                <a:latin typeface="Yu Gothic"/>
                <a:ea typeface="Yu Gothic"/>
                <a:cs typeface="Yu Gothic"/>
              </a:defRPr>
            </a:lvl3pPr>
            <a:lvl4pPr algn="l">
              <a:defRPr sz="1275" b="1">
                <a:solidFill>
                  <a:srgbClr val="231F20"/>
                </a:solidFill>
                <a:latin typeface="Yu Gothic"/>
                <a:ea typeface="Yu Gothic"/>
                <a:cs typeface="Yu Gothic"/>
              </a:defRPr>
            </a:lvl4pPr>
            <a:lvl5pPr algn="l">
              <a:defRPr sz="1275" b="1">
                <a:solidFill>
                  <a:srgbClr val="231F20"/>
                </a:solidFill>
                <a:latin typeface="Yu Gothic"/>
                <a:ea typeface="Yu Gothic"/>
                <a:cs typeface="Yu Gothic"/>
              </a:defRPr>
            </a:lvl5pPr>
            <a:lvl6pPr algn="l">
              <a:defRPr sz="1275" b="1">
                <a:solidFill>
                  <a:srgbClr val="231F20"/>
                </a:solidFill>
                <a:latin typeface="Yu Gothic"/>
                <a:ea typeface="Yu Gothic"/>
                <a:cs typeface="Yu Gothic"/>
              </a:defRPr>
            </a:lvl6pPr>
            <a:lvl7pPr algn="l">
              <a:defRPr sz="1275" b="1">
                <a:solidFill>
                  <a:srgbClr val="231F20"/>
                </a:solidFill>
                <a:latin typeface="Yu Gothic"/>
                <a:ea typeface="Yu Gothic"/>
                <a:cs typeface="Yu Gothic"/>
              </a:defRPr>
            </a:lvl7pPr>
            <a:lvl8pPr algn="l">
              <a:defRPr sz="1275" b="1">
                <a:solidFill>
                  <a:srgbClr val="231F20"/>
                </a:solidFill>
                <a:latin typeface="Yu Gothic"/>
                <a:ea typeface="Yu Gothic"/>
                <a:cs typeface="Yu Gothic"/>
              </a:defRPr>
            </a:lvl8pPr>
            <a:lvl9pPr algn="l">
              <a:defRPr sz="1275" b="1">
                <a:solidFill>
                  <a:srgbClr val="231F20"/>
                </a:solidFill>
                <a:latin typeface="Yu Gothic"/>
                <a:ea typeface="Yu Gothic"/>
                <a:cs typeface="Yu Gothic"/>
              </a:defRPr>
            </a:lvl9pPr>
          </a:lstStyle>
          <a:p xmlns:a="http://schemas.openxmlformats.org/drawingml/2006/main">
            <a:pPr algn="l">
              <a:defRPr sz="1275" b="1">
                <a:solidFill>
                  <a:srgbClr val="231F20"/>
                </a:solidFill>
                <a:latin typeface="Yu Gothic"/>
                <a:ea typeface="Yu Gothic"/>
                <a:cs typeface="Yu Gothic"/>
              </a:defRPr>
            </a:pPr>
            <a:r>
              <a:rPr sz="1275" b="1">
                <a:solidFill>
                  <a:srgbClr val="231F20"/>
                </a:solidFill>
                <a:latin typeface="Yu Gothic"/>
                <a:ea typeface="Yu Gothic"/>
                <a:cs typeface="Yu Gothic"/>
              </a:rPr>
              <a:t>命令から取り出す内容</a:t>
            </a:r>
          </a:p>
        </p:txBody>
      </p:sp>
      <p:sp>
        <p:nvSpPr>
          <p:cNvPr id="54" name="block-645">
            <a:extLst xmlns:a="http://schemas.openxmlformats.org/drawingml/2006/main">
              <a:ext uri="{FF2B5EF4-FFF2-40B4-BE49-F238E27FC236}">
                <a16:creationId xmlns:a16="http://schemas.microsoft.com/office/drawing/2014/main" id="{111FE517-3227-429D-8AA5-5CE313BEC2B5}"/>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5" name="text-646">
            <a:extLst xmlns:a="http://schemas.openxmlformats.org/drawingml/2006/main">
              <a:ext uri="{FF2B5EF4-FFF2-40B4-BE49-F238E27FC236}">
                <a16:creationId xmlns:a16="http://schemas.microsoft.com/office/drawing/2014/main" id="{6A35C0F2-F48B-4602-B5F6-3D778728B75B}"/>
              </a:ext>
            </a:extLst>
          </p:cNvPr>
          <p:cNvSpPr>
            <a:spLocks xmlns:a="http://schemas.openxmlformats.org/drawingml/2006/main" noGrp="1"/>
          </p:cNvSpPr>
          <p:nvPr/>
        </p:nvSpPr>
        <p:spPr>
          <a:xfrm xmlns:a="http://schemas.openxmlformats.org/drawingml/2006/main">
            <a:off x="3419475" y="3048000"/>
            <a:ext cx="12573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Yu Gothic"/>
                <a:ea typeface="Yu Gothic"/>
                <a:cs typeface="Yu Gothic"/>
              </a:defRPr>
            </a:defPPr>
            <a:lvl1pPr algn="ctr">
              <a:defRPr sz="1200" b="0">
                <a:solidFill>
                  <a:srgbClr val="9FA9B9"/>
                </a:solidFill>
                <a:latin typeface="Yu Gothic"/>
                <a:ea typeface="Yu Gothic"/>
                <a:cs typeface="Yu Gothic"/>
              </a:defRPr>
            </a:lvl1pPr>
            <a:lvl2pPr algn="ctr">
              <a:defRPr sz="1200" b="0">
                <a:solidFill>
                  <a:srgbClr val="9FA9B9"/>
                </a:solidFill>
                <a:latin typeface="Yu Gothic"/>
                <a:ea typeface="Yu Gothic"/>
                <a:cs typeface="Yu Gothic"/>
              </a:defRPr>
            </a:lvl2pPr>
            <a:lvl3pPr algn="ctr">
              <a:defRPr sz="1200" b="0">
                <a:solidFill>
                  <a:srgbClr val="9FA9B9"/>
                </a:solidFill>
                <a:latin typeface="Yu Gothic"/>
                <a:ea typeface="Yu Gothic"/>
                <a:cs typeface="Yu Gothic"/>
              </a:defRPr>
            </a:lvl3pPr>
            <a:lvl4pPr algn="ctr">
              <a:defRPr sz="1200" b="0">
                <a:solidFill>
                  <a:srgbClr val="9FA9B9"/>
                </a:solidFill>
                <a:latin typeface="Yu Gothic"/>
                <a:ea typeface="Yu Gothic"/>
                <a:cs typeface="Yu Gothic"/>
              </a:defRPr>
            </a:lvl4pPr>
            <a:lvl5pPr algn="ctr">
              <a:defRPr sz="1200" b="0">
                <a:solidFill>
                  <a:srgbClr val="9FA9B9"/>
                </a:solidFill>
                <a:latin typeface="Yu Gothic"/>
                <a:ea typeface="Yu Gothic"/>
                <a:cs typeface="Yu Gothic"/>
              </a:defRPr>
            </a:lvl5pPr>
            <a:lvl6pPr algn="ctr">
              <a:defRPr sz="1200" b="0">
                <a:solidFill>
                  <a:srgbClr val="9FA9B9"/>
                </a:solidFill>
                <a:latin typeface="Yu Gothic"/>
                <a:ea typeface="Yu Gothic"/>
                <a:cs typeface="Yu Gothic"/>
              </a:defRPr>
            </a:lvl6pPr>
            <a:lvl7pPr algn="ctr">
              <a:defRPr sz="1200" b="0">
                <a:solidFill>
                  <a:srgbClr val="9FA9B9"/>
                </a:solidFill>
                <a:latin typeface="Yu Gothic"/>
                <a:ea typeface="Yu Gothic"/>
                <a:cs typeface="Yu Gothic"/>
              </a:defRPr>
            </a:lvl7pPr>
            <a:lvl8pPr algn="ctr">
              <a:defRPr sz="1200" b="0">
                <a:solidFill>
                  <a:srgbClr val="9FA9B9"/>
                </a:solidFill>
                <a:latin typeface="Yu Gothic"/>
                <a:ea typeface="Yu Gothic"/>
                <a:cs typeface="Yu Gothic"/>
              </a:defRPr>
            </a:lvl8pPr>
            <a:lvl9pPr algn="ctr">
              <a:defRPr sz="1200" b="0">
                <a:solidFill>
                  <a:srgbClr val="9FA9B9"/>
                </a:solidFill>
                <a:latin typeface="Yu Gothic"/>
                <a:ea typeface="Yu Gothic"/>
                <a:cs typeface="Yu Gothic"/>
              </a:defRPr>
            </a:lvl9pPr>
          </a:lstStyle>
          <a:p xmlns:a="http://schemas.openxmlformats.org/drawingml/2006/main">
            <a:pPr algn="ctr">
              <a:defRPr sz="1200" b="0">
                <a:solidFill>
                  <a:srgbClr val="9FA9B9"/>
                </a:solidFill>
                <a:latin typeface="Yu Gothic"/>
                <a:ea typeface="Yu Gothic"/>
                <a:cs typeface="Yu Gothic"/>
              </a:defRPr>
            </a:pPr>
            <a:r>
              <a:rPr sz="1200" b="0">
                <a:solidFill>
                  <a:srgbClr val="9FA9B9"/>
                </a:solidFill>
                <a:latin typeface="Yu Gothic"/>
                <a:ea typeface="Yu Gothic"/>
                <a:cs typeface="Yu Gothic"/>
              </a:rPr>
              <a:t>即値</a:t>
            </a:r>
          </a:p>
        </p:txBody>
      </p:sp>
      <p:sp>
        <p:nvSpPr>
          <p:cNvPr id="56" name="text-647">
            <a:extLst xmlns:a="http://schemas.openxmlformats.org/drawingml/2006/main">
              <a:ext uri="{FF2B5EF4-FFF2-40B4-BE49-F238E27FC236}">
                <a16:creationId xmlns:a16="http://schemas.microsoft.com/office/drawing/2014/main" id="{E35F28E6-F811-4F7A-B1BF-1AFB6735D9D5}"/>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0</a:t>
            </a:r>
          </a:p>
        </p:txBody>
      </p:sp>
      <p:sp>
        <p:nvSpPr>
          <p:cNvPr id="57" name="block-648">
            <a:extLst xmlns:a="http://schemas.openxmlformats.org/drawingml/2006/main">
              <a:ext uri="{FF2B5EF4-FFF2-40B4-BE49-F238E27FC236}">
                <a16:creationId xmlns:a16="http://schemas.microsoft.com/office/drawing/2014/main" id="{DF1DDB41-F2C2-4648-9832-B569F0DD944B}"/>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8" name="text-649">
            <a:extLst xmlns:a="http://schemas.openxmlformats.org/drawingml/2006/main">
              <a:ext uri="{FF2B5EF4-FFF2-40B4-BE49-F238E27FC236}">
                <a16:creationId xmlns:a16="http://schemas.microsoft.com/office/drawing/2014/main" id="{B9845F1E-3FA7-4F08-87D3-1A1C71180E48}"/>
              </a:ext>
            </a:extLst>
          </p:cNvPr>
          <p:cNvSpPr>
            <a:spLocks xmlns:a="http://schemas.openxmlformats.org/drawingml/2006/main" noGrp="1"/>
          </p:cNvSpPr>
          <p:nvPr/>
        </p:nvSpPr>
        <p:spPr>
          <a:xfrm xmlns:a="http://schemas.openxmlformats.org/drawingml/2006/main">
            <a:off x="467677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Arial"/>
                <a:ea typeface="Arial"/>
                <a:cs typeface="Arial"/>
              </a:defRPr>
            </a:defPPr>
            <a:lvl1pPr algn="ctr">
              <a:defRPr sz="1200" b="0">
                <a:solidFill>
                  <a:srgbClr val="9FA9B9"/>
                </a:solidFill>
                <a:latin typeface="Arial"/>
                <a:ea typeface="Arial"/>
                <a:cs typeface="Arial"/>
              </a:defRPr>
            </a:lvl1pPr>
            <a:lvl2pPr algn="ctr">
              <a:defRPr sz="1200" b="0">
                <a:solidFill>
                  <a:srgbClr val="9FA9B9"/>
                </a:solidFill>
                <a:latin typeface="Arial"/>
                <a:ea typeface="Arial"/>
                <a:cs typeface="Arial"/>
              </a:defRPr>
            </a:lvl2pPr>
            <a:lvl3pPr algn="ctr">
              <a:defRPr sz="1200" b="0">
                <a:solidFill>
                  <a:srgbClr val="9FA9B9"/>
                </a:solidFill>
                <a:latin typeface="Arial"/>
                <a:ea typeface="Arial"/>
                <a:cs typeface="Arial"/>
              </a:defRPr>
            </a:lvl3pPr>
            <a:lvl4pPr algn="ctr">
              <a:defRPr sz="1200" b="0">
                <a:solidFill>
                  <a:srgbClr val="9FA9B9"/>
                </a:solidFill>
                <a:latin typeface="Arial"/>
                <a:ea typeface="Arial"/>
                <a:cs typeface="Arial"/>
              </a:defRPr>
            </a:lvl4pPr>
            <a:lvl5pPr algn="ctr">
              <a:defRPr sz="1200" b="0">
                <a:solidFill>
                  <a:srgbClr val="9FA9B9"/>
                </a:solidFill>
                <a:latin typeface="Arial"/>
                <a:ea typeface="Arial"/>
                <a:cs typeface="Arial"/>
              </a:defRPr>
            </a:lvl5pPr>
            <a:lvl6pPr algn="ctr">
              <a:defRPr sz="1200" b="0">
                <a:solidFill>
                  <a:srgbClr val="9FA9B9"/>
                </a:solidFill>
                <a:latin typeface="Arial"/>
                <a:ea typeface="Arial"/>
                <a:cs typeface="Arial"/>
              </a:defRPr>
            </a:lvl6pPr>
            <a:lvl7pPr algn="ctr">
              <a:defRPr sz="1200" b="0">
                <a:solidFill>
                  <a:srgbClr val="9FA9B9"/>
                </a:solidFill>
                <a:latin typeface="Arial"/>
                <a:ea typeface="Arial"/>
                <a:cs typeface="Arial"/>
              </a:defRPr>
            </a:lvl7pPr>
            <a:lvl8pPr algn="ctr">
              <a:defRPr sz="1200" b="0">
                <a:solidFill>
                  <a:srgbClr val="9FA9B9"/>
                </a:solidFill>
                <a:latin typeface="Arial"/>
                <a:ea typeface="Arial"/>
                <a:cs typeface="Arial"/>
              </a:defRPr>
            </a:lvl8pPr>
            <a:lvl9pPr algn="ctr">
              <a:defRPr sz="1200" b="0">
                <a:solidFill>
                  <a:srgbClr val="9FA9B9"/>
                </a:solidFill>
                <a:latin typeface="Arial"/>
                <a:ea typeface="Arial"/>
                <a:cs typeface="Arial"/>
              </a:defRPr>
            </a:lvl9pPr>
          </a:lstStyle>
          <a:p xmlns:a="http://schemas.openxmlformats.org/drawingml/2006/main">
            <a:pPr algn="ctr">
              <a:defRPr sz="1200" b="0">
                <a:solidFill>
                  <a:srgbClr val="9FA9B9"/>
                </a:solidFill>
                <a:latin typeface="Arial"/>
                <a:ea typeface="Arial"/>
                <a:cs typeface="Arial"/>
              </a:defRPr>
            </a:pPr>
            <a:r>
              <a:rPr sz="1200" b="0">
                <a:solidFill>
                  <a:srgbClr val="9FA9B9"/>
                </a:solidFill>
                <a:latin typeface="Arial"/>
                <a:ea typeface="Arial"/>
                <a:cs typeface="Arial"/>
              </a:rPr>
              <a:t>A1</a:t>
            </a:r>
          </a:p>
        </p:txBody>
      </p:sp>
      <p:sp>
        <p:nvSpPr>
          <p:cNvPr id="59" name="text-650">
            <a:extLst xmlns:a="http://schemas.openxmlformats.org/drawingml/2006/main">
              <a:ext uri="{FF2B5EF4-FFF2-40B4-BE49-F238E27FC236}">
                <a16:creationId xmlns:a16="http://schemas.microsoft.com/office/drawing/2014/main" id="{CE7F7BCF-1281-458A-B229-F694430CFC12}"/>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2</a:t>
            </a:r>
          </a:p>
        </p:txBody>
      </p:sp>
      <p:sp>
        <p:nvSpPr>
          <p:cNvPr id="60" name="block-651">
            <a:extLst xmlns:a="http://schemas.openxmlformats.org/drawingml/2006/main">
              <a:ext uri="{FF2B5EF4-FFF2-40B4-BE49-F238E27FC236}">
                <a16:creationId xmlns:a16="http://schemas.microsoft.com/office/drawing/2014/main" id="{85502B7F-913C-4EBB-9566-DF15662528D4}"/>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1" name="text-652">
            <a:extLst xmlns:a="http://schemas.openxmlformats.org/drawingml/2006/main">
              <a:ext uri="{FF2B5EF4-FFF2-40B4-BE49-F238E27FC236}">
                <a16:creationId xmlns:a16="http://schemas.microsoft.com/office/drawing/2014/main" id="{EE69E750-8590-4C91-A957-0499A513815C}"/>
              </a:ext>
            </a:extLst>
          </p:cNvPr>
          <p:cNvSpPr>
            <a:spLocks xmlns:a="http://schemas.openxmlformats.org/drawingml/2006/main" noGrp="1"/>
          </p:cNvSpPr>
          <p:nvPr/>
        </p:nvSpPr>
        <p:spPr>
          <a:xfrm xmlns:a="http://schemas.openxmlformats.org/drawingml/2006/main">
            <a:off x="5267325" y="3048000"/>
            <a:ext cx="10287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Arial"/>
                <a:ea typeface="Arial"/>
                <a:cs typeface="Arial"/>
              </a:defRPr>
            </a:defPPr>
            <a:lvl1pPr algn="ctr">
              <a:defRPr sz="1200" b="0">
                <a:solidFill>
                  <a:srgbClr val="9FA9B9"/>
                </a:solidFill>
                <a:latin typeface="Arial"/>
                <a:ea typeface="Arial"/>
                <a:cs typeface="Arial"/>
              </a:defRPr>
            </a:lvl1pPr>
            <a:lvl2pPr algn="ctr">
              <a:defRPr sz="1200" b="0">
                <a:solidFill>
                  <a:srgbClr val="9FA9B9"/>
                </a:solidFill>
                <a:latin typeface="Arial"/>
                <a:ea typeface="Arial"/>
                <a:cs typeface="Arial"/>
              </a:defRPr>
            </a:lvl2pPr>
            <a:lvl3pPr algn="ctr">
              <a:defRPr sz="1200" b="0">
                <a:solidFill>
                  <a:srgbClr val="9FA9B9"/>
                </a:solidFill>
                <a:latin typeface="Arial"/>
                <a:ea typeface="Arial"/>
                <a:cs typeface="Arial"/>
              </a:defRPr>
            </a:lvl3pPr>
            <a:lvl4pPr algn="ctr">
              <a:defRPr sz="1200" b="0">
                <a:solidFill>
                  <a:srgbClr val="9FA9B9"/>
                </a:solidFill>
                <a:latin typeface="Arial"/>
                <a:ea typeface="Arial"/>
                <a:cs typeface="Arial"/>
              </a:defRPr>
            </a:lvl4pPr>
            <a:lvl5pPr algn="ctr">
              <a:defRPr sz="1200" b="0">
                <a:solidFill>
                  <a:srgbClr val="9FA9B9"/>
                </a:solidFill>
                <a:latin typeface="Arial"/>
                <a:ea typeface="Arial"/>
                <a:cs typeface="Arial"/>
              </a:defRPr>
            </a:lvl5pPr>
            <a:lvl6pPr algn="ctr">
              <a:defRPr sz="1200" b="0">
                <a:solidFill>
                  <a:srgbClr val="9FA9B9"/>
                </a:solidFill>
                <a:latin typeface="Arial"/>
                <a:ea typeface="Arial"/>
                <a:cs typeface="Arial"/>
              </a:defRPr>
            </a:lvl6pPr>
            <a:lvl7pPr algn="ctr">
              <a:defRPr sz="1200" b="0">
                <a:solidFill>
                  <a:srgbClr val="9FA9B9"/>
                </a:solidFill>
                <a:latin typeface="Arial"/>
                <a:ea typeface="Arial"/>
                <a:cs typeface="Arial"/>
              </a:defRPr>
            </a:lvl7pPr>
            <a:lvl8pPr algn="ctr">
              <a:defRPr sz="1200" b="0">
                <a:solidFill>
                  <a:srgbClr val="9FA9B9"/>
                </a:solidFill>
                <a:latin typeface="Arial"/>
                <a:ea typeface="Arial"/>
                <a:cs typeface="Arial"/>
              </a:defRPr>
            </a:lvl8pPr>
            <a:lvl9pPr algn="ctr">
              <a:defRPr sz="1200" b="0">
                <a:solidFill>
                  <a:srgbClr val="9FA9B9"/>
                </a:solidFill>
                <a:latin typeface="Arial"/>
                <a:ea typeface="Arial"/>
                <a:cs typeface="Arial"/>
              </a:defRPr>
            </a:lvl9pPr>
          </a:lstStyle>
          <a:p xmlns:a="http://schemas.openxmlformats.org/drawingml/2006/main">
            <a:pPr algn="ctr">
              <a:defRPr sz="1200" b="0">
                <a:solidFill>
                  <a:srgbClr val="9FA9B9"/>
                </a:solidFill>
                <a:latin typeface="Arial"/>
                <a:ea typeface="Arial"/>
                <a:cs typeface="Arial"/>
              </a:defRPr>
            </a:pPr>
            <a:r>
              <a:rPr sz="1200" b="0">
                <a:solidFill>
                  <a:srgbClr val="9FA9B9"/>
                </a:solidFill>
                <a:latin typeface="Arial"/>
                <a:ea typeface="Arial"/>
                <a:cs typeface="Arial"/>
              </a:rPr>
              <a:t>A2</a:t>
            </a:r>
          </a:p>
        </p:txBody>
      </p:sp>
      <p:sp>
        <p:nvSpPr>
          <p:cNvPr id="62" name="text-653">
            <a:extLst xmlns:a="http://schemas.openxmlformats.org/drawingml/2006/main">
              <a:ext uri="{FF2B5EF4-FFF2-40B4-BE49-F238E27FC236}">
                <a16:creationId xmlns:a16="http://schemas.microsoft.com/office/drawing/2014/main" id="{AFDB6C15-816F-4908-9AA8-9D5372C2AF66}"/>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1</a:t>
            </a:r>
          </a:p>
        </p:txBody>
      </p:sp>
      <p:sp>
        <p:nvSpPr>
          <p:cNvPr id="63" name="block-654">
            <a:extLst xmlns:a="http://schemas.openxmlformats.org/drawingml/2006/main">
              <a:ext uri="{FF2B5EF4-FFF2-40B4-BE49-F238E27FC236}">
                <a16:creationId xmlns:a16="http://schemas.microsoft.com/office/drawing/2014/main" id="{F3188604-63C8-4B59-9688-F8B298A206C4}"/>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4" name="text-655">
            <a:extLst xmlns:a="http://schemas.openxmlformats.org/drawingml/2006/main">
              <a:ext uri="{FF2B5EF4-FFF2-40B4-BE49-F238E27FC236}">
                <a16:creationId xmlns:a16="http://schemas.microsoft.com/office/drawing/2014/main" id="{930CD9AA-CBBD-42FD-B245-118081C7EF3A}"/>
              </a:ext>
            </a:extLst>
          </p:cNvPr>
          <p:cNvSpPr>
            <a:spLocks xmlns:a="http://schemas.openxmlformats.org/drawingml/2006/main" noGrp="1"/>
          </p:cNvSpPr>
          <p:nvPr/>
        </p:nvSpPr>
        <p:spPr>
          <a:xfrm xmlns:a="http://schemas.openxmlformats.org/drawingml/2006/main">
            <a:off x="629602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Yu Gothic"/>
                <a:ea typeface="Yu Gothic"/>
                <a:cs typeface="Yu Gothic"/>
              </a:defRPr>
            </a:defPPr>
            <a:lvl1pPr algn="ctr">
              <a:defRPr sz="1200" b="0">
                <a:solidFill>
                  <a:srgbClr val="9FA9B9"/>
                </a:solidFill>
                <a:latin typeface="Yu Gothic"/>
                <a:ea typeface="Yu Gothic"/>
                <a:cs typeface="Yu Gothic"/>
              </a:defRPr>
            </a:lvl1pPr>
            <a:lvl2pPr algn="ctr">
              <a:defRPr sz="1200" b="0">
                <a:solidFill>
                  <a:srgbClr val="9FA9B9"/>
                </a:solidFill>
                <a:latin typeface="Yu Gothic"/>
                <a:ea typeface="Yu Gothic"/>
                <a:cs typeface="Yu Gothic"/>
              </a:defRPr>
            </a:lvl2pPr>
            <a:lvl3pPr algn="ctr">
              <a:defRPr sz="1200" b="0">
                <a:solidFill>
                  <a:srgbClr val="9FA9B9"/>
                </a:solidFill>
                <a:latin typeface="Yu Gothic"/>
                <a:ea typeface="Yu Gothic"/>
                <a:cs typeface="Yu Gothic"/>
              </a:defRPr>
            </a:lvl3pPr>
            <a:lvl4pPr algn="ctr">
              <a:defRPr sz="1200" b="0">
                <a:solidFill>
                  <a:srgbClr val="9FA9B9"/>
                </a:solidFill>
                <a:latin typeface="Yu Gothic"/>
                <a:ea typeface="Yu Gothic"/>
                <a:cs typeface="Yu Gothic"/>
              </a:defRPr>
            </a:lvl4pPr>
            <a:lvl5pPr algn="ctr">
              <a:defRPr sz="1200" b="0">
                <a:solidFill>
                  <a:srgbClr val="9FA9B9"/>
                </a:solidFill>
                <a:latin typeface="Yu Gothic"/>
                <a:ea typeface="Yu Gothic"/>
                <a:cs typeface="Yu Gothic"/>
              </a:defRPr>
            </a:lvl5pPr>
            <a:lvl6pPr algn="ctr">
              <a:defRPr sz="1200" b="0">
                <a:solidFill>
                  <a:srgbClr val="9FA9B9"/>
                </a:solidFill>
                <a:latin typeface="Yu Gothic"/>
                <a:ea typeface="Yu Gothic"/>
                <a:cs typeface="Yu Gothic"/>
              </a:defRPr>
            </a:lvl6pPr>
            <a:lvl7pPr algn="ctr">
              <a:defRPr sz="1200" b="0">
                <a:solidFill>
                  <a:srgbClr val="9FA9B9"/>
                </a:solidFill>
                <a:latin typeface="Yu Gothic"/>
                <a:ea typeface="Yu Gothic"/>
                <a:cs typeface="Yu Gothic"/>
              </a:defRPr>
            </a:lvl7pPr>
            <a:lvl8pPr algn="ctr">
              <a:defRPr sz="1200" b="0">
                <a:solidFill>
                  <a:srgbClr val="9FA9B9"/>
                </a:solidFill>
                <a:latin typeface="Yu Gothic"/>
                <a:ea typeface="Yu Gothic"/>
                <a:cs typeface="Yu Gothic"/>
              </a:defRPr>
            </a:lvl8pPr>
            <a:lvl9pPr algn="ctr">
              <a:defRPr sz="1200" b="0">
                <a:solidFill>
                  <a:srgbClr val="9FA9B9"/>
                </a:solidFill>
                <a:latin typeface="Yu Gothic"/>
                <a:ea typeface="Yu Gothic"/>
                <a:cs typeface="Yu Gothic"/>
              </a:defRPr>
            </a:lvl9pPr>
          </a:lstStyle>
          <a:p xmlns:a="http://schemas.openxmlformats.org/drawingml/2006/main">
            <a:pPr algn="ctr">
              <a:defRPr sz="1200" b="0">
                <a:solidFill>
                  <a:srgbClr val="9FA9B9"/>
                </a:solidFill>
                <a:latin typeface="Yu Gothic"/>
                <a:ea typeface="Yu Gothic"/>
                <a:cs typeface="Yu Gothic"/>
              </a:defRPr>
            </a:pPr>
            <a:r>
              <a:rPr sz="1200" b="0">
                <a:solidFill>
                  <a:srgbClr val="9FA9B9"/>
                </a:solidFill>
                <a:latin typeface="Yu Gothic"/>
                <a:ea typeface="Yu Gothic"/>
                <a:cs typeface="Yu Gothic"/>
              </a:rPr>
              <a:t>操作</a:t>
            </a:r>
          </a:p>
        </p:txBody>
      </p:sp>
      <p:sp>
        <p:nvSpPr>
          <p:cNvPr id="65" name="text-656">
            <a:extLst xmlns:a="http://schemas.openxmlformats.org/drawingml/2006/main">
              <a:ext uri="{FF2B5EF4-FFF2-40B4-BE49-F238E27FC236}">
                <a16:creationId xmlns:a16="http://schemas.microsoft.com/office/drawing/2014/main" id="{68CFF097-A785-4F08-9D9B-9B7F3C0BD5F5}"/>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sw</a:t>
            </a:r>
          </a:p>
        </p:txBody>
      </p:sp>
      <p:sp>
        <p:nvSpPr>
          <p:cNvPr id="66" name="board-stable-pc">
            <a:extLst xmlns:a="http://schemas.openxmlformats.org/drawingml/2006/main">
              <a:ext uri="{FF2B5EF4-FFF2-40B4-BE49-F238E27FC236}">
                <a16:creationId xmlns:a16="http://schemas.microsoft.com/office/drawing/2014/main" id="{6C74EFDB-4397-4AD7-8664-04F3470D8B65}"/>
              </a:ext>
            </a:extLst>
          </p:cNvPr>
          <p:cNvSpPr>
            <a:spLocks xmlns:a="http://schemas.openxmlformats.org/drawingml/2006/main" noGrp="1"/>
          </p:cNvSpPr>
          <p:nvPr/>
        </p:nvSpPr>
        <p:spPr>
          <a:xfrm xmlns:a="http://schemas.openxmlformats.org/drawingml/2006/main">
            <a:off x="1009650" y="4171950"/>
            <a:ext cx="314325" cy="6286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7" name="text-658">
            <a:extLst xmlns:a="http://schemas.openxmlformats.org/drawingml/2006/main">
              <a:ext uri="{FF2B5EF4-FFF2-40B4-BE49-F238E27FC236}">
                <a16:creationId xmlns:a16="http://schemas.microsoft.com/office/drawing/2014/main" id="{75F16E17-8B49-4740-BA40-0E6EC6813FF8}"/>
              </a:ext>
            </a:extLst>
          </p:cNvPr>
          <p:cNvSpPr>
            <a:spLocks xmlns:a="http://schemas.openxmlformats.org/drawingml/2006/main" noGrp="1"/>
          </p:cNvSpPr>
          <p:nvPr/>
        </p:nvSpPr>
        <p:spPr>
          <a:xfrm xmlns:a="http://schemas.openxmlformats.org/drawingml/2006/main">
            <a:off x="1047750" y="4352925"/>
            <a:ext cx="24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0">
                <a:solidFill>
                  <a:srgbClr val="231F20"/>
                </a:solidFill>
                <a:latin typeface="Arial"/>
                <a:ea typeface="Arial"/>
                <a:cs typeface="Arial"/>
              </a:defRPr>
            </a:defPPr>
            <a:lvl1pPr algn="ctr">
              <a:defRPr sz="975" b="0">
                <a:solidFill>
                  <a:srgbClr val="231F20"/>
                </a:solidFill>
                <a:latin typeface="Arial"/>
                <a:ea typeface="Arial"/>
                <a:cs typeface="Arial"/>
              </a:defRPr>
            </a:lvl1pPr>
            <a:lvl2pPr algn="ctr">
              <a:defRPr sz="975" b="0">
                <a:solidFill>
                  <a:srgbClr val="231F20"/>
                </a:solidFill>
                <a:latin typeface="Arial"/>
                <a:ea typeface="Arial"/>
                <a:cs typeface="Arial"/>
              </a:defRPr>
            </a:lvl2pPr>
            <a:lvl3pPr algn="ctr">
              <a:defRPr sz="975" b="0">
                <a:solidFill>
                  <a:srgbClr val="231F20"/>
                </a:solidFill>
                <a:latin typeface="Arial"/>
                <a:ea typeface="Arial"/>
                <a:cs typeface="Arial"/>
              </a:defRPr>
            </a:lvl3pPr>
            <a:lvl4pPr algn="ctr">
              <a:defRPr sz="975" b="0">
                <a:solidFill>
                  <a:srgbClr val="231F20"/>
                </a:solidFill>
                <a:latin typeface="Arial"/>
                <a:ea typeface="Arial"/>
                <a:cs typeface="Arial"/>
              </a:defRPr>
            </a:lvl4pPr>
            <a:lvl5pPr algn="ctr">
              <a:defRPr sz="975" b="0">
                <a:solidFill>
                  <a:srgbClr val="231F20"/>
                </a:solidFill>
                <a:latin typeface="Arial"/>
                <a:ea typeface="Arial"/>
                <a:cs typeface="Arial"/>
              </a:defRPr>
            </a:lvl5pPr>
            <a:lvl6pPr algn="ctr">
              <a:defRPr sz="975" b="0">
                <a:solidFill>
                  <a:srgbClr val="231F20"/>
                </a:solidFill>
                <a:latin typeface="Arial"/>
                <a:ea typeface="Arial"/>
                <a:cs typeface="Arial"/>
              </a:defRPr>
            </a:lvl6pPr>
            <a:lvl7pPr algn="ctr">
              <a:defRPr sz="975" b="0">
                <a:solidFill>
                  <a:srgbClr val="231F20"/>
                </a:solidFill>
                <a:latin typeface="Arial"/>
                <a:ea typeface="Arial"/>
                <a:cs typeface="Arial"/>
              </a:defRPr>
            </a:lvl7pPr>
            <a:lvl8pPr algn="ctr">
              <a:defRPr sz="975" b="0">
                <a:solidFill>
                  <a:srgbClr val="231F20"/>
                </a:solidFill>
                <a:latin typeface="Arial"/>
                <a:ea typeface="Arial"/>
                <a:cs typeface="Arial"/>
              </a:defRPr>
            </a:lvl8pPr>
            <a:lvl9pPr algn="ctr">
              <a:defRPr sz="975" b="0">
                <a:solidFill>
                  <a:srgbClr val="231F20"/>
                </a:solidFill>
                <a:latin typeface="Arial"/>
                <a:ea typeface="Arial"/>
                <a:cs typeface="Arial"/>
              </a:defRPr>
            </a:lvl9pPr>
          </a:lstStyle>
          <a:p xmlns:a="http://schemas.openxmlformats.org/drawingml/2006/main">
            <a:pPr algn="ctr">
              <a:defRPr sz="975" b="0">
                <a:solidFill>
                  <a:srgbClr val="231F20"/>
                </a:solidFill>
                <a:latin typeface="Arial"/>
                <a:ea typeface="Arial"/>
                <a:cs typeface="Arial"/>
              </a:defRPr>
            </a:pPr>
            <a:r>
              <a:rPr sz="975" b="0">
                <a:solidFill>
                  <a:srgbClr val="231F20"/>
                </a:solidFill>
                <a:latin typeface="Arial"/>
                <a:ea typeface="Arial"/>
                <a:cs typeface="Arial"/>
              </a:rPr>
              <a:t>D Q</a:t>
            </a:r>
          </a:p>
        </p:txBody>
      </p:sp>
      <p:sp>
        <p:nvSpPr>
          <p:cNvPr id="68" name="circuit-659">
            <a:extLst xmlns:a="http://schemas.openxmlformats.org/drawingml/2006/main">
              <a:ext uri="{FF2B5EF4-FFF2-40B4-BE49-F238E27FC236}">
                <a16:creationId xmlns:a16="http://schemas.microsoft.com/office/drawing/2014/main" id="{56A8491D-484E-4102-A224-6F7860E001C0}"/>
              </a:ext>
            </a:extLst>
          </p:cNvPr>
          <p:cNvSpPr>
            <a:spLocks xmlns:a="http://schemas.openxmlformats.org/drawingml/2006/main" noGrp="1"/>
          </p:cNvSpPr>
          <p:nvPr/>
        </p:nvSpPr>
        <p:spPr>
          <a:xfrm xmlns:a="http://schemas.openxmlformats.org/drawingml/2006/main">
            <a:off x="1076325" y="4171950"/>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69" name="wire-660">
            <a:extLst xmlns:a="http://schemas.openxmlformats.org/drawingml/2006/main">
              <a:ext uri="{FF2B5EF4-FFF2-40B4-BE49-F238E27FC236}">
                <a16:creationId xmlns:a16="http://schemas.microsoft.com/office/drawing/2014/main" id="{C16912BC-A913-4F0D-930F-8215D118FFA6}"/>
              </a:ext>
            </a:extLst>
          </p:cNvPr>
          <p:cNvSpPr>
            <a:spLocks xmlns:a="http://schemas.openxmlformats.org/drawingml/2006/main" noGrp="1"/>
          </p:cNvSpPr>
          <p:nvPr/>
        </p:nvSpPr>
        <p:spPr>
          <a:xfrm xmlns:a="http://schemas.openxmlformats.org/drawingml/2006/main">
            <a:off x="1162050" y="4029075"/>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1430">
            <a:solidFill>
              <a:srgbClr val="231F20"/>
            </a:solidFill>
          </a:ln>
        </p:spPr>
      </p:sp>
      <p:sp>
        <p:nvSpPr>
          <p:cNvPr id="70" name="text-661">
            <a:extLst xmlns:a="http://schemas.openxmlformats.org/drawingml/2006/main">
              <a:ext uri="{FF2B5EF4-FFF2-40B4-BE49-F238E27FC236}">
                <a16:creationId xmlns:a16="http://schemas.microsoft.com/office/drawing/2014/main" id="{A3292BBD-3E96-49BC-80B6-F780DB3068F4}"/>
              </a:ext>
            </a:extLst>
          </p:cNvPr>
          <p:cNvSpPr>
            <a:spLocks xmlns:a="http://schemas.openxmlformats.org/drawingml/2006/main" noGrp="1"/>
          </p:cNvSpPr>
          <p:nvPr/>
        </p:nvSpPr>
        <p:spPr>
          <a:xfrm xmlns:a="http://schemas.openxmlformats.org/drawingml/2006/main">
            <a:off x="971550" y="3800475"/>
            <a:ext cx="428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clk</a:t>
            </a:r>
          </a:p>
        </p:txBody>
      </p:sp>
      <p:sp>
        <p:nvSpPr>
          <p:cNvPr id="71" name="text-662">
            <a:extLst xmlns:a="http://schemas.openxmlformats.org/drawingml/2006/main">
              <a:ext uri="{FF2B5EF4-FFF2-40B4-BE49-F238E27FC236}">
                <a16:creationId xmlns:a16="http://schemas.microsoft.com/office/drawing/2014/main" id="{CF4DC07A-AFE1-4201-BBEA-CC02776B696A}"/>
              </a:ext>
            </a:extLst>
          </p:cNvPr>
          <p:cNvSpPr>
            <a:spLocks xmlns:a="http://schemas.openxmlformats.org/drawingml/2006/main" noGrp="1"/>
          </p:cNvSpPr>
          <p:nvPr/>
        </p:nvSpPr>
        <p:spPr>
          <a:xfrm xmlns:a="http://schemas.openxmlformats.org/drawingml/2006/main">
            <a:off x="952500" y="4829175"/>
            <a:ext cx="495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PC</a:t>
            </a:r>
          </a:p>
        </p:txBody>
      </p:sp>
      <p:sp>
        <p:nvSpPr>
          <p:cNvPr id="72" name="wire-663">
            <a:extLst xmlns:a="http://schemas.openxmlformats.org/drawingml/2006/main">
              <a:ext uri="{FF2B5EF4-FFF2-40B4-BE49-F238E27FC236}">
                <a16:creationId xmlns:a16="http://schemas.microsoft.com/office/drawing/2014/main" id="{BD38F56E-241B-4FF5-82BB-ACBF80DD5A9C}"/>
              </a:ext>
            </a:extLst>
          </p:cNvPr>
          <p:cNvSpPr>
            <a:spLocks xmlns:a="http://schemas.openxmlformats.org/drawingml/2006/main" noGrp="1"/>
          </p:cNvSpPr>
          <p:nvPr/>
        </p:nvSpPr>
        <p:spPr>
          <a:xfrm xmlns:a="http://schemas.openxmlformats.org/drawingml/2006/main">
            <a:off x="1323975" y="4457700"/>
            <a:ext cx="276225" cy="9525"/>
          </a:xfrm>
          <a:custGeom xmlns:a="http://schemas.openxmlformats.org/drawingml/2006/main">
            <a:pathLst>
              <a:path w="276225" h="9525">
                <a:moveTo>
                  <a:pt x="0" y="0"/>
                </a:moveTo>
                <a:lnTo>
                  <a:pt x="276225" y="0"/>
                </a:lnTo>
              </a:path>
            </a:pathLst>
          </a:custGeom>
          <a:noFill xmlns:a="http://schemas.openxmlformats.org/drawingml/2006/main"/>
          <a:ln xmlns:a="http://schemas.openxmlformats.org/drawingml/2006/main" w="23813">
            <a:solidFill>
              <a:srgbClr val="1572C3"/>
            </a:solidFill>
          </a:ln>
        </p:spPr>
      </p:sp>
      <p:sp>
        <p:nvSpPr>
          <p:cNvPr id="73" name="circuit-664">
            <a:extLst xmlns:a="http://schemas.openxmlformats.org/drawingml/2006/main">
              <a:ext uri="{FF2B5EF4-FFF2-40B4-BE49-F238E27FC236}">
                <a16:creationId xmlns:a16="http://schemas.microsoft.com/office/drawing/2014/main" id="{A85E5AFC-F478-42D3-B0EC-84925191CF40}"/>
              </a:ext>
            </a:extLst>
          </p:cNvPr>
          <p:cNvSpPr>
            <a:spLocks xmlns:a="http://schemas.openxmlformats.org/drawingml/2006/main" noGrp="1"/>
          </p:cNvSpPr>
          <p:nvPr/>
        </p:nvSpPr>
        <p:spPr>
          <a:xfrm xmlns:a="http://schemas.openxmlformats.org/drawingml/2006/main">
            <a:off x="152400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4" name="text-665">
            <a:extLst xmlns:a="http://schemas.openxmlformats.org/drawingml/2006/main">
              <a:ext uri="{FF2B5EF4-FFF2-40B4-BE49-F238E27FC236}">
                <a16:creationId xmlns:a16="http://schemas.microsoft.com/office/drawing/2014/main" id="{4693B08B-FCD3-4F22-A310-218ADCA6A1D2}"/>
              </a:ext>
            </a:extLst>
          </p:cNvPr>
          <p:cNvSpPr>
            <a:spLocks xmlns:a="http://schemas.openxmlformats.org/drawingml/2006/main" noGrp="1"/>
          </p:cNvSpPr>
          <p:nvPr/>
        </p:nvSpPr>
        <p:spPr>
          <a:xfrm xmlns:a="http://schemas.openxmlformats.org/drawingml/2006/main">
            <a:off x="1333500" y="45434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番地</a:t>
            </a:r>
          </a:p>
        </p:txBody>
      </p:sp>
      <p:sp>
        <p:nvSpPr>
          <p:cNvPr id="75" name="board-stable-fetch">
            <a:extLst xmlns:a="http://schemas.openxmlformats.org/drawingml/2006/main">
              <a:ext uri="{FF2B5EF4-FFF2-40B4-BE49-F238E27FC236}">
                <a16:creationId xmlns:a16="http://schemas.microsoft.com/office/drawing/2014/main" id="{249C0CAB-0ECF-4232-A8D4-8E53C2CAFF21}"/>
              </a:ext>
            </a:extLst>
          </p:cNvPr>
          <p:cNvSpPr>
            <a:spLocks xmlns:a="http://schemas.openxmlformats.org/drawingml/2006/main" noGrp="1"/>
          </p:cNvSpPr>
          <p:nvPr/>
        </p:nvSpPr>
        <p:spPr>
          <a:xfrm xmlns:a="http://schemas.openxmlformats.org/drawingml/2006/main">
            <a:off x="1600200" y="3943350"/>
            <a:ext cx="1381125" cy="11620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6" name="text-667">
            <a:extLst xmlns:a="http://schemas.openxmlformats.org/drawingml/2006/main">
              <a:ext uri="{FF2B5EF4-FFF2-40B4-BE49-F238E27FC236}">
                <a16:creationId xmlns:a16="http://schemas.microsoft.com/office/drawing/2014/main" id="{63A65323-57A1-42F7-A7DE-B2133D28F640}"/>
              </a:ext>
            </a:extLst>
          </p:cNvPr>
          <p:cNvSpPr>
            <a:spLocks xmlns:a="http://schemas.openxmlformats.org/drawingml/2006/main" noGrp="1"/>
          </p:cNvSpPr>
          <p:nvPr/>
        </p:nvSpPr>
        <p:spPr>
          <a:xfrm xmlns:a="http://schemas.openxmlformats.org/drawingml/2006/main">
            <a:off x="1657350" y="39814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命令読出し</a:t>
            </a:r>
          </a:p>
        </p:txBody>
      </p:sp>
      <p:sp>
        <p:nvSpPr>
          <p:cNvPr id="77" name="text-668">
            <a:extLst xmlns:a="http://schemas.openxmlformats.org/drawingml/2006/main">
              <a:ext uri="{FF2B5EF4-FFF2-40B4-BE49-F238E27FC236}">
                <a16:creationId xmlns:a16="http://schemas.microsoft.com/office/drawing/2014/main" id="{0FFEBFAA-19BA-445C-8CD0-15886F06E34F}"/>
              </a:ext>
            </a:extLst>
          </p:cNvPr>
          <p:cNvSpPr>
            <a:spLocks xmlns:a="http://schemas.openxmlformats.org/drawingml/2006/main" noGrp="1"/>
          </p:cNvSpPr>
          <p:nvPr/>
        </p:nvSpPr>
        <p:spPr>
          <a:xfrm xmlns:a="http://schemas.openxmlformats.org/drawingml/2006/main">
            <a:off x="1666875" y="4343400"/>
            <a:ext cx="23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A</a:t>
            </a:r>
          </a:p>
        </p:txBody>
      </p:sp>
      <p:sp>
        <p:nvSpPr>
          <p:cNvPr id="78" name="text-669">
            <a:extLst xmlns:a="http://schemas.openxmlformats.org/drawingml/2006/main">
              <a:ext uri="{FF2B5EF4-FFF2-40B4-BE49-F238E27FC236}">
                <a16:creationId xmlns:a16="http://schemas.microsoft.com/office/drawing/2014/main" id="{2ECBB47F-4FD8-47F5-BD2A-43A9EABE02CA}"/>
              </a:ext>
            </a:extLst>
          </p:cNvPr>
          <p:cNvSpPr>
            <a:spLocks xmlns:a="http://schemas.openxmlformats.org/drawingml/2006/main" noGrp="1"/>
          </p:cNvSpPr>
          <p:nvPr/>
        </p:nvSpPr>
        <p:spPr>
          <a:xfrm xmlns:a="http://schemas.openxmlformats.org/drawingml/2006/main">
            <a:off x="2676525" y="43434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RD</a:t>
            </a:r>
          </a:p>
        </p:txBody>
      </p:sp>
      <p:sp>
        <p:nvSpPr>
          <p:cNvPr id="79" name="text-670">
            <a:extLst xmlns:a="http://schemas.openxmlformats.org/drawingml/2006/main">
              <a:ext uri="{FF2B5EF4-FFF2-40B4-BE49-F238E27FC236}">
                <a16:creationId xmlns:a16="http://schemas.microsoft.com/office/drawing/2014/main" id="{DF531613-646A-46A7-AE6C-02600F89858A}"/>
              </a:ext>
            </a:extLst>
          </p:cNvPr>
          <p:cNvSpPr>
            <a:spLocks xmlns:a="http://schemas.openxmlformats.org/drawingml/2006/main" noGrp="1"/>
          </p:cNvSpPr>
          <p:nvPr/>
        </p:nvSpPr>
        <p:spPr>
          <a:xfrm xmlns:a="http://schemas.openxmlformats.org/drawingml/2006/main">
            <a:off x="1733550" y="4619625"/>
            <a:ext cx="1104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Yu Gothic"/>
                <a:ea typeface="Yu Gothic"/>
                <a:cs typeface="Yu Gothic"/>
              </a:defRPr>
            </a:defPPr>
            <a:lvl1pPr algn="ctr">
              <a:defRPr sz="1350" b="1">
                <a:solidFill>
                  <a:srgbClr val="231F20"/>
                </a:solidFill>
                <a:latin typeface="Yu Gothic"/>
                <a:ea typeface="Yu Gothic"/>
                <a:cs typeface="Yu Gothic"/>
              </a:defRPr>
            </a:lvl1pPr>
            <a:lvl2pPr algn="ctr">
              <a:defRPr sz="1350" b="1">
                <a:solidFill>
                  <a:srgbClr val="231F20"/>
                </a:solidFill>
                <a:latin typeface="Yu Gothic"/>
                <a:ea typeface="Yu Gothic"/>
                <a:cs typeface="Yu Gothic"/>
              </a:defRPr>
            </a:lvl2pPr>
            <a:lvl3pPr algn="ctr">
              <a:defRPr sz="1350" b="1">
                <a:solidFill>
                  <a:srgbClr val="231F20"/>
                </a:solidFill>
                <a:latin typeface="Yu Gothic"/>
                <a:ea typeface="Yu Gothic"/>
                <a:cs typeface="Yu Gothic"/>
              </a:defRPr>
            </a:lvl3pPr>
            <a:lvl4pPr algn="ctr">
              <a:defRPr sz="1350" b="1">
                <a:solidFill>
                  <a:srgbClr val="231F20"/>
                </a:solidFill>
                <a:latin typeface="Yu Gothic"/>
                <a:ea typeface="Yu Gothic"/>
                <a:cs typeface="Yu Gothic"/>
              </a:defRPr>
            </a:lvl4pPr>
            <a:lvl5pPr algn="ctr">
              <a:defRPr sz="1350" b="1">
                <a:solidFill>
                  <a:srgbClr val="231F20"/>
                </a:solidFill>
                <a:latin typeface="Yu Gothic"/>
                <a:ea typeface="Yu Gothic"/>
                <a:cs typeface="Yu Gothic"/>
              </a:defRPr>
            </a:lvl5pPr>
            <a:lvl6pPr algn="ctr">
              <a:defRPr sz="1350" b="1">
                <a:solidFill>
                  <a:srgbClr val="231F20"/>
                </a:solidFill>
                <a:latin typeface="Yu Gothic"/>
                <a:ea typeface="Yu Gothic"/>
                <a:cs typeface="Yu Gothic"/>
              </a:defRPr>
            </a:lvl6pPr>
            <a:lvl7pPr algn="ctr">
              <a:defRPr sz="1350" b="1">
                <a:solidFill>
                  <a:srgbClr val="231F20"/>
                </a:solidFill>
                <a:latin typeface="Yu Gothic"/>
                <a:ea typeface="Yu Gothic"/>
                <a:cs typeface="Yu Gothic"/>
              </a:defRPr>
            </a:lvl7pPr>
            <a:lvl8pPr algn="ctr">
              <a:defRPr sz="1350" b="1">
                <a:solidFill>
                  <a:srgbClr val="231F20"/>
                </a:solidFill>
                <a:latin typeface="Yu Gothic"/>
                <a:ea typeface="Yu Gothic"/>
                <a:cs typeface="Yu Gothic"/>
              </a:defRPr>
            </a:lvl8pPr>
            <a:lvl9pPr algn="ctr">
              <a:defRPr sz="1350" b="1">
                <a:solidFill>
                  <a:srgbClr val="231F20"/>
                </a:solidFill>
                <a:latin typeface="Yu Gothic"/>
                <a:ea typeface="Yu Gothic"/>
                <a:cs typeface="Yu Gothic"/>
              </a:defRPr>
            </a:lvl9pPr>
          </a:lstStyle>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DDR3から</a:t>
            </a:r>
          </a:p>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命令を読む</a:t>
            </a:r>
          </a:p>
        </p:txBody>
      </p:sp>
      <p:sp>
        <p:nvSpPr>
          <p:cNvPr id="80" name="wire-671">
            <a:extLst xmlns:a="http://schemas.openxmlformats.org/drawingml/2006/main">
              <a:ext uri="{FF2B5EF4-FFF2-40B4-BE49-F238E27FC236}">
                <a16:creationId xmlns:a16="http://schemas.microsoft.com/office/drawing/2014/main" id="{B1695CA4-740F-44B8-A3B3-E38E0BB4D249}"/>
              </a:ext>
            </a:extLst>
          </p:cNvPr>
          <p:cNvSpPr>
            <a:spLocks xmlns:a="http://schemas.openxmlformats.org/drawingml/2006/main" noGrp="1"/>
          </p:cNvSpPr>
          <p:nvPr/>
        </p:nvSpPr>
        <p:spPr>
          <a:xfrm xmlns:a="http://schemas.openxmlformats.org/drawingml/2006/main">
            <a:off x="2981325" y="4457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81" name="wire-672">
            <a:extLst xmlns:a="http://schemas.openxmlformats.org/drawingml/2006/main">
              <a:ext uri="{FF2B5EF4-FFF2-40B4-BE49-F238E27FC236}">
                <a16:creationId xmlns:a16="http://schemas.microsoft.com/office/drawing/2014/main" id="{18613941-1E9D-422D-BB3E-5B934D63A9A0}"/>
              </a:ext>
            </a:extLst>
          </p:cNvPr>
          <p:cNvSpPr>
            <a:spLocks xmlns:a="http://schemas.openxmlformats.org/drawingml/2006/main" noGrp="1"/>
          </p:cNvSpPr>
          <p:nvPr/>
        </p:nvSpPr>
        <p:spPr>
          <a:xfrm xmlns:a="http://schemas.openxmlformats.org/drawingml/2006/main">
            <a:off x="3200400" y="3381375"/>
            <a:ext cx="9525" cy="1076325"/>
          </a:xfrm>
          <a:custGeom xmlns:a="http://schemas.openxmlformats.org/drawingml/2006/main">
            <a:pathLst>
              <a:path w="9525" h="1076325">
                <a:moveTo>
                  <a:pt x="0" y="1076325"/>
                </a:moveTo>
                <a:lnTo>
                  <a:pt x="0" y="0"/>
                </a:lnTo>
              </a:path>
            </a:pathLst>
          </a:custGeom>
          <a:noFill xmlns:a="http://schemas.openxmlformats.org/drawingml/2006/main"/>
          <a:ln xmlns:a="http://schemas.openxmlformats.org/drawingml/2006/main" w="21908">
            <a:solidFill>
              <a:srgbClr val="231F20"/>
            </a:solidFill>
          </a:ln>
        </p:spPr>
      </p:sp>
      <p:sp>
        <p:nvSpPr>
          <p:cNvPr id="82" name="wire-673">
            <a:extLst xmlns:a="http://schemas.openxmlformats.org/drawingml/2006/main">
              <a:ext uri="{FF2B5EF4-FFF2-40B4-BE49-F238E27FC236}">
                <a16:creationId xmlns:a16="http://schemas.microsoft.com/office/drawing/2014/main" id="{6E232FBB-243B-4655-BD56-30448B55F9C5}"/>
              </a:ext>
            </a:extLst>
          </p:cNvPr>
          <p:cNvSpPr>
            <a:spLocks xmlns:a="http://schemas.openxmlformats.org/drawingml/2006/main" noGrp="1"/>
          </p:cNvSpPr>
          <p:nvPr/>
        </p:nvSpPr>
        <p:spPr>
          <a:xfrm xmlns:a="http://schemas.openxmlformats.org/drawingml/2006/main">
            <a:off x="3200400" y="338137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83" name="circuit-674">
            <a:extLst xmlns:a="http://schemas.openxmlformats.org/drawingml/2006/main">
              <a:ext uri="{FF2B5EF4-FFF2-40B4-BE49-F238E27FC236}">
                <a16:creationId xmlns:a16="http://schemas.microsoft.com/office/drawing/2014/main" id="{820A4358-CB77-4E7E-B7BF-EE67199112CE}"/>
              </a:ext>
            </a:extLst>
          </p:cNvPr>
          <p:cNvSpPr>
            <a:spLocks xmlns:a="http://schemas.openxmlformats.org/drawingml/2006/main" noGrp="1"/>
          </p:cNvSpPr>
          <p:nvPr/>
        </p:nvSpPr>
        <p:spPr>
          <a:xfrm xmlns:a="http://schemas.openxmlformats.org/drawingml/2006/main">
            <a:off x="3343275" y="3349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4" name="circuit-675">
            <a:extLst xmlns:a="http://schemas.openxmlformats.org/drawingml/2006/main">
              <a:ext uri="{FF2B5EF4-FFF2-40B4-BE49-F238E27FC236}">
                <a16:creationId xmlns:a16="http://schemas.microsoft.com/office/drawing/2014/main" id="{059AD6E8-F98D-435E-A226-44D9071C2731}"/>
              </a:ext>
            </a:extLst>
          </p:cNvPr>
          <p:cNvSpPr>
            <a:spLocks xmlns:a="http://schemas.openxmlformats.org/drawingml/2006/main" noGrp="1"/>
          </p:cNvSpPr>
          <p:nvPr/>
        </p:nvSpPr>
        <p:spPr>
          <a:xfrm xmlns:a="http://schemas.openxmlformats.org/drawingml/2006/main">
            <a:off x="1743075" y="3400425"/>
            <a:ext cx="419100" cy="419100"/>
          </a:xfrm>
          <a:custGeom xmlns:a="http://schemas.openxmlformats.org/drawingml/2006/main">
            <a:pathLst>
              <a:path w="419100" h="419100">
                <a:moveTo>
                  <a:pt x="0" y="0"/>
                </a:moveTo>
                <a:lnTo>
                  <a:pt x="419100" y="104775"/>
                </a:lnTo>
                <a:lnTo>
                  <a:pt x="419100" y="314325"/>
                </a:lnTo>
                <a:lnTo>
                  <a:pt x="0" y="419100"/>
                </a:lnTo>
                <a:lnTo>
                  <a:pt x="0" y="295275"/>
                </a:lnTo>
                <a:lnTo>
                  <a:pt x="95250" y="209550"/>
                </a:lnTo>
                <a:lnTo>
                  <a:pt x="0" y="95250"/>
                </a:lnTo>
                <a:close/>
              </a:path>
            </a:pathLst>
          </a:custGeom>
          <a:solidFill xmlns:a="http://schemas.openxmlformats.org/drawingml/2006/main">
            <a:srgbClr val="FFFFFF"/>
          </a:solidFill>
          <a:ln xmlns:a="http://schemas.openxmlformats.org/drawingml/2006/main" w="20955">
            <a:solidFill>
              <a:srgbClr val="231F20"/>
            </a:solidFill>
          </a:ln>
        </p:spPr>
      </p:sp>
      <p:sp>
        <p:nvSpPr>
          <p:cNvPr id="85" name="text-676">
            <a:extLst xmlns:a="http://schemas.openxmlformats.org/drawingml/2006/main">
              <a:ext uri="{FF2B5EF4-FFF2-40B4-BE49-F238E27FC236}">
                <a16:creationId xmlns:a16="http://schemas.microsoft.com/office/drawing/2014/main" id="{A330E71A-CCA4-4A61-A7A2-1E8B03D2268E}"/>
              </a:ext>
            </a:extLst>
          </p:cNvPr>
          <p:cNvSpPr>
            <a:spLocks xmlns:a="http://schemas.openxmlformats.org/drawingml/2006/main" noGrp="1"/>
          </p:cNvSpPr>
          <p:nvPr/>
        </p:nvSpPr>
        <p:spPr>
          <a:xfrm xmlns:a="http://schemas.openxmlformats.org/drawingml/2006/main">
            <a:off x="1895475" y="3476625"/>
            <a:ext cx="238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t>
            </a:r>
          </a:p>
        </p:txBody>
      </p:sp>
      <p:sp>
        <p:nvSpPr>
          <p:cNvPr id="86" name="wire-677">
            <a:extLst xmlns:a="http://schemas.openxmlformats.org/drawingml/2006/main">
              <a:ext uri="{FF2B5EF4-FFF2-40B4-BE49-F238E27FC236}">
                <a16:creationId xmlns:a16="http://schemas.microsoft.com/office/drawing/2014/main" id="{291DCDF1-25EA-4615-8CFD-AE7F34800CE6}"/>
              </a:ext>
            </a:extLst>
          </p:cNvPr>
          <p:cNvSpPr>
            <a:spLocks xmlns:a="http://schemas.openxmlformats.org/drawingml/2006/main" noGrp="1"/>
          </p:cNvSpPr>
          <p:nvPr/>
        </p:nvSpPr>
        <p:spPr>
          <a:xfrm xmlns:a="http://schemas.openxmlformats.org/drawingml/2006/main">
            <a:off x="1419225" y="35052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23813">
            <a:solidFill>
              <a:srgbClr val="231F20"/>
            </a:solidFill>
          </a:ln>
        </p:spPr>
      </p:sp>
      <p:sp>
        <p:nvSpPr>
          <p:cNvPr id="87" name="wire-678">
            <a:extLst xmlns:a="http://schemas.openxmlformats.org/drawingml/2006/main">
              <a:ext uri="{FF2B5EF4-FFF2-40B4-BE49-F238E27FC236}">
                <a16:creationId xmlns:a16="http://schemas.microsoft.com/office/drawing/2014/main" id="{88E840FD-EFD5-4CA0-ABA6-F7C7AE777E80}"/>
              </a:ext>
            </a:extLst>
          </p:cNvPr>
          <p:cNvSpPr>
            <a:spLocks xmlns:a="http://schemas.openxmlformats.org/drawingml/2006/main" noGrp="1"/>
          </p:cNvSpPr>
          <p:nvPr/>
        </p:nvSpPr>
        <p:spPr>
          <a:xfrm xmlns:a="http://schemas.openxmlformats.org/drawingml/2006/main">
            <a:off x="1419225" y="35052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3813">
            <a:solidFill>
              <a:srgbClr val="231F20"/>
            </a:solidFill>
          </a:ln>
        </p:spPr>
      </p:sp>
      <p:sp>
        <p:nvSpPr>
          <p:cNvPr id="88" name="circuit-679">
            <a:extLst xmlns:a="http://schemas.openxmlformats.org/drawingml/2006/main">
              <a:ext uri="{FF2B5EF4-FFF2-40B4-BE49-F238E27FC236}">
                <a16:creationId xmlns:a16="http://schemas.microsoft.com/office/drawing/2014/main" id="{7DCE2689-B421-4067-812E-C89409863D24}"/>
              </a:ext>
            </a:extLst>
          </p:cNvPr>
          <p:cNvSpPr>
            <a:spLocks xmlns:a="http://schemas.openxmlformats.org/drawingml/2006/main" noGrp="1"/>
          </p:cNvSpPr>
          <p:nvPr/>
        </p:nvSpPr>
        <p:spPr>
          <a:xfrm xmlns:a="http://schemas.openxmlformats.org/drawingml/2006/main">
            <a:off x="1666875" y="3473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9" name="text-680">
            <a:extLst xmlns:a="http://schemas.openxmlformats.org/drawingml/2006/main">
              <a:ext uri="{FF2B5EF4-FFF2-40B4-BE49-F238E27FC236}">
                <a16:creationId xmlns:a16="http://schemas.microsoft.com/office/drawing/2014/main" id="{56ABF246-E561-45E9-AD4F-BBD0F779F954}"/>
              </a:ext>
            </a:extLst>
          </p:cNvPr>
          <p:cNvSpPr>
            <a:spLocks xmlns:a="http://schemas.openxmlformats.org/drawingml/2006/main" noGrp="1"/>
          </p:cNvSpPr>
          <p:nvPr/>
        </p:nvSpPr>
        <p:spPr>
          <a:xfrm xmlns:a="http://schemas.openxmlformats.org/drawingml/2006/main">
            <a:off x="1504950" y="3638550"/>
            <a:ext cx="190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231F20"/>
                </a:solidFill>
                <a:latin typeface="Arial"/>
                <a:ea typeface="Arial"/>
                <a:cs typeface="Arial"/>
              </a:defRPr>
            </a:defPPr>
            <a:lvl1pPr algn="l">
              <a:defRPr sz="1425" b="0">
                <a:solidFill>
                  <a:srgbClr val="231F20"/>
                </a:solidFill>
                <a:latin typeface="Arial"/>
                <a:ea typeface="Arial"/>
                <a:cs typeface="Arial"/>
              </a:defRPr>
            </a:lvl1pPr>
            <a:lvl2pPr algn="l">
              <a:defRPr sz="1425" b="0">
                <a:solidFill>
                  <a:srgbClr val="231F20"/>
                </a:solidFill>
                <a:latin typeface="Arial"/>
                <a:ea typeface="Arial"/>
                <a:cs typeface="Arial"/>
              </a:defRPr>
            </a:lvl2pPr>
            <a:lvl3pPr algn="l">
              <a:defRPr sz="1425" b="0">
                <a:solidFill>
                  <a:srgbClr val="231F20"/>
                </a:solidFill>
                <a:latin typeface="Arial"/>
                <a:ea typeface="Arial"/>
                <a:cs typeface="Arial"/>
              </a:defRPr>
            </a:lvl3pPr>
            <a:lvl4pPr algn="l">
              <a:defRPr sz="1425" b="0">
                <a:solidFill>
                  <a:srgbClr val="231F20"/>
                </a:solidFill>
                <a:latin typeface="Arial"/>
                <a:ea typeface="Arial"/>
                <a:cs typeface="Arial"/>
              </a:defRPr>
            </a:lvl4pPr>
            <a:lvl5pPr algn="l">
              <a:defRPr sz="1425" b="0">
                <a:solidFill>
                  <a:srgbClr val="231F20"/>
                </a:solidFill>
                <a:latin typeface="Arial"/>
                <a:ea typeface="Arial"/>
                <a:cs typeface="Arial"/>
              </a:defRPr>
            </a:lvl5pPr>
            <a:lvl6pPr algn="l">
              <a:defRPr sz="1425" b="0">
                <a:solidFill>
                  <a:srgbClr val="231F20"/>
                </a:solidFill>
                <a:latin typeface="Arial"/>
                <a:ea typeface="Arial"/>
                <a:cs typeface="Arial"/>
              </a:defRPr>
            </a:lvl6pPr>
            <a:lvl7pPr algn="l">
              <a:defRPr sz="1425" b="0">
                <a:solidFill>
                  <a:srgbClr val="231F20"/>
                </a:solidFill>
                <a:latin typeface="Arial"/>
                <a:ea typeface="Arial"/>
                <a:cs typeface="Arial"/>
              </a:defRPr>
            </a:lvl7pPr>
            <a:lvl8pPr algn="l">
              <a:defRPr sz="1425" b="0">
                <a:solidFill>
                  <a:srgbClr val="231F20"/>
                </a:solidFill>
                <a:latin typeface="Arial"/>
                <a:ea typeface="Arial"/>
                <a:cs typeface="Arial"/>
              </a:defRPr>
            </a:lvl8pPr>
            <a:lvl9pPr algn="l">
              <a:defRPr sz="1425" b="0">
                <a:solidFill>
                  <a:srgbClr val="231F20"/>
                </a:solidFill>
                <a:latin typeface="Arial"/>
                <a:ea typeface="Arial"/>
                <a:cs typeface="Arial"/>
              </a:defRPr>
            </a:lvl9pPr>
          </a:lstStyle>
          <a:p xmlns:a="http://schemas.openxmlformats.org/drawingml/2006/main">
            <a:pPr algn="l">
              <a:defRPr sz="1425" b="0">
                <a:solidFill>
                  <a:srgbClr val="231F20"/>
                </a:solidFill>
                <a:latin typeface="Arial"/>
                <a:ea typeface="Arial"/>
                <a:cs typeface="Arial"/>
              </a:defRPr>
            </a:pPr>
            <a:r>
              <a:rPr sz="1425" b="0">
                <a:solidFill>
                  <a:srgbClr val="231F20"/>
                </a:solidFill>
                <a:latin typeface="Arial"/>
                <a:ea typeface="Arial"/>
                <a:cs typeface="Arial"/>
              </a:rPr>
              <a:t>4</a:t>
            </a:r>
          </a:p>
        </p:txBody>
      </p:sp>
      <p:sp>
        <p:nvSpPr>
          <p:cNvPr id="90" name="wire-681">
            <a:extLst xmlns:a="http://schemas.openxmlformats.org/drawingml/2006/main">
              <a:ext uri="{FF2B5EF4-FFF2-40B4-BE49-F238E27FC236}">
                <a16:creationId xmlns:a16="http://schemas.microsoft.com/office/drawing/2014/main" id="{2F58DC48-1AB4-479E-8F25-474C950A6CD6}"/>
              </a:ext>
            </a:extLst>
          </p:cNvPr>
          <p:cNvSpPr>
            <a:spLocks xmlns:a="http://schemas.openxmlformats.org/drawingml/2006/main" noGrp="1"/>
          </p:cNvSpPr>
          <p:nvPr/>
        </p:nvSpPr>
        <p:spPr>
          <a:xfrm xmlns:a="http://schemas.openxmlformats.org/drawingml/2006/main">
            <a:off x="1695450" y="3705225"/>
            <a:ext cx="47625" cy="9525"/>
          </a:xfrm>
          <a:custGeom xmlns:a="http://schemas.openxmlformats.org/drawingml/2006/main">
            <a:pathLst>
              <a:path w="47625" h="9525">
                <a:moveTo>
                  <a:pt x="0" y="0"/>
                </a:moveTo>
                <a:lnTo>
                  <a:pt x="47625" y="0"/>
                </a:lnTo>
              </a:path>
            </a:pathLst>
          </a:custGeom>
          <a:noFill xmlns:a="http://schemas.openxmlformats.org/drawingml/2006/main"/>
          <a:ln xmlns:a="http://schemas.openxmlformats.org/drawingml/2006/main" w="23813">
            <a:solidFill>
              <a:srgbClr val="231F20"/>
            </a:solidFill>
          </a:ln>
        </p:spPr>
      </p:sp>
      <p:sp>
        <p:nvSpPr>
          <p:cNvPr id="91" name="circuit-682">
            <a:extLst xmlns:a="http://schemas.openxmlformats.org/drawingml/2006/main">
              <a:ext uri="{FF2B5EF4-FFF2-40B4-BE49-F238E27FC236}">
                <a16:creationId xmlns:a16="http://schemas.microsoft.com/office/drawing/2014/main" id="{85B033B0-85A1-49E5-8B76-316414A42146}"/>
              </a:ext>
            </a:extLst>
          </p:cNvPr>
          <p:cNvSpPr>
            <a:spLocks xmlns:a="http://schemas.openxmlformats.org/drawingml/2006/main" noGrp="1"/>
          </p:cNvSpPr>
          <p:nvPr/>
        </p:nvSpPr>
        <p:spPr>
          <a:xfrm xmlns:a="http://schemas.openxmlformats.org/drawingml/2006/main">
            <a:off x="1666875"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2" name="wire-683">
            <a:extLst xmlns:a="http://schemas.openxmlformats.org/drawingml/2006/main">
              <a:ext uri="{FF2B5EF4-FFF2-40B4-BE49-F238E27FC236}">
                <a16:creationId xmlns:a16="http://schemas.microsoft.com/office/drawing/2014/main" id="{4E9A8AD2-50A8-4443-9569-C2B0B36A88F6}"/>
              </a:ext>
            </a:extLst>
          </p:cNvPr>
          <p:cNvSpPr>
            <a:spLocks xmlns:a="http://schemas.openxmlformats.org/drawingml/2006/main" noGrp="1"/>
          </p:cNvSpPr>
          <p:nvPr/>
        </p:nvSpPr>
        <p:spPr>
          <a:xfrm xmlns:a="http://schemas.openxmlformats.org/drawingml/2006/main">
            <a:off x="2162175" y="360997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3813">
            <a:solidFill>
              <a:srgbClr val="231F20"/>
            </a:solidFill>
          </a:ln>
        </p:spPr>
      </p:sp>
      <p:sp>
        <p:nvSpPr>
          <p:cNvPr id="93" name="wire-684">
            <a:extLst xmlns:a="http://schemas.openxmlformats.org/drawingml/2006/main">
              <a:ext uri="{FF2B5EF4-FFF2-40B4-BE49-F238E27FC236}">
                <a16:creationId xmlns:a16="http://schemas.microsoft.com/office/drawing/2014/main" id="{E617A99C-4179-4261-A9CE-88676530DA14}"/>
              </a:ext>
            </a:extLst>
          </p:cNvPr>
          <p:cNvSpPr>
            <a:spLocks xmlns:a="http://schemas.openxmlformats.org/drawingml/2006/main" noGrp="1"/>
          </p:cNvSpPr>
          <p:nvPr/>
        </p:nvSpPr>
        <p:spPr>
          <a:xfrm xmlns:a="http://schemas.openxmlformats.org/drawingml/2006/main">
            <a:off x="2352675" y="3295650"/>
            <a:ext cx="9525" cy="314325"/>
          </a:xfrm>
          <a:custGeom xmlns:a="http://schemas.openxmlformats.org/drawingml/2006/main">
            <a:pathLst>
              <a:path w="9525" h="314325">
                <a:moveTo>
                  <a:pt x="0" y="314325"/>
                </a:moveTo>
                <a:lnTo>
                  <a:pt x="0" y="0"/>
                </a:lnTo>
              </a:path>
            </a:pathLst>
          </a:custGeom>
          <a:noFill xmlns:a="http://schemas.openxmlformats.org/drawingml/2006/main"/>
          <a:ln xmlns:a="http://schemas.openxmlformats.org/drawingml/2006/main" w="23813">
            <a:solidFill>
              <a:srgbClr val="231F20"/>
            </a:solidFill>
          </a:ln>
        </p:spPr>
      </p:sp>
      <p:sp>
        <p:nvSpPr>
          <p:cNvPr id="94" name="wire-685">
            <a:extLst xmlns:a="http://schemas.openxmlformats.org/drawingml/2006/main">
              <a:ext uri="{FF2B5EF4-FFF2-40B4-BE49-F238E27FC236}">
                <a16:creationId xmlns:a16="http://schemas.microsoft.com/office/drawing/2014/main" id="{BEA1AC7D-7297-4782-8B51-AD7CDBBD0CA0}"/>
              </a:ext>
            </a:extLst>
          </p:cNvPr>
          <p:cNvSpPr>
            <a:spLocks xmlns:a="http://schemas.openxmlformats.org/drawingml/2006/main" noGrp="1"/>
          </p:cNvSpPr>
          <p:nvPr/>
        </p:nvSpPr>
        <p:spPr>
          <a:xfrm xmlns:a="http://schemas.openxmlformats.org/drawingml/2006/main">
            <a:off x="914400" y="3295650"/>
            <a:ext cx="1438275" cy="9525"/>
          </a:xfrm>
          <a:custGeom xmlns:a="http://schemas.openxmlformats.org/drawingml/2006/main">
            <a:pathLst>
              <a:path w="1438275" h="9525">
                <a:moveTo>
                  <a:pt x="1438275" y="0"/>
                </a:moveTo>
                <a:lnTo>
                  <a:pt x="0" y="0"/>
                </a:lnTo>
              </a:path>
            </a:pathLst>
          </a:custGeom>
          <a:noFill xmlns:a="http://schemas.openxmlformats.org/drawingml/2006/main"/>
          <a:ln xmlns:a="http://schemas.openxmlformats.org/drawingml/2006/main" w="23813">
            <a:solidFill>
              <a:srgbClr val="231F20"/>
            </a:solidFill>
          </a:ln>
        </p:spPr>
      </p:sp>
      <p:sp>
        <p:nvSpPr>
          <p:cNvPr id="95" name="wire-686">
            <a:extLst xmlns:a="http://schemas.openxmlformats.org/drawingml/2006/main">
              <a:ext uri="{FF2B5EF4-FFF2-40B4-BE49-F238E27FC236}">
                <a16:creationId xmlns:a16="http://schemas.microsoft.com/office/drawing/2014/main" id="{F9E4CAA1-FB3C-4FB6-BEA3-FC858B91DE82}"/>
              </a:ext>
            </a:extLst>
          </p:cNvPr>
          <p:cNvSpPr>
            <a:spLocks xmlns:a="http://schemas.openxmlformats.org/drawingml/2006/main" noGrp="1"/>
          </p:cNvSpPr>
          <p:nvPr/>
        </p:nvSpPr>
        <p:spPr>
          <a:xfrm xmlns:a="http://schemas.openxmlformats.org/drawingml/2006/main">
            <a:off x="914400" y="3295650"/>
            <a:ext cx="9525" cy="1162050"/>
          </a:xfrm>
          <a:custGeom xmlns:a="http://schemas.openxmlformats.org/drawingml/2006/main">
            <a:pathLst>
              <a:path w="9525" h="1162050">
                <a:moveTo>
                  <a:pt x="0" y="0"/>
                </a:moveTo>
                <a:lnTo>
                  <a:pt x="0" y="1162050"/>
                </a:lnTo>
              </a:path>
            </a:pathLst>
          </a:custGeom>
          <a:noFill xmlns:a="http://schemas.openxmlformats.org/drawingml/2006/main"/>
          <a:ln xmlns:a="http://schemas.openxmlformats.org/drawingml/2006/main" w="23813">
            <a:solidFill>
              <a:srgbClr val="231F20"/>
            </a:solidFill>
          </a:ln>
        </p:spPr>
      </p:sp>
      <p:sp>
        <p:nvSpPr>
          <p:cNvPr id="96" name="wire-687">
            <a:extLst xmlns:a="http://schemas.openxmlformats.org/drawingml/2006/main">
              <a:ext uri="{FF2B5EF4-FFF2-40B4-BE49-F238E27FC236}">
                <a16:creationId xmlns:a16="http://schemas.microsoft.com/office/drawing/2014/main" id="{798D9A27-CAAF-44FC-8E44-1DEF3B65B8D4}"/>
              </a:ext>
            </a:extLst>
          </p:cNvPr>
          <p:cNvSpPr>
            <a:spLocks xmlns:a="http://schemas.openxmlformats.org/drawingml/2006/main" noGrp="1"/>
          </p:cNvSpPr>
          <p:nvPr/>
        </p:nvSpPr>
        <p:spPr>
          <a:xfrm xmlns:a="http://schemas.openxmlformats.org/drawingml/2006/main">
            <a:off x="914400" y="4457700"/>
            <a:ext cx="95250" cy="9525"/>
          </a:xfrm>
          <a:custGeom xmlns:a="http://schemas.openxmlformats.org/drawingml/2006/main">
            <a:pathLst>
              <a:path w="95250" h="9525">
                <a:moveTo>
                  <a:pt x="0" y="0"/>
                </a:moveTo>
                <a:lnTo>
                  <a:pt x="95250" y="0"/>
                </a:lnTo>
              </a:path>
            </a:pathLst>
          </a:custGeom>
          <a:noFill xmlns:a="http://schemas.openxmlformats.org/drawingml/2006/main"/>
          <a:ln xmlns:a="http://schemas.openxmlformats.org/drawingml/2006/main" w="23813">
            <a:solidFill>
              <a:srgbClr val="231F20"/>
            </a:solidFill>
          </a:ln>
        </p:spPr>
      </p:sp>
      <p:sp>
        <p:nvSpPr>
          <p:cNvPr id="97" name="circuit-688">
            <a:extLst xmlns:a="http://schemas.openxmlformats.org/drawingml/2006/main">
              <a:ext uri="{FF2B5EF4-FFF2-40B4-BE49-F238E27FC236}">
                <a16:creationId xmlns:a16="http://schemas.microsoft.com/office/drawing/2014/main" id="{553BB3FA-A703-42DF-A717-DF8E81FA3CD7}"/>
              </a:ext>
            </a:extLst>
          </p:cNvPr>
          <p:cNvSpPr>
            <a:spLocks xmlns:a="http://schemas.openxmlformats.org/drawingml/2006/main" noGrp="1"/>
          </p:cNvSpPr>
          <p:nvPr/>
        </p:nvSpPr>
        <p:spPr>
          <a:xfrm xmlns:a="http://schemas.openxmlformats.org/drawingml/2006/main">
            <a:off x="93345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8" name="text-689">
            <a:extLst xmlns:a="http://schemas.openxmlformats.org/drawingml/2006/main">
              <a:ext uri="{FF2B5EF4-FFF2-40B4-BE49-F238E27FC236}">
                <a16:creationId xmlns:a16="http://schemas.microsoft.com/office/drawing/2014/main" id="{8407AB20-1539-4074-8402-374D22E042E3}"/>
              </a:ext>
            </a:extLst>
          </p:cNvPr>
          <p:cNvSpPr>
            <a:spLocks xmlns:a="http://schemas.openxmlformats.org/drawingml/2006/main" noGrp="1"/>
          </p:cNvSpPr>
          <p:nvPr/>
        </p:nvSpPr>
        <p:spPr>
          <a:xfrm xmlns:a="http://schemas.openxmlformats.org/drawingml/2006/main">
            <a:off x="933450" y="33147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PC + 4</a:t>
            </a:r>
          </a:p>
        </p:txBody>
      </p:sp>
      <p:sp>
        <p:nvSpPr>
          <p:cNvPr id="99" name="wire-690">
            <a:extLst xmlns:a="http://schemas.openxmlformats.org/drawingml/2006/main">
              <a:ext uri="{FF2B5EF4-FFF2-40B4-BE49-F238E27FC236}">
                <a16:creationId xmlns:a16="http://schemas.microsoft.com/office/drawing/2014/main" id="{3A305E8F-5D1E-4D44-8C5B-5EEA842D3601}"/>
              </a:ext>
            </a:extLst>
          </p:cNvPr>
          <p:cNvSpPr>
            <a:spLocks xmlns:a="http://schemas.openxmlformats.org/drawingml/2006/main" noGrp="1"/>
          </p:cNvSpPr>
          <p:nvPr/>
        </p:nvSpPr>
        <p:spPr>
          <a:xfrm xmlns:a="http://schemas.openxmlformats.org/drawingml/2006/main">
            <a:off x="4972050" y="351472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20003">
            <a:solidFill>
              <a:srgbClr val="1572C3"/>
            </a:solidFill>
          </a:ln>
        </p:spPr>
      </p:sp>
      <p:sp>
        <p:nvSpPr>
          <p:cNvPr id="100" name="wire-691">
            <a:extLst xmlns:a="http://schemas.openxmlformats.org/drawingml/2006/main">
              <a:ext uri="{FF2B5EF4-FFF2-40B4-BE49-F238E27FC236}">
                <a16:creationId xmlns:a16="http://schemas.microsoft.com/office/drawing/2014/main" id="{8AC435E2-94A0-4262-B519-1D65B4A94BA9}"/>
              </a:ext>
            </a:extLst>
          </p:cNvPr>
          <p:cNvSpPr>
            <a:spLocks xmlns:a="http://schemas.openxmlformats.org/drawingml/2006/main" noGrp="1"/>
          </p:cNvSpPr>
          <p:nvPr/>
        </p:nvSpPr>
        <p:spPr>
          <a:xfrm xmlns:a="http://schemas.openxmlformats.org/drawingml/2006/main">
            <a:off x="3619500" y="3648075"/>
            <a:ext cx="1352550" cy="9525"/>
          </a:xfrm>
          <a:custGeom xmlns:a="http://schemas.openxmlformats.org/drawingml/2006/main">
            <a:pathLst>
              <a:path w="1352550" h="9525">
                <a:moveTo>
                  <a:pt x="1352550" y="0"/>
                </a:moveTo>
                <a:lnTo>
                  <a:pt x="0" y="0"/>
                </a:lnTo>
              </a:path>
            </a:pathLst>
          </a:custGeom>
          <a:noFill xmlns:a="http://schemas.openxmlformats.org/drawingml/2006/main"/>
          <a:ln xmlns:a="http://schemas.openxmlformats.org/drawingml/2006/main" w="20003">
            <a:solidFill>
              <a:srgbClr val="1572C3"/>
            </a:solidFill>
          </a:ln>
        </p:spPr>
      </p:sp>
      <p:sp>
        <p:nvSpPr>
          <p:cNvPr id="101" name="wire-692">
            <a:extLst xmlns:a="http://schemas.openxmlformats.org/drawingml/2006/main">
              <a:ext uri="{FF2B5EF4-FFF2-40B4-BE49-F238E27FC236}">
                <a16:creationId xmlns:a16="http://schemas.microsoft.com/office/drawing/2014/main" id="{2FF3358C-211A-444D-B9AE-2F97B96FDD08}"/>
              </a:ext>
            </a:extLst>
          </p:cNvPr>
          <p:cNvSpPr>
            <a:spLocks xmlns:a="http://schemas.openxmlformats.org/drawingml/2006/main" noGrp="1"/>
          </p:cNvSpPr>
          <p:nvPr/>
        </p:nvSpPr>
        <p:spPr>
          <a:xfrm xmlns:a="http://schemas.openxmlformats.org/drawingml/2006/main">
            <a:off x="3619500" y="36480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0003">
            <a:solidFill>
              <a:srgbClr val="1572C3"/>
            </a:solidFill>
          </a:ln>
        </p:spPr>
      </p:sp>
      <p:sp>
        <p:nvSpPr>
          <p:cNvPr id="102" name="wire-693">
            <a:extLst xmlns:a="http://schemas.openxmlformats.org/drawingml/2006/main">
              <a:ext uri="{FF2B5EF4-FFF2-40B4-BE49-F238E27FC236}">
                <a16:creationId xmlns:a16="http://schemas.microsoft.com/office/drawing/2014/main" id="{58176C31-BFAA-4982-83EC-6828DAD6CC86}"/>
              </a:ext>
            </a:extLst>
          </p:cNvPr>
          <p:cNvSpPr>
            <a:spLocks xmlns:a="http://schemas.openxmlformats.org/drawingml/2006/main" noGrp="1"/>
          </p:cNvSpPr>
          <p:nvPr/>
        </p:nvSpPr>
        <p:spPr>
          <a:xfrm xmlns:a="http://schemas.openxmlformats.org/drawingml/2006/main">
            <a:off x="3619500" y="421005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0003">
            <a:solidFill>
              <a:srgbClr val="1572C3"/>
            </a:solidFill>
          </a:ln>
        </p:spPr>
      </p:sp>
      <p:sp>
        <p:nvSpPr>
          <p:cNvPr id="103" name="circuit-694">
            <a:extLst xmlns:a="http://schemas.openxmlformats.org/drawingml/2006/main">
              <a:ext uri="{FF2B5EF4-FFF2-40B4-BE49-F238E27FC236}">
                <a16:creationId xmlns:a16="http://schemas.microsoft.com/office/drawing/2014/main" id="{70C397FD-144D-44FC-A999-715CC2074874}"/>
              </a:ext>
            </a:extLst>
          </p:cNvPr>
          <p:cNvSpPr>
            <a:spLocks xmlns:a="http://schemas.openxmlformats.org/drawingml/2006/main" noGrp="1"/>
          </p:cNvSpPr>
          <p:nvPr/>
        </p:nvSpPr>
        <p:spPr>
          <a:xfrm xmlns:a="http://schemas.openxmlformats.org/drawingml/2006/main">
            <a:off x="3714750"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4" name="wire-695">
            <a:extLst xmlns:a="http://schemas.openxmlformats.org/drawingml/2006/main">
              <a:ext uri="{FF2B5EF4-FFF2-40B4-BE49-F238E27FC236}">
                <a16:creationId xmlns:a16="http://schemas.microsoft.com/office/drawing/2014/main" id="{EB0CE550-4579-4EF8-BF9C-53A6CD703E63}"/>
              </a:ext>
            </a:extLst>
          </p:cNvPr>
          <p:cNvSpPr>
            <a:spLocks xmlns:a="http://schemas.openxmlformats.org/drawingml/2006/main" noGrp="1"/>
          </p:cNvSpPr>
          <p:nvPr/>
        </p:nvSpPr>
        <p:spPr>
          <a:xfrm xmlns:a="http://schemas.openxmlformats.org/drawingml/2006/main">
            <a:off x="4048125" y="3514725"/>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21908">
            <a:solidFill>
              <a:srgbClr val="1572C3"/>
            </a:solidFill>
          </a:ln>
        </p:spPr>
      </p:sp>
      <p:sp>
        <p:nvSpPr>
          <p:cNvPr id="105" name="wire-696">
            <a:extLst xmlns:a="http://schemas.openxmlformats.org/drawingml/2006/main">
              <a:ext uri="{FF2B5EF4-FFF2-40B4-BE49-F238E27FC236}">
                <a16:creationId xmlns:a16="http://schemas.microsoft.com/office/drawing/2014/main" id="{D493AB9F-3A52-4C67-B91C-E5CE0AEA2E22}"/>
              </a:ext>
            </a:extLst>
          </p:cNvPr>
          <p:cNvSpPr>
            <a:spLocks xmlns:a="http://schemas.openxmlformats.org/drawingml/2006/main" noGrp="1"/>
          </p:cNvSpPr>
          <p:nvPr/>
        </p:nvSpPr>
        <p:spPr>
          <a:xfrm xmlns:a="http://schemas.openxmlformats.org/drawingml/2006/main">
            <a:off x="4048125" y="3581400"/>
            <a:ext cx="1724025" cy="9525"/>
          </a:xfrm>
          <a:custGeom xmlns:a="http://schemas.openxmlformats.org/drawingml/2006/main">
            <a:pathLst>
              <a:path w="1724025" h="9525">
                <a:moveTo>
                  <a:pt x="0" y="0"/>
                </a:moveTo>
                <a:lnTo>
                  <a:pt x="1724025" y="0"/>
                </a:lnTo>
              </a:path>
            </a:pathLst>
          </a:custGeom>
          <a:noFill xmlns:a="http://schemas.openxmlformats.org/drawingml/2006/main"/>
          <a:ln xmlns:a="http://schemas.openxmlformats.org/drawingml/2006/main" w="21908">
            <a:solidFill>
              <a:srgbClr val="1572C3"/>
            </a:solidFill>
          </a:ln>
        </p:spPr>
      </p:sp>
      <p:sp>
        <p:nvSpPr>
          <p:cNvPr id="106" name="wire-697">
            <a:extLst xmlns:a="http://schemas.openxmlformats.org/drawingml/2006/main">
              <a:ext uri="{FF2B5EF4-FFF2-40B4-BE49-F238E27FC236}">
                <a16:creationId xmlns:a16="http://schemas.microsoft.com/office/drawing/2014/main" id="{26EA84B6-31B4-4767-A192-FEE26446B466}"/>
              </a:ext>
            </a:extLst>
          </p:cNvPr>
          <p:cNvSpPr>
            <a:spLocks xmlns:a="http://schemas.openxmlformats.org/drawingml/2006/main" noGrp="1"/>
          </p:cNvSpPr>
          <p:nvPr/>
        </p:nvSpPr>
        <p:spPr>
          <a:xfrm xmlns:a="http://schemas.openxmlformats.org/drawingml/2006/main">
            <a:off x="5772150" y="3581400"/>
            <a:ext cx="9525" cy="1257300"/>
          </a:xfrm>
          <a:custGeom xmlns:a="http://schemas.openxmlformats.org/drawingml/2006/main">
            <a:pathLst>
              <a:path w="9525" h="1257300">
                <a:moveTo>
                  <a:pt x="0" y="0"/>
                </a:moveTo>
                <a:lnTo>
                  <a:pt x="0" y="1257300"/>
                </a:lnTo>
              </a:path>
            </a:pathLst>
          </a:custGeom>
          <a:noFill xmlns:a="http://schemas.openxmlformats.org/drawingml/2006/main"/>
          <a:ln xmlns:a="http://schemas.openxmlformats.org/drawingml/2006/main" w="21908">
            <a:solidFill>
              <a:srgbClr val="1572C3"/>
            </a:solidFill>
          </a:ln>
        </p:spPr>
      </p:sp>
      <p:sp>
        <p:nvSpPr>
          <p:cNvPr id="107" name="wire-698">
            <a:extLst xmlns:a="http://schemas.openxmlformats.org/drawingml/2006/main">
              <a:ext uri="{FF2B5EF4-FFF2-40B4-BE49-F238E27FC236}">
                <a16:creationId xmlns:a16="http://schemas.microsoft.com/office/drawing/2014/main" id="{92AF287B-CB04-4595-84D9-A64D2B1A3282}"/>
              </a:ext>
            </a:extLst>
          </p:cNvPr>
          <p:cNvSpPr>
            <a:spLocks xmlns:a="http://schemas.openxmlformats.org/drawingml/2006/main" noGrp="1"/>
          </p:cNvSpPr>
          <p:nvPr/>
        </p:nvSpPr>
        <p:spPr>
          <a:xfrm xmlns:a="http://schemas.openxmlformats.org/drawingml/2006/main">
            <a:off x="5772150" y="4838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1572C3"/>
            </a:solidFill>
          </a:ln>
        </p:spPr>
      </p:sp>
      <p:sp>
        <p:nvSpPr>
          <p:cNvPr id="108" name="circuit-699">
            <a:extLst xmlns:a="http://schemas.openxmlformats.org/drawingml/2006/main">
              <a:ext uri="{FF2B5EF4-FFF2-40B4-BE49-F238E27FC236}">
                <a16:creationId xmlns:a16="http://schemas.microsoft.com/office/drawing/2014/main" id="{D161E2D5-DB46-4403-AB41-BB74FE7027CD}"/>
              </a:ext>
            </a:extLst>
          </p:cNvPr>
          <p:cNvSpPr>
            <a:spLocks xmlns:a="http://schemas.openxmlformats.org/drawingml/2006/main" noGrp="1"/>
          </p:cNvSpPr>
          <p:nvPr/>
        </p:nvSpPr>
        <p:spPr>
          <a:xfrm xmlns:a="http://schemas.openxmlformats.org/drawingml/2006/main">
            <a:off x="5915025"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9" name="wire-700">
            <a:extLst xmlns:a="http://schemas.openxmlformats.org/drawingml/2006/main">
              <a:ext uri="{FF2B5EF4-FFF2-40B4-BE49-F238E27FC236}">
                <a16:creationId xmlns:a16="http://schemas.microsoft.com/office/drawing/2014/main" id="{DA47E3C4-D848-45D4-B2DC-4A09B16A1F47}"/>
              </a:ext>
            </a:extLst>
          </p:cNvPr>
          <p:cNvSpPr>
            <a:spLocks xmlns:a="http://schemas.openxmlformats.org/drawingml/2006/main" noGrp="1"/>
          </p:cNvSpPr>
          <p:nvPr/>
        </p:nvSpPr>
        <p:spPr>
          <a:xfrm xmlns:a="http://schemas.openxmlformats.org/drawingml/2006/main">
            <a:off x="5791200" y="3514725"/>
            <a:ext cx="9525" cy="180975"/>
          </a:xfrm>
          <a:custGeom xmlns:a="http://schemas.openxmlformats.org/drawingml/2006/main">
            <a:pathLst>
              <a:path w="9525" h="180975">
                <a:moveTo>
                  <a:pt x="0" y="0"/>
                </a:moveTo>
                <a:lnTo>
                  <a:pt x="0" y="180975"/>
                </a:lnTo>
              </a:path>
            </a:pathLst>
          </a:custGeom>
          <a:noFill xmlns:a="http://schemas.openxmlformats.org/drawingml/2006/main"/>
          <a:ln xmlns:a="http://schemas.openxmlformats.org/drawingml/2006/main" w="20003">
            <a:solidFill>
              <a:srgbClr val="1572C3"/>
            </a:solidFill>
          </a:ln>
        </p:spPr>
      </p:sp>
      <p:sp>
        <p:nvSpPr>
          <p:cNvPr id="110" name="wire-701">
            <a:extLst xmlns:a="http://schemas.openxmlformats.org/drawingml/2006/main">
              <a:ext uri="{FF2B5EF4-FFF2-40B4-BE49-F238E27FC236}">
                <a16:creationId xmlns:a16="http://schemas.microsoft.com/office/drawing/2014/main" id="{51F7D7B5-7C4D-4109-B99F-A72DC57C545D}"/>
              </a:ext>
            </a:extLst>
          </p:cNvPr>
          <p:cNvSpPr>
            <a:spLocks xmlns:a="http://schemas.openxmlformats.org/drawingml/2006/main" noGrp="1"/>
          </p:cNvSpPr>
          <p:nvPr/>
        </p:nvSpPr>
        <p:spPr>
          <a:xfrm xmlns:a="http://schemas.openxmlformats.org/drawingml/2006/main">
            <a:off x="3543300" y="3695700"/>
            <a:ext cx="2247900" cy="9525"/>
          </a:xfrm>
          <a:custGeom xmlns:a="http://schemas.openxmlformats.org/drawingml/2006/main">
            <a:pathLst>
              <a:path w="2247900" h="9525">
                <a:moveTo>
                  <a:pt x="2247900" y="0"/>
                </a:moveTo>
                <a:lnTo>
                  <a:pt x="0" y="0"/>
                </a:lnTo>
              </a:path>
            </a:pathLst>
          </a:custGeom>
          <a:noFill xmlns:a="http://schemas.openxmlformats.org/drawingml/2006/main"/>
          <a:ln xmlns:a="http://schemas.openxmlformats.org/drawingml/2006/main" w="20003">
            <a:solidFill>
              <a:srgbClr val="1572C3"/>
            </a:solidFill>
          </a:ln>
        </p:spPr>
      </p:sp>
      <p:sp>
        <p:nvSpPr>
          <p:cNvPr id="111" name="wire-702">
            <a:extLst xmlns:a="http://schemas.openxmlformats.org/drawingml/2006/main">
              <a:ext uri="{FF2B5EF4-FFF2-40B4-BE49-F238E27FC236}">
                <a16:creationId xmlns:a16="http://schemas.microsoft.com/office/drawing/2014/main" id="{AD0EA6ED-4E05-4CC1-A61A-A56B7D429C67}"/>
              </a:ext>
            </a:extLst>
          </p:cNvPr>
          <p:cNvSpPr>
            <a:spLocks xmlns:a="http://schemas.openxmlformats.org/drawingml/2006/main" noGrp="1"/>
          </p:cNvSpPr>
          <p:nvPr/>
        </p:nvSpPr>
        <p:spPr>
          <a:xfrm xmlns:a="http://schemas.openxmlformats.org/drawingml/2006/main">
            <a:off x="3543300" y="3695700"/>
            <a:ext cx="9525" cy="914400"/>
          </a:xfrm>
          <a:custGeom xmlns:a="http://schemas.openxmlformats.org/drawingml/2006/main">
            <a:pathLst>
              <a:path w="9525" h="914400">
                <a:moveTo>
                  <a:pt x="0" y="0"/>
                </a:moveTo>
                <a:lnTo>
                  <a:pt x="0" y="914400"/>
                </a:lnTo>
              </a:path>
            </a:pathLst>
          </a:custGeom>
          <a:noFill xmlns:a="http://schemas.openxmlformats.org/drawingml/2006/main"/>
          <a:ln xmlns:a="http://schemas.openxmlformats.org/drawingml/2006/main" w="20003">
            <a:solidFill>
              <a:srgbClr val="1572C3"/>
            </a:solidFill>
          </a:ln>
        </p:spPr>
      </p:sp>
      <p:sp>
        <p:nvSpPr>
          <p:cNvPr id="112" name="wire-703">
            <a:extLst xmlns:a="http://schemas.openxmlformats.org/drawingml/2006/main">
              <a:ext uri="{FF2B5EF4-FFF2-40B4-BE49-F238E27FC236}">
                <a16:creationId xmlns:a16="http://schemas.microsoft.com/office/drawing/2014/main" id="{A511FD9E-19CD-401F-B54F-E7FD7B3848F6}"/>
              </a:ext>
            </a:extLst>
          </p:cNvPr>
          <p:cNvSpPr>
            <a:spLocks xmlns:a="http://schemas.openxmlformats.org/drawingml/2006/main" noGrp="1"/>
          </p:cNvSpPr>
          <p:nvPr/>
        </p:nvSpPr>
        <p:spPr>
          <a:xfrm xmlns:a="http://schemas.openxmlformats.org/drawingml/2006/main">
            <a:off x="3543300" y="461010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003">
            <a:solidFill>
              <a:srgbClr val="1572C3"/>
            </a:solidFill>
          </a:ln>
        </p:spPr>
      </p:sp>
      <p:sp>
        <p:nvSpPr>
          <p:cNvPr id="113" name="circuit-704">
            <a:extLst xmlns:a="http://schemas.openxmlformats.org/drawingml/2006/main">
              <a:ext uri="{FF2B5EF4-FFF2-40B4-BE49-F238E27FC236}">
                <a16:creationId xmlns:a16="http://schemas.microsoft.com/office/drawing/2014/main" id="{A5E71A81-F704-4D02-85E7-62BF7CBC95DF}"/>
              </a:ext>
            </a:extLst>
          </p:cNvPr>
          <p:cNvSpPr>
            <a:spLocks xmlns:a="http://schemas.openxmlformats.org/drawingml/2006/main" noGrp="1"/>
          </p:cNvSpPr>
          <p:nvPr/>
        </p:nvSpPr>
        <p:spPr>
          <a:xfrm xmlns:a="http://schemas.openxmlformats.org/drawingml/2006/main">
            <a:off x="3714750" y="45786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14" name="wire-705">
            <a:extLst xmlns:a="http://schemas.openxmlformats.org/drawingml/2006/main">
              <a:ext uri="{FF2B5EF4-FFF2-40B4-BE49-F238E27FC236}">
                <a16:creationId xmlns:a16="http://schemas.microsoft.com/office/drawing/2014/main" id="{71D94440-E64D-4F0B-A25F-244A18304437}"/>
              </a:ext>
            </a:extLst>
          </p:cNvPr>
          <p:cNvSpPr>
            <a:spLocks xmlns:a="http://schemas.openxmlformats.org/drawingml/2006/main" noGrp="1"/>
          </p:cNvSpPr>
          <p:nvPr/>
        </p:nvSpPr>
        <p:spPr>
          <a:xfrm xmlns:a="http://schemas.openxmlformats.org/drawingml/2006/main">
            <a:off x="3629025" y="4905375"/>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14288">
            <a:solidFill>
              <a:srgbClr val="9FA9B9"/>
            </a:solidFill>
          </a:ln>
        </p:spPr>
      </p:sp>
      <p:sp>
        <p:nvSpPr>
          <p:cNvPr id="115" name="circuit-706">
            <a:extLst xmlns:a="http://schemas.openxmlformats.org/drawingml/2006/main">
              <a:ext uri="{FF2B5EF4-FFF2-40B4-BE49-F238E27FC236}">
                <a16:creationId xmlns:a16="http://schemas.microsoft.com/office/drawing/2014/main" id="{9D044798-4028-431B-AA9F-E83502525ABE}"/>
              </a:ext>
            </a:extLst>
          </p:cNvPr>
          <p:cNvSpPr>
            <a:spLocks xmlns:a="http://schemas.openxmlformats.org/drawingml/2006/main" noGrp="1"/>
          </p:cNvSpPr>
          <p:nvPr/>
        </p:nvSpPr>
        <p:spPr>
          <a:xfrm xmlns:a="http://schemas.openxmlformats.org/drawingml/2006/main">
            <a:off x="3714750" y="4873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16" name="board-stable-rf">
            <a:extLst xmlns:a="http://schemas.openxmlformats.org/drawingml/2006/main">
              <a:ext uri="{FF2B5EF4-FFF2-40B4-BE49-F238E27FC236}">
                <a16:creationId xmlns:a16="http://schemas.microsoft.com/office/drawing/2014/main" id="{7EEC8886-52F0-4A8F-B148-F8012947775E}"/>
              </a:ext>
            </a:extLst>
          </p:cNvPr>
          <p:cNvSpPr>
            <a:spLocks xmlns:a="http://schemas.openxmlformats.org/drawingml/2006/main" noGrp="1"/>
          </p:cNvSpPr>
          <p:nvPr/>
        </p:nvSpPr>
        <p:spPr>
          <a:xfrm xmlns:a="http://schemas.openxmlformats.org/drawingml/2006/main">
            <a:off x="3790950" y="3800475"/>
            <a:ext cx="1571625" cy="14859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17" name="circuit-708">
            <a:extLst xmlns:a="http://schemas.openxmlformats.org/drawingml/2006/main">
              <a:ext uri="{FF2B5EF4-FFF2-40B4-BE49-F238E27FC236}">
                <a16:creationId xmlns:a16="http://schemas.microsoft.com/office/drawing/2014/main" id="{2519484E-5C75-413E-88FA-4420971BFB98}"/>
              </a:ext>
            </a:extLst>
          </p:cNvPr>
          <p:cNvSpPr>
            <a:spLocks xmlns:a="http://schemas.openxmlformats.org/drawingml/2006/main" noGrp="1"/>
          </p:cNvSpPr>
          <p:nvPr/>
        </p:nvSpPr>
        <p:spPr>
          <a:xfrm xmlns:a="http://schemas.openxmlformats.org/drawingml/2006/main">
            <a:off x="4181475" y="3800475"/>
            <a:ext cx="152400" cy="85725"/>
          </a:xfrm>
          <a:custGeom xmlns:a="http://schemas.openxmlformats.org/drawingml/2006/main">
            <a:pathLst>
              <a:path w="152400" h="85725">
                <a:moveTo>
                  <a:pt x="0" y="0"/>
                </a:moveTo>
                <a:lnTo>
                  <a:pt x="76200" y="85725"/>
                </a:lnTo>
                <a:lnTo>
                  <a:pt x="152400" y="0"/>
                </a:lnTo>
                <a:close/>
              </a:path>
            </a:pathLst>
          </a:custGeom>
          <a:noFill xmlns:a="http://schemas.openxmlformats.org/drawingml/2006/main"/>
          <a:ln xmlns:a="http://schemas.openxmlformats.org/drawingml/2006/main" w="20955">
            <a:solidFill>
              <a:srgbClr val="231F20"/>
            </a:solidFill>
          </a:ln>
        </p:spPr>
      </p:sp>
      <p:sp>
        <p:nvSpPr>
          <p:cNvPr id="118" name="wire-709">
            <a:extLst xmlns:a="http://schemas.openxmlformats.org/drawingml/2006/main">
              <a:ext uri="{FF2B5EF4-FFF2-40B4-BE49-F238E27FC236}">
                <a16:creationId xmlns:a16="http://schemas.microsoft.com/office/drawing/2014/main" id="{CB07138E-36C3-48CB-A3C5-7B7816C5E074}"/>
              </a:ext>
            </a:extLst>
          </p:cNvPr>
          <p:cNvSpPr>
            <a:spLocks xmlns:a="http://schemas.openxmlformats.org/drawingml/2006/main" noGrp="1"/>
          </p:cNvSpPr>
          <p:nvPr/>
        </p:nvSpPr>
        <p:spPr>
          <a:xfrm xmlns:a="http://schemas.openxmlformats.org/drawingml/2006/main">
            <a:off x="4257675" y="3733800"/>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11430">
            <a:solidFill>
              <a:srgbClr val="231F20"/>
            </a:solidFill>
          </a:ln>
        </p:spPr>
      </p:sp>
      <p:sp>
        <p:nvSpPr>
          <p:cNvPr id="119" name="text-710">
            <a:extLst xmlns:a="http://schemas.openxmlformats.org/drawingml/2006/main">
              <a:ext uri="{FF2B5EF4-FFF2-40B4-BE49-F238E27FC236}">
                <a16:creationId xmlns:a16="http://schemas.microsoft.com/office/drawing/2014/main" id="{A70EACB1-F8D8-4DFC-A353-A215EB861CB9}"/>
              </a:ext>
            </a:extLst>
          </p:cNvPr>
          <p:cNvSpPr>
            <a:spLocks xmlns:a="http://schemas.openxmlformats.org/drawingml/2006/main" noGrp="1"/>
          </p:cNvSpPr>
          <p:nvPr/>
        </p:nvSpPr>
        <p:spPr>
          <a:xfrm xmlns:a="http://schemas.openxmlformats.org/drawingml/2006/main">
            <a:off x="4191000" y="4295775"/>
            <a:ext cx="76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Yu Gothic"/>
                <a:ea typeface="Yu Gothic"/>
                <a:cs typeface="Yu Gothic"/>
              </a:defRPr>
            </a:defPPr>
            <a:lvl1pPr algn="ctr">
              <a:defRPr sz="1425" b="1">
                <a:solidFill>
                  <a:srgbClr val="231F20"/>
                </a:solidFill>
                <a:latin typeface="Yu Gothic"/>
                <a:ea typeface="Yu Gothic"/>
                <a:cs typeface="Yu Gothic"/>
              </a:defRPr>
            </a:lvl1pPr>
            <a:lvl2pPr algn="ctr">
              <a:defRPr sz="1425" b="1">
                <a:solidFill>
                  <a:srgbClr val="231F20"/>
                </a:solidFill>
                <a:latin typeface="Yu Gothic"/>
                <a:ea typeface="Yu Gothic"/>
                <a:cs typeface="Yu Gothic"/>
              </a:defRPr>
            </a:lvl2pPr>
            <a:lvl3pPr algn="ctr">
              <a:defRPr sz="1425" b="1">
                <a:solidFill>
                  <a:srgbClr val="231F20"/>
                </a:solidFill>
                <a:latin typeface="Yu Gothic"/>
                <a:ea typeface="Yu Gothic"/>
                <a:cs typeface="Yu Gothic"/>
              </a:defRPr>
            </a:lvl3pPr>
            <a:lvl4pPr algn="ctr">
              <a:defRPr sz="1425" b="1">
                <a:solidFill>
                  <a:srgbClr val="231F20"/>
                </a:solidFill>
                <a:latin typeface="Yu Gothic"/>
                <a:ea typeface="Yu Gothic"/>
                <a:cs typeface="Yu Gothic"/>
              </a:defRPr>
            </a:lvl4pPr>
            <a:lvl5pPr algn="ctr">
              <a:defRPr sz="1425" b="1">
                <a:solidFill>
                  <a:srgbClr val="231F20"/>
                </a:solidFill>
                <a:latin typeface="Yu Gothic"/>
                <a:ea typeface="Yu Gothic"/>
                <a:cs typeface="Yu Gothic"/>
              </a:defRPr>
            </a:lvl5pPr>
            <a:lvl6pPr algn="ctr">
              <a:defRPr sz="1425" b="1">
                <a:solidFill>
                  <a:srgbClr val="231F20"/>
                </a:solidFill>
                <a:latin typeface="Yu Gothic"/>
                <a:ea typeface="Yu Gothic"/>
                <a:cs typeface="Yu Gothic"/>
              </a:defRPr>
            </a:lvl6pPr>
            <a:lvl7pPr algn="ctr">
              <a:defRPr sz="1425" b="1">
                <a:solidFill>
                  <a:srgbClr val="231F20"/>
                </a:solidFill>
                <a:latin typeface="Yu Gothic"/>
                <a:ea typeface="Yu Gothic"/>
                <a:cs typeface="Yu Gothic"/>
              </a:defRPr>
            </a:lvl7pPr>
            <a:lvl8pPr algn="ctr">
              <a:defRPr sz="1425" b="1">
                <a:solidFill>
                  <a:srgbClr val="231F20"/>
                </a:solidFill>
                <a:latin typeface="Yu Gothic"/>
                <a:ea typeface="Yu Gothic"/>
                <a:cs typeface="Yu Gothic"/>
              </a:defRPr>
            </a:lvl8pPr>
            <a:lvl9pPr algn="ctr">
              <a:defRPr sz="1425" b="1">
                <a:solidFill>
                  <a:srgbClr val="231F20"/>
                </a:solidFill>
                <a:latin typeface="Yu Gothic"/>
                <a:ea typeface="Yu Gothic"/>
                <a:cs typeface="Yu Gothic"/>
              </a:defRPr>
            </a:lvl9pPr>
          </a:lstStyle>
          <a:p xmlns:a="http://schemas.openxmlformats.org/drawingml/2006/main">
            <a:pPr algn="ctr">
              <a:defRPr sz="1425" b="1">
                <a:solidFill>
                  <a:srgbClr val="231F20"/>
                </a:solidFill>
                <a:latin typeface="Yu Gothic"/>
                <a:ea typeface="Yu Gothic"/>
                <a:cs typeface="Yu Gothic"/>
              </a:defRPr>
            </a:pPr>
            <a:r>
              <a:rPr sz="1425" b="1">
                <a:solidFill>
                  <a:srgbClr val="231F20"/>
                </a:solidFill>
                <a:latin typeface="Yu Gothic"/>
                <a:ea typeface="Yu Gothic"/>
                <a:cs typeface="Yu Gothic"/>
              </a:rPr>
              <a:t>レジスタ</a:t>
            </a:r>
          </a:p>
          <a:p xmlns:a="http://schemas.openxmlformats.org/drawingml/2006/main">
            <a:pPr algn="ctr">
              <a:defRPr sz="1425" b="1">
                <a:solidFill>
                  <a:srgbClr val="231F20"/>
                </a:solidFill>
                <a:latin typeface="Yu Gothic"/>
                <a:ea typeface="Yu Gothic"/>
                <a:cs typeface="Yu Gothic"/>
              </a:defRPr>
            </a:pPr>
            <a:r>
              <a:rPr sz="1425" b="1">
                <a:solidFill>
                  <a:srgbClr val="231F20"/>
                </a:solidFill>
                <a:latin typeface="Yu Gothic"/>
                <a:ea typeface="Yu Gothic"/>
                <a:cs typeface="Yu Gothic"/>
              </a:rPr>
              <a:t>群</a:t>
            </a:r>
          </a:p>
        </p:txBody>
      </p:sp>
      <p:sp>
        <p:nvSpPr>
          <p:cNvPr id="120" name="text-711">
            <a:extLst xmlns:a="http://schemas.openxmlformats.org/drawingml/2006/main">
              <a:ext uri="{FF2B5EF4-FFF2-40B4-BE49-F238E27FC236}">
                <a16:creationId xmlns:a16="http://schemas.microsoft.com/office/drawing/2014/main" id="{89D7AB16-3381-4ED0-BCFD-F58ED74A10E1}"/>
              </a:ext>
            </a:extLst>
          </p:cNvPr>
          <p:cNvSpPr>
            <a:spLocks xmlns:a="http://schemas.openxmlformats.org/drawingml/2006/main" noGrp="1"/>
          </p:cNvSpPr>
          <p:nvPr/>
        </p:nvSpPr>
        <p:spPr>
          <a:xfrm xmlns:a="http://schemas.openxmlformats.org/drawingml/2006/main">
            <a:off x="3848100"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A1</a:t>
            </a:r>
          </a:p>
        </p:txBody>
      </p:sp>
      <p:sp>
        <p:nvSpPr>
          <p:cNvPr id="121" name="text-712">
            <a:extLst xmlns:a="http://schemas.openxmlformats.org/drawingml/2006/main">
              <a:ext uri="{FF2B5EF4-FFF2-40B4-BE49-F238E27FC236}">
                <a16:creationId xmlns:a16="http://schemas.microsoft.com/office/drawing/2014/main" id="{C62CD31D-1047-49A0-A6F4-20771B9C875F}"/>
              </a:ext>
            </a:extLst>
          </p:cNvPr>
          <p:cNvSpPr>
            <a:spLocks xmlns:a="http://schemas.openxmlformats.org/drawingml/2006/main" noGrp="1"/>
          </p:cNvSpPr>
          <p:nvPr/>
        </p:nvSpPr>
        <p:spPr>
          <a:xfrm xmlns:a="http://schemas.openxmlformats.org/drawingml/2006/main">
            <a:off x="3848100"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A2</a:t>
            </a:r>
          </a:p>
        </p:txBody>
      </p:sp>
      <p:sp>
        <p:nvSpPr>
          <p:cNvPr id="122" name="text-713">
            <a:extLst xmlns:a="http://schemas.openxmlformats.org/drawingml/2006/main">
              <a:ext uri="{FF2B5EF4-FFF2-40B4-BE49-F238E27FC236}">
                <a16:creationId xmlns:a16="http://schemas.microsoft.com/office/drawing/2014/main" id="{2B24D57B-7627-4449-9D8F-714C91696A97}"/>
              </a:ext>
            </a:extLst>
          </p:cNvPr>
          <p:cNvSpPr>
            <a:spLocks xmlns:a="http://schemas.openxmlformats.org/drawingml/2006/main" noGrp="1"/>
          </p:cNvSpPr>
          <p:nvPr/>
        </p:nvSpPr>
        <p:spPr>
          <a:xfrm xmlns:a="http://schemas.openxmlformats.org/drawingml/2006/main">
            <a:off x="3848100" y="477202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A3</a:t>
            </a:r>
          </a:p>
        </p:txBody>
      </p:sp>
      <p:sp>
        <p:nvSpPr>
          <p:cNvPr id="123" name="text-714">
            <a:extLst xmlns:a="http://schemas.openxmlformats.org/drawingml/2006/main">
              <a:ext uri="{FF2B5EF4-FFF2-40B4-BE49-F238E27FC236}">
                <a16:creationId xmlns:a16="http://schemas.microsoft.com/office/drawing/2014/main" id="{65BE3CBF-DA54-4940-968E-A1CA84ADA323}"/>
              </a:ext>
            </a:extLst>
          </p:cNvPr>
          <p:cNvSpPr>
            <a:spLocks xmlns:a="http://schemas.openxmlformats.org/drawingml/2006/main" noGrp="1"/>
          </p:cNvSpPr>
          <p:nvPr/>
        </p:nvSpPr>
        <p:spPr>
          <a:xfrm xmlns:a="http://schemas.openxmlformats.org/drawingml/2006/main">
            <a:off x="3848100" y="50577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WD3</a:t>
            </a:r>
          </a:p>
        </p:txBody>
      </p:sp>
      <p:sp>
        <p:nvSpPr>
          <p:cNvPr id="124" name="text-715">
            <a:extLst xmlns:a="http://schemas.openxmlformats.org/drawingml/2006/main">
              <a:ext uri="{FF2B5EF4-FFF2-40B4-BE49-F238E27FC236}">
                <a16:creationId xmlns:a16="http://schemas.microsoft.com/office/drawing/2014/main" id="{C07E015F-0126-403E-AC57-2F93469D7AE8}"/>
              </a:ext>
            </a:extLst>
          </p:cNvPr>
          <p:cNvSpPr>
            <a:spLocks xmlns:a="http://schemas.openxmlformats.org/drawingml/2006/main" noGrp="1"/>
          </p:cNvSpPr>
          <p:nvPr/>
        </p:nvSpPr>
        <p:spPr>
          <a:xfrm xmlns:a="http://schemas.openxmlformats.org/drawingml/2006/main">
            <a:off x="4981575"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RD1</a:t>
            </a:r>
          </a:p>
        </p:txBody>
      </p:sp>
      <p:sp>
        <p:nvSpPr>
          <p:cNvPr id="125" name="text-716">
            <a:extLst xmlns:a="http://schemas.openxmlformats.org/drawingml/2006/main">
              <a:ext uri="{FF2B5EF4-FFF2-40B4-BE49-F238E27FC236}">
                <a16:creationId xmlns:a16="http://schemas.microsoft.com/office/drawing/2014/main" id="{7CF05AAE-EAC5-43E6-9A43-0A0CE82BA78F}"/>
              </a:ext>
            </a:extLst>
          </p:cNvPr>
          <p:cNvSpPr>
            <a:spLocks xmlns:a="http://schemas.openxmlformats.org/drawingml/2006/main" noGrp="1"/>
          </p:cNvSpPr>
          <p:nvPr/>
        </p:nvSpPr>
        <p:spPr>
          <a:xfrm xmlns:a="http://schemas.openxmlformats.org/drawingml/2006/main">
            <a:off x="4981575"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RD2</a:t>
            </a:r>
          </a:p>
        </p:txBody>
      </p:sp>
      <p:sp>
        <p:nvSpPr>
          <p:cNvPr id="126" name="text-717">
            <a:extLst xmlns:a="http://schemas.openxmlformats.org/drawingml/2006/main">
              <a:ext uri="{FF2B5EF4-FFF2-40B4-BE49-F238E27FC236}">
                <a16:creationId xmlns:a16="http://schemas.microsoft.com/office/drawing/2014/main" id="{EF9285A5-4BB7-42C0-B33D-F7402AAD7390}"/>
              </a:ext>
            </a:extLst>
          </p:cNvPr>
          <p:cNvSpPr>
            <a:spLocks xmlns:a="http://schemas.openxmlformats.org/drawingml/2006/main" noGrp="1"/>
          </p:cNvSpPr>
          <p:nvPr/>
        </p:nvSpPr>
        <p:spPr>
          <a:xfrm xmlns:a="http://schemas.openxmlformats.org/drawingml/2006/main">
            <a:off x="4962525" y="3819525"/>
            <a:ext cx="3524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WE3</a:t>
            </a:r>
          </a:p>
        </p:txBody>
      </p:sp>
      <p:sp>
        <p:nvSpPr>
          <p:cNvPr id="127" name="wire-718">
            <a:extLst xmlns:a="http://schemas.openxmlformats.org/drawingml/2006/main">
              <a:ext uri="{FF2B5EF4-FFF2-40B4-BE49-F238E27FC236}">
                <a16:creationId xmlns:a16="http://schemas.microsoft.com/office/drawing/2014/main" id="{DA2E79ED-A7DF-401E-B0B7-7D77C714D547}"/>
              </a:ext>
            </a:extLst>
          </p:cNvPr>
          <p:cNvSpPr>
            <a:spLocks xmlns:a="http://schemas.openxmlformats.org/drawingml/2006/main" noGrp="1"/>
          </p:cNvSpPr>
          <p:nvPr/>
        </p:nvSpPr>
        <p:spPr>
          <a:xfrm xmlns:a="http://schemas.openxmlformats.org/drawingml/2006/main">
            <a:off x="5362575" y="4210050"/>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25718">
            <a:solidFill>
              <a:srgbClr val="231F20"/>
            </a:solidFill>
          </a:ln>
        </p:spPr>
      </p:sp>
      <p:sp>
        <p:nvSpPr>
          <p:cNvPr id="128" name="circuit-719">
            <a:extLst xmlns:a="http://schemas.openxmlformats.org/drawingml/2006/main">
              <a:ext uri="{FF2B5EF4-FFF2-40B4-BE49-F238E27FC236}">
                <a16:creationId xmlns:a16="http://schemas.microsoft.com/office/drawing/2014/main" id="{E00BCAB9-7C51-4D50-A5C7-E02BA91CA8C3}"/>
              </a:ext>
            </a:extLst>
          </p:cNvPr>
          <p:cNvSpPr>
            <a:spLocks xmlns:a="http://schemas.openxmlformats.org/drawingml/2006/main" noGrp="1"/>
          </p:cNvSpPr>
          <p:nvPr/>
        </p:nvSpPr>
        <p:spPr>
          <a:xfrm xmlns:a="http://schemas.openxmlformats.org/drawingml/2006/main">
            <a:off x="5915025"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29" name="text-720">
            <a:extLst xmlns:a="http://schemas.openxmlformats.org/drawingml/2006/main">
              <a:ext uri="{FF2B5EF4-FFF2-40B4-BE49-F238E27FC236}">
                <a16:creationId xmlns:a16="http://schemas.microsoft.com/office/drawing/2014/main" id="{F4676007-00D9-4C23-BAC9-16107A68A542}"/>
              </a:ext>
            </a:extLst>
          </p:cNvPr>
          <p:cNvSpPr>
            <a:spLocks xmlns:a="http://schemas.openxmlformats.org/drawingml/2006/main" noGrp="1"/>
          </p:cNvSpPr>
          <p:nvPr/>
        </p:nvSpPr>
        <p:spPr>
          <a:xfrm xmlns:a="http://schemas.openxmlformats.org/drawingml/2006/main">
            <a:off x="5448300" y="3895725"/>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B</a:t>
            </a:r>
          </a:p>
        </p:txBody>
      </p:sp>
      <p:sp>
        <p:nvSpPr>
          <p:cNvPr id="130" name="board-stable-alu">
            <a:extLst xmlns:a="http://schemas.openxmlformats.org/drawingml/2006/main">
              <a:ext uri="{FF2B5EF4-FFF2-40B4-BE49-F238E27FC236}">
                <a16:creationId xmlns:a16="http://schemas.microsoft.com/office/drawing/2014/main" id="{AD7A333B-47A6-4ADF-82B7-2F9D878A90AA}"/>
              </a:ext>
            </a:extLst>
          </p:cNvPr>
          <p:cNvSpPr>
            <a:spLocks xmlns:a="http://schemas.openxmlformats.org/drawingml/2006/main" noGrp="1"/>
          </p:cNvSpPr>
          <p:nvPr/>
        </p:nvSpPr>
        <p:spPr>
          <a:xfrm xmlns:a="http://schemas.openxmlformats.org/drawingml/2006/main">
            <a:off x="5991225" y="4067175"/>
            <a:ext cx="647700" cy="933450"/>
          </a:xfrm>
          <a:custGeom xmlns:a="http://schemas.openxmlformats.org/drawingml/2006/main">
            <a:pathLst>
              <a:path w="647700" h="933450">
                <a:moveTo>
                  <a:pt x="0" y="0"/>
                </a:moveTo>
                <a:lnTo>
                  <a:pt x="647700" y="171450"/>
                </a:lnTo>
                <a:lnTo>
                  <a:pt x="647700" y="742950"/>
                </a:lnTo>
                <a:lnTo>
                  <a:pt x="0" y="933450"/>
                </a:lnTo>
                <a:lnTo>
                  <a:pt x="0" y="571500"/>
                </a:lnTo>
                <a:lnTo>
                  <a:pt x="171450" y="457200"/>
                </a:lnTo>
                <a:lnTo>
                  <a:pt x="0" y="257175"/>
                </a:lnTo>
                <a:close/>
              </a:path>
            </a:pathLst>
          </a:custGeom>
          <a:solidFill xmlns:a="http://schemas.openxmlformats.org/drawingml/2006/main">
            <a:srgbClr val="FFFFFF"/>
          </a:solidFill>
          <a:ln xmlns:a="http://schemas.openxmlformats.org/drawingml/2006/main" w="21908">
            <a:solidFill>
              <a:srgbClr val="231F20"/>
            </a:solidFill>
          </a:ln>
        </p:spPr>
      </p:sp>
      <p:sp>
        <p:nvSpPr>
          <p:cNvPr id="131" name="text-722">
            <a:extLst xmlns:a="http://schemas.openxmlformats.org/drawingml/2006/main">
              <a:ext uri="{FF2B5EF4-FFF2-40B4-BE49-F238E27FC236}">
                <a16:creationId xmlns:a16="http://schemas.microsoft.com/office/drawing/2014/main" id="{E433CECE-A914-44C1-87DD-02188B9FF719}"/>
              </a:ext>
            </a:extLst>
          </p:cNvPr>
          <p:cNvSpPr>
            <a:spLocks xmlns:a="http://schemas.openxmlformats.org/drawingml/2006/main" noGrp="1"/>
          </p:cNvSpPr>
          <p:nvPr/>
        </p:nvSpPr>
        <p:spPr>
          <a:xfrm xmlns:a="http://schemas.openxmlformats.org/drawingml/2006/main">
            <a:off x="6076950" y="3781425"/>
            <a:ext cx="571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ALU</a:t>
            </a:r>
          </a:p>
        </p:txBody>
      </p:sp>
      <p:sp>
        <p:nvSpPr>
          <p:cNvPr id="132" name="text-723">
            <a:extLst xmlns:a="http://schemas.openxmlformats.org/drawingml/2006/main">
              <a:ext uri="{FF2B5EF4-FFF2-40B4-BE49-F238E27FC236}">
                <a16:creationId xmlns:a16="http://schemas.microsoft.com/office/drawing/2014/main" id="{C09E4443-59AA-4FDC-BC3A-961308E39C32}"/>
              </a:ext>
            </a:extLst>
          </p:cNvPr>
          <p:cNvSpPr>
            <a:spLocks xmlns:a="http://schemas.openxmlformats.org/drawingml/2006/main" noGrp="1"/>
          </p:cNvSpPr>
          <p:nvPr/>
        </p:nvSpPr>
        <p:spPr>
          <a:xfrm xmlns:a="http://schemas.openxmlformats.org/drawingml/2006/main">
            <a:off x="6257925" y="4343400"/>
            <a:ext cx="314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Arial"/>
                <a:ea typeface="Arial"/>
                <a:cs typeface="Arial"/>
              </a:defRPr>
            </a:defPPr>
            <a:lvl1pPr algn="ctr">
              <a:defRPr sz="2250" b="0">
                <a:solidFill>
                  <a:srgbClr val="231F20"/>
                </a:solidFill>
                <a:latin typeface="Arial"/>
                <a:ea typeface="Arial"/>
                <a:cs typeface="Arial"/>
              </a:defRPr>
            </a:lvl1pPr>
            <a:lvl2pPr algn="ctr">
              <a:defRPr sz="2250" b="0">
                <a:solidFill>
                  <a:srgbClr val="231F20"/>
                </a:solidFill>
                <a:latin typeface="Arial"/>
                <a:ea typeface="Arial"/>
                <a:cs typeface="Arial"/>
              </a:defRPr>
            </a:lvl2pPr>
            <a:lvl3pPr algn="ctr">
              <a:defRPr sz="2250" b="0">
                <a:solidFill>
                  <a:srgbClr val="231F20"/>
                </a:solidFill>
                <a:latin typeface="Arial"/>
                <a:ea typeface="Arial"/>
                <a:cs typeface="Arial"/>
              </a:defRPr>
            </a:lvl3pPr>
            <a:lvl4pPr algn="ctr">
              <a:defRPr sz="2250" b="0">
                <a:solidFill>
                  <a:srgbClr val="231F20"/>
                </a:solidFill>
                <a:latin typeface="Arial"/>
                <a:ea typeface="Arial"/>
                <a:cs typeface="Arial"/>
              </a:defRPr>
            </a:lvl4pPr>
            <a:lvl5pPr algn="ctr">
              <a:defRPr sz="2250" b="0">
                <a:solidFill>
                  <a:srgbClr val="231F20"/>
                </a:solidFill>
                <a:latin typeface="Arial"/>
                <a:ea typeface="Arial"/>
                <a:cs typeface="Arial"/>
              </a:defRPr>
            </a:lvl5pPr>
            <a:lvl6pPr algn="ctr">
              <a:defRPr sz="2250" b="0">
                <a:solidFill>
                  <a:srgbClr val="231F20"/>
                </a:solidFill>
                <a:latin typeface="Arial"/>
                <a:ea typeface="Arial"/>
                <a:cs typeface="Arial"/>
              </a:defRPr>
            </a:lvl6pPr>
            <a:lvl7pPr algn="ctr">
              <a:defRPr sz="2250" b="0">
                <a:solidFill>
                  <a:srgbClr val="231F20"/>
                </a:solidFill>
                <a:latin typeface="Arial"/>
                <a:ea typeface="Arial"/>
                <a:cs typeface="Arial"/>
              </a:defRPr>
            </a:lvl7pPr>
            <a:lvl8pPr algn="ctr">
              <a:defRPr sz="2250" b="0">
                <a:solidFill>
                  <a:srgbClr val="231F20"/>
                </a:solidFill>
                <a:latin typeface="Arial"/>
                <a:ea typeface="Arial"/>
                <a:cs typeface="Arial"/>
              </a:defRPr>
            </a:lvl8pPr>
            <a:lvl9pPr algn="ctr">
              <a:defRPr sz="2250" b="0">
                <a:solidFill>
                  <a:srgbClr val="231F20"/>
                </a:solidFill>
                <a:latin typeface="Arial"/>
                <a:ea typeface="Arial"/>
                <a:cs typeface="Arial"/>
              </a:defRPr>
            </a:lvl9pPr>
          </a:lstStyle>
          <a:p xmlns:a="http://schemas.openxmlformats.org/drawingml/2006/main">
            <a:pPr algn="ctr">
              <a:defRPr sz="2250" b="0">
                <a:solidFill>
                  <a:srgbClr val="231F20"/>
                </a:solidFill>
                <a:latin typeface="Arial"/>
                <a:ea typeface="Arial"/>
                <a:cs typeface="Arial"/>
              </a:defRPr>
            </a:pPr>
            <a:r>
              <a:rPr sz="2250" b="0">
                <a:solidFill>
                  <a:srgbClr val="231F20"/>
                </a:solidFill>
                <a:latin typeface="Arial"/>
                <a:ea typeface="Arial"/>
                <a:cs typeface="Arial"/>
              </a:rPr>
              <a:t>+</a:t>
            </a:r>
          </a:p>
        </p:txBody>
      </p:sp>
      <p:sp>
        <p:nvSpPr>
          <p:cNvPr id="133" name="text-724">
            <a:extLst xmlns:a="http://schemas.openxmlformats.org/drawingml/2006/main">
              <a:ext uri="{FF2B5EF4-FFF2-40B4-BE49-F238E27FC236}">
                <a16:creationId xmlns:a16="http://schemas.microsoft.com/office/drawing/2014/main" id="{FDBFE3E6-6F95-49B7-94D5-571672E19E8A}"/>
              </a:ext>
            </a:extLst>
          </p:cNvPr>
          <p:cNvSpPr>
            <a:spLocks xmlns:a="http://schemas.openxmlformats.org/drawingml/2006/main" noGrp="1"/>
          </p:cNvSpPr>
          <p:nvPr/>
        </p:nvSpPr>
        <p:spPr>
          <a:xfrm xmlns:a="http://schemas.openxmlformats.org/drawingml/2006/main">
            <a:off x="5638800" y="5019675"/>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即値 0</a:t>
            </a:r>
          </a:p>
        </p:txBody>
      </p:sp>
      <p:sp>
        <p:nvSpPr>
          <p:cNvPr id="134" name="wire-725">
            <a:extLst xmlns:a="http://schemas.openxmlformats.org/drawingml/2006/main">
              <a:ext uri="{FF2B5EF4-FFF2-40B4-BE49-F238E27FC236}">
                <a16:creationId xmlns:a16="http://schemas.microsoft.com/office/drawing/2014/main" id="{A9F67D2A-3ED6-40F7-B9BD-93C5EE293AB8}"/>
              </a:ext>
            </a:extLst>
          </p:cNvPr>
          <p:cNvSpPr>
            <a:spLocks xmlns:a="http://schemas.openxmlformats.org/drawingml/2006/main" noGrp="1"/>
          </p:cNvSpPr>
          <p:nvPr/>
        </p:nvSpPr>
        <p:spPr>
          <a:xfrm xmlns:a="http://schemas.openxmlformats.org/drawingml/2006/main">
            <a:off x="6638925" y="4419600"/>
            <a:ext cx="600075" cy="9525"/>
          </a:xfrm>
          <a:custGeom xmlns:a="http://schemas.openxmlformats.org/drawingml/2006/main">
            <a:pathLst>
              <a:path w="600075" h="9525">
                <a:moveTo>
                  <a:pt x="0" y="0"/>
                </a:moveTo>
                <a:lnTo>
                  <a:pt x="600075" y="0"/>
                </a:lnTo>
              </a:path>
            </a:pathLst>
          </a:custGeom>
          <a:noFill xmlns:a="http://schemas.openxmlformats.org/drawingml/2006/main"/>
          <a:ln xmlns:a="http://schemas.openxmlformats.org/drawingml/2006/main" w="26670">
            <a:solidFill>
              <a:srgbClr val="1572C3"/>
            </a:solidFill>
          </a:ln>
        </p:spPr>
      </p:sp>
      <p:sp>
        <p:nvSpPr>
          <p:cNvPr id="135" name="circuit-726">
            <a:extLst xmlns:a="http://schemas.openxmlformats.org/drawingml/2006/main">
              <a:ext uri="{FF2B5EF4-FFF2-40B4-BE49-F238E27FC236}">
                <a16:creationId xmlns:a16="http://schemas.microsoft.com/office/drawing/2014/main" id="{F481DA77-4848-4983-BB86-596492C463DA}"/>
              </a:ext>
            </a:extLst>
          </p:cNvPr>
          <p:cNvSpPr>
            <a:spLocks xmlns:a="http://schemas.openxmlformats.org/drawingml/2006/main" noGrp="1"/>
          </p:cNvSpPr>
          <p:nvPr/>
        </p:nvSpPr>
        <p:spPr>
          <a:xfrm xmlns:a="http://schemas.openxmlformats.org/drawingml/2006/main">
            <a:off x="71628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36" name="text-727">
            <a:extLst xmlns:a="http://schemas.openxmlformats.org/drawingml/2006/main">
              <a:ext uri="{FF2B5EF4-FFF2-40B4-BE49-F238E27FC236}">
                <a16:creationId xmlns:a16="http://schemas.microsoft.com/office/drawing/2014/main" id="{A304BD42-00C2-4C63-9ED6-6CB0FD51F99C}"/>
              </a:ext>
            </a:extLst>
          </p:cNvPr>
          <p:cNvSpPr>
            <a:spLocks xmlns:a="http://schemas.openxmlformats.org/drawingml/2006/main" noGrp="1"/>
          </p:cNvSpPr>
          <p:nvPr/>
        </p:nvSpPr>
        <p:spPr>
          <a:xfrm xmlns:a="http://schemas.openxmlformats.org/drawingml/2006/main">
            <a:off x="6686550" y="4105275"/>
            <a:ext cx="485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B</a:t>
            </a:r>
          </a:p>
        </p:txBody>
      </p:sp>
      <p:sp>
        <p:nvSpPr>
          <p:cNvPr id="137" name="wire-728">
            <a:extLst xmlns:a="http://schemas.openxmlformats.org/drawingml/2006/main">
              <a:ext uri="{FF2B5EF4-FFF2-40B4-BE49-F238E27FC236}">
                <a16:creationId xmlns:a16="http://schemas.microsoft.com/office/drawing/2014/main" id="{F1080B83-AC92-4DC2-B23D-58295C330F1F}"/>
              </a:ext>
            </a:extLst>
          </p:cNvPr>
          <p:cNvSpPr>
            <a:spLocks xmlns:a="http://schemas.openxmlformats.org/drawingml/2006/main" noGrp="1"/>
          </p:cNvSpPr>
          <p:nvPr/>
        </p:nvSpPr>
        <p:spPr>
          <a:xfrm xmlns:a="http://schemas.openxmlformats.org/drawingml/2006/main">
            <a:off x="5362575" y="46101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5718">
            <a:solidFill>
              <a:srgbClr val="1572C3"/>
            </a:solidFill>
          </a:ln>
        </p:spPr>
      </p:sp>
      <p:sp>
        <p:nvSpPr>
          <p:cNvPr id="138" name="wire-729">
            <a:extLst xmlns:a="http://schemas.openxmlformats.org/drawingml/2006/main">
              <a:ext uri="{FF2B5EF4-FFF2-40B4-BE49-F238E27FC236}">
                <a16:creationId xmlns:a16="http://schemas.microsoft.com/office/drawing/2014/main" id="{C83E9D7F-6FC2-4EB0-A88D-A03C12946171}"/>
              </a:ext>
            </a:extLst>
          </p:cNvPr>
          <p:cNvSpPr>
            <a:spLocks xmlns:a="http://schemas.openxmlformats.org/drawingml/2006/main" noGrp="1"/>
          </p:cNvSpPr>
          <p:nvPr/>
        </p:nvSpPr>
        <p:spPr>
          <a:xfrm xmlns:a="http://schemas.openxmlformats.org/drawingml/2006/main">
            <a:off x="5476875" y="4610100"/>
            <a:ext cx="9525" cy="771525"/>
          </a:xfrm>
          <a:custGeom xmlns:a="http://schemas.openxmlformats.org/drawingml/2006/main">
            <a:pathLst>
              <a:path w="9525" h="771525">
                <a:moveTo>
                  <a:pt x="0" y="0"/>
                </a:moveTo>
                <a:lnTo>
                  <a:pt x="0" y="771525"/>
                </a:lnTo>
              </a:path>
            </a:pathLst>
          </a:custGeom>
          <a:noFill xmlns:a="http://schemas.openxmlformats.org/drawingml/2006/main"/>
          <a:ln xmlns:a="http://schemas.openxmlformats.org/drawingml/2006/main" w="25718">
            <a:solidFill>
              <a:srgbClr val="1572C3"/>
            </a:solidFill>
          </a:ln>
        </p:spPr>
      </p:sp>
      <p:sp>
        <p:nvSpPr>
          <p:cNvPr id="139" name="wire-730">
            <a:extLst xmlns:a="http://schemas.openxmlformats.org/drawingml/2006/main">
              <a:ext uri="{FF2B5EF4-FFF2-40B4-BE49-F238E27FC236}">
                <a16:creationId xmlns:a16="http://schemas.microsoft.com/office/drawing/2014/main" id="{67112B29-5E87-4995-B51B-B29A79D30A31}"/>
              </a:ext>
            </a:extLst>
          </p:cNvPr>
          <p:cNvSpPr>
            <a:spLocks xmlns:a="http://schemas.openxmlformats.org/drawingml/2006/main" noGrp="1"/>
          </p:cNvSpPr>
          <p:nvPr/>
        </p:nvSpPr>
        <p:spPr>
          <a:xfrm xmlns:a="http://schemas.openxmlformats.org/drawingml/2006/main">
            <a:off x="5476875" y="5381625"/>
            <a:ext cx="1628775" cy="9525"/>
          </a:xfrm>
          <a:custGeom xmlns:a="http://schemas.openxmlformats.org/drawingml/2006/main">
            <a:pathLst>
              <a:path w="1628775" h="9525">
                <a:moveTo>
                  <a:pt x="0" y="0"/>
                </a:moveTo>
                <a:lnTo>
                  <a:pt x="1628775" y="0"/>
                </a:lnTo>
              </a:path>
            </a:pathLst>
          </a:custGeom>
          <a:noFill xmlns:a="http://schemas.openxmlformats.org/drawingml/2006/main"/>
          <a:ln xmlns:a="http://schemas.openxmlformats.org/drawingml/2006/main" w="25718">
            <a:solidFill>
              <a:srgbClr val="1572C3"/>
            </a:solidFill>
          </a:ln>
        </p:spPr>
      </p:sp>
      <p:sp>
        <p:nvSpPr>
          <p:cNvPr id="140" name="wire-731">
            <a:extLst xmlns:a="http://schemas.openxmlformats.org/drawingml/2006/main">
              <a:ext uri="{FF2B5EF4-FFF2-40B4-BE49-F238E27FC236}">
                <a16:creationId xmlns:a16="http://schemas.microsoft.com/office/drawing/2014/main" id="{151D3647-8AD0-4B0F-ACB0-7426F30F131E}"/>
              </a:ext>
            </a:extLst>
          </p:cNvPr>
          <p:cNvSpPr>
            <a:spLocks xmlns:a="http://schemas.openxmlformats.org/drawingml/2006/main" noGrp="1"/>
          </p:cNvSpPr>
          <p:nvPr/>
        </p:nvSpPr>
        <p:spPr>
          <a:xfrm xmlns:a="http://schemas.openxmlformats.org/drawingml/2006/main">
            <a:off x="7105650" y="50196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5718">
            <a:solidFill>
              <a:srgbClr val="1572C3"/>
            </a:solidFill>
          </a:ln>
        </p:spPr>
      </p:sp>
      <p:sp>
        <p:nvSpPr>
          <p:cNvPr id="141" name="wire-732">
            <a:extLst xmlns:a="http://schemas.openxmlformats.org/drawingml/2006/main">
              <a:ext uri="{FF2B5EF4-FFF2-40B4-BE49-F238E27FC236}">
                <a16:creationId xmlns:a16="http://schemas.microsoft.com/office/drawing/2014/main" id="{A0D98D0A-A3D7-4E7D-BD13-8BA4894669B0}"/>
              </a:ext>
            </a:extLst>
          </p:cNvPr>
          <p:cNvSpPr>
            <a:spLocks xmlns:a="http://schemas.openxmlformats.org/drawingml/2006/main" noGrp="1"/>
          </p:cNvSpPr>
          <p:nvPr/>
        </p:nvSpPr>
        <p:spPr>
          <a:xfrm xmlns:a="http://schemas.openxmlformats.org/drawingml/2006/main">
            <a:off x="7105650" y="501967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25718">
            <a:solidFill>
              <a:srgbClr val="1572C3"/>
            </a:solidFill>
          </a:ln>
        </p:spPr>
      </p:sp>
      <p:sp>
        <p:nvSpPr>
          <p:cNvPr id="142" name="circuit-733">
            <a:extLst xmlns:a="http://schemas.openxmlformats.org/drawingml/2006/main">
              <a:ext uri="{FF2B5EF4-FFF2-40B4-BE49-F238E27FC236}">
                <a16:creationId xmlns:a16="http://schemas.microsoft.com/office/drawing/2014/main" id="{BA80A449-E13D-4E31-A051-9EBB2119631C}"/>
              </a:ext>
            </a:extLst>
          </p:cNvPr>
          <p:cNvSpPr>
            <a:spLocks xmlns:a="http://schemas.openxmlformats.org/drawingml/2006/main" noGrp="1"/>
          </p:cNvSpPr>
          <p:nvPr/>
        </p:nvSpPr>
        <p:spPr>
          <a:xfrm xmlns:a="http://schemas.openxmlformats.org/drawingml/2006/main">
            <a:off x="7162800" y="498824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43" name="text-734">
            <a:extLst xmlns:a="http://schemas.openxmlformats.org/drawingml/2006/main">
              <a:ext uri="{FF2B5EF4-FFF2-40B4-BE49-F238E27FC236}">
                <a16:creationId xmlns:a16="http://schemas.microsoft.com/office/drawing/2014/main" id="{5CDAF042-7721-413C-8545-9AD1D86135B8}"/>
              </a:ext>
            </a:extLst>
          </p:cNvPr>
          <p:cNvSpPr>
            <a:spLocks xmlns:a="http://schemas.openxmlformats.org/drawingml/2006/main" noGrp="1"/>
          </p:cNvSpPr>
          <p:nvPr/>
        </p:nvSpPr>
        <p:spPr>
          <a:xfrm xmlns:a="http://schemas.openxmlformats.org/drawingml/2006/main">
            <a:off x="5514975" y="4762500"/>
            <a:ext cx="228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D</a:t>
            </a:r>
          </a:p>
        </p:txBody>
      </p:sp>
      <p:sp>
        <p:nvSpPr>
          <p:cNvPr id="144" name="wire-735">
            <a:extLst xmlns:a="http://schemas.openxmlformats.org/drawingml/2006/main">
              <a:ext uri="{FF2B5EF4-FFF2-40B4-BE49-F238E27FC236}">
                <a16:creationId xmlns:a16="http://schemas.microsoft.com/office/drawing/2014/main" id="{31F82E6C-A9DC-4B3E-A4AF-FD7DA1D9A23A}"/>
              </a:ext>
            </a:extLst>
          </p:cNvPr>
          <p:cNvSpPr>
            <a:spLocks xmlns:a="http://schemas.openxmlformats.org/drawingml/2006/main" noGrp="1"/>
          </p:cNvSpPr>
          <p:nvPr/>
        </p:nvSpPr>
        <p:spPr>
          <a:xfrm xmlns:a="http://schemas.openxmlformats.org/drawingml/2006/main">
            <a:off x="7134225" y="5314950"/>
            <a:ext cx="104775" cy="9525"/>
          </a:xfrm>
          <a:custGeom xmlns:a="http://schemas.openxmlformats.org/drawingml/2006/main">
            <a:pathLst>
              <a:path w="104775" h="9525">
                <a:moveTo>
                  <a:pt x="104775" y="0"/>
                </a:moveTo>
                <a:lnTo>
                  <a:pt x="0" y="0"/>
                </a:lnTo>
              </a:path>
            </a:pathLst>
          </a:custGeom>
          <a:noFill xmlns:a="http://schemas.openxmlformats.org/drawingml/2006/main"/>
          <a:ln xmlns:a="http://schemas.openxmlformats.org/drawingml/2006/main" w="25718">
            <a:solidFill>
              <a:srgbClr val="9FA9B9"/>
            </a:solidFill>
          </a:ln>
        </p:spPr>
      </p:sp>
      <p:sp>
        <p:nvSpPr>
          <p:cNvPr id="145" name="wire-736">
            <a:extLst xmlns:a="http://schemas.openxmlformats.org/drawingml/2006/main">
              <a:ext uri="{FF2B5EF4-FFF2-40B4-BE49-F238E27FC236}">
                <a16:creationId xmlns:a16="http://schemas.microsoft.com/office/drawing/2014/main" id="{4C0DA0C9-C5A0-4032-B7F6-1FA036748C53}"/>
              </a:ext>
            </a:extLst>
          </p:cNvPr>
          <p:cNvSpPr>
            <a:spLocks xmlns:a="http://schemas.openxmlformats.org/drawingml/2006/main" noGrp="1"/>
          </p:cNvSpPr>
          <p:nvPr/>
        </p:nvSpPr>
        <p:spPr>
          <a:xfrm xmlns:a="http://schemas.openxmlformats.org/drawingml/2006/main">
            <a:off x="7134225" y="5314950"/>
            <a:ext cx="9525" cy="495300"/>
          </a:xfrm>
          <a:custGeom xmlns:a="http://schemas.openxmlformats.org/drawingml/2006/main">
            <a:pathLst>
              <a:path w="9525" h="495300">
                <a:moveTo>
                  <a:pt x="0" y="0"/>
                </a:moveTo>
                <a:lnTo>
                  <a:pt x="0" y="495300"/>
                </a:lnTo>
              </a:path>
            </a:pathLst>
          </a:custGeom>
          <a:noFill xmlns:a="http://schemas.openxmlformats.org/drawingml/2006/main"/>
          <a:ln xmlns:a="http://schemas.openxmlformats.org/drawingml/2006/main" w="25718">
            <a:solidFill>
              <a:srgbClr val="9FA9B9"/>
            </a:solidFill>
          </a:ln>
        </p:spPr>
      </p:sp>
      <p:sp>
        <p:nvSpPr>
          <p:cNvPr id="146" name="wire-737">
            <a:extLst xmlns:a="http://schemas.openxmlformats.org/drawingml/2006/main">
              <a:ext uri="{FF2B5EF4-FFF2-40B4-BE49-F238E27FC236}">
                <a16:creationId xmlns:a16="http://schemas.microsoft.com/office/drawing/2014/main" id="{17B3F31B-082F-4E0F-9C27-C7364E4D528C}"/>
              </a:ext>
            </a:extLst>
          </p:cNvPr>
          <p:cNvSpPr>
            <a:spLocks xmlns:a="http://schemas.openxmlformats.org/drawingml/2006/main" noGrp="1"/>
          </p:cNvSpPr>
          <p:nvPr/>
        </p:nvSpPr>
        <p:spPr>
          <a:xfrm xmlns:a="http://schemas.openxmlformats.org/drawingml/2006/main">
            <a:off x="3619500" y="5810250"/>
            <a:ext cx="3514725" cy="9525"/>
          </a:xfrm>
          <a:custGeom xmlns:a="http://schemas.openxmlformats.org/drawingml/2006/main">
            <a:pathLst>
              <a:path w="3514725" h="9525">
                <a:moveTo>
                  <a:pt x="3514725" y="0"/>
                </a:moveTo>
                <a:lnTo>
                  <a:pt x="0" y="0"/>
                </a:lnTo>
              </a:path>
            </a:pathLst>
          </a:custGeom>
          <a:noFill xmlns:a="http://schemas.openxmlformats.org/drawingml/2006/main"/>
          <a:ln xmlns:a="http://schemas.openxmlformats.org/drawingml/2006/main" w="25718">
            <a:solidFill>
              <a:srgbClr val="9FA9B9"/>
            </a:solidFill>
          </a:ln>
        </p:spPr>
      </p:sp>
      <p:sp>
        <p:nvSpPr>
          <p:cNvPr id="147" name="wire-738">
            <a:extLst xmlns:a="http://schemas.openxmlformats.org/drawingml/2006/main">
              <a:ext uri="{FF2B5EF4-FFF2-40B4-BE49-F238E27FC236}">
                <a16:creationId xmlns:a16="http://schemas.microsoft.com/office/drawing/2014/main" id="{BCED91B4-EE11-4A34-AE93-E85A8DCC75A2}"/>
              </a:ext>
            </a:extLst>
          </p:cNvPr>
          <p:cNvSpPr>
            <a:spLocks xmlns:a="http://schemas.openxmlformats.org/drawingml/2006/main" noGrp="1"/>
          </p:cNvSpPr>
          <p:nvPr/>
        </p:nvSpPr>
        <p:spPr>
          <a:xfrm xmlns:a="http://schemas.openxmlformats.org/drawingml/2006/main">
            <a:off x="3619500" y="5153025"/>
            <a:ext cx="9525" cy="657225"/>
          </a:xfrm>
          <a:custGeom xmlns:a="http://schemas.openxmlformats.org/drawingml/2006/main">
            <a:pathLst>
              <a:path w="9525" h="657225">
                <a:moveTo>
                  <a:pt x="0" y="657225"/>
                </a:moveTo>
                <a:lnTo>
                  <a:pt x="0" y="0"/>
                </a:lnTo>
              </a:path>
            </a:pathLst>
          </a:custGeom>
          <a:noFill xmlns:a="http://schemas.openxmlformats.org/drawingml/2006/main"/>
          <a:ln xmlns:a="http://schemas.openxmlformats.org/drawingml/2006/main" w="25718">
            <a:solidFill>
              <a:srgbClr val="9FA9B9"/>
            </a:solidFill>
          </a:ln>
        </p:spPr>
      </p:sp>
      <p:sp>
        <p:nvSpPr>
          <p:cNvPr id="148" name="wire-739">
            <a:extLst xmlns:a="http://schemas.openxmlformats.org/drawingml/2006/main">
              <a:ext uri="{FF2B5EF4-FFF2-40B4-BE49-F238E27FC236}">
                <a16:creationId xmlns:a16="http://schemas.microsoft.com/office/drawing/2014/main" id="{B1E7506A-E363-4808-AB15-23213BBB6879}"/>
              </a:ext>
            </a:extLst>
          </p:cNvPr>
          <p:cNvSpPr>
            <a:spLocks xmlns:a="http://schemas.openxmlformats.org/drawingml/2006/main" noGrp="1"/>
          </p:cNvSpPr>
          <p:nvPr/>
        </p:nvSpPr>
        <p:spPr>
          <a:xfrm xmlns:a="http://schemas.openxmlformats.org/drawingml/2006/main">
            <a:off x="3619500" y="5153025"/>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5718">
            <a:solidFill>
              <a:srgbClr val="9FA9B9"/>
            </a:solidFill>
          </a:ln>
        </p:spPr>
      </p:sp>
      <p:sp>
        <p:nvSpPr>
          <p:cNvPr id="149" name="circuit-740">
            <a:extLst xmlns:a="http://schemas.openxmlformats.org/drawingml/2006/main">
              <a:ext uri="{FF2B5EF4-FFF2-40B4-BE49-F238E27FC236}">
                <a16:creationId xmlns:a16="http://schemas.microsoft.com/office/drawing/2014/main" id="{AC21977A-71CC-408D-B179-F2B6643F763E}"/>
              </a:ext>
            </a:extLst>
          </p:cNvPr>
          <p:cNvSpPr>
            <a:spLocks xmlns:a="http://schemas.openxmlformats.org/drawingml/2006/main" noGrp="1"/>
          </p:cNvSpPr>
          <p:nvPr/>
        </p:nvSpPr>
        <p:spPr>
          <a:xfrm xmlns:a="http://schemas.openxmlformats.org/drawingml/2006/main">
            <a:off x="3714750" y="512159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50" name="wire-741">
            <a:extLst xmlns:a="http://schemas.openxmlformats.org/drawingml/2006/main">
              <a:ext uri="{FF2B5EF4-FFF2-40B4-BE49-F238E27FC236}">
                <a16:creationId xmlns:a16="http://schemas.microsoft.com/office/drawing/2014/main" id="{1EF168A4-1B6A-41F3-92E7-4F9BDBEAA1EA}"/>
              </a:ext>
            </a:extLst>
          </p:cNvPr>
          <p:cNvSpPr>
            <a:spLocks xmlns:a="http://schemas.openxmlformats.org/drawingml/2006/main" noGrp="1"/>
          </p:cNvSpPr>
          <p:nvPr/>
        </p:nvSpPr>
        <p:spPr>
          <a:xfrm xmlns:a="http://schemas.openxmlformats.org/drawingml/2006/main">
            <a:off x="2028825" y="5105400"/>
            <a:ext cx="9525" cy="419100"/>
          </a:xfrm>
          <a:custGeom xmlns:a="http://schemas.openxmlformats.org/drawingml/2006/main">
            <a:pathLst>
              <a:path w="9525" h="419100">
                <a:moveTo>
                  <a:pt x="0" y="0"/>
                </a:moveTo>
                <a:lnTo>
                  <a:pt x="0" y="419100"/>
                </a:lnTo>
              </a:path>
            </a:pathLst>
          </a:custGeom>
          <a:noFill xmlns:a="http://schemas.openxmlformats.org/drawingml/2006/main"/>
          <a:ln xmlns:a="http://schemas.openxmlformats.org/drawingml/2006/main" w="20003">
            <a:solidFill>
              <a:srgbClr val="9FA9B9"/>
            </a:solidFill>
          </a:ln>
        </p:spPr>
      </p:sp>
      <p:sp>
        <p:nvSpPr>
          <p:cNvPr id="151" name="wire-742">
            <a:extLst xmlns:a="http://schemas.openxmlformats.org/drawingml/2006/main">
              <a:ext uri="{FF2B5EF4-FFF2-40B4-BE49-F238E27FC236}">
                <a16:creationId xmlns:a16="http://schemas.microsoft.com/office/drawing/2014/main" id="{4DDD8157-C61B-48D8-9B3F-D14A79F4AE99}"/>
              </a:ext>
            </a:extLst>
          </p:cNvPr>
          <p:cNvSpPr>
            <a:spLocks xmlns:a="http://schemas.openxmlformats.org/drawingml/2006/main" noGrp="1"/>
          </p:cNvSpPr>
          <p:nvPr/>
        </p:nvSpPr>
        <p:spPr>
          <a:xfrm xmlns:a="http://schemas.openxmlformats.org/drawingml/2006/main">
            <a:off x="2028825" y="5524500"/>
            <a:ext cx="5133975" cy="9525"/>
          </a:xfrm>
          <a:custGeom xmlns:a="http://schemas.openxmlformats.org/drawingml/2006/main">
            <a:pathLst>
              <a:path w="5133975" h="9525">
                <a:moveTo>
                  <a:pt x="0" y="0"/>
                </a:moveTo>
                <a:lnTo>
                  <a:pt x="5133975" y="0"/>
                </a:lnTo>
              </a:path>
            </a:pathLst>
          </a:custGeom>
          <a:noFill xmlns:a="http://schemas.openxmlformats.org/drawingml/2006/main"/>
          <a:ln xmlns:a="http://schemas.openxmlformats.org/drawingml/2006/main" w="20003">
            <a:solidFill>
              <a:srgbClr val="9FA9B9"/>
            </a:solidFill>
          </a:ln>
        </p:spPr>
      </p:sp>
      <p:sp>
        <p:nvSpPr>
          <p:cNvPr id="152" name="wire-743">
            <a:extLst xmlns:a="http://schemas.openxmlformats.org/drawingml/2006/main">
              <a:ext uri="{FF2B5EF4-FFF2-40B4-BE49-F238E27FC236}">
                <a16:creationId xmlns:a16="http://schemas.microsoft.com/office/drawing/2014/main" id="{46CBFA5F-FC37-49C5-8791-D15D92DB8E26}"/>
              </a:ext>
            </a:extLst>
          </p:cNvPr>
          <p:cNvSpPr>
            <a:spLocks xmlns:a="http://schemas.openxmlformats.org/drawingml/2006/main" noGrp="1"/>
          </p:cNvSpPr>
          <p:nvPr/>
        </p:nvSpPr>
        <p:spPr>
          <a:xfrm xmlns:a="http://schemas.openxmlformats.org/drawingml/2006/main">
            <a:off x="7162800" y="3886200"/>
            <a:ext cx="9525" cy="1638300"/>
          </a:xfrm>
          <a:custGeom xmlns:a="http://schemas.openxmlformats.org/drawingml/2006/main">
            <a:pathLst>
              <a:path w="9525" h="1638300">
                <a:moveTo>
                  <a:pt x="0" y="1638300"/>
                </a:moveTo>
                <a:lnTo>
                  <a:pt x="0" y="0"/>
                </a:lnTo>
              </a:path>
            </a:pathLst>
          </a:custGeom>
          <a:noFill xmlns:a="http://schemas.openxmlformats.org/drawingml/2006/main"/>
          <a:ln xmlns:a="http://schemas.openxmlformats.org/drawingml/2006/main" w="20003">
            <a:solidFill>
              <a:srgbClr val="9FA9B9"/>
            </a:solidFill>
          </a:ln>
        </p:spPr>
      </p:sp>
      <p:sp>
        <p:nvSpPr>
          <p:cNvPr id="153" name="wire-744">
            <a:extLst xmlns:a="http://schemas.openxmlformats.org/drawingml/2006/main">
              <a:ext uri="{FF2B5EF4-FFF2-40B4-BE49-F238E27FC236}">
                <a16:creationId xmlns:a16="http://schemas.microsoft.com/office/drawing/2014/main" id="{495D1523-4D34-4089-A741-DF6F79563D4E}"/>
              </a:ext>
            </a:extLst>
          </p:cNvPr>
          <p:cNvSpPr>
            <a:spLocks xmlns:a="http://schemas.openxmlformats.org/drawingml/2006/main" noGrp="1"/>
          </p:cNvSpPr>
          <p:nvPr/>
        </p:nvSpPr>
        <p:spPr>
          <a:xfrm xmlns:a="http://schemas.openxmlformats.org/drawingml/2006/main">
            <a:off x="7162800" y="38862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003">
            <a:solidFill>
              <a:srgbClr val="9FA9B9"/>
            </a:solidFill>
          </a:ln>
        </p:spPr>
      </p:sp>
      <p:sp>
        <p:nvSpPr>
          <p:cNvPr id="154" name="circuit-745">
            <a:extLst xmlns:a="http://schemas.openxmlformats.org/drawingml/2006/main">
              <a:ext uri="{FF2B5EF4-FFF2-40B4-BE49-F238E27FC236}">
                <a16:creationId xmlns:a16="http://schemas.microsoft.com/office/drawing/2014/main" id="{F55590F0-8A9C-491D-972F-EC842398FD29}"/>
              </a:ext>
            </a:extLst>
          </p:cNvPr>
          <p:cNvSpPr>
            <a:spLocks xmlns:a="http://schemas.openxmlformats.org/drawingml/2006/main" noGrp="1"/>
          </p:cNvSpPr>
          <p:nvPr/>
        </p:nvSpPr>
        <p:spPr>
          <a:xfrm xmlns:a="http://schemas.openxmlformats.org/drawingml/2006/main">
            <a:off x="7162800" y="3854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55" name="wire-746">
            <a:extLst xmlns:a="http://schemas.openxmlformats.org/drawingml/2006/main">
              <a:ext uri="{FF2B5EF4-FFF2-40B4-BE49-F238E27FC236}">
                <a16:creationId xmlns:a16="http://schemas.microsoft.com/office/drawing/2014/main" id="{1A93109F-F4D8-455B-95C4-A5B45BF68829}"/>
              </a:ext>
            </a:extLst>
          </p:cNvPr>
          <p:cNvSpPr>
            <a:spLocks xmlns:a="http://schemas.openxmlformats.org/drawingml/2006/main" noGrp="1"/>
          </p:cNvSpPr>
          <p:nvPr/>
        </p:nvSpPr>
        <p:spPr>
          <a:xfrm xmlns:a="http://schemas.openxmlformats.org/drawingml/2006/main">
            <a:off x="7048500" y="4076700"/>
            <a:ext cx="190500" cy="9525"/>
          </a:xfrm>
          <a:custGeom xmlns:a="http://schemas.openxmlformats.org/drawingml/2006/main">
            <a:pathLst>
              <a:path w="190500" h="9525">
                <a:moveTo>
                  <a:pt x="190500" y="0"/>
                </a:moveTo>
                <a:lnTo>
                  <a:pt x="0" y="0"/>
                </a:lnTo>
              </a:path>
            </a:pathLst>
          </a:custGeom>
          <a:noFill xmlns:a="http://schemas.openxmlformats.org/drawingml/2006/main"/>
          <a:ln xmlns:a="http://schemas.openxmlformats.org/drawingml/2006/main" w="20003">
            <a:solidFill>
              <a:srgbClr val="9FA9B9"/>
            </a:solidFill>
          </a:ln>
        </p:spPr>
      </p:sp>
      <p:sp>
        <p:nvSpPr>
          <p:cNvPr id="156" name="wire-747">
            <a:extLst xmlns:a="http://schemas.openxmlformats.org/drawingml/2006/main">
              <a:ext uri="{FF2B5EF4-FFF2-40B4-BE49-F238E27FC236}">
                <a16:creationId xmlns:a16="http://schemas.microsoft.com/office/drawing/2014/main" id="{D8AAB9AD-509C-4879-996E-75E06C133E6D}"/>
              </a:ext>
            </a:extLst>
          </p:cNvPr>
          <p:cNvSpPr>
            <a:spLocks xmlns:a="http://schemas.openxmlformats.org/drawingml/2006/main" noGrp="1"/>
          </p:cNvSpPr>
          <p:nvPr/>
        </p:nvSpPr>
        <p:spPr>
          <a:xfrm xmlns:a="http://schemas.openxmlformats.org/drawingml/2006/main">
            <a:off x="7048500" y="4076700"/>
            <a:ext cx="9525" cy="1581150"/>
          </a:xfrm>
          <a:custGeom xmlns:a="http://schemas.openxmlformats.org/drawingml/2006/main">
            <a:pathLst>
              <a:path w="9525" h="1581150">
                <a:moveTo>
                  <a:pt x="0" y="0"/>
                </a:moveTo>
                <a:lnTo>
                  <a:pt x="0" y="1581150"/>
                </a:lnTo>
              </a:path>
            </a:pathLst>
          </a:custGeom>
          <a:noFill xmlns:a="http://schemas.openxmlformats.org/drawingml/2006/main"/>
          <a:ln xmlns:a="http://schemas.openxmlformats.org/drawingml/2006/main" w="20003">
            <a:solidFill>
              <a:srgbClr val="9FA9B9"/>
            </a:solidFill>
          </a:ln>
        </p:spPr>
      </p:sp>
      <p:sp>
        <p:nvSpPr>
          <p:cNvPr id="157" name="wire-748">
            <a:extLst xmlns:a="http://schemas.openxmlformats.org/drawingml/2006/main">
              <a:ext uri="{FF2B5EF4-FFF2-40B4-BE49-F238E27FC236}">
                <a16:creationId xmlns:a16="http://schemas.microsoft.com/office/drawing/2014/main" id="{DF2CBFEB-53C4-436F-A041-EC39F7140FB7}"/>
              </a:ext>
            </a:extLst>
          </p:cNvPr>
          <p:cNvSpPr>
            <a:spLocks xmlns:a="http://schemas.openxmlformats.org/drawingml/2006/main" noGrp="1"/>
          </p:cNvSpPr>
          <p:nvPr/>
        </p:nvSpPr>
        <p:spPr>
          <a:xfrm xmlns:a="http://schemas.openxmlformats.org/drawingml/2006/main">
            <a:off x="2857500" y="5657850"/>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20003">
            <a:solidFill>
              <a:srgbClr val="9FA9B9"/>
            </a:solidFill>
          </a:ln>
        </p:spPr>
      </p:sp>
      <p:sp>
        <p:nvSpPr>
          <p:cNvPr id="158" name="wire-749">
            <a:extLst xmlns:a="http://schemas.openxmlformats.org/drawingml/2006/main">
              <a:ext uri="{FF2B5EF4-FFF2-40B4-BE49-F238E27FC236}">
                <a16:creationId xmlns:a16="http://schemas.microsoft.com/office/drawing/2014/main" id="{6290720B-0B70-498D-A183-498AC17582C3}"/>
              </a:ext>
            </a:extLst>
          </p:cNvPr>
          <p:cNvSpPr>
            <a:spLocks xmlns:a="http://schemas.openxmlformats.org/drawingml/2006/main" noGrp="1"/>
          </p:cNvSpPr>
          <p:nvPr/>
        </p:nvSpPr>
        <p:spPr>
          <a:xfrm xmlns:a="http://schemas.openxmlformats.org/drawingml/2006/main">
            <a:off x="2857500" y="5105400"/>
            <a:ext cx="9525" cy="552450"/>
          </a:xfrm>
          <a:custGeom xmlns:a="http://schemas.openxmlformats.org/drawingml/2006/main">
            <a:pathLst>
              <a:path w="9525" h="552450">
                <a:moveTo>
                  <a:pt x="0" y="552450"/>
                </a:moveTo>
                <a:lnTo>
                  <a:pt x="0" y="0"/>
                </a:lnTo>
              </a:path>
            </a:pathLst>
          </a:custGeom>
          <a:noFill xmlns:a="http://schemas.openxmlformats.org/drawingml/2006/main"/>
          <a:ln xmlns:a="http://schemas.openxmlformats.org/drawingml/2006/main" w="20003">
            <a:solidFill>
              <a:srgbClr val="9FA9B9"/>
            </a:solidFill>
          </a:ln>
        </p:spPr>
      </p:sp>
      <p:sp>
        <p:nvSpPr>
          <p:cNvPr id="159" name="circuit-750">
            <a:extLst xmlns:a="http://schemas.openxmlformats.org/drawingml/2006/main">
              <a:ext uri="{FF2B5EF4-FFF2-40B4-BE49-F238E27FC236}">
                <a16:creationId xmlns:a16="http://schemas.microsoft.com/office/drawing/2014/main" id="{84DEDCB6-E548-4EB1-8C21-BEBE6D42A926}"/>
              </a:ext>
            </a:extLst>
          </p:cNvPr>
          <p:cNvSpPr>
            <a:spLocks xmlns:a="http://schemas.openxmlformats.org/drawingml/2006/main" noGrp="1"/>
          </p:cNvSpPr>
          <p:nvPr/>
        </p:nvSpPr>
        <p:spPr>
          <a:xfrm xmlns:a="http://schemas.openxmlformats.org/drawingml/2006/main">
            <a:off x="2826068" y="5105400"/>
            <a:ext cx="62865" cy="76200"/>
          </a:xfrm>
          <a:custGeom xmlns:a="http://schemas.openxmlformats.org/drawingml/2006/main">
            <a:pathLst>
              <a:path w="62865" h="76200">
                <a:moveTo>
                  <a:pt x="31433" y="0"/>
                </a:moveTo>
                <a:lnTo>
                  <a:pt x="0" y="76200"/>
                </a:lnTo>
                <a:lnTo>
                  <a:pt x="62865" y="76200"/>
                </a:lnTo>
                <a:close/>
              </a:path>
            </a:pathLst>
          </a:custGeom>
          <a:solidFill xmlns:a="http://schemas.openxmlformats.org/drawingml/2006/main">
            <a:srgbClr val="9FA9B9"/>
          </a:solidFill>
          <a:ln xmlns:a="http://schemas.openxmlformats.org/drawingml/2006/main" w="9525">
            <a:solidFill>
              <a:srgbClr val="9FA9B9"/>
            </a:solidFill>
          </a:ln>
        </p:spPr>
      </p:sp>
      <p:sp>
        <p:nvSpPr>
          <p:cNvPr id="160" name="text-751">
            <a:extLst xmlns:a="http://schemas.openxmlformats.org/drawingml/2006/main">
              <a:ext uri="{FF2B5EF4-FFF2-40B4-BE49-F238E27FC236}">
                <a16:creationId xmlns:a16="http://schemas.microsoft.com/office/drawing/2014/main" id="{BCE4D3B8-7DBD-4EA1-B082-942C656EDFE3}"/>
              </a:ext>
            </a:extLst>
          </p:cNvPr>
          <p:cNvSpPr>
            <a:spLocks xmlns:a="http://schemas.openxmlformats.org/drawingml/2006/main" noGrp="1"/>
          </p:cNvSpPr>
          <p:nvPr/>
        </p:nvSpPr>
        <p:spPr>
          <a:xfrm xmlns:a="http://schemas.openxmlformats.org/drawingml/2006/main">
            <a:off x="609600" y="61436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x2のB ＋ 即値0 ＝ 番地B　／　x1から送る値はD</a:t>
            </a:r>
          </a:p>
        </p:txBody>
      </p:sp>
      <p:sp>
        <p:nvSpPr>
          <p:cNvPr id="161" name="text-752">
            <a:extLst xmlns:a="http://schemas.openxmlformats.org/drawingml/2006/main">
              <a:ext uri="{FF2B5EF4-FFF2-40B4-BE49-F238E27FC236}">
                <a16:creationId xmlns:a16="http://schemas.microsoft.com/office/drawing/2014/main" id="{A827C508-EF5D-4EDC-83FC-6CC544B3C32B}"/>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8</a:t>
            </a:r>
          </a:p>
        </p:txBody>
      </p:sp>
      <p:sp>
        <p:nvSpPr>
          <p:cNvPr id="162" name="text-753">
            <a:extLst xmlns:a="http://schemas.openxmlformats.org/drawingml/2006/main">
              <a:ext uri="{FF2B5EF4-FFF2-40B4-BE49-F238E27FC236}">
                <a16:creationId xmlns:a16="http://schemas.microsoft.com/office/drawing/2014/main" id="{C0DC02AC-C8F7-4ACE-B942-7BF9F54C9A41}"/>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CPUのsw命令と送る描画データDは別のもの。送信用の接続回路は描画回路の箱に含む</a:t>
            </a:r>
          </a:p>
        </p:txBody>
      </p:sp>
    </p:spTree>
    <p:extLst>
      <p:ext uri="{BB962C8B-B14F-4D97-AF65-F5344CB8AC3E}">
        <p14:creationId xmlns:p14="http://schemas.microsoft.com/office/powerpoint/2010/main" val="18180222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3" name="text-754">
            <a:extLst xmlns:a="http://schemas.openxmlformats.org/drawingml/2006/main">
              <a:ext uri="{FF2B5EF4-FFF2-40B4-BE49-F238E27FC236}">
                <a16:creationId xmlns:a16="http://schemas.microsoft.com/office/drawing/2014/main" id="{3EC5A3E2-C7AC-4B73-B4F3-9E76CE08558C}"/>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9</a:t>
            </a:r>
          </a:p>
        </p:txBody>
      </p:sp>
      <p:sp>
        <p:nvSpPr>
          <p:cNvPr id="2" name="text-755">
            <a:extLst xmlns:a="http://schemas.openxmlformats.org/drawingml/2006/main">
              <a:ext uri="{FF2B5EF4-FFF2-40B4-BE49-F238E27FC236}">
                <a16:creationId xmlns:a16="http://schemas.microsoft.com/office/drawing/2014/main" id="{F5847CDC-FAAA-4CEB-A0E1-22BA468B31C5}"/>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画像をDDR3へ保存し、HDMI端子へ出力する</a:t>
            </a:r>
          </a:p>
        </p:txBody>
      </p:sp>
      <p:sp>
        <p:nvSpPr>
          <p:cNvPr id="3" name="text-756">
            <a:extLst xmlns:a="http://schemas.openxmlformats.org/drawingml/2006/main">
              <a:ext uri="{FF2B5EF4-FFF2-40B4-BE49-F238E27FC236}">
                <a16:creationId xmlns:a16="http://schemas.microsoft.com/office/drawing/2014/main" id="{364A35CE-CDDE-41C8-A729-34281B451C97}"/>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9</a:t>
            </a:r>
          </a:p>
        </p:txBody>
      </p:sp>
      <p:sp>
        <p:nvSpPr>
          <p:cNvPr id="4" name="text-757">
            <a:extLst xmlns:a="http://schemas.openxmlformats.org/drawingml/2006/main">
              <a:ext uri="{FF2B5EF4-FFF2-40B4-BE49-F238E27FC236}">
                <a16:creationId xmlns:a16="http://schemas.microsoft.com/office/drawing/2014/main" id="{9A209647-A8E0-4246-BF64-5150025DD3C4}"/>
              </a:ext>
            </a:extLst>
          </p:cNvPr>
          <p:cNvSpPr>
            <a:spLocks xmlns:a="http://schemas.openxmlformats.org/drawingml/2006/main" noGrp="1"/>
          </p:cNvSpPr>
          <p:nvPr/>
        </p:nvSpPr>
        <p:spPr>
          <a:xfrm xmlns:a="http://schemas.openxmlformats.org/drawingml/2006/main">
            <a:off x="609600" y="1228725"/>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描画回路が画像を作り、表示回路がその画像を出す</a:t>
            </a:r>
          </a:p>
        </p:txBody>
      </p:sp>
      <p:sp>
        <p:nvSpPr>
          <p:cNvPr id="5" name="board-stable-board">
            <a:extLst xmlns:a="http://schemas.openxmlformats.org/drawingml/2006/main">
              <a:ext uri="{FF2B5EF4-FFF2-40B4-BE49-F238E27FC236}">
                <a16:creationId xmlns:a16="http://schemas.microsoft.com/office/drawing/2014/main" id="{2FF6974B-8C4A-4BBB-B0DB-AFDD09D15C66}"/>
              </a:ext>
            </a:extLst>
          </p:cNvPr>
          <p:cNvSpPr>
            <a:spLocks xmlns:a="http://schemas.openxmlformats.org/drawingml/2006/main" noGrp="1"/>
          </p:cNvSpPr>
          <p:nvPr/>
        </p:nvSpPr>
        <p:spPr>
          <a:xfrm xmlns:a="http://schemas.openxmlformats.org/drawingml/2006/main">
            <a:off x="457200" y="2076450"/>
            <a:ext cx="11277600" cy="39814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759">
            <a:extLst xmlns:a="http://schemas.openxmlformats.org/drawingml/2006/main">
              <a:ext uri="{FF2B5EF4-FFF2-40B4-BE49-F238E27FC236}">
                <a16:creationId xmlns:a16="http://schemas.microsoft.com/office/drawing/2014/main" id="{DCFFB9A7-17C4-4154-A686-BEB38BFD40C5}"/>
              </a:ext>
            </a:extLst>
          </p:cNvPr>
          <p:cNvSpPr>
            <a:spLocks xmlns:a="http://schemas.openxmlformats.org/drawingml/2006/main" noGrp="1"/>
          </p:cNvSpPr>
          <p:nvPr/>
        </p:nvSpPr>
        <p:spPr>
          <a:xfrm xmlns:a="http://schemas.openxmlformats.org/drawingml/2006/main">
            <a:off x="590550" y="2133600"/>
            <a:ext cx="647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FPGAボード / Nexys Video</a:t>
            </a:r>
          </a:p>
        </p:txBody>
      </p:sp>
      <p:sp>
        <p:nvSpPr>
          <p:cNvPr id="7" name="text-760">
            <a:extLst xmlns:a="http://schemas.openxmlformats.org/drawingml/2006/main">
              <a:ext uri="{FF2B5EF4-FFF2-40B4-BE49-F238E27FC236}">
                <a16:creationId xmlns:a16="http://schemas.microsoft.com/office/drawing/2014/main" id="{793E93FA-A43C-4FF1-BFE1-2D920B88D671}"/>
              </a:ext>
            </a:extLst>
          </p:cNvPr>
          <p:cNvSpPr>
            <a:spLocks xmlns:a="http://schemas.openxmlformats.org/drawingml/2006/main" noGrp="1"/>
          </p:cNvSpPr>
          <p:nvPr/>
        </p:nvSpPr>
        <p:spPr>
          <a:xfrm xmlns:a="http://schemas.openxmlformats.org/drawingml/2006/main">
            <a:off x="9953625" y="2466975"/>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Yu Gothic"/>
                <a:ea typeface="Yu Gothic"/>
                <a:cs typeface="Yu Gothic"/>
              </a:defRPr>
            </a:defPPr>
            <a:lvl1pPr algn="ctr">
              <a:defRPr sz="1500" b="1">
                <a:solidFill>
                  <a:srgbClr val="231F20"/>
                </a:solidFill>
                <a:latin typeface="Yu Gothic"/>
                <a:ea typeface="Yu Gothic"/>
                <a:cs typeface="Yu Gothic"/>
              </a:defRPr>
            </a:lvl1pPr>
            <a:lvl2pPr algn="ctr">
              <a:defRPr sz="1500" b="1">
                <a:solidFill>
                  <a:srgbClr val="231F20"/>
                </a:solidFill>
                <a:latin typeface="Yu Gothic"/>
                <a:ea typeface="Yu Gothic"/>
                <a:cs typeface="Yu Gothic"/>
              </a:defRPr>
            </a:lvl2pPr>
            <a:lvl3pPr algn="ctr">
              <a:defRPr sz="1500" b="1">
                <a:solidFill>
                  <a:srgbClr val="231F20"/>
                </a:solidFill>
                <a:latin typeface="Yu Gothic"/>
                <a:ea typeface="Yu Gothic"/>
                <a:cs typeface="Yu Gothic"/>
              </a:defRPr>
            </a:lvl3pPr>
            <a:lvl4pPr algn="ctr">
              <a:defRPr sz="1500" b="1">
                <a:solidFill>
                  <a:srgbClr val="231F20"/>
                </a:solidFill>
                <a:latin typeface="Yu Gothic"/>
                <a:ea typeface="Yu Gothic"/>
                <a:cs typeface="Yu Gothic"/>
              </a:defRPr>
            </a:lvl4pPr>
            <a:lvl5pPr algn="ctr">
              <a:defRPr sz="1500" b="1">
                <a:solidFill>
                  <a:srgbClr val="231F20"/>
                </a:solidFill>
                <a:latin typeface="Yu Gothic"/>
                <a:ea typeface="Yu Gothic"/>
                <a:cs typeface="Yu Gothic"/>
              </a:defRPr>
            </a:lvl5pPr>
            <a:lvl6pPr algn="ctr">
              <a:defRPr sz="1500" b="1">
                <a:solidFill>
                  <a:srgbClr val="231F20"/>
                </a:solidFill>
                <a:latin typeface="Yu Gothic"/>
                <a:ea typeface="Yu Gothic"/>
                <a:cs typeface="Yu Gothic"/>
              </a:defRPr>
            </a:lvl6pPr>
            <a:lvl7pPr algn="ctr">
              <a:defRPr sz="1500" b="1">
                <a:solidFill>
                  <a:srgbClr val="231F20"/>
                </a:solidFill>
                <a:latin typeface="Yu Gothic"/>
                <a:ea typeface="Yu Gothic"/>
                <a:cs typeface="Yu Gothic"/>
              </a:defRPr>
            </a:lvl7pPr>
            <a:lvl8pPr algn="ctr">
              <a:defRPr sz="1500" b="1">
                <a:solidFill>
                  <a:srgbClr val="231F20"/>
                </a:solidFill>
                <a:latin typeface="Yu Gothic"/>
                <a:ea typeface="Yu Gothic"/>
                <a:cs typeface="Yu Gothic"/>
              </a:defRPr>
            </a:lvl8pPr>
            <a:lvl9pPr algn="ctr">
              <a:defRPr sz="1500" b="1">
                <a:solidFill>
                  <a:srgbClr val="231F20"/>
                </a:solidFill>
                <a:latin typeface="Yu Gothic"/>
                <a:ea typeface="Yu Gothic"/>
                <a:cs typeface="Yu Gothic"/>
              </a:defRPr>
            </a:lvl9pPr>
          </a:lstStyle>
          <a:p xmlns:a="http://schemas.openxmlformats.org/drawingml/2006/main">
            <a:pPr algn="ctr">
              <a:defRPr sz="1500" b="1">
                <a:solidFill>
                  <a:srgbClr val="231F20"/>
                </a:solidFill>
                <a:latin typeface="Yu Gothic"/>
                <a:ea typeface="Yu Gothic"/>
                <a:cs typeface="Yu Gothic"/>
              </a:defRPr>
            </a:pPr>
            <a:r>
              <a:rPr sz="1500" b="1">
                <a:solidFill>
                  <a:srgbClr val="231F20"/>
                </a:solidFill>
                <a:latin typeface="Yu Gothic"/>
                <a:ea typeface="Yu Gothic"/>
                <a:cs typeface="Yu Gothic"/>
              </a:rPr>
              <a:t>チップ外の部品</a:t>
            </a:r>
          </a:p>
        </p:txBody>
      </p:sp>
      <p:sp>
        <p:nvSpPr>
          <p:cNvPr id="8" name="board-stable-chip">
            <a:extLst xmlns:a="http://schemas.openxmlformats.org/drawingml/2006/main">
              <a:ext uri="{FF2B5EF4-FFF2-40B4-BE49-F238E27FC236}">
                <a16:creationId xmlns:a16="http://schemas.microsoft.com/office/drawing/2014/main" id="{63DC31B3-4402-4DF1-858E-CDCDAF27193C}"/>
              </a:ext>
            </a:extLst>
          </p:cNvPr>
          <p:cNvSpPr>
            <a:spLocks xmlns:a="http://schemas.openxmlformats.org/drawingml/2006/main" noGrp="1"/>
          </p:cNvSpPr>
          <p:nvPr/>
        </p:nvSpPr>
        <p:spPr>
          <a:xfrm xmlns:a="http://schemas.openxmlformats.org/drawingml/2006/main">
            <a:off x="638175" y="2514600"/>
            <a:ext cx="9144000" cy="340042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9" name="text-762">
            <a:extLst xmlns:a="http://schemas.openxmlformats.org/drawingml/2006/main">
              <a:ext uri="{FF2B5EF4-FFF2-40B4-BE49-F238E27FC236}">
                <a16:creationId xmlns:a16="http://schemas.microsoft.com/office/drawing/2014/main" id="{FF03E201-15B7-4B41-B2B0-0B05602E2AD1}"/>
              </a:ext>
            </a:extLst>
          </p:cNvPr>
          <p:cNvSpPr>
            <a:spLocks xmlns:a="http://schemas.openxmlformats.org/drawingml/2006/main" noGrp="1"/>
          </p:cNvSpPr>
          <p:nvPr/>
        </p:nvSpPr>
        <p:spPr>
          <a:xfrm xmlns:a="http://schemas.openxmlformats.org/drawingml/2006/main">
            <a:off x="762000" y="2533650"/>
            <a:ext cx="238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Yu Gothic"/>
                <a:ea typeface="Yu Gothic"/>
                <a:cs typeface="Yu Gothic"/>
              </a:defRPr>
            </a:defPPr>
            <a:lvl1pPr algn="l">
              <a:defRPr sz="1725" b="1">
                <a:solidFill>
                  <a:srgbClr val="1572C3"/>
                </a:solidFill>
                <a:latin typeface="Yu Gothic"/>
                <a:ea typeface="Yu Gothic"/>
                <a:cs typeface="Yu Gothic"/>
              </a:defRPr>
            </a:lvl1pPr>
            <a:lvl2pPr algn="l">
              <a:defRPr sz="1725" b="1">
                <a:solidFill>
                  <a:srgbClr val="1572C3"/>
                </a:solidFill>
                <a:latin typeface="Yu Gothic"/>
                <a:ea typeface="Yu Gothic"/>
                <a:cs typeface="Yu Gothic"/>
              </a:defRPr>
            </a:lvl2pPr>
            <a:lvl3pPr algn="l">
              <a:defRPr sz="1725" b="1">
                <a:solidFill>
                  <a:srgbClr val="1572C3"/>
                </a:solidFill>
                <a:latin typeface="Yu Gothic"/>
                <a:ea typeface="Yu Gothic"/>
                <a:cs typeface="Yu Gothic"/>
              </a:defRPr>
            </a:lvl3pPr>
            <a:lvl4pPr algn="l">
              <a:defRPr sz="1725" b="1">
                <a:solidFill>
                  <a:srgbClr val="1572C3"/>
                </a:solidFill>
                <a:latin typeface="Yu Gothic"/>
                <a:ea typeface="Yu Gothic"/>
                <a:cs typeface="Yu Gothic"/>
              </a:defRPr>
            </a:lvl4pPr>
            <a:lvl5pPr algn="l">
              <a:defRPr sz="1725" b="1">
                <a:solidFill>
                  <a:srgbClr val="1572C3"/>
                </a:solidFill>
                <a:latin typeface="Yu Gothic"/>
                <a:ea typeface="Yu Gothic"/>
                <a:cs typeface="Yu Gothic"/>
              </a:defRPr>
            </a:lvl5pPr>
            <a:lvl6pPr algn="l">
              <a:defRPr sz="1725" b="1">
                <a:solidFill>
                  <a:srgbClr val="1572C3"/>
                </a:solidFill>
                <a:latin typeface="Yu Gothic"/>
                <a:ea typeface="Yu Gothic"/>
                <a:cs typeface="Yu Gothic"/>
              </a:defRPr>
            </a:lvl6pPr>
            <a:lvl7pPr algn="l">
              <a:defRPr sz="1725" b="1">
                <a:solidFill>
                  <a:srgbClr val="1572C3"/>
                </a:solidFill>
                <a:latin typeface="Yu Gothic"/>
                <a:ea typeface="Yu Gothic"/>
                <a:cs typeface="Yu Gothic"/>
              </a:defRPr>
            </a:lvl7pPr>
            <a:lvl8pPr algn="l">
              <a:defRPr sz="1725" b="1">
                <a:solidFill>
                  <a:srgbClr val="1572C3"/>
                </a:solidFill>
                <a:latin typeface="Yu Gothic"/>
                <a:ea typeface="Yu Gothic"/>
                <a:cs typeface="Yu Gothic"/>
              </a:defRPr>
            </a:lvl8pPr>
            <a:lvl9pPr algn="l">
              <a:defRPr sz="1725" b="1">
                <a:solidFill>
                  <a:srgbClr val="1572C3"/>
                </a:solidFill>
                <a:latin typeface="Yu Gothic"/>
                <a:ea typeface="Yu Gothic"/>
                <a:cs typeface="Yu Gothic"/>
              </a:defRPr>
            </a:lvl9pPr>
          </a:lstStyle>
          <a:p xmlns:a="http://schemas.openxmlformats.org/drawingml/2006/main">
            <a:pPr algn="l">
              <a:defRPr sz="1725" b="1">
                <a:solidFill>
                  <a:srgbClr val="1572C3"/>
                </a:solidFill>
                <a:latin typeface="Yu Gothic"/>
                <a:ea typeface="Yu Gothic"/>
                <a:cs typeface="Yu Gothic"/>
              </a:defRPr>
            </a:pPr>
            <a:r>
              <a:rPr sz="1725" b="1">
                <a:solidFill>
                  <a:srgbClr val="1572C3"/>
                </a:solidFill>
                <a:latin typeface="Yu Gothic"/>
                <a:ea typeface="Yu Gothic"/>
                <a:cs typeface="Yu Gothic"/>
              </a:rPr>
              <a:t>FPGAチップ</a:t>
            </a:r>
          </a:p>
        </p:txBody>
      </p:sp>
      <p:sp>
        <p:nvSpPr>
          <p:cNvPr id="10" name="board-stable-card">
            <a:extLst xmlns:a="http://schemas.openxmlformats.org/drawingml/2006/main">
              <a:ext uri="{FF2B5EF4-FFF2-40B4-BE49-F238E27FC236}">
                <a16:creationId xmlns:a16="http://schemas.microsoft.com/office/drawing/2014/main" id="{3CFFA6AE-DED3-4EAD-BC63-10CC40F85519}"/>
              </a:ext>
            </a:extLst>
          </p:cNvPr>
          <p:cNvSpPr>
            <a:spLocks xmlns:a="http://schemas.openxmlformats.org/drawingml/2006/main" noGrp="1"/>
          </p:cNvSpPr>
          <p:nvPr/>
        </p:nvSpPr>
        <p:spPr>
          <a:xfrm xmlns:a="http://schemas.openxmlformats.org/drawingml/2006/main">
            <a:off x="10010775" y="2857500"/>
            <a:ext cx="1543050" cy="6858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1" name="text-764">
            <a:extLst xmlns:a="http://schemas.openxmlformats.org/drawingml/2006/main">
              <a:ext uri="{FF2B5EF4-FFF2-40B4-BE49-F238E27FC236}">
                <a16:creationId xmlns:a16="http://schemas.microsoft.com/office/drawing/2014/main" id="{35132124-F5AF-413A-A768-CDC7CD3E16F4}"/>
              </a:ext>
            </a:extLst>
          </p:cNvPr>
          <p:cNvSpPr>
            <a:spLocks xmlns:a="http://schemas.openxmlformats.org/drawingml/2006/main" noGrp="1"/>
          </p:cNvSpPr>
          <p:nvPr/>
        </p:nvSpPr>
        <p:spPr>
          <a:xfrm xmlns:a="http://schemas.openxmlformats.org/drawingml/2006/main">
            <a:off x="10086975" y="2914650"/>
            <a:ext cx="13906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9FA9B9"/>
                </a:solidFill>
                <a:latin typeface="Yu Gothic"/>
                <a:ea typeface="Yu Gothic"/>
                <a:cs typeface="Yu Gothic"/>
              </a:defRPr>
            </a:defPPr>
            <a:lvl1pPr algn="ctr">
              <a:defRPr sz="1650" b="1">
                <a:solidFill>
                  <a:srgbClr val="9FA9B9"/>
                </a:solidFill>
                <a:latin typeface="Yu Gothic"/>
                <a:ea typeface="Yu Gothic"/>
                <a:cs typeface="Yu Gothic"/>
              </a:defRPr>
            </a:lvl1pPr>
            <a:lvl2pPr algn="ctr">
              <a:defRPr sz="1650" b="1">
                <a:solidFill>
                  <a:srgbClr val="9FA9B9"/>
                </a:solidFill>
                <a:latin typeface="Yu Gothic"/>
                <a:ea typeface="Yu Gothic"/>
                <a:cs typeface="Yu Gothic"/>
              </a:defRPr>
            </a:lvl2pPr>
            <a:lvl3pPr algn="ctr">
              <a:defRPr sz="1650" b="1">
                <a:solidFill>
                  <a:srgbClr val="9FA9B9"/>
                </a:solidFill>
                <a:latin typeface="Yu Gothic"/>
                <a:ea typeface="Yu Gothic"/>
                <a:cs typeface="Yu Gothic"/>
              </a:defRPr>
            </a:lvl3pPr>
            <a:lvl4pPr algn="ctr">
              <a:defRPr sz="1650" b="1">
                <a:solidFill>
                  <a:srgbClr val="9FA9B9"/>
                </a:solidFill>
                <a:latin typeface="Yu Gothic"/>
                <a:ea typeface="Yu Gothic"/>
                <a:cs typeface="Yu Gothic"/>
              </a:defRPr>
            </a:lvl4pPr>
            <a:lvl5pPr algn="ctr">
              <a:defRPr sz="1650" b="1">
                <a:solidFill>
                  <a:srgbClr val="9FA9B9"/>
                </a:solidFill>
                <a:latin typeface="Yu Gothic"/>
                <a:ea typeface="Yu Gothic"/>
                <a:cs typeface="Yu Gothic"/>
              </a:defRPr>
            </a:lvl5pPr>
            <a:lvl6pPr algn="ctr">
              <a:defRPr sz="1650" b="1">
                <a:solidFill>
                  <a:srgbClr val="9FA9B9"/>
                </a:solidFill>
                <a:latin typeface="Yu Gothic"/>
                <a:ea typeface="Yu Gothic"/>
                <a:cs typeface="Yu Gothic"/>
              </a:defRPr>
            </a:lvl6pPr>
            <a:lvl7pPr algn="ctr">
              <a:defRPr sz="1650" b="1">
                <a:solidFill>
                  <a:srgbClr val="9FA9B9"/>
                </a:solidFill>
                <a:latin typeface="Yu Gothic"/>
                <a:ea typeface="Yu Gothic"/>
                <a:cs typeface="Yu Gothic"/>
              </a:defRPr>
            </a:lvl7pPr>
            <a:lvl8pPr algn="ctr">
              <a:defRPr sz="1650" b="1">
                <a:solidFill>
                  <a:srgbClr val="9FA9B9"/>
                </a:solidFill>
                <a:latin typeface="Yu Gothic"/>
                <a:ea typeface="Yu Gothic"/>
                <a:cs typeface="Yu Gothic"/>
              </a:defRPr>
            </a:lvl8pPr>
            <a:lvl9pPr algn="ctr">
              <a:defRPr sz="1650" b="1">
                <a:solidFill>
                  <a:srgbClr val="9FA9B9"/>
                </a:solidFill>
                <a:latin typeface="Yu Gothic"/>
                <a:ea typeface="Yu Gothic"/>
                <a:cs typeface="Yu Gothic"/>
              </a:defRPr>
            </a:lvl9pPr>
          </a:lstStyle>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SDカード</a:t>
            </a:r>
          </a:p>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スロット</a:t>
            </a:r>
          </a:p>
        </p:txBody>
      </p:sp>
      <p:sp>
        <p:nvSpPr>
          <p:cNvPr id="12" name="board-stable-memory">
            <a:extLst xmlns:a="http://schemas.openxmlformats.org/drawingml/2006/main">
              <a:ext uri="{FF2B5EF4-FFF2-40B4-BE49-F238E27FC236}">
                <a16:creationId xmlns:a16="http://schemas.microsoft.com/office/drawing/2014/main" id="{A1F4C04E-A0D4-4198-B7D8-BB4D310ABAE6}"/>
              </a:ext>
            </a:extLst>
          </p:cNvPr>
          <p:cNvSpPr>
            <a:spLocks xmlns:a="http://schemas.openxmlformats.org/drawingml/2006/main" noGrp="1"/>
          </p:cNvSpPr>
          <p:nvPr/>
        </p:nvSpPr>
        <p:spPr>
          <a:xfrm xmlns:a="http://schemas.openxmlformats.org/drawingml/2006/main">
            <a:off x="10010775" y="3876675"/>
            <a:ext cx="1543050" cy="8667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3" name="text-766">
            <a:extLst xmlns:a="http://schemas.openxmlformats.org/drawingml/2006/main">
              <a:ext uri="{FF2B5EF4-FFF2-40B4-BE49-F238E27FC236}">
                <a16:creationId xmlns:a16="http://schemas.microsoft.com/office/drawing/2014/main" id="{FC69EA2E-A119-4CCA-8A9A-7BFFFC0F5602}"/>
              </a:ext>
            </a:extLst>
          </p:cNvPr>
          <p:cNvSpPr>
            <a:spLocks xmlns:a="http://schemas.openxmlformats.org/drawingml/2006/main" noGrp="1"/>
          </p:cNvSpPr>
          <p:nvPr/>
        </p:nvSpPr>
        <p:spPr>
          <a:xfrm xmlns:a="http://schemas.openxmlformats.org/drawingml/2006/main">
            <a:off x="10096500" y="3924300"/>
            <a:ext cx="137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Arial"/>
                <a:ea typeface="Arial"/>
                <a:cs typeface="Arial"/>
              </a:defRPr>
            </a:defPPr>
            <a:lvl1pPr algn="ctr">
              <a:defRPr sz="1875" b="1">
                <a:solidFill>
                  <a:srgbClr val="1572C3"/>
                </a:solidFill>
                <a:latin typeface="Arial"/>
                <a:ea typeface="Arial"/>
                <a:cs typeface="Arial"/>
              </a:defRPr>
            </a:lvl1pPr>
            <a:lvl2pPr algn="ctr">
              <a:defRPr sz="1875" b="1">
                <a:solidFill>
                  <a:srgbClr val="1572C3"/>
                </a:solidFill>
                <a:latin typeface="Arial"/>
                <a:ea typeface="Arial"/>
                <a:cs typeface="Arial"/>
              </a:defRPr>
            </a:lvl2pPr>
            <a:lvl3pPr algn="ctr">
              <a:defRPr sz="1875" b="1">
                <a:solidFill>
                  <a:srgbClr val="1572C3"/>
                </a:solidFill>
                <a:latin typeface="Arial"/>
                <a:ea typeface="Arial"/>
                <a:cs typeface="Arial"/>
              </a:defRPr>
            </a:lvl3pPr>
            <a:lvl4pPr algn="ctr">
              <a:defRPr sz="1875" b="1">
                <a:solidFill>
                  <a:srgbClr val="1572C3"/>
                </a:solidFill>
                <a:latin typeface="Arial"/>
                <a:ea typeface="Arial"/>
                <a:cs typeface="Arial"/>
              </a:defRPr>
            </a:lvl4pPr>
            <a:lvl5pPr algn="ctr">
              <a:defRPr sz="1875" b="1">
                <a:solidFill>
                  <a:srgbClr val="1572C3"/>
                </a:solidFill>
                <a:latin typeface="Arial"/>
                <a:ea typeface="Arial"/>
                <a:cs typeface="Arial"/>
              </a:defRPr>
            </a:lvl5pPr>
            <a:lvl6pPr algn="ctr">
              <a:defRPr sz="1875" b="1">
                <a:solidFill>
                  <a:srgbClr val="1572C3"/>
                </a:solidFill>
                <a:latin typeface="Arial"/>
                <a:ea typeface="Arial"/>
                <a:cs typeface="Arial"/>
              </a:defRPr>
            </a:lvl6pPr>
            <a:lvl7pPr algn="ctr">
              <a:defRPr sz="1875" b="1">
                <a:solidFill>
                  <a:srgbClr val="1572C3"/>
                </a:solidFill>
                <a:latin typeface="Arial"/>
                <a:ea typeface="Arial"/>
                <a:cs typeface="Arial"/>
              </a:defRPr>
            </a:lvl7pPr>
            <a:lvl8pPr algn="ctr">
              <a:defRPr sz="1875" b="1">
                <a:solidFill>
                  <a:srgbClr val="1572C3"/>
                </a:solidFill>
                <a:latin typeface="Arial"/>
                <a:ea typeface="Arial"/>
                <a:cs typeface="Arial"/>
              </a:defRPr>
            </a:lvl8pPr>
            <a:lvl9pPr algn="ctr">
              <a:defRPr sz="1875" b="1">
                <a:solidFill>
                  <a:srgbClr val="1572C3"/>
                </a:solidFill>
                <a:latin typeface="Arial"/>
                <a:ea typeface="Arial"/>
                <a:cs typeface="Arial"/>
              </a:defRPr>
            </a:lvl9pPr>
          </a:lstStyle>
          <a:p xmlns:a="http://schemas.openxmlformats.org/drawingml/2006/main">
            <a:pPr algn="ctr">
              <a:defRPr sz="1875" b="1">
                <a:solidFill>
                  <a:srgbClr val="1572C3"/>
                </a:solidFill>
                <a:latin typeface="Arial"/>
                <a:ea typeface="Arial"/>
                <a:cs typeface="Arial"/>
              </a:defRPr>
            </a:pPr>
            <a:r>
              <a:rPr sz="1875" b="1">
                <a:solidFill>
                  <a:srgbClr val="1572C3"/>
                </a:solidFill>
                <a:latin typeface="Arial"/>
                <a:ea typeface="Arial"/>
                <a:cs typeface="Arial"/>
              </a:rPr>
              <a:t>DDR3</a:t>
            </a:r>
          </a:p>
        </p:txBody>
      </p:sp>
      <p:sp>
        <p:nvSpPr>
          <p:cNvPr id="14" name="text-767">
            <a:extLst xmlns:a="http://schemas.openxmlformats.org/drawingml/2006/main">
              <a:ext uri="{FF2B5EF4-FFF2-40B4-BE49-F238E27FC236}">
                <a16:creationId xmlns:a16="http://schemas.microsoft.com/office/drawing/2014/main" id="{124C6D66-0567-43B6-817F-8D142F6FBD82}"/>
              </a:ext>
            </a:extLst>
          </p:cNvPr>
          <p:cNvSpPr>
            <a:spLocks xmlns:a="http://schemas.openxmlformats.org/drawingml/2006/main" noGrp="1"/>
          </p:cNvSpPr>
          <p:nvPr/>
        </p:nvSpPr>
        <p:spPr>
          <a:xfrm xmlns:a="http://schemas.openxmlformats.org/drawingml/2006/main">
            <a:off x="10077450" y="4276725"/>
            <a:ext cx="140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命令・画像</a:t>
            </a:r>
          </a:p>
        </p:txBody>
      </p:sp>
      <p:sp>
        <p:nvSpPr>
          <p:cNvPr id="15" name="board-stable-hdmi">
            <a:extLst xmlns:a="http://schemas.openxmlformats.org/drawingml/2006/main">
              <a:ext uri="{FF2B5EF4-FFF2-40B4-BE49-F238E27FC236}">
                <a16:creationId xmlns:a16="http://schemas.microsoft.com/office/drawing/2014/main" id="{A124DC09-775B-49E5-BE8A-066B4B31D790}"/>
              </a:ext>
            </a:extLst>
          </p:cNvPr>
          <p:cNvSpPr>
            <a:spLocks xmlns:a="http://schemas.openxmlformats.org/drawingml/2006/main" noGrp="1"/>
          </p:cNvSpPr>
          <p:nvPr/>
        </p:nvSpPr>
        <p:spPr>
          <a:xfrm xmlns:a="http://schemas.openxmlformats.org/drawingml/2006/main">
            <a:off x="10010775" y="5257800"/>
            <a:ext cx="1543050" cy="46672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6" name="text-769">
            <a:extLst xmlns:a="http://schemas.openxmlformats.org/drawingml/2006/main">
              <a:ext uri="{FF2B5EF4-FFF2-40B4-BE49-F238E27FC236}">
                <a16:creationId xmlns:a16="http://schemas.microsoft.com/office/drawing/2014/main" id="{606F946D-2B51-4CC2-AA1D-15F37D67102E}"/>
              </a:ext>
            </a:extLst>
          </p:cNvPr>
          <p:cNvSpPr>
            <a:spLocks xmlns:a="http://schemas.openxmlformats.org/drawingml/2006/main" noGrp="1"/>
          </p:cNvSpPr>
          <p:nvPr/>
        </p:nvSpPr>
        <p:spPr>
          <a:xfrm xmlns:a="http://schemas.openxmlformats.org/drawingml/2006/main">
            <a:off x="10086975" y="53149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Arial"/>
                <a:ea typeface="Arial"/>
                <a:cs typeface="Arial"/>
              </a:defRPr>
            </a:defPPr>
            <a:lvl1pPr algn="ctr">
              <a:defRPr sz="1575" b="1">
                <a:solidFill>
                  <a:srgbClr val="1572C3"/>
                </a:solidFill>
                <a:latin typeface="Arial"/>
                <a:ea typeface="Arial"/>
                <a:cs typeface="Arial"/>
              </a:defRPr>
            </a:lvl1pPr>
            <a:lvl2pPr algn="ctr">
              <a:defRPr sz="1575" b="1">
                <a:solidFill>
                  <a:srgbClr val="1572C3"/>
                </a:solidFill>
                <a:latin typeface="Arial"/>
                <a:ea typeface="Arial"/>
                <a:cs typeface="Arial"/>
              </a:defRPr>
            </a:lvl2pPr>
            <a:lvl3pPr algn="ctr">
              <a:defRPr sz="1575" b="1">
                <a:solidFill>
                  <a:srgbClr val="1572C3"/>
                </a:solidFill>
                <a:latin typeface="Arial"/>
                <a:ea typeface="Arial"/>
                <a:cs typeface="Arial"/>
              </a:defRPr>
            </a:lvl3pPr>
            <a:lvl4pPr algn="ctr">
              <a:defRPr sz="1575" b="1">
                <a:solidFill>
                  <a:srgbClr val="1572C3"/>
                </a:solidFill>
                <a:latin typeface="Arial"/>
                <a:ea typeface="Arial"/>
                <a:cs typeface="Arial"/>
              </a:defRPr>
            </a:lvl4pPr>
            <a:lvl5pPr algn="ctr">
              <a:defRPr sz="1575" b="1">
                <a:solidFill>
                  <a:srgbClr val="1572C3"/>
                </a:solidFill>
                <a:latin typeface="Arial"/>
                <a:ea typeface="Arial"/>
                <a:cs typeface="Arial"/>
              </a:defRPr>
            </a:lvl5pPr>
            <a:lvl6pPr algn="ctr">
              <a:defRPr sz="1575" b="1">
                <a:solidFill>
                  <a:srgbClr val="1572C3"/>
                </a:solidFill>
                <a:latin typeface="Arial"/>
                <a:ea typeface="Arial"/>
                <a:cs typeface="Arial"/>
              </a:defRPr>
            </a:lvl6pPr>
            <a:lvl7pPr algn="ctr">
              <a:defRPr sz="1575" b="1">
                <a:solidFill>
                  <a:srgbClr val="1572C3"/>
                </a:solidFill>
                <a:latin typeface="Arial"/>
                <a:ea typeface="Arial"/>
                <a:cs typeface="Arial"/>
              </a:defRPr>
            </a:lvl7pPr>
            <a:lvl8pPr algn="ctr">
              <a:defRPr sz="1575" b="1">
                <a:solidFill>
                  <a:srgbClr val="1572C3"/>
                </a:solidFill>
                <a:latin typeface="Arial"/>
                <a:ea typeface="Arial"/>
                <a:cs typeface="Arial"/>
              </a:defRPr>
            </a:lvl8pPr>
            <a:lvl9pPr algn="ctr">
              <a:defRPr sz="1575" b="1">
                <a:solidFill>
                  <a:srgbClr val="1572C3"/>
                </a:solidFill>
                <a:latin typeface="Arial"/>
                <a:ea typeface="Arial"/>
                <a:cs typeface="Arial"/>
              </a:defRPr>
            </a:lvl9pPr>
          </a:lstStyle>
          <a:p xmlns:a="http://schemas.openxmlformats.org/drawingml/2006/main">
            <a:pPr algn="ctr">
              <a:defRPr sz="1575" b="1">
                <a:solidFill>
                  <a:srgbClr val="1572C3"/>
                </a:solidFill>
                <a:latin typeface="Arial"/>
                <a:ea typeface="Arial"/>
                <a:cs typeface="Arial"/>
              </a:defRPr>
            </a:pPr>
            <a:r>
              <a:rPr sz="1575" b="1">
                <a:solidFill>
                  <a:srgbClr val="1572C3"/>
                </a:solidFill>
                <a:latin typeface="Arial"/>
                <a:ea typeface="Arial"/>
                <a:cs typeface="Arial"/>
              </a:rPr>
              <a:t>HDMI OUT</a:t>
            </a:r>
          </a:p>
        </p:txBody>
      </p:sp>
      <p:sp>
        <p:nvSpPr>
          <p:cNvPr id="17" name="board-stable-bus">
            <a:extLst xmlns:a="http://schemas.openxmlformats.org/drawingml/2006/main">
              <a:ext uri="{FF2B5EF4-FFF2-40B4-BE49-F238E27FC236}">
                <a16:creationId xmlns:a16="http://schemas.microsoft.com/office/drawing/2014/main" id="{DB7394CE-0E31-48F6-A902-4D1D2C51908B}"/>
              </a:ext>
            </a:extLst>
          </p:cNvPr>
          <p:cNvSpPr>
            <a:spLocks xmlns:a="http://schemas.openxmlformats.org/drawingml/2006/main" noGrp="1"/>
          </p:cNvSpPr>
          <p:nvPr/>
        </p:nvSpPr>
        <p:spPr>
          <a:xfrm xmlns:a="http://schemas.openxmlformats.org/drawingml/2006/main">
            <a:off x="7239000" y="3762375"/>
            <a:ext cx="571500" cy="17526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8" name="text-771">
            <a:extLst xmlns:a="http://schemas.openxmlformats.org/drawingml/2006/main">
              <a:ext uri="{FF2B5EF4-FFF2-40B4-BE49-F238E27FC236}">
                <a16:creationId xmlns:a16="http://schemas.microsoft.com/office/drawing/2014/main" id="{8AECA34A-0A82-4DF0-8875-6012F6D3D2D5}"/>
              </a:ext>
            </a:extLst>
          </p:cNvPr>
          <p:cNvSpPr>
            <a:spLocks xmlns:a="http://schemas.openxmlformats.org/drawingml/2006/main" noGrp="1"/>
          </p:cNvSpPr>
          <p:nvPr/>
        </p:nvSpPr>
        <p:spPr>
          <a:xfrm xmlns:a="http://schemas.openxmlformats.org/drawingml/2006/main">
            <a:off x="7286625" y="42100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9FA9B9"/>
                </a:solidFill>
                <a:latin typeface="Yu Gothic"/>
                <a:ea typeface="Yu Gothic"/>
                <a:cs typeface="Yu Gothic"/>
              </a:defRPr>
            </a:defPPr>
            <a:lvl1pPr algn="ctr">
              <a:defRPr sz="1500" b="1">
                <a:solidFill>
                  <a:srgbClr val="9FA9B9"/>
                </a:solidFill>
                <a:latin typeface="Yu Gothic"/>
                <a:ea typeface="Yu Gothic"/>
                <a:cs typeface="Yu Gothic"/>
              </a:defRPr>
            </a:lvl1pPr>
            <a:lvl2pPr algn="ctr">
              <a:defRPr sz="1500" b="1">
                <a:solidFill>
                  <a:srgbClr val="9FA9B9"/>
                </a:solidFill>
                <a:latin typeface="Yu Gothic"/>
                <a:ea typeface="Yu Gothic"/>
                <a:cs typeface="Yu Gothic"/>
              </a:defRPr>
            </a:lvl2pPr>
            <a:lvl3pPr algn="ctr">
              <a:defRPr sz="1500" b="1">
                <a:solidFill>
                  <a:srgbClr val="9FA9B9"/>
                </a:solidFill>
                <a:latin typeface="Yu Gothic"/>
                <a:ea typeface="Yu Gothic"/>
                <a:cs typeface="Yu Gothic"/>
              </a:defRPr>
            </a:lvl3pPr>
            <a:lvl4pPr algn="ctr">
              <a:defRPr sz="1500" b="1">
                <a:solidFill>
                  <a:srgbClr val="9FA9B9"/>
                </a:solidFill>
                <a:latin typeface="Yu Gothic"/>
                <a:ea typeface="Yu Gothic"/>
                <a:cs typeface="Yu Gothic"/>
              </a:defRPr>
            </a:lvl4pPr>
            <a:lvl5pPr algn="ctr">
              <a:defRPr sz="1500" b="1">
                <a:solidFill>
                  <a:srgbClr val="9FA9B9"/>
                </a:solidFill>
                <a:latin typeface="Yu Gothic"/>
                <a:ea typeface="Yu Gothic"/>
                <a:cs typeface="Yu Gothic"/>
              </a:defRPr>
            </a:lvl5pPr>
            <a:lvl6pPr algn="ctr">
              <a:defRPr sz="1500" b="1">
                <a:solidFill>
                  <a:srgbClr val="9FA9B9"/>
                </a:solidFill>
                <a:latin typeface="Yu Gothic"/>
                <a:ea typeface="Yu Gothic"/>
                <a:cs typeface="Yu Gothic"/>
              </a:defRPr>
            </a:lvl6pPr>
            <a:lvl7pPr algn="ctr">
              <a:defRPr sz="1500" b="1">
                <a:solidFill>
                  <a:srgbClr val="9FA9B9"/>
                </a:solidFill>
                <a:latin typeface="Yu Gothic"/>
                <a:ea typeface="Yu Gothic"/>
                <a:cs typeface="Yu Gothic"/>
              </a:defRPr>
            </a:lvl7pPr>
            <a:lvl8pPr algn="ctr">
              <a:defRPr sz="1500" b="1">
                <a:solidFill>
                  <a:srgbClr val="9FA9B9"/>
                </a:solidFill>
                <a:latin typeface="Yu Gothic"/>
                <a:ea typeface="Yu Gothic"/>
                <a:cs typeface="Yu Gothic"/>
              </a:defRPr>
            </a:lvl8pPr>
            <a:lvl9pPr algn="ctr">
              <a:defRPr sz="1500" b="1">
                <a:solidFill>
                  <a:srgbClr val="9FA9B9"/>
                </a:solidFill>
                <a:latin typeface="Yu Gothic"/>
                <a:ea typeface="Yu Gothic"/>
                <a:cs typeface="Yu Gothic"/>
              </a:defRPr>
            </a:lvl9pPr>
          </a:lstStyle>
          <a:p xmlns:a="http://schemas.openxmlformats.org/drawingml/2006/main">
            <a:pPr algn="ctr">
              <a:defRPr sz="1500" b="1">
                <a:solidFill>
                  <a:srgbClr val="9FA9B9"/>
                </a:solidFill>
                <a:latin typeface="Yu Gothic"/>
                <a:ea typeface="Yu Gothic"/>
                <a:cs typeface="Yu Gothic"/>
              </a:defRPr>
            </a:pPr>
            <a:r>
              <a:rPr sz="1500" b="1">
                <a:solidFill>
                  <a:srgbClr val="9FA9B9"/>
                </a:solidFill>
                <a:latin typeface="Yu Gothic"/>
                <a:ea typeface="Yu Gothic"/>
                <a:cs typeface="Yu Gothic"/>
              </a:rPr>
              <a:t>バス</a:t>
            </a:r>
          </a:p>
        </p:txBody>
      </p:sp>
      <p:sp>
        <p:nvSpPr>
          <p:cNvPr id="19" name="board-stable-ddr">
            <a:extLst xmlns:a="http://schemas.openxmlformats.org/drawingml/2006/main">
              <a:ext uri="{FF2B5EF4-FFF2-40B4-BE49-F238E27FC236}">
                <a16:creationId xmlns:a16="http://schemas.microsoft.com/office/drawing/2014/main" id="{F488769B-C963-43F7-B84F-DD00D2D2536F}"/>
              </a:ext>
            </a:extLst>
          </p:cNvPr>
          <p:cNvSpPr>
            <a:spLocks xmlns:a="http://schemas.openxmlformats.org/drawingml/2006/main" noGrp="1"/>
          </p:cNvSpPr>
          <p:nvPr/>
        </p:nvSpPr>
        <p:spPr>
          <a:xfrm xmlns:a="http://schemas.openxmlformats.org/drawingml/2006/main">
            <a:off x="8162925" y="4010025"/>
            <a:ext cx="1400175" cy="6381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20" name="text-773">
            <a:extLst xmlns:a="http://schemas.openxmlformats.org/drawingml/2006/main">
              <a:ext uri="{FF2B5EF4-FFF2-40B4-BE49-F238E27FC236}">
                <a16:creationId xmlns:a16="http://schemas.microsoft.com/office/drawing/2014/main" id="{5CBA33B2-9D45-4849-B2C5-5A36405BC346}"/>
              </a:ext>
            </a:extLst>
          </p:cNvPr>
          <p:cNvSpPr>
            <a:spLocks xmlns:a="http://schemas.openxmlformats.org/drawingml/2006/main" noGrp="1"/>
          </p:cNvSpPr>
          <p:nvPr/>
        </p:nvSpPr>
        <p:spPr>
          <a:xfrm xmlns:a="http://schemas.openxmlformats.org/drawingml/2006/main">
            <a:off x="8239125" y="4067175"/>
            <a:ext cx="12477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88" b="1">
                <a:solidFill>
                  <a:srgbClr val="1572C3"/>
                </a:solidFill>
                <a:latin typeface="Yu Gothic"/>
                <a:ea typeface="Yu Gothic"/>
                <a:cs typeface="Yu Gothic"/>
              </a:defRPr>
            </a:defPPr>
            <a:lvl1pPr algn="ctr">
              <a:defRPr sz="1388" b="1">
                <a:solidFill>
                  <a:srgbClr val="1572C3"/>
                </a:solidFill>
                <a:latin typeface="Yu Gothic"/>
                <a:ea typeface="Yu Gothic"/>
                <a:cs typeface="Yu Gothic"/>
              </a:defRPr>
            </a:lvl1pPr>
            <a:lvl2pPr algn="ctr">
              <a:defRPr sz="1388" b="1">
                <a:solidFill>
                  <a:srgbClr val="1572C3"/>
                </a:solidFill>
                <a:latin typeface="Yu Gothic"/>
                <a:ea typeface="Yu Gothic"/>
                <a:cs typeface="Yu Gothic"/>
              </a:defRPr>
            </a:lvl2pPr>
            <a:lvl3pPr algn="ctr">
              <a:defRPr sz="1388" b="1">
                <a:solidFill>
                  <a:srgbClr val="1572C3"/>
                </a:solidFill>
                <a:latin typeface="Yu Gothic"/>
                <a:ea typeface="Yu Gothic"/>
                <a:cs typeface="Yu Gothic"/>
              </a:defRPr>
            </a:lvl3pPr>
            <a:lvl4pPr algn="ctr">
              <a:defRPr sz="1388" b="1">
                <a:solidFill>
                  <a:srgbClr val="1572C3"/>
                </a:solidFill>
                <a:latin typeface="Yu Gothic"/>
                <a:ea typeface="Yu Gothic"/>
                <a:cs typeface="Yu Gothic"/>
              </a:defRPr>
            </a:lvl4pPr>
            <a:lvl5pPr algn="ctr">
              <a:defRPr sz="1388" b="1">
                <a:solidFill>
                  <a:srgbClr val="1572C3"/>
                </a:solidFill>
                <a:latin typeface="Yu Gothic"/>
                <a:ea typeface="Yu Gothic"/>
                <a:cs typeface="Yu Gothic"/>
              </a:defRPr>
            </a:lvl5pPr>
            <a:lvl6pPr algn="ctr">
              <a:defRPr sz="1388" b="1">
                <a:solidFill>
                  <a:srgbClr val="1572C3"/>
                </a:solidFill>
                <a:latin typeface="Yu Gothic"/>
                <a:ea typeface="Yu Gothic"/>
                <a:cs typeface="Yu Gothic"/>
              </a:defRPr>
            </a:lvl6pPr>
            <a:lvl7pPr algn="ctr">
              <a:defRPr sz="1388" b="1">
                <a:solidFill>
                  <a:srgbClr val="1572C3"/>
                </a:solidFill>
                <a:latin typeface="Yu Gothic"/>
                <a:ea typeface="Yu Gothic"/>
                <a:cs typeface="Yu Gothic"/>
              </a:defRPr>
            </a:lvl7pPr>
            <a:lvl8pPr algn="ctr">
              <a:defRPr sz="1388" b="1">
                <a:solidFill>
                  <a:srgbClr val="1572C3"/>
                </a:solidFill>
                <a:latin typeface="Yu Gothic"/>
                <a:ea typeface="Yu Gothic"/>
                <a:cs typeface="Yu Gothic"/>
              </a:defRPr>
            </a:lvl8pPr>
            <a:lvl9pPr algn="ctr">
              <a:defRPr sz="1388" b="1">
                <a:solidFill>
                  <a:srgbClr val="1572C3"/>
                </a:solidFill>
                <a:latin typeface="Yu Gothic"/>
                <a:ea typeface="Yu Gothic"/>
                <a:cs typeface="Yu Gothic"/>
              </a:defRPr>
            </a:lvl9pPr>
          </a:lstStyle>
          <a:p xmlns:a="http://schemas.openxmlformats.org/drawingml/2006/main">
            <a:pPr algn="ctr">
              <a:defRPr sz="1388" b="1">
                <a:solidFill>
                  <a:srgbClr val="1572C3"/>
                </a:solidFill>
                <a:latin typeface="Yu Gothic"/>
                <a:ea typeface="Yu Gothic"/>
                <a:cs typeface="Yu Gothic"/>
              </a:defRPr>
            </a:pPr>
            <a:r>
              <a:rPr sz="1388" b="1">
                <a:solidFill>
                  <a:srgbClr val="1572C3"/>
                </a:solidFill>
                <a:latin typeface="Yu Gothic"/>
                <a:ea typeface="Yu Gothic"/>
                <a:cs typeface="Yu Gothic"/>
              </a:rPr>
              <a:t>DDR</a:t>
            </a:r>
          </a:p>
          <a:p xmlns:a="http://schemas.openxmlformats.org/drawingml/2006/main">
            <a:pPr algn="ctr">
              <a:defRPr sz="1388" b="1">
                <a:solidFill>
                  <a:srgbClr val="1572C3"/>
                </a:solidFill>
                <a:latin typeface="Yu Gothic"/>
                <a:ea typeface="Yu Gothic"/>
                <a:cs typeface="Yu Gothic"/>
              </a:defRPr>
            </a:pPr>
            <a:r>
              <a:rPr sz="1388" b="1">
                <a:solidFill>
                  <a:srgbClr val="1572C3"/>
                </a:solidFill>
                <a:latin typeface="Yu Gothic"/>
                <a:ea typeface="Yu Gothic"/>
                <a:cs typeface="Yu Gothic"/>
              </a:rPr>
              <a:t>コントローラー</a:t>
            </a:r>
          </a:p>
        </p:txBody>
      </p:sp>
      <p:sp>
        <p:nvSpPr>
          <p:cNvPr id="21" name="text-774">
            <a:extLst xmlns:a="http://schemas.openxmlformats.org/drawingml/2006/main">
              <a:ext uri="{FF2B5EF4-FFF2-40B4-BE49-F238E27FC236}">
                <a16:creationId xmlns:a16="http://schemas.microsoft.com/office/drawing/2014/main" id="{D5281014-BA20-4644-B602-DD1C7C1EC5FE}"/>
              </a:ext>
            </a:extLst>
          </p:cNvPr>
          <p:cNvSpPr>
            <a:spLocks xmlns:a="http://schemas.openxmlformats.org/drawingml/2006/main" noGrp="1"/>
          </p:cNvSpPr>
          <p:nvPr/>
        </p:nvSpPr>
        <p:spPr>
          <a:xfrm xmlns:a="http://schemas.openxmlformats.org/drawingml/2006/main">
            <a:off x="7981950" y="3667125"/>
            <a:ext cx="1790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AMD提供（MIG）</a:t>
            </a:r>
          </a:p>
        </p:txBody>
      </p:sp>
      <p:sp>
        <p:nvSpPr>
          <p:cNvPr id="22" name="wire-775">
            <a:extLst xmlns:a="http://schemas.openxmlformats.org/drawingml/2006/main">
              <a:ext uri="{FF2B5EF4-FFF2-40B4-BE49-F238E27FC236}">
                <a16:creationId xmlns:a16="http://schemas.microsoft.com/office/drawing/2014/main" id="{C2549637-A07D-4CDE-A571-C22F2C3739F1}"/>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23" name="circuit-776">
            <a:extLst xmlns:a="http://schemas.openxmlformats.org/drawingml/2006/main">
              <a:ext uri="{FF2B5EF4-FFF2-40B4-BE49-F238E27FC236}">
                <a16:creationId xmlns:a16="http://schemas.microsoft.com/office/drawing/2014/main" id="{4FC7023C-362F-4563-B010-C1FE6B505966}"/>
              </a:ext>
            </a:extLst>
          </p:cNvPr>
          <p:cNvSpPr>
            <a:spLocks xmlns:a="http://schemas.openxmlformats.org/drawingml/2006/main" noGrp="1"/>
          </p:cNvSpPr>
          <p:nvPr/>
        </p:nvSpPr>
        <p:spPr>
          <a:xfrm xmlns:a="http://schemas.openxmlformats.org/drawingml/2006/main">
            <a:off x="9934575" y="4302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wire-777">
            <a:extLst xmlns:a="http://schemas.openxmlformats.org/drawingml/2006/main">
              <a:ext uri="{FF2B5EF4-FFF2-40B4-BE49-F238E27FC236}">
                <a16:creationId xmlns:a16="http://schemas.microsoft.com/office/drawing/2014/main" id="{C2AC8341-847A-4929-A0EF-5D1A683F5F28}"/>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25" name="circuit-778">
            <a:extLst xmlns:a="http://schemas.openxmlformats.org/drawingml/2006/main">
              <a:ext uri="{FF2B5EF4-FFF2-40B4-BE49-F238E27FC236}">
                <a16:creationId xmlns:a16="http://schemas.microsoft.com/office/drawing/2014/main" id="{9D28F1ED-443A-4AFF-9548-6C5349FDC33D}"/>
              </a:ext>
            </a:extLst>
          </p:cNvPr>
          <p:cNvSpPr>
            <a:spLocks xmlns:a="http://schemas.openxmlformats.org/drawingml/2006/main" noGrp="1"/>
          </p:cNvSpPr>
          <p:nvPr/>
        </p:nvSpPr>
        <p:spPr>
          <a:xfrm xmlns:a="http://schemas.openxmlformats.org/drawingml/2006/main">
            <a:off x="9563100" y="4302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6" name="wire-779">
            <a:extLst xmlns:a="http://schemas.openxmlformats.org/drawingml/2006/main">
              <a:ext uri="{FF2B5EF4-FFF2-40B4-BE49-F238E27FC236}">
                <a16:creationId xmlns:a16="http://schemas.microsoft.com/office/drawing/2014/main" id="{E32BBDCF-B99C-4E0B-80D3-ED1B652AFDCB}"/>
              </a:ext>
            </a:extLst>
          </p:cNvPr>
          <p:cNvSpPr>
            <a:spLocks xmlns:a="http://schemas.openxmlformats.org/drawingml/2006/main" noGrp="1"/>
          </p:cNvSpPr>
          <p:nvPr/>
        </p:nvSpPr>
        <p:spPr>
          <a:xfrm xmlns:a="http://schemas.openxmlformats.org/drawingml/2006/main">
            <a:off x="7924800" y="3200400"/>
            <a:ext cx="9525" cy="1809750"/>
          </a:xfrm>
          <a:custGeom xmlns:a="http://schemas.openxmlformats.org/drawingml/2006/main">
            <a:pathLst>
              <a:path w="9525" h="1809750">
                <a:moveTo>
                  <a:pt x="0" y="0"/>
                </a:moveTo>
                <a:lnTo>
                  <a:pt x="0" y="1809750"/>
                </a:lnTo>
              </a:path>
            </a:pathLst>
          </a:custGeom>
          <a:noFill xmlns:a="http://schemas.openxmlformats.org/drawingml/2006/main"/>
          <a:ln xmlns:a="http://schemas.openxmlformats.org/drawingml/2006/main" w="20955">
            <a:solidFill>
              <a:srgbClr val="9FA9B9"/>
            </a:solidFill>
          </a:ln>
        </p:spPr>
      </p:sp>
      <p:sp>
        <p:nvSpPr>
          <p:cNvPr id="27" name="wire-780">
            <a:extLst xmlns:a="http://schemas.openxmlformats.org/drawingml/2006/main">
              <a:ext uri="{FF2B5EF4-FFF2-40B4-BE49-F238E27FC236}">
                <a16:creationId xmlns:a16="http://schemas.microsoft.com/office/drawing/2014/main" id="{E339FB12-37DB-4E58-9738-F6CF67F64FFA}"/>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3813">
            <a:solidFill>
              <a:srgbClr val="9FA9B9"/>
            </a:solidFill>
          </a:ln>
        </p:spPr>
      </p:sp>
      <p:sp>
        <p:nvSpPr>
          <p:cNvPr id="28" name="circuit-781">
            <a:extLst xmlns:a="http://schemas.openxmlformats.org/drawingml/2006/main">
              <a:ext uri="{FF2B5EF4-FFF2-40B4-BE49-F238E27FC236}">
                <a16:creationId xmlns:a16="http://schemas.microsoft.com/office/drawing/2014/main" id="{B6490806-2F7B-434A-8669-F71161540175}"/>
              </a:ext>
            </a:extLst>
          </p:cNvPr>
          <p:cNvSpPr>
            <a:spLocks xmlns:a="http://schemas.openxmlformats.org/drawingml/2006/main" noGrp="1"/>
          </p:cNvSpPr>
          <p:nvPr/>
        </p:nvSpPr>
        <p:spPr>
          <a:xfrm xmlns:a="http://schemas.openxmlformats.org/drawingml/2006/main">
            <a:off x="7848600" y="45310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29" name="wire-782">
            <a:extLst xmlns:a="http://schemas.openxmlformats.org/drawingml/2006/main">
              <a:ext uri="{FF2B5EF4-FFF2-40B4-BE49-F238E27FC236}">
                <a16:creationId xmlns:a16="http://schemas.microsoft.com/office/drawing/2014/main" id="{248F4B0C-0E64-4668-8CE7-0C9496604F3C}"/>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23813">
            <a:solidFill>
              <a:srgbClr val="9FA9B9"/>
            </a:solidFill>
          </a:ln>
        </p:spPr>
      </p:sp>
      <p:sp>
        <p:nvSpPr>
          <p:cNvPr id="30" name="circuit-783">
            <a:extLst xmlns:a="http://schemas.openxmlformats.org/drawingml/2006/main">
              <a:ext uri="{FF2B5EF4-FFF2-40B4-BE49-F238E27FC236}">
                <a16:creationId xmlns:a16="http://schemas.microsoft.com/office/drawing/2014/main" id="{6DC45A11-55A9-4A5F-9F66-531736604D8C}"/>
              </a:ext>
            </a:extLst>
          </p:cNvPr>
          <p:cNvSpPr>
            <a:spLocks xmlns:a="http://schemas.openxmlformats.org/drawingml/2006/main" noGrp="1"/>
          </p:cNvSpPr>
          <p:nvPr/>
        </p:nvSpPr>
        <p:spPr>
          <a:xfrm xmlns:a="http://schemas.openxmlformats.org/drawingml/2006/main">
            <a:off x="7810500" y="45310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31" name="wire-784">
            <a:extLst xmlns:a="http://schemas.openxmlformats.org/drawingml/2006/main">
              <a:ext uri="{FF2B5EF4-FFF2-40B4-BE49-F238E27FC236}">
                <a16:creationId xmlns:a16="http://schemas.microsoft.com/office/drawing/2014/main" id="{F1025B2E-1290-40A3-9423-5062F485C141}"/>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32" name="circuit-785">
            <a:extLst xmlns:a="http://schemas.openxmlformats.org/drawingml/2006/main">
              <a:ext uri="{FF2B5EF4-FFF2-40B4-BE49-F238E27FC236}">
                <a16:creationId xmlns:a16="http://schemas.microsoft.com/office/drawing/2014/main" id="{4FDE18C1-77E2-40F7-BEFB-1E1FB4F5E76A}"/>
              </a:ext>
            </a:extLst>
          </p:cNvPr>
          <p:cNvSpPr>
            <a:spLocks xmlns:a="http://schemas.openxmlformats.org/drawingml/2006/main" noGrp="1"/>
          </p:cNvSpPr>
          <p:nvPr/>
        </p:nvSpPr>
        <p:spPr>
          <a:xfrm xmlns:a="http://schemas.openxmlformats.org/drawingml/2006/main">
            <a:off x="8086725" y="4283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3" name="wire-786">
            <a:extLst xmlns:a="http://schemas.openxmlformats.org/drawingml/2006/main">
              <a:ext uri="{FF2B5EF4-FFF2-40B4-BE49-F238E27FC236}">
                <a16:creationId xmlns:a16="http://schemas.microsoft.com/office/drawing/2014/main" id="{D5C5D509-C9B7-465C-9E9A-965E921C0BF3}"/>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34" name="circuit-787">
            <a:extLst xmlns:a="http://schemas.openxmlformats.org/drawingml/2006/main">
              <a:ext uri="{FF2B5EF4-FFF2-40B4-BE49-F238E27FC236}">
                <a16:creationId xmlns:a16="http://schemas.microsoft.com/office/drawing/2014/main" id="{EEB993AB-07F3-4191-ACA9-336C1CDB9623}"/>
              </a:ext>
            </a:extLst>
          </p:cNvPr>
          <p:cNvSpPr>
            <a:spLocks xmlns:a="http://schemas.openxmlformats.org/drawingml/2006/main" noGrp="1"/>
          </p:cNvSpPr>
          <p:nvPr/>
        </p:nvSpPr>
        <p:spPr>
          <a:xfrm xmlns:a="http://schemas.openxmlformats.org/drawingml/2006/main">
            <a:off x="7924800" y="428339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5" name="board-stable-sd">
            <a:extLst xmlns:a="http://schemas.openxmlformats.org/drawingml/2006/main">
              <a:ext uri="{FF2B5EF4-FFF2-40B4-BE49-F238E27FC236}">
                <a16:creationId xmlns:a16="http://schemas.microsoft.com/office/drawing/2014/main" id="{357F1E01-F7C3-4321-9A27-023EB850562B}"/>
              </a:ext>
            </a:extLst>
          </p:cNvPr>
          <p:cNvSpPr>
            <a:spLocks xmlns:a="http://schemas.openxmlformats.org/drawingml/2006/main" noGrp="1"/>
          </p:cNvSpPr>
          <p:nvPr/>
        </p:nvSpPr>
        <p:spPr>
          <a:xfrm xmlns:a="http://schemas.openxmlformats.org/drawingml/2006/main">
            <a:off x="8162925" y="2933700"/>
            <a:ext cx="1400175" cy="5334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36" name="text-789">
            <a:extLst xmlns:a="http://schemas.openxmlformats.org/drawingml/2006/main">
              <a:ext uri="{FF2B5EF4-FFF2-40B4-BE49-F238E27FC236}">
                <a16:creationId xmlns:a16="http://schemas.microsoft.com/office/drawing/2014/main" id="{822C608B-F251-4EF3-8145-7C7102708EA8}"/>
              </a:ext>
            </a:extLst>
          </p:cNvPr>
          <p:cNvSpPr>
            <a:spLocks xmlns:a="http://schemas.openxmlformats.org/drawingml/2006/main" noGrp="1"/>
          </p:cNvSpPr>
          <p:nvPr/>
        </p:nvSpPr>
        <p:spPr>
          <a:xfrm xmlns:a="http://schemas.openxmlformats.org/drawingml/2006/main">
            <a:off x="8239125" y="2990850"/>
            <a:ext cx="124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9FA9B9"/>
                </a:solidFill>
                <a:latin typeface="Yu Gothic"/>
                <a:ea typeface="Yu Gothic"/>
                <a:cs typeface="Yu Gothic"/>
              </a:defRPr>
            </a:defPPr>
            <a:lvl1pPr algn="ctr">
              <a:defRPr sz="1725" b="1">
                <a:solidFill>
                  <a:srgbClr val="9FA9B9"/>
                </a:solidFill>
                <a:latin typeface="Yu Gothic"/>
                <a:ea typeface="Yu Gothic"/>
                <a:cs typeface="Yu Gothic"/>
              </a:defRPr>
            </a:lvl1pPr>
            <a:lvl2pPr algn="ctr">
              <a:defRPr sz="1725" b="1">
                <a:solidFill>
                  <a:srgbClr val="9FA9B9"/>
                </a:solidFill>
                <a:latin typeface="Yu Gothic"/>
                <a:ea typeface="Yu Gothic"/>
                <a:cs typeface="Yu Gothic"/>
              </a:defRPr>
            </a:lvl2pPr>
            <a:lvl3pPr algn="ctr">
              <a:defRPr sz="1725" b="1">
                <a:solidFill>
                  <a:srgbClr val="9FA9B9"/>
                </a:solidFill>
                <a:latin typeface="Yu Gothic"/>
                <a:ea typeface="Yu Gothic"/>
                <a:cs typeface="Yu Gothic"/>
              </a:defRPr>
            </a:lvl3pPr>
            <a:lvl4pPr algn="ctr">
              <a:defRPr sz="1725" b="1">
                <a:solidFill>
                  <a:srgbClr val="9FA9B9"/>
                </a:solidFill>
                <a:latin typeface="Yu Gothic"/>
                <a:ea typeface="Yu Gothic"/>
                <a:cs typeface="Yu Gothic"/>
              </a:defRPr>
            </a:lvl4pPr>
            <a:lvl5pPr algn="ctr">
              <a:defRPr sz="1725" b="1">
                <a:solidFill>
                  <a:srgbClr val="9FA9B9"/>
                </a:solidFill>
                <a:latin typeface="Yu Gothic"/>
                <a:ea typeface="Yu Gothic"/>
                <a:cs typeface="Yu Gothic"/>
              </a:defRPr>
            </a:lvl5pPr>
            <a:lvl6pPr algn="ctr">
              <a:defRPr sz="1725" b="1">
                <a:solidFill>
                  <a:srgbClr val="9FA9B9"/>
                </a:solidFill>
                <a:latin typeface="Yu Gothic"/>
                <a:ea typeface="Yu Gothic"/>
                <a:cs typeface="Yu Gothic"/>
              </a:defRPr>
            </a:lvl6pPr>
            <a:lvl7pPr algn="ctr">
              <a:defRPr sz="1725" b="1">
                <a:solidFill>
                  <a:srgbClr val="9FA9B9"/>
                </a:solidFill>
                <a:latin typeface="Yu Gothic"/>
                <a:ea typeface="Yu Gothic"/>
                <a:cs typeface="Yu Gothic"/>
              </a:defRPr>
            </a:lvl7pPr>
            <a:lvl8pPr algn="ctr">
              <a:defRPr sz="1725" b="1">
                <a:solidFill>
                  <a:srgbClr val="9FA9B9"/>
                </a:solidFill>
                <a:latin typeface="Yu Gothic"/>
                <a:ea typeface="Yu Gothic"/>
                <a:cs typeface="Yu Gothic"/>
              </a:defRPr>
            </a:lvl8pPr>
            <a:lvl9pPr algn="ctr">
              <a:defRPr sz="1725" b="1">
                <a:solidFill>
                  <a:srgbClr val="9FA9B9"/>
                </a:solidFill>
                <a:latin typeface="Yu Gothic"/>
                <a:ea typeface="Yu Gothic"/>
                <a:cs typeface="Yu Gothic"/>
              </a:defRPr>
            </a:lvl9pPr>
          </a:lstStyle>
          <a:p xmlns:a="http://schemas.openxmlformats.org/drawingml/2006/main">
            <a:pPr algn="ctr">
              <a:defRPr sz="1725" b="1">
                <a:solidFill>
                  <a:srgbClr val="9FA9B9"/>
                </a:solidFill>
                <a:latin typeface="Yu Gothic"/>
                <a:ea typeface="Yu Gothic"/>
                <a:cs typeface="Yu Gothic"/>
              </a:defRPr>
            </a:pPr>
            <a:r>
              <a:rPr sz="1725" b="1">
                <a:solidFill>
                  <a:srgbClr val="9FA9B9"/>
                </a:solidFill>
                <a:latin typeface="Yu Gothic"/>
                <a:ea typeface="Yu Gothic"/>
                <a:cs typeface="Yu Gothic"/>
              </a:rPr>
              <a:t>SD制御</a:t>
            </a:r>
          </a:p>
        </p:txBody>
      </p:sp>
      <p:sp>
        <p:nvSpPr>
          <p:cNvPr id="37" name="wire-790">
            <a:extLst xmlns:a="http://schemas.openxmlformats.org/drawingml/2006/main">
              <a:ext uri="{FF2B5EF4-FFF2-40B4-BE49-F238E27FC236}">
                <a16:creationId xmlns:a16="http://schemas.microsoft.com/office/drawing/2014/main" id="{0D9E4B77-E500-44B5-91F4-597600F89F3B}"/>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9FA9B9"/>
            </a:solidFill>
          </a:ln>
        </p:spPr>
      </p:sp>
      <p:sp>
        <p:nvSpPr>
          <p:cNvPr id="38" name="circuit-791">
            <a:extLst xmlns:a="http://schemas.openxmlformats.org/drawingml/2006/main">
              <a:ext uri="{FF2B5EF4-FFF2-40B4-BE49-F238E27FC236}">
                <a16:creationId xmlns:a16="http://schemas.microsoft.com/office/drawing/2014/main" id="{FEBB9228-A304-47B7-9DCC-F75723C644BA}"/>
              </a:ext>
            </a:extLst>
          </p:cNvPr>
          <p:cNvSpPr>
            <a:spLocks xmlns:a="http://schemas.openxmlformats.org/drawingml/2006/main" noGrp="1"/>
          </p:cNvSpPr>
          <p:nvPr/>
        </p:nvSpPr>
        <p:spPr>
          <a:xfrm xmlns:a="http://schemas.openxmlformats.org/drawingml/2006/main">
            <a:off x="993457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39" name="wire-792">
            <a:extLst xmlns:a="http://schemas.openxmlformats.org/drawingml/2006/main">
              <a:ext uri="{FF2B5EF4-FFF2-40B4-BE49-F238E27FC236}">
                <a16:creationId xmlns:a16="http://schemas.microsoft.com/office/drawing/2014/main" id="{6380C4E6-29E8-4BB4-9BDE-EB1E9A74D41E}"/>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9FA9B9"/>
            </a:solidFill>
          </a:ln>
        </p:spPr>
      </p:sp>
      <p:sp>
        <p:nvSpPr>
          <p:cNvPr id="40" name="circuit-793">
            <a:extLst xmlns:a="http://schemas.openxmlformats.org/drawingml/2006/main">
              <a:ext uri="{FF2B5EF4-FFF2-40B4-BE49-F238E27FC236}">
                <a16:creationId xmlns:a16="http://schemas.microsoft.com/office/drawing/2014/main" id="{43634DDA-1083-4E34-9DD4-189C37072274}"/>
              </a:ext>
            </a:extLst>
          </p:cNvPr>
          <p:cNvSpPr>
            <a:spLocks xmlns:a="http://schemas.openxmlformats.org/drawingml/2006/main" noGrp="1"/>
          </p:cNvSpPr>
          <p:nvPr/>
        </p:nvSpPr>
        <p:spPr>
          <a:xfrm xmlns:a="http://schemas.openxmlformats.org/drawingml/2006/main">
            <a:off x="95631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41" name="wire-794">
            <a:extLst xmlns:a="http://schemas.openxmlformats.org/drawingml/2006/main">
              <a:ext uri="{FF2B5EF4-FFF2-40B4-BE49-F238E27FC236}">
                <a16:creationId xmlns:a16="http://schemas.microsoft.com/office/drawing/2014/main" id="{CD09272C-E6FC-43EB-AE23-58DDD30B8D8F}"/>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9FA9B9"/>
            </a:solidFill>
          </a:ln>
        </p:spPr>
      </p:sp>
      <p:sp>
        <p:nvSpPr>
          <p:cNvPr id="42" name="circuit-795">
            <a:extLst xmlns:a="http://schemas.openxmlformats.org/drawingml/2006/main">
              <a:ext uri="{FF2B5EF4-FFF2-40B4-BE49-F238E27FC236}">
                <a16:creationId xmlns:a16="http://schemas.microsoft.com/office/drawing/2014/main" id="{514E0C77-CC06-4852-A5A5-AAC0BDF15AD6}"/>
              </a:ext>
            </a:extLst>
          </p:cNvPr>
          <p:cNvSpPr>
            <a:spLocks xmlns:a="http://schemas.openxmlformats.org/drawingml/2006/main" noGrp="1"/>
          </p:cNvSpPr>
          <p:nvPr/>
        </p:nvSpPr>
        <p:spPr>
          <a:xfrm xmlns:a="http://schemas.openxmlformats.org/drawingml/2006/main">
            <a:off x="808672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43" name="wire-796">
            <a:extLst xmlns:a="http://schemas.openxmlformats.org/drawingml/2006/main">
              <a:ext uri="{FF2B5EF4-FFF2-40B4-BE49-F238E27FC236}">
                <a16:creationId xmlns:a16="http://schemas.microsoft.com/office/drawing/2014/main" id="{C6C0C7C0-E47E-4575-B825-51A48FE8D197}"/>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9FA9B9"/>
            </a:solidFill>
          </a:ln>
        </p:spPr>
      </p:sp>
      <p:sp>
        <p:nvSpPr>
          <p:cNvPr id="44" name="circuit-797">
            <a:extLst xmlns:a="http://schemas.openxmlformats.org/drawingml/2006/main">
              <a:ext uri="{FF2B5EF4-FFF2-40B4-BE49-F238E27FC236}">
                <a16:creationId xmlns:a16="http://schemas.microsoft.com/office/drawing/2014/main" id="{29BCA879-7B4A-428B-BE3F-B1C8EC1CDC01}"/>
              </a:ext>
            </a:extLst>
          </p:cNvPr>
          <p:cNvSpPr>
            <a:spLocks xmlns:a="http://schemas.openxmlformats.org/drawingml/2006/main" noGrp="1"/>
          </p:cNvSpPr>
          <p:nvPr/>
        </p:nvSpPr>
        <p:spPr>
          <a:xfrm xmlns:a="http://schemas.openxmlformats.org/drawingml/2006/main">
            <a:off x="79248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45" name="board-stable-gpu">
            <a:extLst xmlns:a="http://schemas.openxmlformats.org/drawingml/2006/main">
              <a:ext uri="{FF2B5EF4-FFF2-40B4-BE49-F238E27FC236}">
                <a16:creationId xmlns:a16="http://schemas.microsoft.com/office/drawing/2014/main" id="{1AD8F224-4F32-48A5-A09B-C04B7981276F}"/>
              </a:ext>
            </a:extLst>
          </p:cNvPr>
          <p:cNvSpPr>
            <a:spLocks xmlns:a="http://schemas.openxmlformats.org/drawingml/2006/main" noGrp="1"/>
          </p:cNvSpPr>
          <p:nvPr/>
        </p:nvSpPr>
        <p:spPr>
          <a:xfrm xmlns:a="http://schemas.openxmlformats.org/drawingml/2006/main">
            <a:off x="8162925" y="4791075"/>
            <a:ext cx="1400175" cy="4476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46" name="text-799">
            <a:extLst xmlns:a="http://schemas.openxmlformats.org/drawingml/2006/main">
              <a:ext uri="{FF2B5EF4-FFF2-40B4-BE49-F238E27FC236}">
                <a16:creationId xmlns:a16="http://schemas.microsoft.com/office/drawing/2014/main" id="{D395DC4D-58D4-4A73-A009-58A87709BBA4}"/>
              </a:ext>
            </a:extLst>
          </p:cNvPr>
          <p:cNvSpPr>
            <a:spLocks xmlns:a="http://schemas.openxmlformats.org/drawingml/2006/main" noGrp="1"/>
          </p:cNvSpPr>
          <p:nvPr/>
        </p:nvSpPr>
        <p:spPr>
          <a:xfrm xmlns:a="http://schemas.openxmlformats.org/drawingml/2006/main">
            <a:off x="8239125" y="4848225"/>
            <a:ext cx="1247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描画回路</a:t>
            </a:r>
          </a:p>
        </p:txBody>
      </p:sp>
      <p:sp>
        <p:nvSpPr>
          <p:cNvPr id="47" name="wire-800">
            <a:extLst xmlns:a="http://schemas.openxmlformats.org/drawingml/2006/main">
              <a:ext uri="{FF2B5EF4-FFF2-40B4-BE49-F238E27FC236}">
                <a16:creationId xmlns:a16="http://schemas.microsoft.com/office/drawing/2014/main" id="{19FADEC4-9917-4909-AD51-42A40F098F73}"/>
              </a:ext>
            </a:extLst>
          </p:cNvPr>
          <p:cNvSpPr>
            <a:spLocks xmlns:a="http://schemas.openxmlformats.org/drawingml/2006/main" noGrp="1"/>
          </p:cNvSpPr>
          <p:nvPr/>
        </p:nvSpPr>
        <p:spPr>
          <a:xfrm xmlns:a="http://schemas.openxmlformats.org/drawingml/2006/main">
            <a:off x="7924800" y="50101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48" name="circuit-801">
            <a:extLst xmlns:a="http://schemas.openxmlformats.org/drawingml/2006/main">
              <a:ext uri="{FF2B5EF4-FFF2-40B4-BE49-F238E27FC236}">
                <a16:creationId xmlns:a16="http://schemas.microsoft.com/office/drawing/2014/main" id="{461AD0A0-4390-42B0-A175-E4D2E769F1E3}"/>
              </a:ext>
            </a:extLst>
          </p:cNvPr>
          <p:cNvSpPr>
            <a:spLocks xmlns:a="http://schemas.openxmlformats.org/drawingml/2006/main" noGrp="1"/>
          </p:cNvSpPr>
          <p:nvPr/>
        </p:nvSpPr>
        <p:spPr>
          <a:xfrm xmlns:a="http://schemas.openxmlformats.org/drawingml/2006/main">
            <a:off x="8086725" y="497871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9" name="board-stable-display">
            <a:extLst xmlns:a="http://schemas.openxmlformats.org/drawingml/2006/main">
              <a:ext uri="{FF2B5EF4-FFF2-40B4-BE49-F238E27FC236}">
                <a16:creationId xmlns:a16="http://schemas.microsoft.com/office/drawing/2014/main" id="{49E77B5A-14C6-41AE-B8F5-7172B6CC1AF4}"/>
              </a:ext>
            </a:extLst>
          </p:cNvPr>
          <p:cNvSpPr>
            <a:spLocks xmlns:a="http://schemas.openxmlformats.org/drawingml/2006/main" noGrp="1"/>
          </p:cNvSpPr>
          <p:nvPr/>
        </p:nvSpPr>
        <p:spPr>
          <a:xfrm xmlns:a="http://schemas.openxmlformats.org/drawingml/2006/main">
            <a:off x="8162925" y="5391150"/>
            <a:ext cx="1400175" cy="333375"/>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50" name="text-803">
            <a:extLst xmlns:a="http://schemas.openxmlformats.org/drawingml/2006/main">
              <a:ext uri="{FF2B5EF4-FFF2-40B4-BE49-F238E27FC236}">
                <a16:creationId xmlns:a16="http://schemas.microsoft.com/office/drawing/2014/main" id="{810D3034-E2C9-49C3-AFA5-91BAF330473A}"/>
              </a:ext>
            </a:extLst>
          </p:cNvPr>
          <p:cNvSpPr>
            <a:spLocks xmlns:a="http://schemas.openxmlformats.org/drawingml/2006/main" noGrp="1"/>
          </p:cNvSpPr>
          <p:nvPr/>
        </p:nvSpPr>
        <p:spPr>
          <a:xfrm xmlns:a="http://schemas.openxmlformats.org/drawingml/2006/main">
            <a:off x="8239125" y="5448300"/>
            <a:ext cx="12477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表示回路</a:t>
            </a:r>
          </a:p>
        </p:txBody>
      </p:sp>
      <p:sp>
        <p:nvSpPr>
          <p:cNvPr id="51" name="wire-804">
            <a:extLst xmlns:a="http://schemas.openxmlformats.org/drawingml/2006/main">
              <a:ext uri="{FF2B5EF4-FFF2-40B4-BE49-F238E27FC236}">
                <a16:creationId xmlns:a16="http://schemas.microsoft.com/office/drawing/2014/main" id="{590C9280-D042-41CD-9140-55A0DDE808C5}"/>
              </a:ext>
            </a:extLst>
          </p:cNvPr>
          <p:cNvSpPr>
            <a:spLocks xmlns:a="http://schemas.openxmlformats.org/drawingml/2006/main" noGrp="1"/>
          </p:cNvSpPr>
          <p:nvPr/>
        </p:nvSpPr>
        <p:spPr>
          <a:xfrm xmlns:a="http://schemas.openxmlformats.org/drawingml/2006/main">
            <a:off x="9563100" y="550545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52" name="circuit-805">
            <a:extLst xmlns:a="http://schemas.openxmlformats.org/drawingml/2006/main">
              <a:ext uri="{FF2B5EF4-FFF2-40B4-BE49-F238E27FC236}">
                <a16:creationId xmlns:a16="http://schemas.microsoft.com/office/drawing/2014/main" id="{E0E46194-F50E-437F-AEBB-6BD97C70FFB9}"/>
              </a:ext>
            </a:extLst>
          </p:cNvPr>
          <p:cNvSpPr>
            <a:spLocks xmlns:a="http://schemas.openxmlformats.org/drawingml/2006/main" noGrp="1"/>
          </p:cNvSpPr>
          <p:nvPr/>
        </p:nvSpPr>
        <p:spPr>
          <a:xfrm xmlns:a="http://schemas.openxmlformats.org/drawingml/2006/main">
            <a:off x="9934575" y="547401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3" name="text-806">
            <a:extLst xmlns:a="http://schemas.openxmlformats.org/drawingml/2006/main">
              <a:ext uri="{FF2B5EF4-FFF2-40B4-BE49-F238E27FC236}">
                <a16:creationId xmlns:a16="http://schemas.microsoft.com/office/drawing/2014/main" id="{6EA4E561-ADF3-4D32-859C-E123F0C5167C}"/>
              </a:ext>
            </a:extLst>
          </p:cNvPr>
          <p:cNvSpPr>
            <a:spLocks xmlns:a="http://schemas.openxmlformats.org/drawingml/2006/main" noGrp="1"/>
          </p:cNvSpPr>
          <p:nvPr/>
        </p:nvSpPr>
        <p:spPr>
          <a:xfrm xmlns:a="http://schemas.openxmlformats.org/drawingml/2006/main">
            <a:off x="3390900" y="2838450"/>
            <a:ext cx="3562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Yu Gothic"/>
                <a:ea typeface="Yu Gothic"/>
                <a:cs typeface="Yu Gothic"/>
              </a:defRPr>
            </a:defPPr>
            <a:lvl1pPr algn="l">
              <a:defRPr sz="1275" b="1">
                <a:solidFill>
                  <a:srgbClr val="231F20"/>
                </a:solidFill>
                <a:latin typeface="Yu Gothic"/>
                <a:ea typeface="Yu Gothic"/>
                <a:cs typeface="Yu Gothic"/>
              </a:defRPr>
            </a:lvl1pPr>
            <a:lvl2pPr algn="l">
              <a:defRPr sz="1275" b="1">
                <a:solidFill>
                  <a:srgbClr val="231F20"/>
                </a:solidFill>
                <a:latin typeface="Yu Gothic"/>
                <a:ea typeface="Yu Gothic"/>
                <a:cs typeface="Yu Gothic"/>
              </a:defRPr>
            </a:lvl2pPr>
            <a:lvl3pPr algn="l">
              <a:defRPr sz="1275" b="1">
                <a:solidFill>
                  <a:srgbClr val="231F20"/>
                </a:solidFill>
                <a:latin typeface="Yu Gothic"/>
                <a:ea typeface="Yu Gothic"/>
                <a:cs typeface="Yu Gothic"/>
              </a:defRPr>
            </a:lvl3pPr>
            <a:lvl4pPr algn="l">
              <a:defRPr sz="1275" b="1">
                <a:solidFill>
                  <a:srgbClr val="231F20"/>
                </a:solidFill>
                <a:latin typeface="Yu Gothic"/>
                <a:ea typeface="Yu Gothic"/>
                <a:cs typeface="Yu Gothic"/>
              </a:defRPr>
            </a:lvl4pPr>
            <a:lvl5pPr algn="l">
              <a:defRPr sz="1275" b="1">
                <a:solidFill>
                  <a:srgbClr val="231F20"/>
                </a:solidFill>
                <a:latin typeface="Yu Gothic"/>
                <a:ea typeface="Yu Gothic"/>
                <a:cs typeface="Yu Gothic"/>
              </a:defRPr>
            </a:lvl5pPr>
            <a:lvl6pPr algn="l">
              <a:defRPr sz="1275" b="1">
                <a:solidFill>
                  <a:srgbClr val="231F20"/>
                </a:solidFill>
                <a:latin typeface="Yu Gothic"/>
                <a:ea typeface="Yu Gothic"/>
                <a:cs typeface="Yu Gothic"/>
              </a:defRPr>
            </a:lvl6pPr>
            <a:lvl7pPr algn="l">
              <a:defRPr sz="1275" b="1">
                <a:solidFill>
                  <a:srgbClr val="231F20"/>
                </a:solidFill>
                <a:latin typeface="Yu Gothic"/>
                <a:ea typeface="Yu Gothic"/>
                <a:cs typeface="Yu Gothic"/>
              </a:defRPr>
            </a:lvl7pPr>
            <a:lvl8pPr algn="l">
              <a:defRPr sz="1275" b="1">
                <a:solidFill>
                  <a:srgbClr val="231F20"/>
                </a:solidFill>
                <a:latin typeface="Yu Gothic"/>
                <a:ea typeface="Yu Gothic"/>
                <a:cs typeface="Yu Gothic"/>
              </a:defRPr>
            </a:lvl8pPr>
            <a:lvl9pPr algn="l">
              <a:defRPr sz="1275" b="1">
                <a:solidFill>
                  <a:srgbClr val="231F20"/>
                </a:solidFill>
                <a:latin typeface="Yu Gothic"/>
                <a:ea typeface="Yu Gothic"/>
                <a:cs typeface="Yu Gothic"/>
              </a:defRPr>
            </a:lvl9pPr>
          </a:lstStyle>
          <a:p xmlns:a="http://schemas.openxmlformats.org/drawingml/2006/main">
            <a:pPr algn="l">
              <a:defRPr sz="1275" b="1">
                <a:solidFill>
                  <a:srgbClr val="231F20"/>
                </a:solidFill>
                <a:latin typeface="Yu Gothic"/>
                <a:ea typeface="Yu Gothic"/>
                <a:cs typeface="Yu Gothic"/>
              </a:defRPr>
            </a:pPr>
            <a:r>
              <a:rPr sz="1275" b="1">
                <a:solidFill>
                  <a:srgbClr val="231F20"/>
                </a:solidFill>
                <a:latin typeface="Yu Gothic"/>
                <a:ea typeface="Yu Gothic"/>
                <a:cs typeface="Yu Gothic"/>
              </a:rPr>
              <a:t>命令から取り出す内容</a:t>
            </a:r>
          </a:p>
        </p:txBody>
      </p:sp>
      <p:sp>
        <p:nvSpPr>
          <p:cNvPr id="54" name="block-807">
            <a:extLst xmlns:a="http://schemas.openxmlformats.org/drawingml/2006/main">
              <a:ext uri="{FF2B5EF4-FFF2-40B4-BE49-F238E27FC236}">
                <a16:creationId xmlns:a16="http://schemas.microsoft.com/office/drawing/2014/main" id="{C23151A1-612E-4D66-86AC-C3D5E2B0F7C5}"/>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5" name="text-808">
            <a:extLst xmlns:a="http://schemas.openxmlformats.org/drawingml/2006/main">
              <a:ext uri="{FF2B5EF4-FFF2-40B4-BE49-F238E27FC236}">
                <a16:creationId xmlns:a16="http://schemas.microsoft.com/office/drawing/2014/main" id="{6A1EA1E6-DBA0-4311-92EC-6602015C6428}"/>
              </a:ext>
            </a:extLst>
          </p:cNvPr>
          <p:cNvSpPr>
            <a:spLocks xmlns:a="http://schemas.openxmlformats.org/drawingml/2006/main" noGrp="1"/>
          </p:cNvSpPr>
          <p:nvPr/>
        </p:nvSpPr>
        <p:spPr>
          <a:xfrm xmlns:a="http://schemas.openxmlformats.org/drawingml/2006/main">
            <a:off x="3419475" y="3048000"/>
            <a:ext cx="12573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Yu Gothic"/>
                <a:ea typeface="Yu Gothic"/>
                <a:cs typeface="Yu Gothic"/>
              </a:defRPr>
            </a:defPPr>
            <a:lvl1pPr algn="ctr">
              <a:defRPr sz="1200" b="0">
                <a:solidFill>
                  <a:srgbClr val="9FA9B9"/>
                </a:solidFill>
                <a:latin typeface="Yu Gothic"/>
                <a:ea typeface="Yu Gothic"/>
                <a:cs typeface="Yu Gothic"/>
              </a:defRPr>
            </a:lvl1pPr>
            <a:lvl2pPr algn="ctr">
              <a:defRPr sz="1200" b="0">
                <a:solidFill>
                  <a:srgbClr val="9FA9B9"/>
                </a:solidFill>
                <a:latin typeface="Yu Gothic"/>
                <a:ea typeface="Yu Gothic"/>
                <a:cs typeface="Yu Gothic"/>
              </a:defRPr>
            </a:lvl2pPr>
            <a:lvl3pPr algn="ctr">
              <a:defRPr sz="1200" b="0">
                <a:solidFill>
                  <a:srgbClr val="9FA9B9"/>
                </a:solidFill>
                <a:latin typeface="Yu Gothic"/>
                <a:ea typeface="Yu Gothic"/>
                <a:cs typeface="Yu Gothic"/>
              </a:defRPr>
            </a:lvl3pPr>
            <a:lvl4pPr algn="ctr">
              <a:defRPr sz="1200" b="0">
                <a:solidFill>
                  <a:srgbClr val="9FA9B9"/>
                </a:solidFill>
                <a:latin typeface="Yu Gothic"/>
                <a:ea typeface="Yu Gothic"/>
                <a:cs typeface="Yu Gothic"/>
              </a:defRPr>
            </a:lvl4pPr>
            <a:lvl5pPr algn="ctr">
              <a:defRPr sz="1200" b="0">
                <a:solidFill>
                  <a:srgbClr val="9FA9B9"/>
                </a:solidFill>
                <a:latin typeface="Yu Gothic"/>
                <a:ea typeface="Yu Gothic"/>
                <a:cs typeface="Yu Gothic"/>
              </a:defRPr>
            </a:lvl5pPr>
            <a:lvl6pPr algn="ctr">
              <a:defRPr sz="1200" b="0">
                <a:solidFill>
                  <a:srgbClr val="9FA9B9"/>
                </a:solidFill>
                <a:latin typeface="Yu Gothic"/>
                <a:ea typeface="Yu Gothic"/>
                <a:cs typeface="Yu Gothic"/>
              </a:defRPr>
            </a:lvl6pPr>
            <a:lvl7pPr algn="ctr">
              <a:defRPr sz="1200" b="0">
                <a:solidFill>
                  <a:srgbClr val="9FA9B9"/>
                </a:solidFill>
                <a:latin typeface="Yu Gothic"/>
                <a:ea typeface="Yu Gothic"/>
                <a:cs typeface="Yu Gothic"/>
              </a:defRPr>
            </a:lvl7pPr>
            <a:lvl8pPr algn="ctr">
              <a:defRPr sz="1200" b="0">
                <a:solidFill>
                  <a:srgbClr val="9FA9B9"/>
                </a:solidFill>
                <a:latin typeface="Yu Gothic"/>
                <a:ea typeface="Yu Gothic"/>
                <a:cs typeface="Yu Gothic"/>
              </a:defRPr>
            </a:lvl8pPr>
            <a:lvl9pPr algn="ctr">
              <a:defRPr sz="1200" b="0">
                <a:solidFill>
                  <a:srgbClr val="9FA9B9"/>
                </a:solidFill>
                <a:latin typeface="Yu Gothic"/>
                <a:ea typeface="Yu Gothic"/>
                <a:cs typeface="Yu Gothic"/>
              </a:defRPr>
            </a:lvl9pPr>
          </a:lstStyle>
          <a:p xmlns:a="http://schemas.openxmlformats.org/drawingml/2006/main">
            <a:pPr algn="ctr">
              <a:defRPr sz="1200" b="0">
                <a:solidFill>
                  <a:srgbClr val="9FA9B9"/>
                </a:solidFill>
                <a:latin typeface="Yu Gothic"/>
                <a:ea typeface="Yu Gothic"/>
                <a:cs typeface="Yu Gothic"/>
              </a:defRPr>
            </a:pPr>
            <a:r>
              <a:rPr sz="1200" b="0">
                <a:solidFill>
                  <a:srgbClr val="9FA9B9"/>
                </a:solidFill>
                <a:latin typeface="Yu Gothic"/>
                <a:ea typeface="Yu Gothic"/>
                <a:cs typeface="Yu Gothic"/>
              </a:rPr>
              <a:t>即値</a:t>
            </a:r>
          </a:p>
        </p:txBody>
      </p:sp>
      <p:sp>
        <p:nvSpPr>
          <p:cNvPr id="56" name="text-809">
            <a:extLst xmlns:a="http://schemas.openxmlformats.org/drawingml/2006/main">
              <a:ext uri="{FF2B5EF4-FFF2-40B4-BE49-F238E27FC236}">
                <a16:creationId xmlns:a16="http://schemas.microsoft.com/office/drawing/2014/main" id="{E7F6A113-7C2C-4200-BC18-7AC284A1A577}"/>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数値</a:t>
            </a:r>
          </a:p>
        </p:txBody>
      </p:sp>
      <p:sp>
        <p:nvSpPr>
          <p:cNvPr id="57" name="block-810">
            <a:extLst xmlns:a="http://schemas.openxmlformats.org/drawingml/2006/main">
              <a:ext uri="{FF2B5EF4-FFF2-40B4-BE49-F238E27FC236}">
                <a16:creationId xmlns:a16="http://schemas.microsoft.com/office/drawing/2014/main" id="{F844255A-82D5-457B-BF64-EE74D0767375}"/>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8" name="text-811">
            <a:extLst xmlns:a="http://schemas.openxmlformats.org/drawingml/2006/main">
              <a:ext uri="{FF2B5EF4-FFF2-40B4-BE49-F238E27FC236}">
                <a16:creationId xmlns:a16="http://schemas.microsoft.com/office/drawing/2014/main" id="{D8E10212-E9EF-4994-A2AC-8478905649D2}"/>
              </a:ext>
            </a:extLst>
          </p:cNvPr>
          <p:cNvSpPr>
            <a:spLocks xmlns:a="http://schemas.openxmlformats.org/drawingml/2006/main" noGrp="1"/>
          </p:cNvSpPr>
          <p:nvPr/>
        </p:nvSpPr>
        <p:spPr>
          <a:xfrm xmlns:a="http://schemas.openxmlformats.org/drawingml/2006/main">
            <a:off x="467677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Arial"/>
                <a:ea typeface="Arial"/>
                <a:cs typeface="Arial"/>
              </a:defRPr>
            </a:defPPr>
            <a:lvl1pPr algn="ctr">
              <a:defRPr sz="1200" b="0">
                <a:solidFill>
                  <a:srgbClr val="9FA9B9"/>
                </a:solidFill>
                <a:latin typeface="Arial"/>
                <a:ea typeface="Arial"/>
                <a:cs typeface="Arial"/>
              </a:defRPr>
            </a:lvl1pPr>
            <a:lvl2pPr algn="ctr">
              <a:defRPr sz="1200" b="0">
                <a:solidFill>
                  <a:srgbClr val="9FA9B9"/>
                </a:solidFill>
                <a:latin typeface="Arial"/>
                <a:ea typeface="Arial"/>
                <a:cs typeface="Arial"/>
              </a:defRPr>
            </a:lvl2pPr>
            <a:lvl3pPr algn="ctr">
              <a:defRPr sz="1200" b="0">
                <a:solidFill>
                  <a:srgbClr val="9FA9B9"/>
                </a:solidFill>
                <a:latin typeface="Arial"/>
                <a:ea typeface="Arial"/>
                <a:cs typeface="Arial"/>
              </a:defRPr>
            </a:lvl3pPr>
            <a:lvl4pPr algn="ctr">
              <a:defRPr sz="1200" b="0">
                <a:solidFill>
                  <a:srgbClr val="9FA9B9"/>
                </a:solidFill>
                <a:latin typeface="Arial"/>
                <a:ea typeface="Arial"/>
                <a:cs typeface="Arial"/>
              </a:defRPr>
            </a:lvl4pPr>
            <a:lvl5pPr algn="ctr">
              <a:defRPr sz="1200" b="0">
                <a:solidFill>
                  <a:srgbClr val="9FA9B9"/>
                </a:solidFill>
                <a:latin typeface="Arial"/>
                <a:ea typeface="Arial"/>
                <a:cs typeface="Arial"/>
              </a:defRPr>
            </a:lvl5pPr>
            <a:lvl6pPr algn="ctr">
              <a:defRPr sz="1200" b="0">
                <a:solidFill>
                  <a:srgbClr val="9FA9B9"/>
                </a:solidFill>
                <a:latin typeface="Arial"/>
                <a:ea typeface="Arial"/>
                <a:cs typeface="Arial"/>
              </a:defRPr>
            </a:lvl6pPr>
            <a:lvl7pPr algn="ctr">
              <a:defRPr sz="1200" b="0">
                <a:solidFill>
                  <a:srgbClr val="9FA9B9"/>
                </a:solidFill>
                <a:latin typeface="Arial"/>
                <a:ea typeface="Arial"/>
                <a:cs typeface="Arial"/>
              </a:defRPr>
            </a:lvl7pPr>
            <a:lvl8pPr algn="ctr">
              <a:defRPr sz="1200" b="0">
                <a:solidFill>
                  <a:srgbClr val="9FA9B9"/>
                </a:solidFill>
                <a:latin typeface="Arial"/>
                <a:ea typeface="Arial"/>
                <a:cs typeface="Arial"/>
              </a:defRPr>
            </a:lvl8pPr>
            <a:lvl9pPr algn="ctr">
              <a:defRPr sz="1200" b="0">
                <a:solidFill>
                  <a:srgbClr val="9FA9B9"/>
                </a:solidFill>
                <a:latin typeface="Arial"/>
                <a:ea typeface="Arial"/>
                <a:cs typeface="Arial"/>
              </a:defRPr>
            </a:lvl9pPr>
          </a:lstStyle>
          <a:p xmlns:a="http://schemas.openxmlformats.org/drawingml/2006/main">
            <a:pPr algn="ctr">
              <a:defRPr sz="1200" b="0">
                <a:solidFill>
                  <a:srgbClr val="9FA9B9"/>
                </a:solidFill>
                <a:latin typeface="Arial"/>
                <a:ea typeface="Arial"/>
                <a:cs typeface="Arial"/>
              </a:defRPr>
            </a:pPr>
            <a:r>
              <a:rPr sz="1200" b="0">
                <a:solidFill>
                  <a:srgbClr val="9FA9B9"/>
                </a:solidFill>
                <a:latin typeface="Arial"/>
                <a:ea typeface="Arial"/>
                <a:cs typeface="Arial"/>
              </a:rPr>
              <a:t>A1</a:t>
            </a:r>
          </a:p>
        </p:txBody>
      </p:sp>
      <p:sp>
        <p:nvSpPr>
          <p:cNvPr id="59" name="text-812">
            <a:extLst xmlns:a="http://schemas.openxmlformats.org/drawingml/2006/main">
              <a:ext uri="{FF2B5EF4-FFF2-40B4-BE49-F238E27FC236}">
                <a16:creationId xmlns:a16="http://schemas.microsoft.com/office/drawing/2014/main" id="{E902B29F-1EE5-44E0-81EE-32D7BC8E33A6}"/>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番号</a:t>
            </a:r>
          </a:p>
        </p:txBody>
      </p:sp>
      <p:sp>
        <p:nvSpPr>
          <p:cNvPr id="60" name="block-813">
            <a:extLst xmlns:a="http://schemas.openxmlformats.org/drawingml/2006/main">
              <a:ext uri="{FF2B5EF4-FFF2-40B4-BE49-F238E27FC236}">
                <a16:creationId xmlns:a16="http://schemas.microsoft.com/office/drawing/2014/main" id="{B60B97E1-DC3F-4958-BEB0-3B6125C01CCD}"/>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1" name="text-814">
            <a:extLst xmlns:a="http://schemas.openxmlformats.org/drawingml/2006/main">
              <a:ext uri="{FF2B5EF4-FFF2-40B4-BE49-F238E27FC236}">
                <a16:creationId xmlns:a16="http://schemas.microsoft.com/office/drawing/2014/main" id="{7E34E8A8-E69D-4CFE-BB0F-B9573320BBD5}"/>
              </a:ext>
            </a:extLst>
          </p:cNvPr>
          <p:cNvSpPr>
            <a:spLocks xmlns:a="http://schemas.openxmlformats.org/drawingml/2006/main" noGrp="1"/>
          </p:cNvSpPr>
          <p:nvPr/>
        </p:nvSpPr>
        <p:spPr>
          <a:xfrm xmlns:a="http://schemas.openxmlformats.org/drawingml/2006/main">
            <a:off x="5267325" y="3048000"/>
            <a:ext cx="10287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Arial"/>
                <a:ea typeface="Arial"/>
                <a:cs typeface="Arial"/>
              </a:defRPr>
            </a:defPPr>
            <a:lvl1pPr algn="ctr">
              <a:defRPr sz="1200" b="0">
                <a:solidFill>
                  <a:srgbClr val="9FA9B9"/>
                </a:solidFill>
                <a:latin typeface="Arial"/>
                <a:ea typeface="Arial"/>
                <a:cs typeface="Arial"/>
              </a:defRPr>
            </a:lvl1pPr>
            <a:lvl2pPr algn="ctr">
              <a:defRPr sz="1200" b="0">
                <a:solidFill>
                  <a:srgbClr val="9FA9B9"/>
                </a:solidFill>
                <a:latin typeface="Arial"/>
                <a:ea typeface="Arial"/>
                <a:cs typeface="Arial"/>
              </a:defRPr>
            </a:lvl2pPr>
            <a:lvl3pPr algn="ctr">
              <a:defRPr sz="1200" b="0">
                <a:solidFill>
                  <a:srgbClr val="9FA9B9"/>
                </a:solidFill>
                <a:latin typeface="Arial"/>
                <a:ea typeface="Arial"/>
                <a:cs typeface="Arial"/>
              </a:defRPr>
            </a:lvl3pPr>
            <a:lvl4pPr algn="ctr">
              <a:defRPr sz="1200" b="0">
                <a:solidFill>
                  <a:srgbClr val="9FA9B9"/>
                </a:solidFill>
                <a:latin typeface="Arial"/>
                <a:ea typeface="Arial"/>
                <a:cs typeface="Arial"/>
              </a:defRPr>
            </a:lvl4pPr>
            <a:lvl5pPr algn="ctr">
              <a:defRPr sz="1200" b="0">
                <a:solidFill>
                  <a:srgbClr val="9FA9B9"/>
                </a:solidFill>
                <a:latin typeface="Arial"/>
                <a:ea typeface="Arial"/>
                <a:cs typeface="Arial"/>
              </a:defRPr>
            </a:lvl5pPr>
            <a:lvl6pPr algn="ctr">
              <a:defRPr sz="1200" b="0">
                <a:solidFill>
                  <a:srgbClr val="9FA9B9"/>
                </a:solidFill>
                <a:latin typeface="Arial"/>
                <a:ea typeface="Arial"/>
                <a:cs typeface="Arial"/>
              </a:defRPr>
            </a:lvl6pPr>
            <a:lvl7pPr algn="ctr">
              <a:defRPr sz="1200" b="0">
                <a:solidFill>
                  <a:srgbClr val="9FA9B9"/>
                </a:solidFill>
                <a:latin typeface="Arial"/>
                <a:ea typeface="Arial"/>
                <a:cs typeface="Arial"/>
              </a:defRPr>
            </a:lvl7pPr>
            <a:lvl8pPr algn="ctr">
              <a:defRPr sz="1200" b="0">
                <a:solidFill>
                  <a:srgbClr val="9FA9B9"/>
                </a:solidFill>
                <a:latin typeface="Arial"/>
                <a:ea typeface="Arial"/>
                <a:cs typeface="Arial"/>
              </a:defRPr>
            </a:lvl8pPr>
            <a:lvl9pPr algn="ctr">
              <a:defRPr sz="1200" b="0">
                <a:solidFill>
                  <a:srgbClr val="9FA9B9"/>
                </a:solidFill>
                <a:latin typeface="Arial"/>
                <a:ea typeface="Arial"/>
                <a:cs typeface="Arial"/>
              </a:defRPr>
            </a:lvl9pPr>
          </a:lstStyle>
          <a:p xmlns:a="http://schemas.openxmlformats.org/drawingml/2006/main">
            <a:pPr algn="ctr">
              <a:defRPr sz="1200" b="0">
                <a:solidFill>
                  <a:srgbClr val="9FA9B9"/>
                </a:solidFill>
                <a:latin typeface="Arial"/>
                <a:ea typeface="Arial"/>
                <a:cs typeface="Arial"/>
              </a:defRPr>
            </a:pPr>
            <a:r>
              <a:rPr sz="1200" b="0">
                <a:solidFill>
                  <a:srgbClr val="9FA9B9"/>
                </a:solidFill>
                <a:latin typeface="Arial"/>
                <a:ea typeface="Arial"/>
                <a:cs typeface="Arial"/>
              </a:rPr>
              <a:t>A2</a:t>
            </a:r>
          </a:p>
        </p:txBody>
      </p:sp>
      <p:sp>
        <p:nvSpPr>
          <p:cNvPr id="62" name="text-815">
            <a:extLst xmlns:a="http://schemas.openxmlformats.org/drawingml/2006/main">
              <a:ext uri="{FF2B5EF4-FFF2-40B4-BE49-F238E27FC236}">
                <a16:creationId xmlns:a16="http://schemas.microsoft.com/office/drawing/2014/main" id="{10C49C79-CAD9-4D8B-B17B-6235D960E5B9}"/>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番号</a:t>
            </a:r>
          </a:p>
        </p:txBody>
      </p:sp>
      <p:sp>
        <p:nvSpPr>
          <p:cNvPr id="63" name="block-816">
            <a:extLst xmlns:a="http://schemas.openxmlformats.org/drawingml/2006/main">
              <a:ext uri="{FF2B5EF4-FFF2-40B4-BE49-F238E27FC236}">
                <a16:creationId xmlns:a16="http://schemas.microsoft.com/office/drawing/2014/main" id="{0E5225A8-291D-47A8-9D8A-2A57BA858E4B}"/>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4" name="text-817">
            <a:extLst xmlns:a="http://schemas.openxmlformats.org/drawingml/2006/main">
              <a:ext uri="{FF2B5EF4-FFF2-40B4-BE49-F238E27FC236}">
                <a16:creationId xmlns:a16="http://schemas.microsoft.com/office/drawing/2014/main" id="{1392B057-0E5C-4CD5-A796-4B6C3FF1A177}"/>
              </a:ext>
            </a:extLst>
          </p:cNvPr>
          <p:cNvSpPr>
            <a:spLocks xmlns:a="http://schemas.openxmlformats.org/drawingml/2006/main" noGrp="1"/>
          </p:cNvSpPr>
          <p:nvPr/>
        </p:nvSpPr>
        <p:spPr>
          <a:xfrm xmlns:a="http://schemas.openxmlformats.org/drawingml/2006/main">
            <a:off x="629602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9FA9B9"/>
                </a:solidFill>
                <a:latin typeface="Yu Gothic"/>
                <a:ea typeface="Yu Gothic"/>
                <a:cs typeface="Yu Gothic"/>
              </a:defRPr>
            </a:defPPr>
            <a:lvl1pPr algn="ctr">
              <a:defRPr sz="1200" b="0">
                <a:solidFill>
                  <a:srgbClr val="9FA9B9"/>
                </a:solidFill>
                <a:latin typeface="Yu Gothic"/>
                <a:ea typeface="Yu Gothic"/>
                <a:cs typeface="Yu Gothic"/>
              </a:defRPr>
            </a:lvl1pPr>
            <a:lvl2pPr algn="ctr">
              <a:defRPr sz="1200" b="0">
                <a:solidFill>
                  <a:srgbClr val="9FA9B9"/>
                </a:solidFill>
                <a:latin typeface="Yu Gothic"/>
                <a:ea typeface="Yu Gothic"/>
                <a:cs typeface="Yu Gothic"/>
              </a:defRPr>
            </a:lvl2pPr>
            <a:lvl3pPr algn="ctr">
              <a:defRPr sz="1200" b="0">
                <a:solidFill>
                  <a:srgbClr val="9FA9B9"/>
                </a:solidFill>
                <a:latin typeface="Yu Gothic"/>
                <a:ea typeface="Yu Gothic"/>
                <a:cs typeface="Yu Gothic"/>
              </a:defRPr>
            </a:lvl3pPr>
            <a:lvl4pPr algn="ctr">
              <a:defRPr sz="1200" b="0">
                <a:solidFill>
                  <a:srgbClr val="9FA9B9"/>
                </a:solidFill>
                <a:latin typeface="Yu Gothic"/>
                <a:ea typeface="Yu Gothic"/>
                <a:cs typeface="Yu Gothic"/>
              </a:defRPr>
            </a:lvl4pPr>
            <a:lvl5pPr algn="ctr">
              <a:defRPr sz="1200" b="0">
                <a:solidFill>
                  <a:srgbClr val="9FA9B9"/>
                </a:solidFill>
                <a:latin typeface="Yu Gothic"/>
                <a:ea typeface="Yu Gothic"/>
                <a:cs typeface="Yu Gothic"/>
              </a:defRPr>
            </a:lvl5pPr>
            <a:lvl6pPr algn="ctr">
              <a:defRPr sz="1200" b="0">
                <a:solidFill>
                  <a:srgbClr val="9FA9B9"/>
                </a:solidFill>
                <a:latin typeface="Yu Gothic"/>
                <a:ea typeface="Yu Gothic"/>
                <a:cs typeface="Yu Gothic"/>
              </a:defRPr>
            </a:lvl6pPr>
            <a:lvl7pPr algn="ctr">
              <a:defRPr sz="1200" b="0">
                <a:solidFill>
                  <a:srgbClr val="9FA9B9"/>
                </a:solidFill>
                <a:latin typeface="Yu Gothic"/>
                <a:ea typeface="Yu Gothic"/>
                <a:cs typeface="Yu Gothic"/>
              </a:defRPr>
            </a:lvl7pPr>
            <a:lvl8pPr algn="ctr">
              <a:defRPr sz="1200" b="0">
                <a:solidFill>
                  <a:srgbClr val="9FA9B9"/>
                </a:solidFill>
                <a:latin typeface="Yu Gothic"/>
                <a:ea typeface="Yu Gothic"/>
                <a:cs typeface="Yu Gothic"/>
              </a:defRPr>
            </a:lvl8pPr>
            <a:lvl9pPr algn="ctr">
              <a:defRPr sz="1200" b="0">
                <a:solidFill>
                  <a:srgbClr val="9FA9B9"/>
                </a:solidFill>
                <a:latin typeface="Yu Gothic"/>
                <a:ea typeface="Yu Gothic"/>
                <a:cs typeface="Yu Gothic"/>
              </a:defRPr>
            </a:lvl9pPr>
          </a:lstStyle>
          <a:p xmlns:a="http://schemas.openxmlformats.org/drawingml/2006/main">
            <a:pPr algn="ctr">
              <a:defRPr sz="1200" b="0">
                <a:solidFill>
                  <a:srgbClr val="9FA9B9"/>
                </a:solidFill>
                <a:latin typeface="Yu Gothic"/>
                <a:ea typeface="Yu Gothic"/>
                <a:cs typeface="Yu Gothic"/>
              </a:defRPr>
            </a:pPr>
            <a:r>
              <a:rPr sz="1200" b="0">
                <a:solidFill>
                  <a:srgbClr val="9FA9B9"/>
                </a:solidFill>
                <a:latin typeface="Yu Gothic"/>
                <a:ea typeface="Yu Gothic"/>
                <a:cs typeface="Yu Gothic"/>
              </a:rPr>
              <a:t>操作</a:t>
            </a:r>
          </a:p>
        </p:txBody>
      </p:sp>
      <p:sp>
        <p:nvSpPr>
          <p:cNvPr id="65" name="text-818">
            <a:extLst xmlns:a="http://schemas.openxmlformats.org/drawingml/2006/main">
              <a:ext uri="{FF2B5EF4-FFF2-40B4-BE49-F238E27FC236}">
                <a16:creationId xmlns:a16="http://schemas.microsoft.com/office/drawing/2014/main" id="{7286F7B0-2526-4212-A4B3-2602433FEDD3}"/>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lw/sw</a:t>
            </a:r>
          </a:p>
        </p:txBody>
      </p:sp>
      <p:sp>
        <p:nvSpPr>
          <p:cNvPr id="66" name="board-stable-pc">
            <a:extLst xmlns:a="http://schemas.openxmlformats.org/drawingml/2006/main">
              <a:ext uri="{FF2B5EF4-FFF2-40B4-BE49-F238E27FC236}">
                <a16:creationId xmlns:a16="http://schemas.microsoft.com/office/drawing/2014/main" id="{AEF30FDD-EB25-4417-BDEC-B3E153DC94A1}"/>
              </a:ext>
            </a:extLst>
          </p:cNvPr>
          <p:cNvSpPr>
            <a:spLocks xmlns:a="http://schemas.openxmlformats.org/drawingml/2006/main" noGrp="1"/>
          </p:cNvSpPr>
          <p:nvPr/>
        </p:nvSpPr>
        <p:spPr>
          <a:xfrm xmlns:a="http://schemas.openxmlformats.org/drawingml/2006/main">
            <a:off x="1009650" y="4171950"/>
            <a:ext cx="314325" cy="6286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7" name="text-820">
            <a:extLst xmlns:a="http://schemas.openxmlformats.org/drawingml/2006/main">
              <a:ext uri="{FF2B5EF4-FFF2-40B4-BE49-F238E27FC236}">
                <a16:creationId xmlns:a16="http://schemas.microsoft.com/office/drawing/2014/main" id="{E35058B5-2DFC-40C1-AA01-95DE8D3ADF57}"/>
              </a:ext>
            </a:extLst>
          </p:cNvPr>
          <p:cNvSpPr>
            <a:spLocks xmlns:a="http://schemas.openxmlformats.org/drawingml/2006/main" noGrp="1"/>
          </p:cNvSpPr>
          <p:nvPr/>
        </p:nvSpPr>
        <p:spPr>
          <a:xfrm xmlns:a="http://schemas.openxmlformats.org/drawingml/2006/main">
            <a:off x="1047750" y="4352925"/>
            <a:ext cx="24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0">
                <a:solidFill>
                  <a:srgbClr val="231F20"/>
                </a:solidFill>
                <a:latin typeface="Arial"/>
                <a:ea typeface="Arial"/>
                <a:cs typeface="Arial"/>
              </a:defRPr>
            </a:defPPr>
            <a:lvl1pPr algn="ctr">
              <a:defRPr sz="975" b="0">
                <a:solidFill>
                  <a:srgbClr val="231F20"/>
                </a:solidFill>
                <a:latin typeface="Arial"/>
                <a:ea typeface="Arial"/>
                <a:cs typeface="Arial"/>
              </a:defRPr>
            </a:lvl1pPr>
            <a:lvl2pPr algn="ctr">
              <a:defRPr sz="975" b="0">
                <a:solidFill>
                  <a:srgbClr val="231F20"/>
                </a:solidFill>
                <a:latin typeface="Arial"/>
                <a:ea typeface="Arial"/>
                <a:cs typeface="Arial"/>
              </a:defRPr>
            </a:lvl2pPr>
            <a:lvl3pPr algn="ctr">
              <a:defRPr sz="975" b="0">
                <a:solidFill>
                  <a:srgbClr val="231F20"/>
                </a:solidFill>
                <a:latin typeface="Arial"/>
                <a:ea typeface="Arial"/>
                <a:cs typeface="Arial"/>
              </a:defRPr>
            </a:lvl3pPr>
            <a:lvl4pPr algn="ctr">
              <a:defRPr sz="975" b="0">
                <a:solidFill>
                  <a:srgbClr val="231F20"/>
                </a:solidFill>
                <a:latin typeface="Arial"/>
                <a:ea typeface="Arial"/>
                <a:cs typeface="Arial"/>
              </a:defRPr>
            </a:lvl4pPr>
            <a:lvl5pPr algn="ctr">
              <a:defRPr sz="975" b="0">
                <a:solidFill>
                  <a:srgbClr val="231F20"/>
                </a:solidFill>
                <a:latin typeface="Arial"/>
                <a:ea typeface="Arial"/>
                <a:cs typeface="Arial"/>
              </a:defRPr>
            </a:lvl5pPr>
            <a:lvl6pPr algn="ctr">
              <a:defRPr sz="975" b="0">
                <a:solidFill>
                  <a:srgbClr val="231F20"/>
                </a:solidFill>
                <a:latin typeface="Arial"/>
                <a:ea typeface="Arial"/>
                <a:cs typeface="Arial"/>
              </a:defRPr>
            </a:lvl6pPr>
            <a:lvl7pPr algn="ctr">
              <a:defRPr sz="975" b="0">
                <a:solidFill>
                  <a:srgbClr val="231F20"/>
                </a:solidFill>
                <a:latin typeface="Arial"/>
                <a:ea typeface="Arial"/>
                <a:cs typeface="Arial"/>
              </a:defRPr>
            </a:lvl7pPr>
            <a:lvl8pPr algn="ctr">
              <a:defRPr sz="975" b="0">
                <a:solidFill>
                  <a:srgbClr val="231F20"/>
                </a:solidFill>
                <a:latin typeface="Arial"/>
                <a:ea typeface="Arial"/>
                <a:cs typeface="Arial"/>
              </a:defRPr>
            </a:lvl8pPr>
            <a:lvl9pPr algn="ctr">
              <a:defRPr sz="975" b="0">
                <a:solidFill>
                  <a:srgbClr val="231F20"/>
                </a:solidFill>
                <a:latin typeface="Arial"/>
                <a:ea typeface="Arial"/>
                <a:cs typeface="Arial"/>
              </a:defRPr>
            </a:lvl9pPr>
          </a:lstStyle>
          <a:p xmlns:a="http://schemas.openxmlformats.org/drawingml/2006/main">
            <a:pPr algn="ctr">
              <a:defRPr sz="975" b="0">
                <a:solidFill>
                  <a:srgbClr val="231F20"/>
                </a:solidFill>
                <a:latin typeface="Arial"/>
                <a:ea typeface="Arial"/>
                <a:cs typeface="Arial"/>
              </a:defRPr>
            </a:pPr>
            <a:r>
              <a:rPr sz="975" b="0">
                <a:solidFill>
                  <a:srgbClr val="231F20"/>
                </a:solidFill>
                <a:latin typeface="Arial"/>
                <a:ea typeface="Arial"/>
                <a:cs typeface="Arial"/>
              </a:rPr>
              <a:t>D Q</a:t>
            </a:r>
          </a:p>
        </p:txBody>
      </p:sp>
      <p:sp>
        <p:nvSpPr>
          <p:cNvPr id="68" name="circuit-821">
            <a:extLst xmlns:a="http://schemas.openxmlformats.org/drawingml/2006/main">
              <a:ext uri="{FF2B5EF4-FFF2-40B4-BE49-F238E27FC236}">
                <a16:creationId xmlns:a16="http://schemas.microsoft.com/office/drawing/2014/main" id="{1B6CCA7B-66FD-45CA-B0E3-1E9799A06580}"/>
              </a:ext>
            </a:extLst>
          </p:cNvPr>
          <p:cNvSpPr>
            <a:spLocks xmlns:a="http://schemas.openxmlformats.org/drawingml/2006/main" noGrp="1"/>
          </p:cNvSpPr>
          <p:nvPr/>
        </p:nvSpPr>
        <p:spPr>
          <a:xfrm xmlns:a="http://schemas.openxmlformats.org/drawingml/2006/main">
            <a:off x="1076325" y="4171950"/>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69" name="wire-822">
            <a:extLst xmlns:a="http://schemas.openxmlformats.org/drawingml/2006/main">
              <a:ext uri="{FF2B5EF4-FFF2-40B4-BE49-F238E27FC236}">
                <a16:creationId xmlns:a16="http://schemas.microsoft.com/office/drawing/2014/main" id="{0804436B-CE26-4C67-905C-B94F677EC4E1}"/>
              </a:ext>
            </a:extLst>
          </p:cNvPr>
          <p:cNvSpPr>
            <a:spLocks xmlns:a="http://schemas.openxmlformats.org/drawingml/2006/main" noGrp="1"/>
          </p:cNvSpPr>
          <p:nvPr/>
        </p:nvSpPr>
        <p:spPr>
          <a:xfrm xmlns:a="http://schemas.openxmlformats.org/drawingml/2006/main">
            <a:off x="1162050" y="4029075"/>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1430">
            <a:solidFill>
              <a:srgbClr val="231F20"/>
            </a:solidFill>
          </a:ln>
        </p:spPr>
      </p:sp>
      <p:sp>
        <p:nvSpPr>
          <p:cNvPr id="70" name="text-823">
            <a:extLst xmlns:a="http://schemas.openxmlformats.org/drawingml/2006/main">
              <a:ext uri="{FF2B5EF4-FFF2-40B4-BE49-F238E27FC236}">
                <a16:creationId xmlns:a16="http://schemas.microsoft.com/office/drawing/2014/main" id="{BD90B7CA-7CAD-4CA5-B87C-1DD61C28D61D}"/>
              </a:ext>
            </a:extLst>
          </p:cNvPr>
          <p:cNvSpPr>
            <a:spLocks xmlns:a="http://schemas.openxmlformats.org/drawingml/2006/main" noGrp="1"/>
          </p:cNvSpPr>
          <p:nvPr/>
        </p:nvSpPr>
        <p:spPr>
          <a:xfrm xmlns:a="http://schemas.openxmlformats.org/drawingml/2006/main">
            <a:off x="971550" y="3800475"/>
            <a:ext cx="428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clk</a:t>
            </a:r>
          </a:p>
        </p:txBody>
      </p:sp>
      <p:sp>
        <p:nvSpPr>
          <p:cNvPr id="71" name="text-824">
            <a:extLst xmlns:a="http://schemas.openxmlformats.org/drawingml/2006/main">
              <a:ext uri="{FF2B5EF4-FFF2-40B4-BE49-F238E27FC236}">
                <a16:creationId xmlns:a16="http://schemas.microsoft.com/office/drawing/2014/main" id="{0914695A-1573-47BD-B5A9-EF9DA2D1A933}"/>
              </a:ext>
            </a:extLst>
          </p:cNvPr>
          <p:cNvSpPr>
            <a:spLocks xmlns:a="http://schemas.openxmlformats.org/drawingml/2006/main" noGrp="1"/>
          </p:cNvSpPr>
          <p:nvPr/>
        </p:nvSpPr>
        <p:spPr>
          <a:xfrm xmlns:a="http://schemas.openxmlformats.org/drawingml/2006/main">
            <a:off x="952500" y="4829175"/>
            <a:ext cx="495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PC</a:t>
            </a:r>
          </a:p>
        </p:txBody>
      </p:sp>
      <p:sp>
        <p:nvSpPr>
          <p:cNvPr id="72" name="wire-825">
            <a:extLst xmlns:a="http://schemas.openxmlformats.org/drawingml/2006/main">
              <a:ext uri="{FF2B5EF4-FFF2-40B4-BE49-F238E27FC236}">
                <a16:creationId xmlns:a16="http://schemas.microsoft.com/office/drawing/2014/main" id="{5D23CCEF-1558-4A22-9FA9-54E0346098C7}"/>
              </a:ext>
            </a:extLst>
          </p:cNvPr>
          <p:cNvSpPr>
            <a:spLocks xmlns:a="http://schemas.openxmlformats.org/drawingml/2006/main" noGrp="1"/>
          </p:cNvSpPr>
          <p:nvPr/>
        </p:nvSpPr>
        <p:spPr>
          <a:xfrm xmlns:a="http://schemas.openxmlformats.org/drawingml/2006/main">
            <a:off x="1323975" y="4457700"/>
            <a:ext cx="276225" cy="9525"/>
          </a:xfrm>
          <a:custGeom xmlns:a="http://schemas.openxmlformats.org/drawingml/2006/main">
            <a:pathLst>
              <a:path w="276225" h="9525">
                <a:moveTo>
                  <a:pt x="0" y="0"/>
                </a:moveTo>
                <a:lnTo>
                  <a:pt x="276225" y="0"/>
                </a:lnTo>
              </a:path>
            </a:pathLst>
          </a:custGeom>
          <a:noFill xmlns:a="http://schemas.openxmlformats.org/drawingml/2006/main"/>
          <a:ln xmlns:a="http://schemas.openxmlformats.org/drawingml/2006/main" w="23813">
            <a:solidFill>
              <a:srgbClr val="1572C3"/>
            </a:solidFill>
          </a:ln>
        </p:spPr>
      </p:sp>
      <p:sp>
        <p:nvSpPr>
          <p:cNvPr id="73" name="circuit-826">
            <a:extLst xmlns:a="http://schemas.openxmlformats.org/drawingml/2006/main">
              <a:ext uri="{FF2B5EF4-FFF2-40B4-BE49-F238E27FC236}">
                <a16:creationId xmlns:a16="http://schemas.microsoft.com/office/drawing/2014/main" id="{958B278B-BA6F-4A98-8657-EF88AF2C28CD}"/>
              </a:ext>
            </a:extLst>
          </p:cNvPr>
          <p:cNvSpPr>
            <a:spLocks xmlns:a="http://schemas.openxmlformats.org/drawingml/2006/main" noGrp="1"/>
          </p:cNvSpPr>
          <p:nvPr/>
        </p:nvSpPr>
        <p:spPr>
          <a:xfrm xmlns:a="http://schemas.openxmlformats.org/drawingml/2006/main">
            <a:off x="152400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4" name="text-827">
            <a:extLst xmlns:a="http://schemas.openxmlformats.org/drawingml/2006/main">
              <a:ext uri="{FF2B5EF4-FFF2-40B4-BE49-F238E27FC236}">
                <a16:creationId xmlns:a16="http://schemas.microsoft.com/office/drawing/2014/main" id="{CC48BB00-2EFD-4DAF-814F-98F7F4688D72}"/>
              </a:ext>
            </a:extLst>
          </p:cNvPr>
          <p:cNvSpPr>
            <a:spLocks xmlns:a="http://schemas.openxmlformats.org/drawingml/2006/main" noGrp="1"/>
          </p:cNvSpPr>
          <p:nvPr/>
        </p:nvSpPr>
        <p:spPr>
          <a:xfrm xmlns:a="http://schemas.openxmlformats.org/drawingml/2006/main">
            <a:off x="1333500" y="45434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番地</a:t>
            </a:r>
          </a:p>
        </p:txBody>
      </p:sp>
      <p:sp>
        <p:nvSpPr>
          <p:cNvPr id="75" name="board-stable-fetch">
            <a:extLst xmlns:a="http://schemas.openxmlformats.org/drawingml/2006/main">
              <a:ext uri="{FF2B5EF4-FFF2-40B4-BE49-F238E27FC236}">
                <a16:creationId xmlns:a16="http://schemas.microsoft.com/office/drawing/2014/main" id="{3C64D891-0A7F-47D6-AAC4-90938E492224}"/>
              </a:ext>
            </a:extLst>
          </p:cNvPr>
          <p:cNvSpPr>
            <a:spLocks xmlns:a="http://schemas.openxmlformats.org/drawingml/2006/main" noGrp="1"/>
          </p:cNvSpPr>
          <p:nvPr/>
        </p:nvSpPr>
        <p:spPr>
          <a:xfrm xmlns:a="http://schemas.openxmlformats.org/drawingml/2006/main">
            <a:off x="1600200" y="3943350"/>
            <a:ext cx="1381125" cy="11620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6" name="text-829">
            <a:extLst xmlns:a="http://schemas.openxmlformats.org/drawingml/2006/main">
              <a:ext uri="{FF2B5EF4-FFF2-40B4-BE49-F238E27FC236}">
                <a16:creationId xmlns:a16="http://schemas.microsoft.com/office/drawing/2014/main" id="{7CF9EDB3-B8E3-409A-AEA2-A96ED6A403BE}"/>
              </a:ext>
            </a:extLst>
          </p:cNvPr>
          <p:cNvSpPr>
            <a:spLocks xmlns:a="http://schemas.openxmlformats.org/drawingml/2006/main" noGrp="1"/>
          </p:cNvSpPr>
          <p:nvPr/>
        </p:nvSpPr>
        <p:spPr>
          <a:xfrm xmlns:a="http://schemas.openxmlformats.org/drawingml/2006/main">
            <a:off x="1657350" y="39814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命令読出し</a:t>
            </a:r>
          </a:p>
        </p:txBody>
      </p:sp>
      <p:sp>
        <p:nvSpPr>
          <p:cNvPr id="77" name="text-830">
            <a:extLst xmlns:a="http://schemas.openxmlformats.org/drawingml/2006/main">
              <a:ext uri="{FF2B5EF4-FFF2-40B4-BE49-F238E27FC236}">
                <a16:creationId xmlns:a16="http://schemas.microsoft.com/office/drawing/2014/main" id="{B704FEA2-1405-47E9-8C35-77AD19CA2B44}"/>
              </a:ext>
            </a:extLst>
          </p:cNvPr>
          <p:cNvSpPr>
            <a:spLocks xmlns:a="http://schemas.openxmlformats.org/drawingml/2006/main" noGrp="1"/>
          </p:cNvSpPr>
          <p:nvPr/>
        </p:nvSpPr>
        <p:spPr>
          <a:xfrm xmlns:a="http://schemas.openxmlformats.org/drawingml/2006/main">
            <a:off x="1666875" y="4343400"/>
            <a:ext cx="23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A</a:t>
            </a:r>
          </a:p>
        </p:txBody>
      </p:sp>
      <p:sp>
        <p:nvSpPr>
          <p:cNvPr id="78" name="text-831">
            <a:extLst xmlns:a="http://schemas.openxmlformats.org/drawingml/2006/main">
              <a:ext uri="{FF2B5EF4-FFF2-40B4-BE49-F238E27FC236}">
                <a16:creationId xmlns:a16="http://schemas.microsoft.com/office/drawing/2014/main" id="{2B9C55CF-889E-4D13-8683-9565D9442AD6}"/>
              </a:ext>
            </a:extLst>
          </p:cNvPr>
          <p:cNvSpPr>
            <a:spLocks xmlns:a="http://schemas.openxmlformats.org/drawingml/2006/main" noGrp="1"/>
          </p:cNvSpPr>
          <p:nvPr/>
        </p:nvSpPr>
        <p:spPr>
          <a:xfrm xmlns:a="http://schemas.openxmlformats.org/drawingml/2006/main">
            <a:off x="2676525" y="43434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RD</a:t>
            </a:r>
          </a:p>
        </p:txBody>
      </p:sp>
      <p:sp>
        <p:nvSpPr>
          <p:cNvPr id="79" name="text-832">
            <a:extLst xmlns:a="http://schemas.openxmlformats.org/drawingml/2006/main">
              <a:ext uri="{FF2B5EF4-FFF2-40B4-BE49-F238E27FC236}">
                <a16:creationId xmlns:a16="http://schemas.microsoft.com/office/drawing/2014/main" id="{83AD812E-91B5-4412-9ACF-7F3F5B43B658}"/>
              </a:ext>
            </a:extLst>
          </p:cNvPr>
          <p:cNvSpPr>
            <a:spLocks xmlns:a="http://schemas.openxmlformats.org/drawingml/2006/main" noGrp="1"/>
          </p:cNvSpPr>
          <p:nvPr/>
        </p:nvSpPr>
        <p:spPr>
          <a:xfrm xmlns:a="http://schemas.openxmlformats.org/drawingml/2006/main">
            <a:off x="1733550" y="4619625"/>
            <a:ext cx="1104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Yu Gothic"/>
                <a:ea typeface="Yu Gothic"/>
                <a:cs typeface="Yu Gothic"/>
              </a:defRPr>
            </a:defPPr>
            <a:lvl1pPr algn="ctr">
              <a:defRPr sz="1350" b="1">
                <a:solidFill>
                  <a:srgbClr val="231F20"/>
                </a:solidFill>
                <a:latin typeface="Yu Gothic"/>
                <a:ea typeface="Yu Gothic"/>
                <a:cs typeface="Yu Gothic"/>
              </a:defRPr>
            </a:lvl1pPr>
            <a:lvl2pPr algn="ctr">
              <a:defRPr sz="1350" b="1">
                <a:solidFill>
                  <a:srgbClr val="231F20"/>
                </a:solidFill>
                <a:latin typeface="Yu Gothic"/>
                <a:ea typeface="Yu Gothic"/>
                <a:cs typeface="Yu Gothic"/>
              </a:defRPr>
            </a:lvl2pPr>
            <a:lvl3pPr algn="ctr">
              <a:defRPr sz="1350" b="1">
                <a:solidFill>
                  <a:srgbClr val="231F20"/>
                </a:solidFill>
                <a:latin typeface="Yu Gothic"/>
                <a:ea typeface="Yu Gothic"/>
                <a:cs typeface="Yu Gothic"/>
              </a:defRPr>
            </a:lvl3pPr>
            <a:lvl4pPr algn="ctr">
              <a:defRPr sz="1350" b="1">
                <a:solidFill>
                  <a:srgbClr val="231F20"/>
                </a:solidFill>
                <a:latin typeface="Yu Gothic"/>
                <a:ea typeface="Yu Gothic"/>
                <a:cs typeface="Yu Gothic"/>
              </a:defRPr>
            </a:lvl4pPr>
            <a:lvl5pPr algn="ctr">
              <a:defRPr sz="1350" b="1">
                <a:solidFill>
                  <a:srgbClr val="231F20"/>
                </a:solidFill>
                <a:latin typeface="Yu Gothic"/>
                <a:ea typeface="Yu Gothic"/>
                <a:cs typeface="Yu Gothic"/>
              </a:defRPr>
            </a:lvl5pPr>
            <a:lvl6pPr algn="ctr">
              <a:defRPr sz="1350" b="1">
                <a:solidFill>
                  <a:srgbClr val="231F20"/>
                </a:solidFill>
                <a:latin typeface="Yu Gothic"/>
                <a:ea typeface="Yu Gothic"/>
                <a:cs typeface="Yu Gothic"/>
              </a:defRPr>
            </a:lvl6pPr>
            <a:lvl7pPr algn="ctr">
              <a:defRPr sz="1350" b="1">
                <a:solidFill>
                  <a:srgbClr val="231F20"/>
                </a:solidFill>
                <a:latin typeface="Yu Gothic"/>
                <a:ea typeface="Yu Gothic"/>
                <a:cs typeface="Yu Gothic"/>
              </a:defRPr>
            </a:lvl7pPr>
            <a:lvl8pPr algn="ctr">
              <a:defRPr sz="1350" b="1">
                <a:solidFill>
                  <a:srgbClr val="231F20"/>
                </a:solidFill>
                <a:latin typeface="Yu Gothic"/>
                <a:ea typeface="Yu Gothic"/>
                <a:cs typeface="Yu Gothic"/>
              </a:defRPr>
            </a:lvl8pPr>
            <a:lvl9pPr algn="ctr">
              <a:defRPr sz="1350" b="1">
                <a:solidFill>
                  <a:srgbClr val="231F20"/>
                </a:solidFill>
                <a:latin typeface="Yu Gothic"/>
                <a:ea typeface="Yu Gothic"/>
                <a:cs typeface="Yu Gothic"/>
              </a:defRPr>
            </a:lvl9pPr>
          </a:lstStyle>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DDR3から</a:t>
            </a:r>
          </a:p>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命令を読む</a:t>
            </a:r>
          </a:p>
        </p:txBody>
      </p:sp>
      <p:sp>
        <p:nvSpPr>
          <p:cNvPr id="80" name="wire-833">
            <a:extLst xmlns:a="http://schemas.openxmlformats.org/drawingml/2006/main">
              <a:ext uri="{FF2B5EF4-FFF2-40B4-BE49-F238E27FC236}">
                <a16:creationId xmlns:a16="http://schemas.microsoft.com/office/drawing/2014/main" id="{ECDA88C1-9DDA-43C2-B031-B071103EDBB2}"/>
              </a:ext>
            </a:extLst>
          </p:cNvPr>
          <p:cNvSpPr>
            <a:spLocks xmlns:a="http://schemas.openxmlformats.org/drawingml/2006/main" noGrp="1"/>
          </p:cNvSpPr>
          <p:nvPr/>
        </p:nvSpPr>
        <p:spPr>
          <a:xfrm xmlns:a="http://schemas.openxmlformats.org/drawingml/2006/main">
            <a:off x="2981325" y="4457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81" name="wire-834">
            <a:extLst xmlns:a="http://schemas.openxmlformats.org/drawingml/2006/main">
              <a:ext uri="{FF2B5EF4-FFF2-40B4-BE49-F238E27FC236}">
                <a16:creationId xmlns:a16="http://schemas.microsoft.com/office/drawing/2014/main" id="{2383EB71-48D1-4E8A-9407-3EBFBC9BBD0B}"/>
              </a:ext>
            </a:extLst>
          </p:cNvPr>
          <p:cNvSpPr>
            <a:spLocks xmlns:a="http://schemas.openxmlformats.org/drawingml/2006/main" noGrp="1"/>
          </p:cNvSpPr>
          <p:nvPr/>
        </p:nvSpPr>
        <p:spPr>
          <a:xfrm xmlns:a="http://schemas.openxmlformats.org/drawingml/2006/main">
            <a:off x="3200400" y="3381375"/>
            <a:ext cx="9525" cy="1076325"/>
          </a:xfrm>
          <a:custGeom xmlns:a="http://schemas.openxmlformats.org/drawingml/2006/main">
            <a:pathLst>
              <a:path w="9525" h="1076325">
                <a:moveTo>
                  <a:pt x="0" y="1076325"/>
                </a:moveTo>
                <a:lnTo>
                  <a:pt x="0" y="0"/>
                </a:lnTo>
              </a:path>
            </a:pathLst>
          </a:custGeom>
          <a:noFill xmlns:a="http://schemas.openxmlformats.org/drawingml/2006/main"/>
          <a:ln xmlns:a="http://schemas.openxmlformats.org/drawingml/2006/main" w="21908">
            <a:solidFill>
              <a:srgbClr val="231F20"/>
            </a:solidFill>
          </a:ln>
        </p:spPr>
      </p:sp>
      <p:sp>
        <p:nvSpPr>
          <p:cNvPr id="82" name="wire-835">
            <a:extLst xmlns:a="http://schemas.openxmlformats.org/drawingml/2006/main">
              <a:ext uri="{FF2B5EF4-FFF2-40B4-BE49-F238E27FC236}">
                <a16:creationId xmlns:a16="http://schemas.microsoft.com/office/drawing/2014/main" id="{7C53E692-833C-4A11-BCC8-FDBF7D20DA38}"/>
              </a:ext>
            </a:extLst>
          </p:cNvPr>
          <p:cNvSpPr>
            <a:spLocks xmlns:a="http://schemas.openxmlformats.org/drawingml/2006/main" noGrp="1"/>
          </p:cNvSpPr>
          <p:nvPr/>
        </p:nvSpPr>
        <p:spPr>
          <a:xfrm xmlns:a="http://schemas.openxmlformats.org/drawingml/2006/main">
            <a:off x="3200400" y="338137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83" name="circuit-836">
            <a:extLst xmlns:a="http://schemas.openxmlformats.org/drawingml/2006/main">
              <a:ext uri="{FF2B5EF4-FFF2-40B4-BE49-F238E27FC236}">
                <a16:creationId xmlns:a16="http://schemas.microsoft.com/office/drawing/2014/main" id="{901A9D60-CE99-40D8-8C9F-E8F74586C350}"/>
              </a:ext>
            </a:extLst>
          </p:cNvPr>
          <p:cNvSpPr>
            <a:spLocks xmlns:a="http://schemas.openxmlformats.org/drawingml/2006/main" noGrp="1"/>
          </p:cNvSpPr>
          <p:nvPr/>
        </p:nvSpPr>
        <p:spPr>
          <a:xfrm xmlns:a="http://schemas.openxmlformats.org/drawingml/2006/main">
            <a:off x="3343275" y="3349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4" name="circuit-837">
            <a:extLst xmlns:a="http://schemas.openxmlformats.org/drawingml/2006/main">
              <a:ext uri="{FF2B5EF4-FFF2-40B4-BE49-F238E27FC236}">
                <a16:creationId xmlns:a16="http://schemas.microsoft.com/office/drawing/2014/main" id="{0F8C3D3E-13A1-4746-B29E-E5569F541848}"/>
              </a:ext>
            </a:extLst>
          </p:cNvPr>
          <p:cNvSpPr>
            <a:spLocks xmlns:a="http://schemas.openxmlformats.org/drawingml/2006/main" noGrp="1"/>
          </p:cNvSpPr>
          <p:nvPr/>
        </p:nvSpPr>
        <p:spPr>
          <a:xfrm xmlns:a="http://schemas.openxmlformats.org/drawingml/2006/main">
            <a:off x="1743075" y="3400425"/>
            <a:ext cx="419100" cy="419100"/>
          </a:xfrm>
          <a:custGeom xmlns:a="http://schemas.openxmlformats.org/drawingml/2006/main">
            <a:pathLst>
              <a:path w="419100" h="419100">
                <a:moveTo>
                  <a:pt x="0" y="0"/>
                </a:moveTo>
                <a:lnTo>
                  <a:pt x="419100" y="104775"/>
                </a:lnTo>
                <a:lnTo>
                  <a:pt x="419100" y="314325"/>
                </a:lnTo>
                <a:lnTo>
                  <a:pt x="0" y="419100"/>
                </a:lnTo>
                <a:lnTo>
                  <a:pt x="0" y="295275"/>
                </a:lnTo>
                <a:lnTo>
                  <a:pt x="95250" y="209550"/>
                </a:lnTo>
                <a:lnTo>
                  <a:pt x="0" y="95250"/>
                </a:lnTo>
                <a:close/>
              </a:path>
            </a:pathLst>
          </a:custGeom>
          <a:solidFill xmlns:a="http://schemas.openxmlformats.org/drawingml/2006/main">
            <a:srgbClr val="FFFFFF"/>
          </a:solidFill>
          <a:ln xmlns:a="http://schemas.openxmlformats.org/drawingml/2006/main" w="20955">
            <a:solidFill>
              <a:srgbClr val="231F20"/>
            </a:solidFill>
          </a:ln>
        </p:spPr>
      </p:sp>
      <p:sp>
        <p:nvSpPr>
          <p:cNvPr id="85" name="text-838">
            <a:extLst xmlns:a="http://schemas.openxmlformats.org/drawingml/2006/main">
              <a:ext uri="{FF2B5EF4-FFF2-40B4-BE49-F238E27FC236}">
                <a16:creationId xmlns:a16="http://schemas.microsoft.com/office/drawing/2014/main" id="{15252122-25E1-4CDD-9E42-D58644A62C9E}"/>
              </a:ext>
            </a:extLst>
          </p:cNvPr>
          <p:cNvSpPr>
            <a:spLocks xmlns:a="http://schemas.openxmlformats.org/drawingml/2006/main" noGrp="1"/>
          </p:cNvSpPr>
          <p:nvPr/>
        </p:nvSpPr>
        <p:spPr>
          <a:xfrm xmlns:a="http://schemas.openxmlformats.org/drawingml/2006/main">
            <a:off x="1895475" y="3476625"/>
            <a:ext cx="238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t>
            </a:r>
          </a:p>
        </p:txBody>
      </p:sp>
      <p:sp>
        <p:nvSpPr>
          <p:cNvPr id="86" name="wire-839">
            <a:extLst xmlns:a="http://schemas.openxmlformats.org/drawingml/2006/main">
              <a:ext uri="{FF2B5EF4-FFF2-40B4-BE49-F238E27FC236}">
                <a16:creationId xmlns:a16="http://schemas.microsoft.com/office/drawing/2014/main" id="{916A16EE-55B8-4E88-8A02-48CDC3745DC4}"/>
              </a:ext>
            </a:extLst>
          </p:cNvPr>
          <p:cNvSpPr>
            <a:spLocks xmlns:a="http://schemas.openxmlformats.org/drawingml/2006/main" noGrp="1"/>
          </p:cNvSpPr>
          <p:nvPr/>
        </p:nvSpPr>
        <p:spPr>
          <a:xfrm xmlns:a="http://schemas.openxmlformats.org/drawingml/2006/main">
            <a:off x="1419225" y="35052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23813">
            <a:solidFill>
              <a:srgbClr val="231F20"/>
            </a:solidFill>
          </a:ln>
        </p:spPr>
      </p:sp>
      <p:sp>
        <p:nvSpPr>
          <p:cNvPr id="87" name="wire-840">
            <a:extLst xmlns:a="http://schemas.openxmlformats.org/drawingml/2006/main">
              <a:ext uri="{FF2B5EF4-FFF2-40B4-BE49-F238E27FC236}">
                <a16:creationId xmlns:a16="http://schemas.microsoft.com/office/drawing/2014/main" id="{22F32FB1-6E14-4C7C-ADA4-E6BF342BEDB8}"/>
              </a:ext>
            </a:extLst>
          </p:cNvPr>
          <p:cNvSpPr>
            <a:spLocks xmlns:a="http://schemas.openxmlformats.org/drawingml/2006/main" noGrp="1"/>
          </p:cNvSpPr>
          <p:nvPr/>
        </p:nvSpPr>
        <p:spPr>
          <a:xfrm xmlns:a="http://schemas.openxmlformats.org/drawingml/2006/main">
            <a:off x="1419225" y="35052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3813">
            <a:solidFill>
              <a:srgbClr val="231F20"/>
            </a:solidFill>
          </a:ln>
        </p:spPr>
      </p:sp>
      <p:sp>
        <p:nvSpPr>
          <p:cNvPr id="88" name="circuit-841">
            <a:extLst xmlns:a="http://schemas.openxmlformats.org/drawingml/2006/main">
              <a:ext uri="{FF2B5EF4-FFF2-40B4-BE49-F238E27FC236}">
                <a16:creationId xmlns:a16="http://schemas.microsoft.com/office/drawing/2014/main" id="{C6A0C283-6C62-4D18-94C5-4A0087ACEF06}"/>
              </a:ext>
            </a:extLst>
          </p:cNvPr>
          <p:cNvSpPr>
            <a:spLocks xmlns:a="http://schemas.openxmlformats.org/drawingml/2006/main" noGrp="1"/>
          </p:cNvSpPr>
          <p:nvPr/>
        </p:nvSpPr>
        <p:spPr>
          <a:xfrm xmlns:a="http://schemas.openxmlformats.org/drawingml/2006/main">
            <a:off x="1666875" y="3473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9" name="text-842">
            <a:extLst xmlns:a="http://schemas.openxmlformats.org/drawingml/2006/main">
              <a:ext uri="{FF2B5EF4-FFF2-40B4-BE49-F238E27FC236}">
                <a16:creationId xmlns:a16="http://schemas.microsoft.com/office/drawing/2014/main" id="{AC2B3E43-A885-4C31-AC6E-85FEE693678F}"/>
              </a:ext>
            </a:extLst>
          </p:cNvPr>
          <p:cNvSpPr>
            <a:spLocks xmlns:a="http://schemas.openxmlformats.org/drawingml/2006/main" noGrp="1"/>
          </p:cNvSpPr>
          <p:nvPr/>
        </p:nvSpPr>
        <p:spPr>
          <a:xfrm xmlns:a="http://schemas.openxmlformats.org/drawingml/2006/main">
            <a:off x="1504950" y="3638550"/>
            <a:ext cx="190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231F20"/>
                </a:solidFill>
                <a:latin typeface="Arial"/>
                <a:ea typeface="Arial"/>
                <a:cs typeface="Arial"/>
              </a:defRPr>
            </a:defPPr>
            <a:lvl1pPr algn="l">
              <a:defRPr sz="1425" b="0">
                <a:solidFill>
                  <a:srgbClr val="231F20"/>
                </a:solidFill>
                <a:latin typeface="Arial"/>
                <a:ea typeface="Arial"/>
                <a:cs typeface="Arial"/>
              </a:defRPr>
            </a:lvl1pPr>
            <a:lvl2pPr algn="l">
              <a:defRPr sz="1425" b="0">
                <a:solidFill>
                  <a:srgbClr val="231F20"/>
                </a:solidFill>
                <a:latin typeface="Arial"/>
                <a:ea typeface="Arial"/>
                <a:cs typeface="Arial"/>
              </a:defRPr>
            </a:lvl2pPr>
            <a:lvl3pPr algn="l">
              <a:defRPr sz="1425" b="0">
                <a:solidFill>
                  <a:srgbClr val="231F20"/>
                </a:solidFill>
                <a:latin typeface="Arial"/>
                <a:ea typeface="Arial"/>
                <a:cs typeface="Arial"/>
              </a:defRPr>
            </a:lvl3pPr>
            <a:lvl4pPr algn="l">
              <a:defRPr sz="1425" b="0">
                <a:solidFill>
                  <a:srgbClr val="231F20"/>
                </a:solidFill>
                <a:latin typeface="Arial"/>
                <a:ea typeface="Arial"/>
                <a:cs typeface="Arial"/>
              </a:defRPr>
            </a:lvl4pPr>
            <a:lvl5pPr algn="l">
              <a:defRPr sz="1425" b="0">
                <a:solidFill>
                  <a:srgbClr val="231F20"/>
                </a:solidFill>
                <a:latin typeface="Arial"/>
                <a:ea typeface="Arial"/>
                <a:cs typeface="Arial"/>
              </a:defRPr>
            </a:lvl5pPr>
            <a:lvl6pPr algn="l">
              <a:defRPr sz="1425" b="0">
                <a:solidFill>
                  <a:srgbClr val="231F20"/>
                </a:solidFill>
                <a:latin typeface="Arial"/>
                <a:ea typeface="Arial"/>
                <a:cs typeface="Arial"/>
              </a:defRPr>
            </a:lvl6pPr>
            <a:lvl7pPr algn="l">
              <a:defRPr sz="1425" b="0">
                <a:solidFill>
                  <a:srgbClr val="231F20"/>
                </a:solidFill>
                <a:latin typeface="Arial"/>
                <a:ea typeface="Arial"/>
                <a:cs typeface="Arial"/>
              </a:defRPr>
            </a:lvl7pPr>
            <a:lvl8pPr algn="l">
              <a:defRPr sz="1425" b="0">
                <a:solidFill>
                  <a:srgbClr val="231F20"/>
                </a:solidFill>
                <a:latin typeface="Arial"/>
                <a:ea typeface="Arial"/>
                <a:cs typeface="Arial"/>
              </a:defRPr>
            </a:lvl8pPr>
            <a:lvl9pPr algn="l">
              <a:defRPr sz="1425" b="0">
                <a:solidFill>
                  <a:srgbClr val="231F20"/>
                </a:solidFill>
                <a:latin typeface="Arial"/>
                <a:ea typeface="Arial"/>
                <a:cs typeface="Arial"/>
              </a:defRPr>
            </a:lvl9pPr>
          </a:lstStyle>
          <a:p xmlns:a="http://schemas.openxmlformats.org/drawingml/2006/main">
            <a:pPr algn="l">
              <a:defRPr sz="1425" b="0">
                <a:solidFill>
                  <a:srgbClr val="231F20"/>
                </a:solidFill>
                <a:latin typeface="Arial"/>
                <a:ea typeface="Arial"/>
                <a:cs typeface="Arial"/>
              </a:defRPr>
            </a:pPr>
            <a:r>
              <a:rPr sz="1425" b="0">
                <a:solidFill>
                  <a:srgbClr val="231F20"/>
                </a:solidFill>
                <a:latin typeface="Arial"/>
                <a:ea typeface="Arial"/>
                <a:cs typeface="Arial"/>
              </a:rPr>
              <a:t>4</a:t>
            </a:r>
          </a:p>
        </p:txBody>
      </p:sp>
      <p:sp>
        <p:nvSpPr>
          <p:cNvPr id="90" name="wire-843">
            <a:extLst xmlns:a="http://schemas.openxmlformats.org/drawingml/2006/main">
              <a:ext uri="{FF2B5EF4-FFF2-40B4-BE49-F238E27FC236}">
                <a16:creationId xmlns:a16="http://schemas.microsoft.com/office/drawing/2014/main" id="{16376A2B-871F-490E-AE6F-6FAC710484CD}"/>
              </a:ext>
            </a:extLst>
          </p:cNvPr>
          <p:cNvSpPr>
            <a:spLocks xmlns:a="http://schemas.openxmlformats.org/drawingml/2006/main" noGrp="1"/>
          </p:cNvSpPr>
          <p:nvPr/>
        </p:nvSpPr>
        <p:spPr>
          <a:xfrm xmlns:a="http://schemas.openxmlformats.org/drawingml/2006/main">
            <a:off x="1695450" y="3705225"/>
            <a:ext cx="47625" cy="9525"/>
          </a:xfrm>
          <a:custGeom xmlns:a="http://schemas.openxmlformats.org/drawingml/2006/main">
            <a:pathLst>
              <a:path w="47625" h="9525">
                <a:moveTo>
                  <a:pt x="0" y="0"/>
                </a:moveTo>
                <a:lnTo>
                  <a:pt x="47625" y="0"/>
                </a:lnTo>
              </a:path>
            </a:pathLst>
          </a:custGeom>
          <a:noFill xmlns:a="http://schemas.openxmlformats.org/drawingml/2006/main"/>
          <a:ln xmlns:a="http://schemas.openxmlformats.org/drawingml/2006/main" w="23813">
            <a:solidFill>
              <a:srgbClr val="231F20"/>
            </a:solidFill>
          </a:ln>
        </p:spPr>
      </p:sp>
      <p:sp>
        <p:nvSpPr>
          <p:cNvPr id="91" name="circuit-844">
            <a:extLst xmlns:a="http://schemas.openxmlformats.org/drawingml/2006/main">
              <a:ext uri="{FF2B5EF4-FFF2-40B4-BE49-F238E27FC236}">
                <a16:creationId xmlns:a16="http://schemas.microsoft.com/office/drawing/2014/main" id="{85A817E5-765D-4E5A-B143-4EC43BD43756}"/>
              </a:ext>
            </a:extLst>
          </p:cNvPr>
          <p:cNvSpPr>
            <a:spLocks xmlns:a="http://schemas.openxmlformats.org/drawingml/2006/main" noGrp="1"/>
          </p:cNvSpPr>
          <p:nvPr/>
        </p:nvSpPr>
        <p:spPr>
          <a:xfrm xmlns:a="http://schemas.openxmlformats.org/drawingml/2006/main">
            <a:off x="1666875"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2" name="wire-845">
            <a:extLst xmlns:a="http://schemas.openxmlformats.org/drawingml/2006/main">
              <a:ext uri="{FF2B5EF4-FFF2-40B4-BE49-F238E27FC236}">
                <a16:creationId xmlns:a16="http://schemas.microsoft.com/office/drawing/2014/main" id="{C993BEAB-A886-49F2-B052-6B3A73055ED2}"/>
              </a:ext>
            </a:extLst>
          </p:cNvPr>
          <p:cNvSpPr>
            <a:spLocks xmlns:a="http://schemas.openxmlformats.org/drawingml/2006/main" noGrp="1"/>
          </p:cNvSpPr>
          <p:nvPr/>
        </p:nvSpPr>
        <p:spPr>
          <a:xfrm xmlns:a="http://schemas.openxmlformats.org/drawingml/2006/main">
            <a:off x="2162175" y="360997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3813">
            <a:solidFill>
              <a:srgbClr val="231F20"/>
            </a:solidFill>
          </a:ln>
        </p:spPr>
      </p:sp>
      <p:sp>
        <p:nvSpPr>
          <p:cNvPr id="93" name="wire-846">
            <a:extLst xmlns:a="http://schemas.openxmlformats.org/drawingml/2006/main">
              <a:ext uri="{FF2B5EF4-FFF2-40B4-BE49-F238E27FC236}">
                <a16:creationId xmlns:a16="http://schemas.microsoft.com/office/drawing/2014/main" id="{9B571ABA-2C61-4C55-801B-5C904A553D84}"/>
              </a:ext>
            </a:extLst>
          </p:cNvPr>
          <p:cNvSpPr>
            <a:spLocks xmlns:a="http://schemas.openxmlformats.org/drawingml/2006/main" noGrp="1"/>
          </p:cNvSpPr>
          <p:nvPr/>
        </p:nvSpPr>
        <p:spPr>
          <a:xfrm xmlns:a="http://schemas.openxmlformats.org/drawingml/2006/main">
            <a:off x="2352675" y="3295650"/>
            <a:ext cx="9525" cy="314325"/>
          </a:xfrm>
          <a:custGeom xmlns:a="http://schemas.openxmlformats.org/drawingml/2006/main">
            <a:pathLst>
              <a:path w="9525" h="314325">
                <a:moveTo>
                  <a:pt x="0" y="314325"/>
                </a:moveTo>
                <a:lnTo>
                  <a:pt x="0" y="0"/>
                </a:lnTo>
              </a:path>
            </a:pathLst>
          </a:custGeom>
          <a:noFill xmlns:a="http://schemas.openxmlformats.org/drawingml/2006/main"/>
          <a:ln xmlns:a="http://schemas.openxmlformats.org/drawingml/2006/main" w="23813">
            <a:solidFill>
              <a:srgbClr val="231F20"/>
            </a:solidFill>
          </a:ln>
        </p:spPr>
      </p:sp>
      <p:sp>
        <p:nvSpPr>
          <p:cNvPr id="94" name="wire-847">
            <a:extLst xmlns:a="http://schemas.openxmlformats.org/drawingml/2006/main">
              <a:ext uri="{FF2B5EF4-FFF2-40B4-BE49-F238E27FC236}">
                <a16:creationId xmlns:a16="http://schemas.microsoft.com/office/drawing/2014/main" id="{C9DBD5E0-8269-4D56-A13E-EC06C997B38D}"/>
              </a:ext>
            </a:extLst>
          </p:cNvPr>
          <p:cNvSpPr>
            <a:spLocks xmlns:a="http://schemas.openxmlformats.org/drawingml/2006/main" noGrp="1"/>
          </p:cNvSpPr>
          <p:nvPr/>
        </p:nvSpPr>
        <p:spPr>
          <a:xfrm xmlns:a="http://schemas.openxmlformats.org/drawingml/2006/main">
            <a:off x="914400" y="3295650"/>
            <a:ext cx="1438275" cy="9525"/>
          </a:xfrm>
          <a:custGeom xmlns:a="http://schemas.openxmlformats.org/drawingml/2006/main">
            <a:pathLst>
              <a:path w="1438275" h="9525">
                <a:moveTo>
                  <a:pt x="1438275" y="0"/>
                </a:moveTo>
                <a:lnTo>
                  <a:pt x="0" y="0"/>
                </a:lnTo>
              </a:path>
            </a:pathLst>
          </a:custGeom>
          <a:noFill xmlns:a="http://schemas.openxmlformats.org/drawingml/2006/main"/>
          <a:ln xmlns:a="http://schemas.openxmlformats.org/drawingml/2006/main" w="23813">
            <a:solidFill>
              <a:srgbClr val="231F20"/>
            </a:solidFill>
          </a:ln>
        </p:spPr>
      </p:sp>
      <p:sp>
        <p:nvSpPr>
          <p:cNvPr id="95" name="wire-848">
            <a:extLst xmlns:a="http://schemas.openxmlformats.org/drawingml/2006/main">
              <a:ext uri="{FF2B5EF4-FFF2-40B4-BE49-F238E27FC236}">
                <a16:creationId xmlns:a16="http://schemas.microsoft.com/office/drawing/2014/main" id="{D3AA8158-04E5-4BAD-9064-4E699EF1AB70}"/>
              </a:ext>
            </a:extLst>
          </p:cNvPr>
          <p:cNvSpPr>
            <a:spLocks xmlns:a="http://schemas.openxmlformats.org/drawingml/2006/main" noGrp="1"/>
          </p:cNvSpPr>
          <p:nvPr/>
        </p:nvSpPr>
        <p:spPr>
          <a:xfrm xmlns:a="http://schemas.openxmlformats.org/drawingml/2006/main">
            <a:off x="914400" y="3295650"/>
            <a:ext cx="9525" cy="1162050"/>
          </a:xfrm>
          <a:custGeom xmlns:a="http://schemas.openxmlformats.org/drawingml/2006/main">
            <a:pathLst>
              <a:path w="9525" h="1162050">
                <a:moveTo>
                  <a:pt x="0" y="0"/>
                </a:moveTo>
                <a:lnTo>
                  <a:pt x="0" y="1162050"/>
                </a:lnTo>
              </a:path>
            </a:pathLst>
          </a:custGeom>
          <a:noFill xmlns:a="http://schemas.openxmlformats.org/drawingml/2006/main"/>
          <a:ln xmlns:a="http://schemas.openxmlformats.org/drawingml/2006/main" w="23813">
            <a:solidFill>
              <a:srgbClr val="231F20"/>
            </a:solidFill>
          </a:ln>
        </p:spPr>
      </p:sp>
      <p:sp>
        <p:nvSpPr>
          <p:cNvPr id="96" name="wire-849">
            <a:extLst xmlns:a="http://schemas.openxmlformats.org/drawingml/2006/main">
              <a:ext uri="{FF2B5EF4-FFF2-40B4-BE49-F238E27FC236}">
                <a16:creationId xmlns:a16="http://schemas.microsoft.com/office/drawing/2014/main" id="{E366F65F-8B0C-4A83-A834-B8906B5A7313}"/>
              </a:ext>
            </a:extLst>
          </p:cNvPr>
          <p:cNvSpPr>
            <a:spLocks xmlns:a="http://schemas.openxmlformats.org/drawingml/2006/main" noGrp="1"/>
          </p:cNvSpPr>
          <p:nvPr/>
        </p:nvSpPr>
        <p:spPr>
          <a:xfrm xmlns:a="http://schemas.openxmlformats.org/drawingml/2006/main">
            <a:off x="914400" y="4457700"/>
            <a:ext cx="95250" cy="9525"/>
          </a:xfrm>
          <a:custGeom xmlns:a="http://schemas.openxmlformats.org/drawingml/2006/main">
            <a:pathLst>
              <a:path w="95250" h="9525">
                <a:moveTo>
                  <a:pt x="0" y="0"/>
                </a:moveTo>
                <a:lnTo>
                  <a:pt x="95250" y="0"/>
                </a:lnTo>
              </a:path>
            </a:pathLst>
          </a:custGeom>
          <a:noFill xmlns:a="http://schemas.openxmlformats.org/drawingml/2006/main"/>
          <a:ln xmlns:a="http://schemas.openxmlformats.org/drawingml/2006/main" w="23813">
            <a:solidFill>
              <a:srgbClr val="231F20"/>
            </a:solidFill>
          </a:ln>
        </p:spPr>
      </p:sp>
      <p:sp>
        <p:nvSpPr>
          <p:cNvPr id="97" name="circuit-850">
            <a:extLst xmlns:a="http://schemas.openxmlformats.org/drawingml/2006/main">
              <a:ext uri="{FF2B5EF4-FFF2-40B4-BE49-F238E27FC236}">
                <a16:creationId xmlns:a16="http://schemas.microsoft.com/office/drawing/2014/main" id="{4C9AA07B-F167-4D8E-861B-0FFF0E858737}"/>
              </a:ext>
            </a:extLst>
          </p:cNvPr>
          <p:cNvSpPr>
            <a:spLocks xmlns:a="http://schemas.openxmlformats.org/drawingml/2006/main" noGrp="1"/>
          </p:cNvSpPr>
          <p:nvPr/>
        </p:nvSpPr>
        <p:spPr>
          <a:xfrm xmlns:a="http://schemas.openxmlformats.org/drawingml/2006/main">
            <a:off x="93345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8" name="text-851">
            <a:extLst xmlns:a="http://schemas.openxmlformats.org/drawingml/2006/main">
              <a:ext uri="{FF2B5EF4-FFF2-40B4-BE49-F238E27FC236}">
                <a16:creationId xmlns:a16="http://schemas.microsoft.com/office/drawing/2014/main" id="{239BD19C-1F85-43EB-9AD1-B55D130B6A55}"/>
              </a:ext>
            </a:extLst>
          </p:cNvPr>
          <p:cNvSpPr>
            <a:spLocks xmlns:a="http://schemas.openxmlformats.org/drawingml/2006/main" noGrp="1"/>
          </p:cNvSpPr>
          <p:nvPr/>
        </p:nvSpPr>
        <p:spPr>
          <a:xfrm xmlns:a="http://schemas.openxmlformats.org/drawingml/2006/main">
            <a:off x="933450" y="33147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PC + 4</a:t>
            </a:r>
          </a:p>
        </p:txBody>
      </p:sp>
      <p:sp>
        <p:nvSpPr>
          <p:cNvPr id="99" name="wire-852">
            <a:extLst xmlns:a="http://schemas.openxmlformats.org/drawingml/2006/main">
              <a:ext uri="{FF2B5EF4-FFF2-40B4-BE49-F238E27FC236}">
                <a16:creationId xmlns:a16="http://schemas.microsoft.com/office/drawing/2014/main" id="{CD00ACC7-3709-412A-9170-908D82148CFF}"/>
              </a:ext>
            </a:extLst>
          </p:cNvPr>
          <p:cNvSpPr>
            <a:spLocks xmlns:a="http://schemas.openxmlformats.org/drawingml/2006/main" noGrp="1"/>
          </p:cNvSpPr>
          <p:nvPr/>
        </p:nvSpPr>
        <p:spPr>
          <a:xfrm xmlns:a="http://schemas.openxmlformats.org/drawingml/2006/main">
            <a:off x="4972050" y="351472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20003">
            <a:solidFill>
              <a:srgbClr val="1572C3"/>
            </a:solidFill>
          </a:ln>
        </p:spPr>
      </p:sp>
      <p:sp>
        <p:nvSpPr>
          <p:cNvPr id="100" name="wire-853">
            <a:extLst xmlns:a="http://schemas.openxmlformats.org/drawingml/2006/main">
              <a:ext uri="{FF2B5EF4-FFF2-40B4-BE49-F238E27FC236}">
                <a16:creationId xmlns:a16="http://schemas.microsoft.com/office/drawing/2014/main" id="{23FE9B32-EF17-40EE-89AF-EA0BABC2CF82}"/>
              </a:ext>
            </a:extLst>
          </p:cNvPr>
          <p:cNvSpPr>
            <a:spLocks xmlns:a="http://schemas.openxmlformats.org/drawingml/2006/main" noGrp="1"/>
          </p:cNvSpPr>
          <p:nvPr/>
        </p:nvSpPr>
        <p:spPr>
          <a:xfrm xmlns:a="http://schemas.openxmlformats.org/drawingml/2006/main">
            <a:off x="3619500" y="3648075"/>
            <a:ext cx="1352550" cy="9525"/>
          </a:xfrm>
          <a:custGeom xmlns:a="http://schemas.openxmlformats.org/drawingml/2006/main">
            <a:pathLst>
              <a:path w="1352550" h="9525">
                <a:moveTo>
                  <a:pt x="1352550" y="0"/>
                </a:moveTo>
                <a:lnTo>
                  <a:pt x="0" y="0"/>
                </a:lnTo>
              </a:path>
            </a:pathLst>
          </a:custGeom>
          <a:noFill xmlns:a="http://schemas.openxmlformats.org/drawingml/2006/main"/>
          <a:ln xmlns:a="http://schemas.openxmlformats.org/drawingml/2006/main" w="20003">
            <a:solidFill>
              <a:srgbClr val="1572C3"/>
            </a:solidFill>
          </a:ln>
        </p:spPr>
      </p:sp>
      <p:sp>
        <p:nvSpPr>
          <p:cNvPr id="101" name="wire-854">
            <a:extLst xmlns:a="http://schemas.openxmlformats.org/drawingml/2006/main">
              <a:ext uri="{FF2B5EF4-FFF2-40B4-BE49-F238E27FC236}">
                <a16:creationId xmlns:a16="http://schemas.microsoft.com/office/drawing/2014/main" id="{F8A4B3C9-4FED-4722-940C-1DA6F5E8F02B}"/>
              </a:ext>
            </a:extLst>
          </p:cNvPr>
          <p:cNvSpPr>
            <a:spLocks xmlns:a="http://schemas.openxmlformats.org/drawingml/2006/main" noGrp="1"/>
          </p:cNvSpPr>
          <p:nvPr/>
        </p:nvSpPr>
        <p:spPr>
          <a:xfrm xmlns:a="http://schemas.openxmlformats.org/drawingml/2006/main">
            <a:off x="3619500" y="36480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0003">
            <a:solidFill>
              <a:srgbClr val="1572C3"/>
            </a:solidFill>
          </a:ln>
        </p:spPr>
      </p:sp>
      <p:sp>
        <p:nvSpPr>
          <p:cNvPr id="102" name="wire-855">
            <a:extLst xmlns:a="http://schemas.openxmlformats.org/drawingml/2006/main">
              <a:ext uri="{FF2B5EF4-FFF2-40B4-BE49-F238E27FC236}">
                <a16:creationId xmlns:a16="http://schemas.microsoft.com/office/drawing/2014/main" id="{759C50C5-75C3-4797-89B1-84B232FB915D}"/>
              </a:ext>
            </a:extLst>
          </p:cNvPr>
          <p:cNvSpPr>
            <a:spLocks xmlns:a="http://schemas.openxmlformats.org/drawingml/2006/main" noGrp="1"/>
          </p:cNvSpPr>
          <p:nvPr/>
        </p:nvSpPr>
        <p:spPr>
          <a:xfrm xmlns:a="http://schemas.openxmlformats.org/drawingml/2006/main">
            <a:off x="3619500" y="421005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0003">
            <a:solidFill>
              <a:srgbClr val="1572C3"/>
            </a:solidFill>
          </a:ln>
        </p:spPr>
      </p:sp>
      <p:sp>
        <p:nvSpPr>
          <p:cNvPr id="103" name="circuit-856">
            <a:extLst xmlns:a="http://schemas.openxmlformats.org/drawingml/2006/main">
              <a:ext uri="{FF2B5EF4-FFF2-40B4-BE49-F238E27FC236}">
                <a16:creationId xmlns:a16="http://schemas.microsoft.com/office/drawing/2014/main" id="{C76A9FF2-3A73-4775-8DF2-771843EBFF15}"/>
              </a:ext>
            </a:extLst>
          </p:cNvPr>
          <p:cNvSpPr>
            <a:spLocks xmlns:a="http://schemas.openxmlformats.org/drawingml/2006/main" noGrp="1"/>
          </p:cNvSpPr>
          <p:nvPr/>
        </p:nvSpPr>
        <p:spPr>
          <a:xfrm xmlns:a="http://schemas.openxmlformats.org/drawingml/2006/main">
            <a:off x="3714750"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4" name="wire-857">
            <a:extLst xmlns:a="http://schemas.openxmlformats.org/drawingml/2006/main">
              <a:ext uri="{FF2B5EF4-FFF2-40B4-BE49-F238E27FC236}">
                <a16:creationId xmlns:a16="http://schemas.microsoft.com/office/drawing/2014/main" id="{012E9EE9-F5C1-4E7C-BA03-A0024FA4188B}"/>
              </a:ext>
            </a:extLst>
          </p:cNvPr>
          <p:cNvSpPr>
            <a:spLocks xmlns:a="http://schemas.openxmlformats.org/drawingml/2006/main" noGrp="1"/>
          </p:cNvSpPr>
          <p:nvPr/>
        </p:nvSpPr>
        <p:spPr>
          <a:xfrm xmlns:a="http://schemas.openxmlformats.org/drawingml/2006/main">
            <a:off x="4048125" y="3514725"/>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21908">
            <a:solidFill>
              <a:srgbClr val="1572C3"/>
            </a:solidFill>
          </a:ln>
        </p:spPr>
      </p:sp>
      <p:sp>
        <p:nvSpPr>
          <p:cNvPr id="105" name="wire-858">
            <a:extLst xmlns:a="http://schemas.openxmlformats.org/drawingml/2006/main">
              <a:ext uri="{FF2B5EF4-FFF2-40B4-BE49-F238E27FC236}">
                <a16:creationId xmlns:a16="http://schemas.microsoft.com/office/drawing/2014/main" id="{1D4B10ED-847D-46E7-BE43-5B26CE61867F}"/>
              </a:ext>
            </a:extLst>
          </p:cNvPr>
          <p:cNvSpPr>
            <a:spLocks xmlns:a="http://schemas.openxmlformats.org/drawingml/2006/main" noGrp="1"/>
          </p:cNvSpPr>
          <p:nvPr/>
        </p:nvSpPr>
        <p:spPr>
          <a:xfrm xmlns:a="http://schemas.openxmlformats.org/drawingml/2006/main">
            <a:off x="4048125" y="3581400"/>
            <a:ext cx="1724025" cy="9525"/>
          </a:xfrm>
          <a:custGeom xmlns:a="http://schemas.openxmlformats.org/drawingml/2006/main">
            <a:pathLst>
              <a:path w="1724025" h="9525">
                <a:moveTo>
                  <a:pt x="0" y="0"/>
                </a:moveTo>
                <a:lnTo>
                  <a:pt x="1724025" y="0"/>
                </a:lnTo>
              </a:path>
            </a:pathLst>
          </a:custGeom>
          <a:noFill xmlns:a="http://schemas.openxmlformats.org/drawingml/2006/main"/>
          <a:ln xmlns:a="http://schemas.openxmlformats.org/drawingml/2006/main" w="21908">
            <a:solidFill>
              <a:srgbClr val="1572C3"/>
            </a:solidFill>
          </a:ln>
        </p:spPr>
      </p:sp>
      <p:sp>
        <p:nvSpPr>
          <p:cNvPr id="106" name="wire-859">
            <a:extLst xmlns:a="http://schemas.openxmlformats.org/drawingml/2006/main">
              <a:ext uri="{FF2B5EF4-FFF2-40B4-BE49-F238E27FC236}">
                <a16:creationId xmlns:a16="http://schemas.microsoft.com/office/drawing/2014/main" id="{96FF4118-D340-415D-A181-B39A195A13CB}"/>
              </a:ext>
            </a:extLst>
          </p:cNvPr>
          <p:cNvSpPr>
            <a:spLocks xmlns:a="http://schemas.openxmlformats.org/drawingml/2006/main" noGrp="1"/>
          </p:cNvSpPr>
          <p:nvPr/>
        </p:nvSpPr>
        <p:spPr>
          <a:xfrm xmlns:a="http://schemas.openxmlformats.org/drawingml/2006/main">
            <a:off x="5772150" y="3581400"/>
            <a:ext cx="9525" cy="1257300"/>
          </a:xfrm>
          <a:custGeom xmlns:a="http://schemas.openxmlformats.org/drawingml/2006/main">
            <a:pathLst>
              <a:path w="9525" h="1257300">
                <a:moveTo>
                  <a:pt x="0" y="0"/>
                </a:moveTo>
                <a:lnTo>
                  <a:pt x="0" y="1257300"/>
                </a:lnTo>
              </a:path>
            </a:pathLst>
          </a:custGeom>
          <a:noFill xmlns:a="http://schemas.openxmlformats.org/drawingml/2006/main"/>
          <a:ln xmlns:a="http://schemas.openxmlformats.org/drawingml/2006/main" w="21908">
            <a:solidFill>
              <a:srgbClr val="1572C3"/>
            </a:solidFill>
          </a:ln>
        </p:spPr>
      </p:sp>
      <p:sp>
        <p:nvSpPr>
          <p:cNvPr id="107" name="wire-860">
            <a:extLst xmlns:a="http://schemas.openxmlformats.org/drawingml/2006/main">
              <a:ext uri="{FF2B5EF4-FFF2-40B4-BE49-F238E27FC236}">
                <a16:creationId xmlns:a16="http://schemas.microsoft.com/office/drawing/2014/main" id="{D1156FDC-E36F-41F8-8F39-A9E408D03914}"/>
              </a:ext>
            </a:extLst>
          </p:cNvPr>
          <p:cNvSpPr>
            <a:spLocks xmlns:a="http://schemas.openxmlformats.org/drawingml/2006/main" noGrp="1"/>
          </p:cNvSpPr>
          <p:nvPr/>
        </p:nvSpPr>
        <p:spPr>
          <a:xfrm xmlns:a="http://schemas.openxmlformats.org/drawingml/2006/main">
            <a:off x="5772150" y="4838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1572C3"/>
            </a:solidFill>
          </a:ln>
        </p:spPr>
      </p:sp>
      <p:sp>
        <p:nvSpPr>
          <p:cNvPr id="108" name="circuit-861">
            <a:extLst xmlns:a="http://schemas.openxmlformats.org/drawingml/2006/main">
              <a:ext uri="{FF2B5EF4-FFF2-40B4-BE49-F238E27FC236}">
                <a16:creationId xmlns:a16="http://schemas.microsoft.com/office/drawing/2014/main" id="{DBE4E6C8-B575-410E-869D-58BE13418286}"/>
              </a:ext>
            </a:extLst>
          </p:cNvPr>
          <p:cNvSpPr>
            <a:spLocks xmlns:a="http://schemas.openxmlformats.org/drawingml/2006/main" noGrp="1"/>
          </p:cNvSpPr>
          <p:nvPr/>
        </p:nvSpPr>
        <p:spPr>
          <a:xfrm xmlns:a="http://schemas.openxmlformats.org/drawingml/2006/main">
            <a:off x="5915025"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9" name="wire-862">
            <a:extLst xmlns:a="http://schemas.openxmlformats.org/drawingml/2006/main">
              <a:ext uri="{FF2B5EF4-FFF2-40B4-BE49-F238E27FC236}">
                <a16:creationId xmlns:a16="http://schemas.microsoft.com/office/drawing/2014/main" id="{1B903866-7982-482C-837F-FA13D8B31CCD}"/>
              </a:ext>
            </a:extLst>
          </p:cNvPr>
          <p:cNvSpPr>
            <a:spLocks xmlns:a="http://schemas.openxmlformats.org/drawingml/2006/main" noGrp="1"/>
          </p:cNvSpPr>
          <p:nvPr/>
        </p:nvSpPr>
        <p:spPr>
          <a:xfrm xmlns:a="http://schemas.openxmlformats.org/drawingml/2006/main">
            <a:off x="5791200" y="3514725"/>
            <a:ext cx="9525" cy="180975"/>
          </a:xfrm>
          <a:custGeom xmlns:a="http://schemas.openxmlformats.org/drawingml/2006/main">
            <a:pathLst>
              <a:path w="9525" h="180975">
                <a:moveTo>
                  <a:pt x="0" y="0"/>
                </a:moveTo>
                <a:lnTo>
                  <a:pt x="0" y="180975"/>
                </a:lnTo>
              </a:path>
            </a:pathLst>
          </a:custGeom>
          <a:noFill xmlns:a="http://schemas.openxmlformats.org/drawingml/2006/main"/>
          <a:ln xmlns:a="http://schemas.openxmlformats.org/drawingml/2006/main" w="20003">
            <a:solidFill>
              <a:srgbClr val="9FA9B9"/>
            </a:solidFill>
          </a:ln>
        </p:spPr>
      </p:sp>
      <p:sp>
        <p:nvSpPr>
          <p:cNvPr id="110" name="wire-863">
            <a:extLst xmlns:a="http://schemas.openxmlformats.org/drawingml/2006/main">
              <a:ext uri="{FF2B5EF4-FFF2-40B4-BE49-F238E27FC236}">
                <a16:creationId xmlns:a16="http://schemas.microsoft.com/office/drawing/2014/main" id="{509C1051-D147-45AF-B230-A07B00F53830}"/>
              </a:ext>
            </a:extLst>
          </p:cNvPr>
          <p:cNvSpPr>
            <a:spLocks xmlns:a="http://schemas.openxmlformats.org/drawingml/2006/main" noGrp="1"/>
          </p:cNvSpPr>
          <p:nvPr/>
        </p:nvSpPr>
        <p:spPr>
          <a:xfrm xmlns:a="http://schemas.openxmlformats.org/drawingml/2006/main">
            <a:off x="3543300" y="3695700"/>
            <a:ext cx="2247900" cy="9525"/>
          </a:xfrm>
          <a:custGeom xmlns:a="http://schemas.openxmlformats.org/drawingml/2006/main">
            <a:pathLst>
              <a:path w="2247900" h="9525">
                <a:moveTo>
                  <a:pt x="2247900" y="0"/>
                </a:moveTo>
                <a:lnTo>
                  <a:pt x="0" y="0"/>
                </a:lnTo>
              </a:path>
            </a:pathLst>
          </a:custGeom>
          <a:noFill xmlns:a="http://schemas.openxmlformats.org/drawingml/2006/main"/>
          <a:ln xmlns:a="http://schemas.openxmlformats.org/drawingml/2006/main" w="20003">
            <a:solidFill>
              <a:srgbClr val="9FA9B9"/>
            </a:solidFill>
          </a:ln>
        </p:spPr>
      </p:sp>
      <p:sp>
        <p:nvSpPr>
          <p:cNvPr id="111" name="wire-864">
            <a:extLst xmlns:a="http://schemas.openxmlformats.org/drawingml/2006/main">
              <a:ext uri="{FF2B5EF4-FFF2-40B4-BE49-F238E27FC236}">
                <a16:creationId xmlns:a16="http://schemas.microsoft.com/office/drawing/2014/main" id="{1E473D90-3A3E-4B4C-8345-8B583A6D606F}"/>
              </a:ext>
            </a:extLst>
          </p:cNvPr>
          <p:cNvSpPr>
            <a:spLocks xmlns:a="http://schemas.openxmlformats.org/drawingml/2006/main" noGrp="1"/>
          </p:cNvSpPr>
          <p:nvPr/>
        </p:nvSpPr>
        <p:spPr>
          <a:xfrm xmlns:a="http://schemas.openxmlformats.org/drawingml/2006/main">
            <a:off x="3543300" y="3695700"/>
            <a:ext cx="9525" cy="914400"/>
          </a:xfrm>
          <a:custGeom xmlns:a="http://schemas.openxmlformats.org/drawingml/2006/main">
            <a:pathLst>
              <a:path w="9525" h="914400">
                <a:moveTo>
                  <a:pt x="0" y="0"/>
                </a:moveTo>
                <a:lnTo>
                  <a:pt x="0" y="914400"/>
                </a:lnTo>
              </a:path>
            </a:pathLst>
          </a:custGeom>
          <a:noFill xmlns:a="http://schemas.openxmlformats.org/drawingml/2006/main"/>
          <a:ln xmlns:a="http://schemas.openxmlformats.org/drawingml/2006/main" w="20003">
            <a:solidFill>
              <a:srgbClr val="9FA9B9"/>
            </a:solidFill>
          </a:ln>
        </p:spPr>
      </p:sp>
      <p:sp>
        <p:nvSpPr>
          <p:cNvPr id="112" name="wire-865">
            <a:extLst xmlns:a="http://schemas.openxmlformats.org/drawingml/2006/main">
              <a:ext uri="{FF2B5EF4-FFF2-40B4-BE49-F238E27FC236}">
                <a16:creationId xmlns:a16="http://schemas.microsoft.com/office/drawing/2014/main" id="{D43C1B29-E8CE-40F3-BEDC-55520ACEE6A0}"/>
              </a:ext>
            </a:extLst>
          </p:cNvPr>
          <p:cNvSpPr>
            <a:spLocks xmlns:a="http://schemas.openxmlformats.org/drawingml/2006/main" noGrp="1"/>
          </p:cNvSpPr>
          <p:nvPr/>
        </p:nvSpPr>
        <p:spPr>
          <a:xfrm xmlns:a="http://schemas.openxmlformats.org/drawingml/2006/main">
            <a:off x="3543300" y="461010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003">
            <a:solidFill>
              <a:srgbClr val="9FA9B9"/>
            </a:solidFill>
          </a:ln>
        </p:spPr>
      </p:sp>
      <p:sp>
        <p:nvSpPr>
          <p:cNvPr id="113" name="circuit-866">
            <a:extLst xmlns:a="http://schemas.openxmlformats.org/drawingml/2006/main">
              <a:ext uri="{FF2B5EF4-FFF2-40B4-BE49-F238E27FC236}">
                <a16:creationId xmlns:a16="http://schemas.microsoft.com/office/drawing/2014/main" id="{BD394606-D9A0-457F-8AEA-CCD5FBBD929B}"/>
              </a:ext>
            </a:extLst>
          </p:cNvPr>
          <p:cNvSpPr>
            <a:spLocks xmlns:a="http://schemas.openxmlformats.org/drawingml/2006/main" noGrp="1"/>
          </p:cNvSpPr>
          <p:nvPr/>
        </p:nvSpPr>
        <p:spPr>
          <a:xfrm xmlns:a="http://schemas.openxmlformats.org/drawingml/2006/main">
            <a:off x="3714750" y="45786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14" name="wire-867">
            <a:extLst xmlns:a="http://schemas.openxmlformats.org/drawingml/2006/main">
              <a:ext uri="{FF2B5EF4-FFF2-40B4-BE49-F238E27FC236}">
                <a16:creationId xmlns:a16="http://schemas.microsoft.com/office/drawing/2014/main" id="{2EF248AA-E361-4493-A676-C0E8BFBB78B5}"/>
              </a:ext>
            </a:extLst>
          </p:cNvPr>
          <p:cNvSpPr>
            <a:spLocks xmlns:a="http://schemas.openxmlformats.org/drawingml/2006/main" noGrp="1"/>
          </p:cNvSpPr>
          <p:nvPr/>
        </p:nvSpPr>
        <p:spPr>
          <a:xfrm xmlns:a="http://schemas.openxmlformats.org/drawingml/2006/main">
            <a:off x="3629025" y="4905375"/>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14288">
            <a:solidFill>
              <a:srgbClr val="231F20"/>
            </a:solidFill>
          </a:ln>
        </p:spPr>
      </p:sp>
      <p:sp>
        <p:nvSpPr>
          <p:cNvPr id="115" name="circuit-868">
            <a:extLst xmlns:a="http://schemas.openxmlformats.org/drawingml/2006/main">
              <a:ext uri="{FF2B5EF4-FFF2-40B4-BE49-F238E27FC236}">
                <a16:creationId xmlns:a16="http://schemas.microsoft.com/office/drawing/2014/main" id="{A8A4B0CF-C163-46F3-B4FA-B821A67FEC23}"/>
              </a:ext>
            </a:extLst>
          </p:cNvPr>
          <p:cNvSpPr>
            <a:spLocks xmlns:a="http://schemas.openxmlformats.org/drawingml/2006/main" noGrp="1"/>
          </p:cNvSpPr>
          <p:nvPr/>
        </p:nvSpPr>
        <p:spPr>
          <a:xfrm xmlns:a="http://schemas.openxmlformats.org/drawingml/2006/main">
            <a:off x="3714750" y="4873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16" name="board-stable-rf">
            <a:extLst xmlns:a="http://schemas.openxmlformats.org/drawingml/2006/main">
              <a:ext uri="{FF2B5EF4-FFF2-40B4-BE49-F238E27FC236}">
                <a16:creationId xmlns:a16="http://schemas.microsoft.com/office/drawing/2014/main" id="{3EF55DA8-3C39-4BBA-8841-823EA760A454}"/>
              </a:ext>
            </a:extLst>
          </p:cNvPr>
          <p:cNvSpPr>
            <a:spLocks xmlns:a="http://schemas.openxmlformats.org/drawingml/2006/main" noGrp="1"/>
          </p:cNvSpPr>
          <p:nvPr/>
        </p:nvSpPr>
        <p:spPr>
          <a:xfrm xmlns:a="http://schemas.openxmlformats.org/drawingml/2006/main">
            <a:off x="3790950" y="3800475"/>
            <a:ext cx="1571625" cy="14859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17" name="circuit-870">
            <a:extLst xmlns:a="http://schemas.openxmlformats.org/drawingml/2006/main">
              <a:ext uri="{FF2B5EF4-FFF2-40B4-BE49-F238E27FC236}">
                <a16:creationId xmlns:a16="http://schemas.microsoft.com/office/drawing/2014/main" id="{42D79603-5DD6-4B86-82AF-EBEFCE9D6FC6}"/>
              </a:ext>
            </a:extLst>
          </p:cNvPr>
          <p:cNvSpPr>
            <a:spLocks xmlns:a="http://schemas.openxmlformats.org/drawingml/2006/main" noGrp="1"/>
          </p:cNvSpPr>
          <p:nvPr/>
        </p:nvSpPr>
        <p:spPr>
          <a:xfrm xmlns:a="http://schemas.openxmlformats.org/drawingml/2006/main">
            <a:off x="4181475" y="3800475"/>
            <a:ext cx="152400" cy="85725"/>
          </a:xfrm>
          <a:custGeom xmlns:a="http://schemas.openxmlformats.org/drawingml/2006/main">
            <a:pathLst>
              <a:path w="152400" h="85725">
                <a:moveTo>
                  <a:pt x="0" y="0"/>
                </a:moveTo>
                <a:lnTo>
                  <a:pt x="76200" y="85725"/>
                </a:lnTo>
                <a:lnTo>
                  <a:pt x="152400" y="0"/>
                </a:lnTo>
                <a:close/>
              </a:path>
            </a:pathLst>
          </a:custGeom>
          <a:noFill xmlns:a="http://schemas.openxmlformats.org/drawingml/2006/main"/>
          <a:ln xmlns:a="http://schemas.openxmlformats.org/drawingml/2006/main" w="20955">
            <a:solidFill>
              <a:srgbClr val="231F20"/>
            </a:solidFill>
          </a:ln>
        </p:spPr>
      </p:sp>
      <p:sp>
        <p:nvSpPr>
          <p:cNvPr id="118" name="wire-871">
            <a:extLst xmlns:a="http://schemas.openxmlformats.org/drawingml/2006/main">
              <a:ext uri="{FF2B5EF4-FFF2-40B4-BE49-F238E27FC236}">
                <a16:creationId xmlns:a16="http://schemas.microsoft.com/office/drawing/2014/main" id="{E339D031-DB9A-4734-BD68-928E8DDAA126}"/>
              </a:ext>
            </a:extLst>
          </p:cNvPr>
          <p:cNvSpPr>
            <a:spLocks xmlns:a="http://schemas.openxmlformats.org/drawingml/2006/main" noGrp="1"/>
          </p:cNvSpPr>
          <p:nvPr/>
        </p:nvSpPr>
        <p:spPr>
          <a:xfrm xmlns:a="http://schemas.openxmlformats.org/drawingml/2006/main">
            <a:off x="4257675" y="3733800"/>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11430">
            <a:solidFill>
              <a:srgbClr val="231F20"/>
            </a:solidFill>
          </a:ln>
        </p:spPr>
      </p:sp>
      <p:sp>
        <p:nvSpPr>
          <p:cNvPr id="119" name="text-872">
            <a:extLst xmlns:a="http://schemas.openxmlformats.org/drawingml/2006/main">
              <a:ext uri="{FF2B5EF4-FFF2-40B4-BE49-F238E27FC236}">
                <a16:creationId xmlns:a16="http://schemas.microsoft.com/office/drawing/2014/main" id="{87219099-81B1-4A03-B7C9-E96EE9017D48}"/>
              </a:ext>
            </a:extLst>
          </p:cNvPr>
          <p:cNvSpPr>
            <a:spLocks xmlns:a="http://schemas.openxmlformats.org/drawingml/2006/main" noGrp="1"/>
          </p:cNvSpPr>
          <p:nvPr/>
        </p:nvSpPr>
        <p:spPr>
          <a:xfrm xmlns:a="http://schemas.openxmlformats.org/drawingml/2006/main">
            <a:off x="4191000" y="4295775"/>
            <a:ext cx="76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Yu Gothic"/>
                <a:ea typeface="Yu Gothic"/>
                <a:cs typeface="Yu Gothic"/>
              </a:defRPr>
            </a:defPPr>
            <a:lvl1pPr algn="ctr">
              <a:defRPr sz="1425" b="1">
                <a:solidFill>
                  <a:srgbClr val="231F20"/>
                </a:solidFill>
                <a:latin typeface="Yu Gothic"/>
                <a:ea typeface="Yu Gothic"/>
                <a:cs typeface="Yu Gothic"/>
              </a:defRPr>
            </a:lvl1pPr>
            <a:lvl2pPr algn="ctr">
              <a:defRPr sz="1425" b="1">
                <a:solidFill>
                  <a:srgbClr val="231F20"/>
                </a:solidFill>
                <a:latin typeface="Yu Gothic"/>
                <a:ea typeface="Yu Gothic"/>
                <a:cs typeface="Yu Gothic"/>
              </a:defRPr>
            </a:lvl2pPr>
            <a:lvl3pPr algn="ctr">
              <a:defRPr sz="1425" b="1">
                <a:solidFill>
                  <a:srgbClr val="231F20"/>
                </a:solidFill>
                <a:latin typeface="Yu Gothic"/>
                <a:ea typeface="Yu Gothic"/>
                <a:cs typeface="Yu Gothic"/>
              </a:defRPr>
            </a:lvl3pPr>
            <a:lvl4pPr algn="ctr">
              <a:defRPr sz="1425" b="1">
                <a:solidFill>
                  <a:srgbClr val="231F20"/>
                </a:solidFill>
                <a:latin typeface="Yu Gothic"/>
                <a:ea typeface="Yu Gothic"/>
                <a:cs typeface="Yu Gothic"/>
              </a:defRPr>
            </a:lvl4pPr>
            <a:lvl5pPr algn="ctr">
              <a:defRPr sz="1425" b="1">
                <a:solidFill>
                  <a:srgbClr val="231F20"/>
                </a:solidFill>
                <a:latin typeface="Yu Gothic"/>
                <a:ea typeface="Yu Gothic"/>
                <a:cs typeface="Yu Gothic"/>
              </a:defRPr>
            </a:lvl5pPr>
            <a:lvl6pPr algn="ctr">
              <a:defRPr sz="1425" b="1">
                <a:solidFill>
                  <a:srgbClr val="231F20"/>
                </a:solidFill>
                <a:latin typeface="Yu Gothic"/>
                <a:ea typeface="Yu Gothic"/>
                <a:cs typeface="Yu Gothic"/>
              </a:defRPr>
            </a:lvl6pPr>
            <a:lvl7pPr algn="ctr">
              <a:defRPr sz="1425" b="1">
                <a:solidFill>
                  <a:srgbClr val="231F20"/>
                </a:solidFill>
                <a:latin typeface="Yu Gothic"/>
                <a:ea typeface="Yu Gothic"/>
                <a:cs typeface="Yu Gothic"/>
              </a:defRPr>
            </a:lvl7pPr>
            <a:lvl8pPr algn="ctr">
              <a:defRPr sz="1425" b="1">
                <a:solidFill>
                  <a:srgbClr val="231F20"/>
                </a:solidFill>
                <a:latin typeface="Yu Gothic"/>
                <a:ea typeface="Yu Gothic"/>
                <a:cs typeface="Yu Gothic"/>
              </a:defRPr>
            </a:lvl8pPr>
            <a:lvl9pPr algn="ctr">
              <a:defRPr sz="1425" b="1">
                <a:solidFill>
                  <a:srgbClr val="231F20"/>
                </a:solidFill>
                <a:latin typeface="Yu Gothic"/>
                <a:ea typeface="Yu Gothic"/>
                <a:cs typeface="Yu Gothic"/>
              </a:defRPr>
            </a:lvl9pPr>
          </a:lstStyle>
          <a:p xmlns:a="http://schemas.openxmlformats.org/drawingml/2006/main">
            <a:pPr algn="ctr">
              <a:defRPr sz="1425" b="1">
                <a:solidFill>
                  <a:srgbClr val="231F20"/>
                </a:solidFill>
                <a:latin typeface="Yu Gothic"/>
                <a:ea typeface="Yu Gothic"/>
                <a:cs typeface="Yu Gothic"/>
              </a:defRPr>
            </a:pPr>
            <a:r>
              <a:rPr sz="1425" b="1">
                <a:solidFill>
                  <a:srgbClr val="231F20"/>
                </a:solidFill>
                <a:latin typeface="Yu Gothic"/>
                <a:ea typeface="Yu Gothic"/>
                <a:cs typeface="Yu Gothic"/>
              </a:rPr>
              <a:t>レジスタ</a:t>
            </a:r>
          </a:p>
          <a:p xmlns:a="http://schemas.openxmlformats.org/drawingml/2006/main">
            <a:pPr algn="ctr">
              <a:defRPr sz="1425" b="1">
                <a:solidFill>
                  <a:srgbClr val="231F20"/>
                </a:solidFill>
                <a:latin typeface="Yu Gothic"/>
                <a:ea typeface="Yu Gothic"/>
                <a:cs typeface="Yu Gothic"/>
              </a:defRPr>
            </a:pPr>
            <a:r>
              <a:rPr sz="1425" b="1">
                <a:solidFill>
                  <a:srgbClr val="231F20"/>
                </a:solidFill>
                <a:latin typeface="Yu Gothic"/>
                <a:ea typeface="Yu Gothic"/>
                <a:cs typeface="Yu Gothic"/>
              </a:rPr>
              <a:t>群</a:t>
            </a:r>
          </a:p>
        </p:txBody>
      </p:sp>
      <p:sp>
        <p:nvSpPr>
          <p:cNvPr id="120" name="text-873">
            <a:extLst xmlns:a="http://schemas.openxmlformats.org/drawingml/2006/main">
              <a:ext uri="{FF2B5EF4-FFF2-40B4-BE49-F238E27FC236}">
                <a16:creationId xmlns:a16="http://schemas.microsoft.com/office/drawing/2014/main" id="{09D327B6-BB01-4B24-9A17-8235B30A5823}"/>
              </a:ext>
            </a:extLst>
          </p:cNvPr>
          <p:cNvSpPr>
            <a:spLocks xmlns:a="http://schemas.openxmlformats.org/drawingml/2006/main" noGrp="1"/>
          </p:cNvSpPr>
          <p:nvPr/>
        </p:nvSpPr>
        <p:spPr>
          <a:xfrm xmlns:a="http://schemas.openxmlformats.org/drawingml/2006/main">
            <a:off x="3848100"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A1</a:t>
            </a:r>
          </a:p>
        </p:txBody>
      </p:sp>
      <p:sp>
        <p:nvSpPr>
          <p:cNvPr id="121" name="text-874">
            <a:extLst xmlns:a="http://schemas.openxmlformats.org/drawingml/2006/main">
              <a:ext uri="{FF2B5EF4-FFF2-40B4-BE49-F238E27FC236}">
                <a16:creationId xmlns:a16="http://schemas.microsoft.com/office/drawing/2014/main" id="{C65C7CD9-9814-4218-ACC5-0972E915E028}"/>
              </a:ext>
            </a:extLst>
          </p:cNvPr>
          <p:cNvSpPr>
            <a:spLocks xmlns:a="http://schemas.openxmlformats.org/drawingml/2006/main" noGrp="1"/>
          </p:cNvSpPr>
          <p:nvPr/>
        </p:nvSpPr>
        <p:spPr>
          <a:xfrm xmlns:a="http://schemas.openxmlformats.org/drawingml/2006/main">
            <a:off x="3848100"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A2</a:t>
            </a:r>
          </a:p>
        </p:txBody>
      </p:sp>
      <p:sp>
        <p:nvSpPr>
          <p:cNvPr id="122" name="text-875">
            <a:extLst xmlns:a="http://schemas.openxmlformats.org/drawingml/2006/main">
              <a:ext uri="{FF2B5EF4-FFF2-40B4-BE49-F238E27FC236}">
                <a16:creationId xmlns:a16="http://schemas.microsoft.com/office/drawing/2014/main" id="{FAA22BED-8C27-48E6-8569-66F462B5BFF9}"/>
              </a:ext>
            </a:extLst>
          </p:cNvPr>
          <p:cNvSpPr>
            <a:spLocks xmlns:a="http://schemas.openxmlformats.org/drawingml/2006/main" noGrp="1"/>
          </p:cNvSpPr>
          <p:nvPr/>
        </p:nvSpPr>
        <p:spPr>
          <a:xfrm xmlns:a="http://schemas.openxmlformats.org/drawingml/2006/main">
            <a:off x="3848100" y="477202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A3</a:t>
            </a:r>
          </a:p>
        </p:txBody>
      </p:sp>
      <p:sp>
        <p:nvSpPr>
          <p:cNvPr id="123" name="text-876">
            <a:extLst xmlns:a="http://schemas.openxmlformats.org/drawingml/2006/main">
              <a:ext uri="{FF2B5EF4-FFF2-40B4-BE49-F238E27FC236}">
                <a16:creationId xmlns:a16="http://schemas.microsoft.com/office/drawing/2014/main" id="{5DB40B7D-EB3E-424F-8DBC-486036C9E5DF}"/>
              </a:ext>
            </a:extLst>
          </p:cNvPr>
          <p:cNvSpPr>
            <a:spLocks xmlns:a="http://schemas.openxmlformats.org/drawingml/2006/main" noGrp="1"/>
          </p:cNvSpPr>
          <p:nvPr/>
        </p:nvSpPr>
        <p:spPr>
          <a:xfrm xmlns:a="http://schemas.openxmlformats.org/drawingml/2006/main">
            <a:off x="3848100" y="50577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WD3</a:t>
            </a:r>
          </a:p>
        </p:txBody>
      </p:sp>
      <p:sp>
        <p:nvSpPr>
          <p:cNvPr id="124" name="text-877">
            <a:extLst xmlns:a="http://schemas.openxmlformats.org/drawingml/2006/main">
              <a:ext uri="{FF2B5EF4-FFF2-40B4-BE49-F238E27FC236}">
                <a16:creationId xmlns:a16="http://schemas.microsoft.com/office/drawing/2014/main" id="{5C5A1C7E-3DBD-47E1-9CA2-E30FF444F873}"/>
              </a:ext>
            </a:extLst>
          </p:cNvPr>
          <p:cNvSpPr>
            <a:spLocks xmlns:a="http://schemas.openxmlformats.org/drawingml/2006/main" noGrp="1"/>
          </p:cNvSpPr>
          <p:nvPr/>
        </p:nvSpPr>
        <p:spPr>
          <a:xfrm xmlns:a="http://schemas.openxmlformats.org/drawingml/2006/main">
            <a:off x="4981575"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RD1</a:t>
            </a:r>
          </a:p>
        </p:txBody>
      </p:sp>
      <p:sp>
        <p:nvSpPr>
          <p:cNvPr id="125" name="text-878">
            <a:extLst xmlns:a="http://schemas.openxmlformats.org/drawingml/2006/main">
              <a:ext uri="{FF2B5EF4-FFF2-40B4-BE49-F238E27FC236}">
                <a16:creationId xmlns:a16="http://schemas.microsoft.com/office/drawing/2014/main" id="{792928C7-68A8-48DF-BA2B-DA9AFC016CEA}"/>
              </a:ext>
            </a:extLst>
          </p:cNvPr>
          <p:cNvSpPr>
            <a:spLocks xmlns:a="http://schemas.openxmlformats.org/drawingml/2006/main" noGrp="1"/>
          </p:cNvSpPr>
          <p:nvPr/>
        </p:nvSpPr>
        <p:spPr>
          <a:xfrm xmlns:a="http://schemas.openxmlformats.org/drawingml/2006/main">
            <a:off x="4981575"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RD2</a:t>
            </a:r>
          </a:p>
        </p:txBody>
      </p:sp>
      <p:sp>
        <p:nvSpPr>
          <p:cNvPr id="126" name="text-879">
            <a:extLst xmlns:a="http://schemas.openxmlformats.org/drawingml/2006/main">
              <a:ext uri="{FF2B5EF4-FFF2-40B4-BE49-F238E27FC236}">
                <a16:creationId xmlns:a16="http://schemas.microsoft.com/office/drawing/2014/main" id="{2315196B-B216-494F-8E3D-00A2B363CE9C}"/>
              </a:ext>
            </a:extLst>
          </p:cNvPr>
          <p:cNvSpPr>
            <a:spLocks xmlns:a="http://schemas.openxmlformats.org/drawingml/2006/main" noGrp="1"/>
          </p:cNvSpPr>
          <p:nvPr/>
        </p:nvSpPr>
        <p:spPr>
          <a:xfrm xmlns:a="http://schemas.openxmlformats.org/drawingml/2006/main">
            <a:off x="4962525" y="3819525"/>
            <a:ext cx="3524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1572C3"/>
                </a:solidFill>
                <a:latin typeface="Arial"/>
                <a:ea typeface="Arial"/>
                <a:cs typeface="Arial"/>
              </a:defRPr>
            </a:defPPr>
            <a:lvl1pPr algn="l">
              <a:defRPr sz="1050" b="0">
                <a:solidFill>
                  <a:srgbClr val="1572C3"/>
                </a:solidFill>
                <a:latin typeface="Arial"/>
                <a:ea typeface="Arial"/>
                <a:cs typeface="Arial"/>
              </a:defRPr>
            </a:lvl1pPr>
            <a:lvl2pPr algn="l">
              <a:defRPr sz="1050" b="0">
                <a:solidFill>
                  <a:srgbClr val="1572C3"/>
                </a:solidFill>
                <a:latin typeface="Arial"/>
                <a:ea typeface="Arial"/>
                <a:cs typeface="Arial"/>
              </a:defRPr>
            </a:lvl2pPr>
            <a:lvl3pPr algn="l">
              <a:defRPr sz="1050" b="0">
                <a:solidFill>
                  <a:srgbClr val="1572C3"/>
                </a:solidFill>
                <a:latin typeface="Arial"/>
                <a:ea typeface="Arial"/>
                <a:cs typeface="Arial"/>
              </a:defRPr>
            </a:lvl3pPr>
            <a:lvl4pPr algn="l">
              <a:defRPr sz="1050" b="0">
                <a:solidFill>
                  <a:srgbClr val="1572C3"/>
                </a:solidFill>
                <a:latin typeface="Arial"/>
                <a:ea typeface="Arial"/>
                <a:cs typeface="Arial"/>
              </a:defRPr>
            </a:lvl4pPr>
            <a:lvl5pPr algn="l">
              <a:defRPr sz="1050" b="0">
                <a:solidFill>
                  <a:srgbClr val="1572C3"/>
                </a:solidFill>
                <a:latin typeface="Arial"/>
                <a:ea typeface="Arial"/>
                <a:cs typeface="Arial"/>
              </a:defRPr>
            </a:lvl5pPr>
            <a:lvl6pPr algn="l">
              <a:defRPr sz="1050" b="0">
                <a:solidFill>
                  <a:srgbClr val="1572C3"/>
                </a:solidFill>
                <a:latin typeface="Arial"/>
                <a:ea typeface="Arial"/>
                <a:cs typeface="Arial"/>
              </a:defRPr>
            </a:lvl6pPr>
            <a:lvl7pPr algn="l">
              <a:defRPr sz="1050" b="0">
                <a:solidFill>
                  <a:srgbClr val="1572C3"/>
                </a:solidFill>
                <a:latin typeface="Arial"/>
                <a:ea typeface="Arial"/>
                <a:cs typeface="Arial"/>
              </a:defRPr>
            </a:lvl7pPr>
            <a:lvl8pPr algn="l">
              <a:defRPr sz="1050" b="0">
                <a:solidFill>
                  <a:srgbClr val="1572C3"/>
                </a:solidFill>
                <a:latin typeface="Arial"/>
                <a:ea typeface="Arial"/>
                <a:cs typeface="Arial"/>
              </a:defRPr>
            </a:lvl8pPr>
            <a:lvl9pPr algn="l">
              <a:defRPr sz="1050" b="0">
                <a:solidFill>
                  <a:srgbClr val="1572C3"/>
                </a:solidFill>
                <a:latin typeface="Arial"/>
                <a:ea typeface="Arial"/>
                <a:cs typeface="Arial"/>
              </a:defRPr>
            </a:lvl9pPr>
          </a:lstStyle>
          <a:p xmlns:a="http://schemas.openxmlformats.org/drawingml/2006/main">
            <a:pPr algn="l">
              <a:defRPr sz="1050" b="0">
                <a:solidFill>
                  <a:srgbClr val="1572C3"/>
                </a:solidFill>
                <a:latin typeface="Arial"/>
                <a:ea typeface="Arial"/>
                <a:cs typeface="Arial"/>
              </a:defRPr>
            </a:pPr>
            <a:r>
              <a:rPr sz="1050" b="0">
                <a:solidFill>
                  <a:srgbClr val="1572C3"/>
                </a:solidFill>
                <a:latin typeface="Arial"/>
                <a:ea typeface="Arial"/>
                <a:cs typeface="Arial"/>
              </a:rPr>
              <a:t>WE3</a:t>
            </a:r>
          </a:p>
        </p:txBody>
      </p:sp>
      <p:sp>
        <p:nvSpPr>
          <p:cNvPr id="127" name="wire-880">
            <a:extLst xmlns:a="http://schemas.openxmlformats.org/drawingml/2006/main">
              <a:ext uri="{FF2B5EF4-FFF2-40B4-BE49-F238E27FC236}">
                <a16:creationId xmlns:a16="http://schemas.microsoft.com/office/drawing/2014/main" id="{8441368E-CBCB-49D7-A701-E01E0A986B67}"/>
              </a:ext>
            </a:extLst>
          </p:cNvPr>
          <p:cNvSpPr>
            <a:spLocks xmlns:a="http://schemas.openxmlformats.org/drawingml/2006/main" noGrp="1"/>
          </p:cNvSpPr>
          <p:nvPr/>
        </p:nvSpPr>
        <p:spPr>
          <a:xfrm xmlns:a="http://schemas.openxmlformats.org/drawingml/2006/main">
            <a:off x="5362575" y="4210050"/>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25718">
            <a:solidFill>
              <a:srgbClr val="231F20"/>
            </a:solidFill>
          </a:ln>
        </p:spPr>
      </p:sp>
      <p:sp>
        <p:nvSpPr>
          <p:cNvPr id="128" name="circuit-881">
            <a:extLst xmlns:a="http://schemas.openxmlformats.org/drawingml/2006/main">
              <a:ext uri="{FF2B5EF4-FFF2-40B4-BE49-F238E27FC236}">
                <a16:creationId xmlns:a16="http://schemas.microsoft.com/office/drawing/2014/main" id="{4207391A-2F02-455C-A80F-F5F74922F5F0}"/>
              </a:ext>
            </a:extLst>
          </p:cNvPr>
          <p:cNvSpPr>
            <a:spLocks xmlns:a="http://schemas.openxmlformats.org/drawingml/2006/main" noGrp="1"/>
          </p:cNvSpPr>
          <p:nvPr/>
        </p:nvSpPr>
        <p:spPr>
          <a:xfrm xmlns:a="http://schemas.openxmlformats.org/drawingml/2006/main">
            <a:off x="5915025"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29" name="text-882">
            <a:extLst xmlns:a="http://schemas.openxmlformats.org/drawingml/2006/main">
              <a:ext uri="{FF2B5EF4-FFF2-40B4-BE49-F238E27FC236}">
                <a16:creationId xmlns:a16="http://schemas.microsoft.com/office/drawing/2014/main" id="{4D89A657-FC57-4EA3-806F-317877E82866}"/>
              </a:ext>
            </a:extLst>
          </p:cNvPr>
          <p:cNvSpPr>
            <a:spLocks xmlns:a="http://schemas.openxmlformats.org/drawingml/2006/main" noGrp="1"/>
          </p:cNvSpPr>
          <p:nvPr/>
        </p:nvSpPr>
        <p:spPr>
          <a:xfrm xmlns:a="http://schemas.openxmlformats.org/drawingml/2006/main">
            <a:off x="5448300" y="3895725"/>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値</a:t>
            </a:r>
          </a:p>
        </p:txBody>
      </p:sp>
      <p:sp>
        <p:nvSpPr>
          <p:cNvPr id="130" name="board-stable-alu">
            <a:extLst xmlns:a="http://schemas.openxmlformats.org/drawingml/2006/main">
              <a:ext uri="{FF2B5EF4-FFF2-40B4-BE49-F238E27FC236}">
                <a16:creationId xmlns:a16="http://schemas.microsoft.com/office/drawing/2014/main" id="{6E391897-BE7C-4B00-8390-F005F31AF34F}"/>
              </a:ext>
            </a:extLst>
          </p:cNvPr>
          <p:cNvSpPr>
            <a:spLocks xmlns:a="http://schemas.openxmlformats.org/drawingml/2006/main" noGrp="1"/>
          </p:cNvSpPr>
          <p:nvPr/>
        </p:nvSpPr>
        <p:spPr>
          <a:xfrm xmlns:a="http://schemas.openxmlformats.org/drawingml/2006/main">
            <a:off x="5991225" y="4067175"/>
            <a:ext cx="647700" cy="933450"/>
          </a:xfrm>
          <a:custGeom xmlns:a="http://schemas.openxmlformats.org/drawingml/2006/main">
            <a:pathLst>
              <a:path w="647700" h="933450">
                <a:moveTo>
                  <a:pt x="0" y="0"/>
                </a:moveTo>
                <a:lnTo>
                  <a:pt x="647700" y="171450"/>
                </a:lnTo>
                <a:lnTo>
                  <a:pt x="647700" y="742950"/>
                </a:lnTo>
                <a:lnTo>
                  <a:pt x="0" y="933450"/>
                </a:lnTo>
                <a:lnTo>
                  <a:pt x="0" y="571500"/>
                </a:lnTo>
                <a:lnTo>
                  <a:pt x="171450" y="457200"/>
                </a:lnTo>
                <a:lnTo>
                  <a:pt x="0" y="257175"/>
                </a:lnTo>
                <a:close/>
              </a:path>
            </a:pathLst>
          </a:custGeom>
          <a:solidFill xmlns:a="http://schemas.openxmlformats.org/drawingml/2006/main">
            <a:srgbClr val="FFFFFF"/>
          </a:solidFill>
          <a:ln xmlns:a="http://schemas.openxmlformats.org/drawingml/2006/main" w="21908">
            <a:solidFill>
              <a:srgbClr val="231F20"/>
            </a:solidFill>
          </a:ln>
        </p:spPr>
      </p:sp>
      <p:sp>
        <p:nvSpPr>
          <p:cNvPr id="131" name="text-884">
            <a:extLst xmlns:a="http://schemas.openxmlformats.org/drawingml/2006/main">
              <a:ext uri="{FF2B5EF4-FFF2-40B4-BE49-F238E27FC236}">
                <a16:creationId xmlns:a16="http://schemas.microsoft.com/office/drawing/2014/main" id="{7602753D-9300-4355-B2FD-D2120B76C799}"/>
              </a:ext>
            </a:extLst>
          </p:cNvPr>
          <p:cNvSpPr>
            <a:spLocks xmlns:a="http://schemas.openxmlformats.org/drawingml/2006/main" noGrp="1"/>
          </p:cNvSpPr>
          <p:nvPr/>
        </p:nvSpPr>
        <p:spPr>
          <a:xfrm xmlns:a="http://schemas.openxmlformats.org/drawingml/2006/main">
            <a:off x="6076950" y="3781425"/>
            <a:ext cx="571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ALU</a:t>
            </a:r>
          </a:p>
        </p:txBody>
      </p:sp>
      <p:sp>
        <p:nvSpPr>
          <p:cNvPr id="132" name="text-885">
            <a:extLst xmlns:a="http://schemas.openxmlformats.org/drawingml/2006/main">
              <a:ext uri="{FF2B5EF4-FFF2-40B4-BE49-F238E27FC236}">
                <a16:creationId xmlns:a16="http://schemas.microsoft.com/office/drawing/2014/main" id="{052E67A7-5A9D-4CE4-A703-2EA3666791BD}"/>
              </a:ext>
            </a:extLst>
          </p:cNvPr>
          <p:cNvSpPr>
            <a:spLocks xmlns:a="http://schemas.openxmlformats.org/drawingml/2006/main" noGrp="1"/>
          </p:cNvSpPr>
          <p:nvPr/>
        </p:nvSpPr>
        <p:spPr>
          <a:xfrm xmlns:a="http://schemas.openxmlformats.org/drawingml/2006/main">
            <a:off x="6257925" y="4343400"/>
            <a:ext cx="314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Arial"/>
                <a:ea typeface="Arial"/>
                <a:cs typeface="Arial"/>
              </a:defRPr>
            </a:defPPr>
            <a:lvl1pPr algn="ctr">
              <a:defRPr sz="2250" b="0">
                <a:solidFill>
                  <a:srgbClr val="231F20"/>
                </a:solidFill>
                <a:latin typeface="Arial"/>
                <a:ea typeface="Arial"/>
                <a:cs typeface="Arial"/>
              </a:defRPr>
            </a:lvl1pPr>
            <a:lvl2pPr algn="ctr">
              <a:defRPr sz="2250" b="0">
                <a:solidFill>
                  <a:srgbClr val="231F20"/>
                </a:solidFill>
                <a:latin typeface="Arial"/>
                <a:ea typeface="Arial"/>
                <a:cs typeface="Arial"/>
              </a:defRPr>
            </a:lvl2pPr>
            <a:lvl3pPr algn="ctr">
              <a:defRPr sz="2250" b="0">
                <a:solidFill>
                  <a:srgbClr val="231F20"/>
                </a:solidFill>
                <a:latin typeface="Arial"/>
                <a:ea typeface="Arial"/>
                <a:cs typeface="Arial"/>
              </a:defRPr>
            </a:lvl3pPr>
            <a:lvl4pPr algn="ctr">
              <a:defRPr sz="2250" b="0">
                <a:solidFill>
                  <a:srgbClr val="231F20"/>
                </a:solidFill>
                <a:latin typeface="Arial"/>
                <a:ea typeface="Arial"/>
                <a:cs typeface="Arial"/>
              </a:defRPr>
            </a:lvl4pPr>
            <a:lvl5pPr algn="ctr">
              <a:defRPr sz="2250" b="0">
                <a:solidFill>
                  <a:srgbClr val="231F20"/>
                </a:solidFill>
                <a:latin typeface="Arial"/>
                <a:ea typeface="Arial"/>
                <a:cs typeface="Arial"/>
              </a:defRPr>
            </a:lvl5pPr>
            <a:lvl6pPr algn="ctr">
              <a:defRPr sz="2250" b="0">
                <a:solidFill>
                  <a:srgbClr val="231F20"/>
                </a:solidFill>
                <a:latin typeface="Arial"/>
                <a:ea typeface="Arial"/>
                <a:cs typeface="Arial"/>
              </a:defRPr>
            </a:lvl6pPr>
            <a:lvl7pPr algn="ctr">
              <a:defRPr sz="2250" b="0">
                <a:solidFill>
                  <a:srgbClr val="231F20"/>
                </a:solidFill>
                <a:latin typeface="Arial"/>
                <a:ea typeface="Arial"/>
                <a:cs typeface="Arial"/>
              </a:defRPr>
            </a:lvl7pPr>
            <a:lvl8pPr algn="ctr">
              <a:defRPr sz="2250" b="0">
                <a:solidFill>
                  <a:srgbClr val="231F20"/>
                </a:solidFill>
                <a:latin typeface="Arial"/>
                <a:ea typeface="Arial"/>
                <a:cs typeface="Arial"/>
              </a:defRPr>
            </a:lvl8pPr>
            <a:lvl9pPr algn="ctr">
              <a:defRPr sz="2250" b="0">
                <a:solidFill>
                  <a:srgbClr val="231F20"/>
                </a:solidFill>
                <a:latin typeface="Arial"/>
                <a:ea typeface="Arial"/>
                <a:cs typeface="Arial"/>
              </a:defRPr>
            </a:lvl9pPr>
          </a:lstStyle>
          <a:p xmlns:a="http://schemas.openxmlformats.org/drawingml/2006/main">
            <a:pPr algn="ctr">
              <a:defRPr sz="2250" b="0">
                <a:solidFill>
                  <a:srgbClr val="231F20"/>
                </a:solidFill>
                <a:latin typeface="Arial"/>
                <a:ea typeface="Arial"/>
                <a:cs typeface="Arial"/>
              </a:defRPr>
            </a:pPr>
            <a:r>
              <a:rPr sz="2250" b="0">
                <a:solidFill>
                  <a:srgbClr val="231F20"/>
                </a:solidFill>
                <a:latin typeface="Arial"/>
                <a:ea typeface="Arial"/>
                <a:cs typeface="Arial"/>
              </a:rPr>
              <a:t>+</a:t>
            </a:r>
          </a:p>
        </p:txBody>
      </p:sp>
      <p:sp>
        <p:nvSpPr>
          <p:cNvPr id="133" name="text-886">
            <a:extLst xmlns:a="http://schemas.openxmlformats.org/drawingml/2006/main">
              <a:ext uri="{FF2B5EF4-FFF2-40B4-BE49-F238E27FC236}">
                <a16:creationId xmlns:a16="http://schemas.microsoft.com/office/drawing/2014/main" id="{BC3D9CA5-104D-4613-84FC-89715D43D479}"/>
              </a:ext>
            </a:extLst>
          </p:cNvPr>
          <p:cNvSpPr>
            <a:spLocks xmlns:a="http://schemas.openxmlformats.org/drawingml/2006/main" noGrp="1"/>
          </p:cNvSpPr>
          <p:nvPr/>
        </p:nvSpPr>
        <p:spPr>
          <a:xfrm xmlns:a="http://schemas.openxmlformats.org/drawingml/2006/main">
            <a:off x="5638800" y="5019675"/>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即値</a:t>
            </a:r>
          </a:p>
        </p:txBody>
      </p:sp>
      <p:sp>
        <p:nvSpPr>
          <p:cNvPr id="134" name="wire-887">
            <a:extLst xmlns:a="http://schemas.openxmlformats.org/drawingml/2006/main">
              <a:ext uri="{FF2B5EF4-FFF2-40B4-BE49-F238E27FC236}">
                <a16:creationId xmlns:a16="http://schemas.microsoft.com/office/drawing/2014/main" id="{B15BC8BA-96B4-4FA9-95C4-579860157D25}"/>
              </a:ext>
            </a:extLst>
          </p:cNvPr>
          <p:cNvSpPr>
            <a:spLocks xmlns:a="http://schemas.openxmlformats.org/drawingml/2006/main" noGrp="1"/>
          </p:cNvSpPr>
          <p:nvPr/>
        </p:nvSpPr>
        <p:spPr>
          <a:xfrm xmlns:a="http://schemas.openxmlformats.org/drawingml/2006/main">
            <a:off x="6638925" y="4419600"/>
            <a:ext cx="600075" cy="9525"/>
          </a:xfrm>
          <a:custGeom xmlns:a="http://schemas.openxmlformats.org/drawingml/2006/main">
            <a:pathLst>
              <a:path w="600075" h="9525">
                <a:moveTo>
                  <a:pt x="0" y="0"/>
                </a:moveTo>
                <a:lnTo>
                  <a:pt x="600075" y="0"/>
                </a:lnTo>
              </a:path>
            </a:pathLst>
          </a:custGeom>
          <a:noFill xmlns:a="http://schemas.openxmlformats.org/drawingml/2006/main"/>
          <a:ln xmlns:a="http://schemas.openxmlformats.org/drawingml/2006/main" w="26670">
            <a:solidFill>
              <a:srgbClr val="231F20"/>
            </a:solidFill>
          </a:ln>
        </p:spPr>
      </p:sp>
      <p:sp>
        <p:nvSpPr>
          <p:cNvPr id="135" name="circuit-888">
            <a:extLst xmlns:a="http://schemas.openxmlformats.org/drawingml/2006/main">
              <a:ext uri="{FF2B5EF4-FFF2-40B4-BE49-F238E27FC236}">
                <a16:creationId xmlns:a16="http://schemas.microsoft.com/office/drawing/2014/main" id="{BD9B79A3-F87E-4113-8DDB-8B219CD7DBE8}"/>
              </a:ext>
            </a:extLst>
          </p:cNvPr>
          <p:cNvSpPr>
            <a:spLocks xmlns:a="http://schemas.openxmlformats.org/drawingml/2006/main" noGrp="1"/>
          </p:cNvSpPr>
          <p:nvPr/>
        </p:nvSpPr>
        <p:spPr>
          <a:xfrm xmlns:a="http://schemas.openxmlformats.org/drawingml/2006/main">
            <a:off x="71628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36" name="text-889">
            <a:extLst xmlns:a="http://schemas.openxmlformats.org/drawingml/2006/main">
              <a:ext uri="{FF2B5EF4-FFF2-40B4-BE49-F238E27FC236}">
                <a16:creationId xmlns:a16="http://schemas.microsoft.com/office/drawing/2014/main" id="{8191C3B3-400F-4B70-9D26-B8DCFB584FAD}"/>
              </a:ext>
            </a:extLst>
          </p:cNvPr>
          <p:cNvSpPr>
            <a:spLocks xmlns:a="http://schemas.openxmlformats.org/drawingml/2006/main" noGrp="1"/>
          </p:cNvSpPr>
          <p:nvPr/>
        </p:nvSpPr>
        <p:spPr>
          <a:xfrm xmlns:a="http://schemas.openxmlformats.org/drawingml/2006/main">
            <a:off x="6686550" y="4105275"/>
            <a:ext cx="485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番地</a:t>
            </a:r>
          </a:p>
        </p:txBody>
      </p:sp>
      <p:sp>
        <p:nvSpPr>
          <p:cNvPr id="137" name="wire-890">
            <a:extLst xmlns:a="http://schemas.openxmlformats.org/drawingml/2006/main">
              <a:ext uri="{FF2B5EF4-FFF2-40B4-BE49-F238E27FC236}">
                <a16:creationId xmlns:a16="http://schemas.microsoft.com/office/drawing/2014/main" id="{30C0CABB-F0D1-418D-AD97-56ABD6ABBCBA}"/>
              </a:ext>
            </a:extLst>
          </p:cNvPr>
          <p:cNvSpPr>
            <a:spLocks xmlns:a="http://schemas.openxmlformats.org/drawingml/2006/main" noGrp="1"/>
          </p:cNvSpPr>
          <p:nvPr/>
        </p:nvSpPr>
        <p:spPr>
          <a:xfrm xmlns:a="http://schemas.openxmlformats.org/drawingml/2006/main">
            <a:off x="5362575" y="46101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5718">
            <a:solidFill>
              <a:srgbClr val="1572C3"/>
            </a:solidFill>
          </a:ln>
        </p:spPr>
      </p:sp>
      <p:sp>
        <p:nvSpPr>
          <p:cNvPr id="138" name="wire-891">
            <a:extLst xmlns:a="http://schemas.openxmlformats.org/drawingml/2006/main">
              <a:ext uri="{FF2B5EF4-FFF2-40B4-BE49-F238E27FC236}">
                <a16:creationId xmlns:a16="http://schemas.microsoft.com/office/drawing/2014/main" id="{49280144-5D34-4280-9107-D2DA54DFA1D8}"/>
              </a:ext>
            </a:extLst>
          </p:cNvPr>
          <p:cNvSpPr>
            <a:spLocks xmlns:a="http://schemas.openxmlformats.org/drawingml/2006/main" noGrp="1"/>
          </p:cNvSpPr>
          <p:nvPr/>
        </p:nvSpPr>
        <p:spPr>
          <a:xfrm xmlns:a="http://schemas.openxmlformats.org/drawingml/2006/main">
            <a:off x="5476875" y="4610100"/>
            <a:ext cx="9525" cy="771525"/>
          </a:xfrm>
          <a:custGeom xmlns:a="http://schemas.openxmlformats.org/drawingml/2006/main">
            <a:pathLst>
              <a:path w="9525" h="771525">
                <a:moveTo>
                  <a:pt x="0" y="0"/>
                </a:moveTo>
                <a:lnTo>
                  <a:pt x="0" y="771525"/>
                </a:lnTo>
              </a:path>
            </a:pathLst>
          </a:custGeom>
          <a:noFill xmlns:a="http://schemas.openxmlformats.org/drawingml/2006/main"/>
          <a:ln xmlns:a="http://schemas.openxmlformats.org/drawingml/2006/main" w="25718">
            <a:solidFill>
              <a:srgbClr val="1572C3"/>
            </a:solidFill>
          </a:ln>
        </p:spPr>
      </p:sp>
      <p:sp>
        <p:nvSpPr>
          <p:cNvPr id="139" name="wire-892">
            <a:extLst xmlns:a="http://schemas.openxmlformats.org/drawingml/2006/main">
              <a:ext uri="{FF2B5EF4-FFF2-40B4-BE49-F238E27FC236}">
                <a16:creationId xmlns:a16="http://schemas.microsoft.com/office/drawing/2014/main" id="{8774A11D-8EC8-4C9A-9544-469A39AB0A18}"/>
              </a:ext>
            </a:extLst>
          </p:cNvPr>
          <p:cNvSpPr>
            <a:spLocks xmlns:a="http://schemas.openxmlformats.org/drawingml/2006/main" noGrp="1"/>
          </p:cNvSpPr>
          <p:nvPr/>
        </p:nvSpPr>
        <p:spPr>
          <a:xfrm xmlns:a="http://schemas.openxmlformats.org/drawingml/2006/main">
            <a:off x="5476875" y="5381625"/>
            <a:ext cx="1628775" cy="9525"/>
          </a:xfrm>
          <a:custGeom xmlns:a="http://schemas.openxmlformats.org/drawingml/2006/main">
            <a:pathLst>
              <a:path w="1628775" h="9525">
                <a:moveTo>
                  <a:pt x="0" y="0"/>
                </a:moveTo>
                <a:lnTo>
                  <a:pt x="1628775" y="0"/>
                </a:lnTo>
              </a:path>
            </a:pathLst>
          </a:custGeom>
          <a:noFill xmlns:a="http://schemas.openxmlformats.org/drawingml/2006/main"/>
          <a:ln xmlns:a="http://schemas.openxmlformats.org/drawingml/2006/main" w="25718">
            <a:solidFill>
              <a:srgbClr val="1572C3"/>
            </a:solidFill>
          </a:ln>
        </p:spPr>
      </p:sp>
      <p:sp>
        <p:nvSpPr>
          <p:cNvPr id="140" name="wire-893">
            <a:extLst xmlns:a="http://schemas.openxmlformats.org/drawingml/2006/main">
              <a:ext uri="{FF2B5EF4-FFF2-40B4-BE49-F238E27FC236}">
                <a16:creationId xmlns:a16="http://schemas.microsoft.com/office/drawing/2014/main" id="{8D58A5BA-449D-4D45-AD66-40E81170B104}"/>
              </a:ext>
            </a:extLst>
          </p:cNvPr>
          <p:cNvSpPr>
            <a:spLocks xmlns:a="http://schemas.openxmlformats.org/drawingml/2006/main" noGrp="1"/>
          </p:cNvSpPr>
          <p:nvPr/>
        </p:nvSpPr>
        <p:spPr>
          <a:xfrm xmlns:a="http://schemas.openxmlformats.org/drawingml/2006/main">
            <a:off x="7105650" y="50196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5718">
            <a:solidFill>
              <a:srgbClr val="1572C3"/>
            </a:solidFill>
          </a:ln>
        </p:spPr>
      </p:sp>
      <p:sp>
        <p:nvSpPr>
          <p:cNvPr id="141" name="wire-894">
            <a:extLst xmlns:a="http://schemas.openxmlformats.org/drawingml/2006/main">
              <a:ext uri="{FF2B5EF4-FFF2-40B4-BE49-F238E27FC236}">
                <a16:creationId xmlns:a16="http://schemas.microsoft.com/office/drawing/2014/main" id="{0D268274-A1CE-4BDD-88A7-6EA42442F206}"/>
              </a:ext>
            </a:extLst>
          </p:cNvPr>
          <p:cNvSpPr>
            <a:spLocks xmlns:a="http://schemas.openxmlformats.org/drawingml/2006/main" noGrp="1"/>
          </p:cNvSpPr>
          <p:nvPr/>
        </p:nvSpPr>
        <p:spPr>
          <a:xfrm xmlns:a="http://schemas.openxmlformats.org/drawingml/2006/main">
            <a:off x="7105650" y="501967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25718">
            <a:solidFill>
              <a:srgbClr val="1572C3"/>
            </a:solidFill>
          </a:ln>
        </p:spPr>
      </p:sp>
      <p:sp>
        <p:nvSpPr>
          <p:cNvPr id="142" name="circuit-895">
            <a:extLst xmlns:a="http://schemas.openxmlformats.org/drawingml/2006/main">
              <a:ext uri="{FF2B5EF4-FFF2-40B4-BE49-F238E27FC236}">
                <a16:creationId xmlns:a16="http://schemas.microsoft.com/office/drawing/2014/main" id="{01B104DA-4834-4E4D-91DE-764C689FEB3F}"/>
              </a:ext>
            </a:extLst>
          </p:cNvPr>
          <p:cNvSpPr>
            <a:spLocks xmlns:a="http://schemas.openxmlformats.org/drawingml/2006/main" noGrp="1"/>
          </p:cNvSpPr>
          <p:nvPr/>
        </p:nvSpPr>
        <p:spPr>
          <a:xfrm xmlns:a="http://schemas.openxmlformats.org/drawingml/2006/main">
            <a:off x="7162800" y="498824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43" name="text-896">
            <a:extLst xmlns:a="http://schemas.openxmlformats.org/drawingml/2006/main">
              <a:ext uri="{FF2B5EF4-FFF2-40B4-BE49-F238E27FC236}">
                <a16:creationId xmlns:a16="http://schemas.microsoft.com/office/drawing/2014/main" id="{B0054239-BB34-44A0-88CF-B39E8882AB98}"/>
              </a:ext>
            </a:extLst>
          </p:cNvPr>
          <p:cNvSpPr>
            <a:spLocks xmlns:a="http://schemas.openxmlformats.org/drawingml/2006/main" noGrp="1"/>
          </p:cNvSpPr>
          <p:nvPr/>
        </p:nvSpPr>
        <p:spPr>
          <a:xfrm xmlns:a="http://schemas.openxmlformats.org/drawingml/2006/main">
            <a:off x="5514975" y="4762500"/>
            <a:ext cx="228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値</a:t>
            </a:r>
          </a:p>
        </p:txBody>
      </p:sp>
      <p:sp>
        <p:nvSpPr>
          <p:cNvPr id="144" name="wire-897">
            <a:extLst xmlns:a="http://schemas.openxmlformats.org/drawingml/2006/main">
              <a:ext uri="{FF2B5EF4-FFF2-40B4-BE49-F238E27FC236}">
                <a16:creationId xmlns:a16="http://schemas.microsoft.com/office/drawing/2014/main" id="{3E8062BE-0A8B-46F3-B1B1-EC6E00EA49B9}"/>
              </a:ext>
            </a:extLst>
          </p:cNvPr>
          <p:cNvSpPr>
            <a:spLocks xmlns:a="http://schemas.openxmlformats.org/drawingml/2006/main" noGrp="1"/>
          </p:cNvSpPr>
          <p:nvPr/>
        </p:nvSpPr>
        <p:spPr>
          <a:xfrm xmlns:a="http://schemas.openxmlformats.org/drawingml/2006/main">
            <a:off x="7134225" y="5314950"/>
            <a:ext cx="104775" cy="9525"/>
          </a:xfrm>
          <a:custGeom xmlns:a="http://schemas.openxmlformats.org/drawingml/2006/main">
            <a:pathLst>
              <a:path w="104775" h="9525">
                <a:moveTo>
                  <a:pt x="104775" y="0"/>
                </a:moveTo>
                <a:lnTo>
                  <a:pt x="0" y="0"/>
                </a:lnTo>
              </a:path>
            </a:pathLst>
          </a:custGeom>
          <a:noFill xmlns:a="http://schemas.openxmlformats.org/drawingml/2006/main"/>
          <a:ln xmlns:a="http://schemas.openxmlformats.org/drawingml/2006/main" w="25718">
            <a:solidFill>
              <a:srgbClr val="1572C3"/>
            </a:solidFill>
          </a:ln>
        </p:spPr>
      </p:sp>
      <p:sp>
        <p:nvSpPr>
          <p:cNvPr id="145" name="wire-898">
            <a:extLst xmlns:a="http://schemas.openxmlformats.org/drawingml/2006/main">
              <a:ext uri="{FF2B5EF4-FFF2-40B4-BE49-F238E27FC236}">
                <a16:creationId xmlns:a16="http://schemas.microsoft.com/office/drawing/2014/main" id="{61D97180-B375-4187-9309-79FE87362C8C}"/>
              </a:ext>
            </a:extLst>
          </p:cNvPr>
          <p:cNvSpPr>
            <a:spLocks xmlns:a="http://schemas.openxmlformats.org/drawingml/2006/main" noGrp="1"/>
          </p:cNvSpPr>
          <p:nvPr/>
        </p:nvSpPr>
        <p:spPr>
          <a:xfrm xmlns:a="http://schemas.openxmlformats.org/drawingml/2006/main">
            <a:off x="7134225" y="5314950"/>
            <a:ext cx="9525" cy="495300"/>
          </a:xfrm>
          <a:custGeom xmlns:a="http://schemas.openxmlformats.org/drawingml/2006/main">
            <a:pathLst>
              <a:path w="9525" h="495300">
                <a:moveTo>
                  <a:pt x="0" y="0"/>
                </a:moveTo>
                <a:lnTo>
                  <a:pt x="0" y="495300"/>
                </a:lnTo>
              </a:path>
            </a:pathLst>
          </a:custGeom>
          <a:noFill xmlns:a="http://schemas.openxmlformats.org/drawingml/2006/main"/>
          <a:ln xmlns:a="http://schemas.openxmlformats.org/drawingml/2006/main" w="25718">
            <a:solidFill>
              <a:srgbClr val="1572C3"/>
            </a:solidFill>
          </a:ln>
        </p:spPr>
      </p:sp>
      <p:sp>
        <p:nvSpPr>
          <p:cNvPr id="146" name="wire-899">
            <a:extLst xmlns:a="http://schemas.openxmlformats.org/drawingml/2006/main">
              <a:ext uri="{FF2B5EF4-FFF2-40B4-BE49-F238E27FC236}">
                <a16:creationId xmlns:a16="http://schemas.microsoft.com/office/drawing/2014/main" id="{4753ADBE-4507-4782-A870-2519780B324E}"/>
              </a:ext>
            </a:extLst>
          </p:cNvPr>
          <p:cNvSpPr>
            <a:spLocks xmlns:a="http://schemas.openxmlformats.org/drawingml/2006/main" noGrp="1"/>
          </p:cNvSpPr>
          <p:nvPr/>
        </p:nvSpPr>
        <p:spPr>
          <a:xfrm xmlns:a="http://schemas.openxmlformats.org/drawingml/2006/main">
            <a:off x="3619500" y="5810250"/>
            <a:ext cx="3514725" cy="9525"/>
          </a:xfrm>
          <a:custGeom xmlns:a="http://schemas.openxmlformats.org/drawingml/2006/main">
            <a:pathLst>
              <a:path w="3514725" h="9525">
                <a:moveTo>
                  <a:pt x="3514725" y="0"/>
                </a:moveTo>
                <a:lnTo>
                  <a:pt x="0" y="0"/>
                </a:lnTo>
              </a:path>
            </a:pathLst>
          </a:custGeom>
          <a:noFill xmlns:a="http://schemas.openxmlformats.org/drawingml/2006/main"/>
          <a:ln xmlns:a="http://schemas.openxmlformats.org/drawingml/2006/main" w="25718">
            <a:solidFill>
              <a:srgbClr val="1572C3"/>
            </a:solidFill>
          </a:ln>
        </p:spPr>
      </p:sp>
      <p:sp>
        <p:nvSpPr>
          <p:cNvPr id="147" name="wire-900">
            <a:extLst xmlns:a="http://schemas.openxmlformats.org/drawingml/2006/main">
              <a:ext uri="{FF2B5EF4-FFF2-40B4-BE49-F238E27FC236}">
                <a16:creationId xmlns:a16="http://schemas.microsoft.com/office/drawing/2014/main" id="{B9CCDB9D-15AC-4F39-867A-9318799786A7}"/>
              </a:ext>
            </a:extLst>
          </p:cNvPr>
          <p:cNvSpPr>
            <a:spLocks xmlns:a="http://schemas.openxmlformats.org/drawingml/2006/main" noGrp="1"/>
          </p:cNvSpPr>
          <p:nvPr/>
        </p:nvSpPr>
        <p:spPr>
          <a:xfrm xmlns:a="http://schemas.openxmlformats.org/drawingml/2006/main">
            <a:off x="3619500" y="5153025"/>
            <a:ext cx="9525" cy="657225"/>
          </a:xfrm>
          <a:custGeom xmlns:a="http://schemas.openxmlformats.org/drawingml/2006/main">
            <a:pathLst>
              <a:path w="9525" h="657225">
                <a:moveTo>
                  <a:pt x="0" y="657225"/>
                </a:moveTo>
                <a:lnTo>
                  <a:pt x="0" y="0"/>
                </a:lnTo>
              </a:path>
            </a:pathLst>
          </a:custGeom>
          <a:noFill xmlns:a="http://schemas.openxmlformats.org/drawingml/2006/main"/>
          <a:ln xmlns:a="http://schemas.openxmlformats.org/drawingml/2006/main" w="25718">
            <a:solidFill>
              <a:srgbClr val="1572C3"/>
            </a:solidFill>
          </a:ln>
        </p:spPr>
      </p:sp>
      <p:sp>
        <p:nvSpPr>
          <p:cNvPr id="148" name="wire-901">
            <a:extLst xmlns:a="http://schemas.openxmlformats.org/drawingml/2006/main">
              <a:ext uri="{FF2B5EF4-FFF2-40B4-BE49-F238E27FC236}">
                <a16:creationId xmlns:a16="http://schemas.microsoft.com/office/drawing/2014/main" id="{69E70134-7714-4BD8-8FDD-815BC312858A}"/>
              </a:ext>
            </a:extLst>
          </p:cNvPr>
          <p:cNvSpPr>
            <a:spLocks xmlns:a="http://schemas.openxmlformats.org/drawingml/2006/main" noGrp="1"/>
          </p:cNvSpPr>
          <p:nvPr/>
        </p:nvSpPr>
        <p:spPr>
          <a:xfrm xmlns:a="http://schemas.openxmlformats.org/drawingml/2006/main">
            <a:off x="3619500" y="5153025"/>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5718">
            <a:solidFill>
              <a:srgbClr val="1572C3"/>
            </a:solidFill>
          </a:ln>
        </p:spPr>
      </p:sp>
      <p:sp>
        <p:nvSpPr>
          <p:cNvPr id="149" name="circuit-902">
            <a:extLst xmlns:a="http://schemas.openxmlformats.org/drawingml/2006/main">
              <a:ext uri="{FF2B5EF4-FFF2-40B4-BE49-F238E27FC236}">
                <a16:creationId xmlns:a16="http://schemas.microsoft.com/office/drawing/2014/main" id="{11A90ACC-3B41-456F-9548-5BF04CC04A4B}"/>
              </a:ext>
            </a:extLst>
          </p:cNvPr>
          <p:cNvSpPr>
            <a:spLocks xmlns:a="http://schemas.openxmlformats.org/drawingml/2006/main" noGrp="1"/>
          </p:cNvSpPr>
          <p:nvPr/>
        </p:nvSpPr>
        <p:spPr>
          <a:xfrm xmlns:a="http://schemas.openxmlformats.org/drawingml/2006/main">
            <a:off x="3714750" y="512159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50" name="wire-903">
            <a:extLst xmlns:a="http://schemas.openxmlformats.org/drawingml/2006/main">
              <a:ext uri="{FF2B5EF4-FFF2-40B4-BE49-F238E27FC236}">
                <a16:creationId xmlns:a16="http://schemas.microsoft.com/office/drawing/2014/main" id="{4AB79FFC-22F7-4C8C-925A-E9EBE7432879}"/>
              </a:ext>
            </a:extLst>
          </p:cNvPr>
          <p:cNvSpPr>
            <a:spLocks xmlns:a="http://schemas.openxmlformats.org/drawingml/2006/main" noGrp="1"/>
          </p:cNvSpPr>
          <p:nvPr/>
        </p:nvSpPr>
        <p:spPr>
          <a:xfrm xmlns:a="http://schemas.openxmlformats.org/drawingml/2006/main">
            <a:off x="2028825" y="5105400"/>
            <a:ext cx="9525" cy="419100"/>
          </a:xfrm>
          <a:custGeom xmlns:a="http://schemas.openxmlformats.org/drawingml/2006/main">
            <a:pathLst>
              <a:path w="9525" h="419100">
                <a:moveTo>
                  <a:pt x="0" y="0"/>
                </a:moveTo>
                <a:lnTo>
                  <a:pt x="0" y="419100"/>
                </a:lnTo>
              </a:path>
            </a:pathLst>
          </a:custGeom>
          <a:noFill xmlns:a="http://schemas.openxmlformats.org/drawingml/2006/main"/>
          <a:ln xmlns:a="http://schemas.openxmlformats.org/drawingml/2006/main" w="20003">
            <a:solidFill>
              <a:srgbClr val="9FA9B9"/>
            </a:solidFill>
          </a:ln>
        </p:spPr>
      </p:sp>
      <p:sp>
        <p:nvSpPr>
          <p:cNvPr id="151" name="wire-904">
            <a:extLst xmlns:a="http://schemas.openxmlformats.org/drawingml/2006/main">
              <a:ext uri="{FF2B5EF4-FFF2-40B4-BE49-F238E27FC236}">
                <a16:creationId xmlns:a16="http://schemas.microsoft.com/office/drawing/2014/main" id="{EA0B0BDD-D326-4117-9E7B-85B1975F6E39}"/>
              </a:ext>
            </a:extLst>
          </p:cNvPr>
          <p:cNvSpPr>
            <a:spLocks xmlns:a="http://schemas.openxmlformats.org/drawingml/2006/main" noGrp="1"/>
          </p:cNvSpPr>
          <p:nvPr/>
        </p:nvSpPr>
        <p:spPr>
          <a:xfrm xmlns:a="http://schemas.openxmlformats.org/drawingml/2006/main">
            <a:off x="2028825" y="5524500"/>
            <a:ext cx="5133975" cy="9525"/>
          </a:xfrm>
          <a:custGeom xmlns:a="http://schemas.openxmlformats.org/drawingml/2006/main">
            <a:pathLst>
              <a:path w="5133975" h="9525">
                <a:moveTo>
                  <a:pt x="0" y="0"/>
                </a:moveTo>
                <a:lnTo>
                  <a:pt x="5133975" y="0"/>
                </a:lnTo>
              </a:path>
            </a:pathLst>
          </a:custGeom>
          <a:noFill xmlns:a="http://schemas.openxmlformats.org/drawingml/2006/main"/>
          <a:ln xmlns:a="http://schemas.openxmlformats.org/drawingml/2006/main" w="20003">
            <a:solidFill>
              <a:srgbClr val="9FA9B9"/>
            </a:solidFill>
          </a:ln>
        </p:spPr>
      </p:sp>
      <p:sp>
        <p:nvSpPr>
          <p:cNvPr id="152" name="wire-905">
            <a:extLst xmlns:a="http://schemas.openxmlformats.org/drawingml/2006/main">
              <a:ext uri="{FF2B5EF4-FFF2-40B4-BE49-F238E27FC236}">
                <a16:creationId xmlns:a16="http://schemas.microsoft.com/office/drawing/2014/main" id="{6B67EF28-5FF4-4BBF-8C5A-6ECFBF651EEA}"/>
              </a:ext>
            </a:extLst>
          </p:cNvPr>
          <p:cNvSpPr>
            <a:spLocks xmlns:a="http://schemas.openxmlformats.org/drawingml/2006/main" noGrp="1"/>
          </p:cNvSpPr>
          <p:nvPr/>
        </p:nvSpPr>
        <p:spPr>
          <a:xfrm xmlns:a="http://schemas.openxmlformats.org/drawingml/2006/main">
            <a:off x="7162800" y="3886200"/>
            <a:ext cx="9525" cy="1638300"/>
          </a:xfrm>
          <a:custGeom xmlns:a="http://schemas.openxmlformats.org/drawingml/2006/main">
            <a:pathLst>
              <a:path w="9525" h="1638300">
                <a:moveTo>
                  <a:pt x="0" y="1638300"/>
                </a:moveTo>
                <a:lnTo>
                  <a:pt x="0" y="0"/>
                </a:lnTo>
              </a:path>
            </a:pathLst>
          </a:custGeom>
          <a:noFill xmlns:a="http://schemas.openxmlformats.org/drawingml/2006/main"/>
          <a:ln xmlns:a="http://schemas.openxmlformats.org/drawingml/2006/main" w="20003">
            <a:solidFill>
              <a:srgbClr val="9FA9B9"/>
            </a:solidFill>
          </a:ln>
        </p:spPr>
      </p:sp>
      <p:sp>
        <p:nvSpPr>
          <p:cNvPr id="153" name="wire-906">
            <a:extLst xmlns:a="http://schemas.openxmlformats.org/drawingml/2006/main">
              <a:ext uri="{FF2B5EF4-FFF2-40B4-BE49-F238E27FC236}">
                <a16:creationId xmlns:a16="http://schemas.microsoft.com/office/drawing/2014/main" id="{E5452836-3F43-4648-B443-0717F911906D}"/>
              </a:ext>
            </a:extLst>
          </p:cNvPr>
          <p:cNvSpPr>
            <a:spLocks xmlns:a="http://schemas.openxmlformats.org/drawingml/2006/main" noGrp="1"/>
          </p:cNvSpPr>
          <p:nvPr/>
        </p:nvSpPr>
        <p:spPr>
          <a:xfrm xmlns:a="http://schemas.openxmlformats.org/drawingml/2006/main">
            <a:off x="7162800" y="38862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003">
            <a:solidFill>
              <a:srgbClr val="9FA9B9"/>
            </a:solidFill>
          </a:ln>
        </p:spPr>
      </p:sp>
      <p:sp>
        <p:nvSpPr>
          <p:cNvPr id="154" name="circuit-907">
            <a:extLst xmlns:a="http://schemas.openxmlformats.org/drawingml/2006/main">
              <a:ext uri="{FF2B5EF4-FFF2-40B4-BE49-F238E27FC236}">
                <a16:creationId xmlns:a16="http://schemas.microsoft.com/office/drawing/2014/main" id="{319C0FB1-9007-4339-B163-C1F9D359DAC8}"/>
              </a:ext>
            </a:extLst>
          </p:cNvPr>
          <p:cNvSpPr>
            <a:spLocks xmlns:a="http://schemas.openxmlformats.org/drawingml/2006/main" noGrp="1"/>
          </p:cNvSpPr>
          <p:nvPr/>
        </p:nvSpPr>
        <p:spPr>
          <a:xfrm xmlns:a="http://schemas.openxmlformats.org/drawingml/2006/main">
            <a:off x="7162800" y="3854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55" name="wire-908">
            <a:extLst xmlns:a="http://schemas.openxmlformats.org/drawingml/2006/main">
              <a:ext uri="{FF2B5EF4-FFF2-40B4-BE49-F238E27FC236}">
                <a16:creationId xmlns:a16="http://schemas.microsoft.com/office/drawing/2014/main" id="{90CD640F-8879-489D-90D5-AD068B92D0F1}"/>
              </a:ext>
            </a:extLst>
          </p:cNvPr>
          <p:cNvSpPr>
            <a:spLocks xmlns:a="http://schemas.openxmlformats.org/drawingml/2006/main" noGrp="1"/>
          </p:cNvSpPr>
          <p:nvPr/>
        </p:nvSpPr>
        <p:spPr>
          <a:xfrm xmlns:a="http://schemas.openxmlformats.org/drawingml/2006/main">
            <a:off x="7048500" y="4076700"/>
            <a:ext cx="190500" cy="9525"/>
          </a:xfrm>
          <a:custGeom xmlns:a="http://schemas.openxmlformats.org/drawingml/2006/main">
            <a:pathLst>
              <a:path w="190500" h="9525">
                <a:moveTo>
                  <a:pt x="190500" y="0"/>
                </a:moveTo>
                <a:lnTo>
                  <a:pt x="0" y="0"/>
                </a:lnTo>
              </a:path>
            </a:pathLst>
          </a:custGeom>
          <a:noFill xmlns:a="http://schemas.openxmlformats.org/drawingml/2006/main"/>
          <a:ln xmlns:a="http://schemas.openxmlformats.org/drawingml/2006/main" w="20003">
            <a:solidFill>
              <a:srgbClr val="9FA9B9"/>
            </a:solidFill>
          </a:ln>
        </p:spPr>
      </p:sp>
      <p:sp>
        <p:nvSpPr>
          <p:cNvPr id="156" name="wire-909">
            <a:extLst xmlns:a="http://schemas.openxmlformats.org/drawingml/2006/main">
              <a:ext uri="{FF2B5EF4-FFF2-40B4-BE49-F238E27FC236}">
                <a16:creationId xmlns:a16="http://schemas.microsoft.com/office/drawing/2014/main" id="{BF24D1DF-828E-4B44-9D10-9F80C4D95147}"/>
              </a:ext>
            </a:extLst>
          </p:cNvPr>
          <p:cNvSpPr>
            <a:spLocks xmlns:a="http://schemas.openxmlformats.org/drawingml/2006/main" noGrp="1"/>
          </p:cNvSpPr>
          <p:nvPr/>
        </p:nvSpPr>
        <p:spPr>
          <a:xfrm xmlns:a="http://schemas.openxmlformats.org/drawingml/2006/main">
            <a:off x="7048500" y="4076700"/>
            <a:ext cx="9525" cy="1581150"/>
          </a:xfrm>
          <a:custGeom xmlns:a="http://schemas.openxmlformats.org/drawingml/2006/main">
            <a:pathLst>
              <a:path w="9525" h="1581150">
                <a:moveTo>
                  <a:pt x="0" y="0"/>
                </a:moveTo>
                <a:lnTo>
                  <a:pt x="0" y="1581150"/>
                </a:lnTo>
              </a:path>
            </a:pathLst>
          </a:custGeom>
          <a:noFill xmlns:a="http://schemas.openxmlformats.org/drawingml/2006/main"/>
          <a:ln xmlns:a="http://schemas.openxmlformats.org/drawingml/2006/main" w="20003">
            <a:solidFill>
              <a:srgbClr val="9FA9B9"/>
            </a:solidFill>
          </a:ln>
        </p:spPr>
      </p:sp>
      <p:sp>
        <p:nvSpPr>
          <p:cNvPr id="157" name="wire-910">
            <a:extLst xmlns:a="http://schemas.openxmlformats.org/drawingml/2006/main">
              <a:ext uri="{FF2B5EF4-FFF2-40B4-BE49-F238E27FC236}">
                <a16:creationId xmlns:a16="http://schemas.microsoft.com/office/drawing/2014/main" id="{290D1451-8D31-4D4A-A6D7-443FC8E13E26}"/>
              </a:ext>
            </a:extLst>
          </p:cNvPr>
          <p:cNvSpPr>
            <a:spLocks xmlns:a="http://schemas.openxmlformats.org/drawingml/2006/main" noGrp="1"/>
          </p:cNvSpPr>
          <p:nvPr/>
        </p:nvSpPr>
        <p:spPr>
          <a:xfrm xmlns:a="http://schemas.openxmlformats.org/drawingml/2006/main">
            <a:off x="2857500" y="5657850"/>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20003">
            <a:solidFill>
              <a:srgbClr val="9FA9B9"/>
            </a:solidFill>
          </a:ln>
        </p:spPr>
      </p:sp>
      <p:sp>
        <p:nvSpPr>
          <p:cNvPr id="158" name="wire-911">
            <a:extLst xmlns:a="http://schemas.openxmlformats.org/drawingml/2006/main">
              <a:ext uri="{FF2B5EF4-FFF2-40B4-BE49-F238E27FC236}">
                <a16:creationId xmlns:a16="http://schemas.microsoft.com/office/drawing/2014/main" id="{8B92A812-1D44-473D-8A21-709F09653817}"/>
              </a:ext>
            </a:extLst>
          </p:cNvPr>
          <p:cNvSpPr>
            <a:spLocks xmlns:a="http://schemas.openxmlformats.org/drawingml/2006/main" noGrp="1"/>
          </p:cNvSpPr>
          <p:nvPr/>
        </p:nvSpPr>
        <p:spPr>
          <a:xfrm xmlns:a="http://schemas.openxmlformats.org/drawingml/2006/main">
            <a:off x="2857500" y="5105400"/>
            <a:ext cx="9525" cy="552450"/>
          </a:xfrm>
          <a:custGeom xmlns:a="http://schemas.openxmlformats.org/drawingml/2006/main">
            <a:pathLst>
              <a:path w="9525" h="552450">
                <a:moveTo>
                  <a:pt x="0" y="552450"/>
                </a:moveTo>
                <a:lnTo>
                  <a:pt x="0" y="0"/>
                </a:lnTo>
              </a:path>
            </a:pathLst>
          </a:custGeom>
          <a:noFill xmlns:a="http://schemas.openxmlformats.org/drawingml/2006/main"/>
          <a:ln xmlns:a="http://schemas.openxmlformats.org/drawingml/2006/main" w="20003">
            <a:solidFill>
              <a:srgbClr val="9FA9B9"/>
            </a:solidFill>
          </a:ln>
        </p:spPr>
      </p:sp>
      <p:sp>
        <p:nvSpPr>
          <p:cNvPr id="159" name="circuit-912">
            <a:extLst xmlns:a="http://schemas.openxmlformats.org/drawingml/2006/main">
              <a:ext uri="{FF2B5EF4-FFF2-40B4-BE49-F238E27FC236}">
                <a16:creationId xmlns:a16="http://schemas.microsoft.com/office/drawing/2014/main" id="{BADEDC21-DC9C-4D3C-81D3-FBF1E23862F7}"/>
              </a:ext>
            </a:extLst>
          </p:cNvPr>
          <p:cNvSpPr>
            <a:spLocks xmlns:a="http://schemas.openxmlformats.org/drawingml/2006/main" noGrp="1"/>
          </p:cNvSpPr>
          <p:nvPr/>
        </p:nvSpPr>
        <p:spPr>
          <a:xfrm xmlns:a="http://schemas.openxmlformats.org/drawingml/2006/main">
            <a:off x="2826068" y="5105400"/>
            <a:ext cx="62865" cy="76200"/>
          </a:xfrm>
          <a:custGeom xmlns:a="http://schemas.openxmlformats.org/drawingml/2006/main">
            <a:pathLst>
              <a:path w="62865" h="76200">
                <a:moveTo>
                  <a:pt x="31433" y="0"/>
                </a:moveTo>
                <a:lnTo>
                  <a:pt x="0" y="76200"/>
                </a:lnTo>
                <a:lnTo>
                  <a:pt x="62865" y="76200"/>
                </a:lnTo>
                <a:close/>
              </a:path>
            </a:pathLst>
          </a:custGeom>
          <a:solidFill xmlns:a="http://schemas.openxmlformats.org/drawingml/2006/main">
            <a:srgbClr val="9FA9B9"/>
          </a:solidFill>
          <a:ln xmlns:a="http://schemas.openxmlformats.org/drawingml/2006/main" w="9525">
            <a:solidFill>
              <a:srgbClr val="9FA9B9"/>
            </a:solidFill>
          </a:ln>
        </p:spPr>
      </p:sp>
      <p:sp>
        <p:nvSpPr>
          <p:cNvPr id="160" name="wire-913">
            <a:extLst xmlns:a="http://schemas.openxmlformats.org/drawingml/2006/main">
              <a:ext uri="{FF2B5EF4-FFF2-40B4-BE49-F238E27FC236}">
                <a16:creationId xmlns:a16="http://schemas.microsoft.com/office/drawing/2014/main" id="{2C7D396D-D2EC-4D6B-A522-8EB8D089552D}"/>
              </a:ext>
            </a:extLst>
          </p:cNvPr>
          <p:cNvSpPr>
            <a:spLocks xmlns:a="http://schemas.openxmlformats.org/drawingml/2006/main" noGrp="1"/>
          </p:cNvSpPr>
          <p:nvPr/>
        </p:nvSpPr>
        <p:spPr>
          <a:xfrm xmlns:a="http://schemas.openxmlformats.org/drawingml/2006/main">
            <a:off x="9563100" y="4962525"/>
            <a:ext cx="66675" cy="9525"/>
          </a:xfrm>
          <a:custGeom xmlns:a="http://schemas.openxmlformats.org/drawingml/2006/main">
            <a:pathLst>
              <a:path w="66675" h="9525">
                <a:moveTo>
                  <a:pt x="0" y="0"/>
                </a:moveTo>
                <a:lnTo>
                  <a:pt x="66675" y="0"/>
                </a:lnTo>
              </a:path>
            </a:pathLst>
          </a:custGeom>
          <a:noFill xmlns:a="http://schemas.openxmlformats.org/drawingml/2006/main"/>
          <a:ln xmlns:a="http://schemas.openxmlformats.org/drawingml/2006/main" w="26670">
            <a:solidFill>
              <a:srgbClr val="1572C3"/>
            </a:solidFill>
          </a:ln>
        </p:spPr>
      </p:sp>
      <p:sp>
        <p:nvSpPr>
          <p:cNvPr id="161" name="wire-914">
            <a:extLst xmlns:a="http://schemas.openxmlformats.org/drawingml/2006/main">
              <a:ext uri="{FF2B5EF4-FFF2-40B4-BE49-F238E27FC236}">
                <a16:creationId xmlns:a16="http://schemas.microsoft.com/office/drawing/2014/main" id="{18E961E8-2C0A-41A9-A1CC-0CC51479D9B2}"/>
              </a:ext>
            </a:extLst>
          </p:cNvPr>
          <p:cNvSpPr>
            <a:spLocks xmlns:a="http://schemas.openxmlformats.org/drawingml/2006/main" noGrp="1"/>
          </p:cNvSpPr>
          <p:nvPr/>
        </p:nvSpPr>
        <p:spPr>
          <a:xfrm xmlns:a="http://schemas.openxmlformats.org/drawingml/2006/main">
            <a:off x="9629775" y="4552950"/>
            <a:ext cx="9525" cy="409575"/>
          </a:xfrm>
          <a:custGeom xmlns:a="http://schemas.openxmlformats.org/drawingml/2006/main">
            <a:pathLst>
              <a:path w="9525" h="409575">
                <a:moveTo>
                  <a:pt x="0" y="409575"/>
                </a:moveTo>
                <a:lnTo>
                  <a:pt x="0" y="0"/>
                </a:lnTo>
              </a:path>
            </a:pathLst>
          </a:custGeom>
          <a:noFill xmlns:a="http://schemas.openxmlformats.org/drawingml/2006/main"/>
          <a:ln xmlns:a="http://schemas.openxmlformats.org/drawingml/2006/main" w="26670">
            <a:solidFill>
              <a:srgbClr val="1572C3"/>
            </a:solidFill>
          </a:ln>
        </p:spPr>
      </p:sp>
      <p:sp>
        <p:nvSpPr>
          <p:cNvPr id="162" name="wire-915">
            <a:extLst xmlns:a="http://schemas.openxmlformats.org/drawingml/2006/main">
              <a:ext uri="{FF2B5EF4-FFF2-40B4-BE49-F238E27FC236}">
                <a16:creationId xmlns:a16="http://schemas.microsoft.com/office/drawing/2014/main" id="{E998E2AC-4D74-4E58-88E1-CC07FEE4C649}"/>
              </a:ext>
            </a:extLst>
          </p:cNvPr>
          <p:cNvSpPr>
            <a:spLocks xmlns:a="http://schemas.openxmlformats.org/drawingml/2006/main" noGrp="1"/>
          </p:cNvSpPr>
          <p:nvPr/>
        </p:nvSpPr>
        <p:spPr>
          <a:xfrm xmlns:a="http://schemas.openxmlformats.org/drawingml/2006/main">
            <a:off x="9563100" y="4552950"/>
            <a:ext cx="66675" cy="9525"/>
          </a:xfrm>
          <a:custGeom xmlns:a="http://schemas.openxmlformats.org/drawingml/2006/main">
            <a:pathLst>
              <a:path w="66675" h="9525">
                <a:moveTo>
                  <a:pt x="66675" y="0"/>
                </a:moveTo>
                <a:lnTo>
                  <a:pt x="0" y="0"/>
                </a:lnTo>
              </a:path>
            </a:pathLst>
          </a:custGeom>
          <a:noFill xmlns:a="http://schemas.openxmlformats.org/drawingml/2006/main"/>
          <a:ln xmlns:a="http://schemas.openxmlformats.org/drawingml/2006/main" w="26670">
            <a:solidFill>
              <a:srgbClr val="1572C3"/>
            </a:solidFill>
          </a:ln>
        </p:spPr>
      </p:sp>
      <p:sp>
        <p:nvSpPr>
          <p:cNvPr id="163" name="circuit-916">
            <a:extLst xmlns:a="http://schemas.openxmlformats.org/drawingml/2006/main">
              <a:ext uri="{FF2B5EF4-FFF2-40B4-BE49-F238E27FC236}">
                <a16:creationId xmlns:a16="http://schemas.microsoft.com/office/drawing/2014/main" id="{330FEB75-A199-44B3-83C6-27194CC67242}"/>
              </a:ext>
            </a:extLst>
          </p:cNvPr>
          <p:cNvSpPr>
            <a:spLocks xmlns:a="http://schemas.openxmlformats.org/drawingml/2006/main" noGrp="1"/>
          </p:cNvSpPr>
          <p:nvPr/>
        </p:nvSpPr>
        <p:spPr>
          <a:xfrm xmlns:a="http://schemas.openxmlformats.org/drawingml/2006/main">
            <a:off x="9563100" y="45215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164" name="wire-917">
            <a:extLst xmlns:a="http://schemas.openxmlformats.org/drawingml/2006/main">
              <a:ext uri="{FF2B5EF4-FFF2-40B4-BE49-F238E27FC236}">
                <a16:creationId xmlns:a16="http://schemas.microsoft.com/office/drawing/2014/main" id="{ADE79640-AB41-4AFB-BBD7-B3F382D7AD26}"/>
              </a:ext>
            </a:extLst>
          </p:cNvPr>
          <p:cNvSpPr>
            <a:spLocks xmlns:a="http://schemas.openxmlformats.org/drawingml/2006/main" noGrp="1"/>
          </p:cNvSpPr>
          <p:nvPr/>
        </p:nvSpPr>
        <p:spPr>
          <a:xfrm xmlns:a="http://schemas.openxmlformats.org/drawingml/2006/main">
            <a:off x="9563100" y="4619625"/>
            <a:ext cx="152400" cy="9525"/>
          </a:xfrm>
          <a:custGeom xmlns:a="http://schemas.openxmlformats.org/drawingml/2006/main">
            <a:pathLst>
              <a:path w="152400" h="9525">
                <a:moveTo>
                  <a:pt x="0" y="0"/>
                </a:moveTo>
                <a:lnTo>
                  <a:pt x="152400" y="0"/>
                </a:lnTo>
              </a:path>
            </a:pathLst>
          </a:custGeom>
          <a:noFill xmlns:a="http://schemas.openxmlformats.org/drawingml/2006/main"/>
          <a:ln xmlns:a="http://schemas.openxmlformats.org/drawingml/2006/main" w="26670">
            <a:solidFill>
              <a:srgbClr val="1572C3"/>
            </a:solidFill>
          </a:ln>
        </p:spPr>
      </p:sp>
      <p:sp>
        <p:nvSpPr>
          <p:cNvPr id="165" name="wire-918">
            <a:extLst xmlns:a="http://schemas.openxmlformats.org/drawingml/2006/main">
              <a:ext uri="{FF2B5EF4-FFF2-40B4-BE49-F238E27FC236}">
                <a16:creationId xmlns:a16="http://schemas.microsoft.com/office/drawing/2014/main" id="{780EFB62-18E2-4591-8E2B-DF32B6791549}"/>
              </a:ext>
            </a:extLst>
          </p:cNvPr>
          <p:cNvSpPr>
            <a:spLocks xmlns:a="http://schemas.openxmlformats.org/drawingml/2006/main" noGrp="1"/>
          </p:cNvSpPr>
          <p:nvPr/>
        </p:nvSpPr>
        <p:spPr>
          <a:xfrm xmlns:a="http://schemas.openxmlformats.org/drawingml/2006/main">
            <a:off x="9715500" y="4619625"/>
            <a:ext cx="9525" cy="942975"/>
          </a:xfrm>
          <a:custGeom xmlns:a="http://schemas.openxmlformats.org/drawingml/2006/main">
            <a:pathLst>
              <a:path w="9525" h="942975">
                <a:moveTo>
                  <a:pt x="0" y="0"/>
                </a:moveTo>
                <a:lnTo>
                  <a:pt x="0" y="942975"/>
                </a:lnTo>
              </a:path>
            </a:pathLst>
          </a:custGeom>
          <a:noFill xmlns:a="http://schemas.openxmlformats.org/drawingml/2006/main"/>
          <a:ln xmlns:a="http://schemas.openxmlformats.org/drawingml/2006/main" w="26670">
            <a:solidFill>
              <a:srgbClr val="1572C3"/>
            </a:solidFill>
          </a:ln>
        </p:spPr>
      </p:sp>
      <p:sp>
        <p:nvSpPr>
          <p:cNvPr id="166" name="wire-919">
            <a:extLst xmlns:a="http://schemas.openxmlformats.org/drawingml/2006/main">
              <a:ext uri="{FF2B5EF4-FFF2-40B4-BE49-F238E27FC236}">
                <a16:creationId xmlns:a16="http://schemas.microsoft.com/office/drawing/2014/main" id="{194F69DF-5302-4B9B-881C-57298327353A}"/>
              </a:ext>
            </a:extLst>
          </p:cNvPr>
          <p:cNvSpPr>
            <a:spLocks xmlns:a="http://schemas.openxmlformats.org/drawingml/2006/main" noGrp="1"/>
          </p:cNvSpPr>
          <p:nvPr/>
        </p:nvSpPr>
        <p:spPr>
          <a:xfrm xmlns:a="http://schemas.openxmlformats.org/drawingml/2006/main">
            <a:off x="9563100" y="5562600"/>
            <a:ext cx="152400" cy="9525"/>
          </a:xfrm>
          <a:custGeom xmlns:a="http://schemas.openxmlformats.org/drawingml/2006/main">
            <a:pathLst>
              <a:path w="152400" h="9525">
                <a:moveTo>
                  <a:pt x="152400" y="0"/>
                </a:moveTo>
                <a:lnTo>
                  <a:pt x="0" y="0"/>
                </a:lnTo>
              </a:path>
            </a:pathLst>
          </a:custGeom>
          <a:noFill xmlns:a="http://schemas.openxmlformats.org/drawingml/2006/main"/>
          <a:ln xmlns:a="http://schemas.openxmlformats.org/drawingml/2006/main" w="26670">
            <a:solidFill>
              <a:srgbClr val="1572C3"/>
            </a:solidFill>
          </a:ln>
        </p:spPr>
      </p:sp>
      <p:sp>
        <p:nvSpPr>
          <p:cNvPr id="167" name="circuit-920">
            <a:extLst xmlns:a="http://schemas.openxmlformats.org/drawingml/2006/main">
              <a:ext uri="{FF2B5EF4-FFF2-40B4-BE49-F238E27FC236}">
                <a16:creationId xmlns:a16="http://schemas.microsoft.com/office/drawing/2014/main" id="{C0EA7079-6266-4536-9658-AA4C39F630B1}"/>
              </a:ext>
            </a:extLst>
          </p:cNvPr>
          <p:cNvSpPr>
            <a:spLocks xmlns:a="http://schemas.openxmlformats.org/drawingml/2006/main" noGrp="1"/>
          </p:cNvSpPr>
          <p:nvPr/>
        </p:nvSpPr>
        <p:spPr>
          <a:xfrm xmlns:a="http://schemas.openxmlformats.org/drawingml/2006/main">
            <a:off x="9563100" y="5531168"/>
            <a:ext cx="76200" cy="62865"/>
          </a:xfrm>
          <a:custGeom xmlns:a="http://schemas.openxmlformats.org/drawingml/2006/main">
            <a:pathLst>
              <a:path w="76200" h="62865">
                <a:moveTo>
                  <a:pt x="0" y="31432"/>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168" name="text-921">
            <a:extLst xmlns:a="http://schemas.openxmlformats.org/drawingml/2006/main">
              <a:ext uri="{FF2B5EF4-FFF2-40B4-BE49-F238E27FC236}">
                <a16:creationId xmlns:a16="http://schemas.microsoft.com/office/drawing/2014/main" id="{ABC0BBD1-6DA1-48CA-A768-CCA919FEEA83}"/>
              </a:ext>
            </a:extLst>
          </p:cNvPr>
          <p:cNvSpPr>
            <a:spLocks xmlns:a="http://schemas.openxmlformats.org/drawingml/2006/main" noGrp="1"/>
          </p:cNvSpPr>
          <p:nvPr/>
        </p:nvSpPr>
        <p:spPr>
          <a:xfrm xmlns:a="http://schemas.openxmlformats.org/drawingml/2006/main">
            <a:off x="8220075" y="4638675"/>
            <a:ext cx="1238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画素を保存</a:t>
            </a:r>
          </a:p>
        </p:txBody>
      </p:sp>
      <p:sp>
        <p:nvSpPr>
          <p:cNvPr id="169" name="text-922">
            <a:extLst xmlns:a="http://schemas.openxmlformats.org/drawingml/2006/main">
              <a:ext uri="{FF2B5EF4-FFF2-40B4-BE49-F238E27FC236}">
                <a16:creationId xmlns:a16="http://schemas.microsoft.com/office/drawing/2014/main" id="{23B8E68A-AA16-420E-AF34-5A6650734BE6}"/>
              </a:ext>
            </a:extLst>
          </p:cNvPr>
          <p:cNvSpPr>
            <a:spLocks xmlns:a="http://schemas.openxmlformats.org/drawingml/2006/main" noGrp="1"/>
          </p:cNvSpPr>
          <p:nvPr/>
        </p:nvSpPr>
        <p:spPr>
          <a:xfrm xmlns:a="http://schemas.openxmlformats.org/drawingml/2006/main">
            <a:off x="8220075" y="5219700"/>
            <a:ext cx="1238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画素を読む</a:t>
            </a:r>
          </a:p>
        </p:txBody>
      </p:sp>
      <p:sp>
        <p:nvSpPr>
          <p:cNvPr id="170" name="text-923">
            <a:extLst xmlns:a="http://schemas.openxmlformats.org/drawingml/2006/main">
              <a:ext uri="{FF2B5EF4-FFF2-40B4-BE49-F238E27FC236}">
                <a16:creationId xmlns:a16="http://schemas.microsoft.com/office/drawing/2014/main" id="{F32F9D73-27C2-490B-989D-F07AAE46F7EA}"/>
              </a:ext>
            </a:extLst>
          </p:cNvPr>
          <p:cNvSpPr>
            <a:spLocks xmlns:a="http://schemas.openxmlformats.org/drawingml/2006/main" noGrp="1"/>
          </p:cNvSpPr>
          <p:nvPr/>
        </p:nvSpPr>
        <p:spPr>
          <a:xfrm xmlns:a="http://schemas.openxmlformats.org/drawingml/2006/main">
            <a:off x="609600" y="614362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CPU：ゲームの処理　描画回路：描画　表示回路：映像出力</a:t>
            </a:r>
          </a:p>
        </p:txBody>
      </p:sp>
      <p:sp>
        <p:nvSpPr>
          <p:cNvPr id="171" name="text-924">
            <a:extLst xmlns:a="http://schemas.openxmlformats.org/drawingml/2006/main">
              <a:ext uri="{FF2B5EF4-FFF2-40B4-BE49-F238E27FC236}">
                <a16:creationId xmlns:a16="http://schemas.microsoft.com/office/drawing/2014/main" id="{734EAEA4-F667-4F95-BFB6-ECD62607189E}"/>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9</a:t>
            </a:r>
          </a:p>
        </p:txBody>
      </p:sp>
      <p:sp>
        <p:nvSpPr>
          <p:cNvPr id="172" name="text-925">
            <a:extLst xmlns:a="http://schemas.openxmlformats.org/drawingml/2006/main">
              <a:ext uri="{FF2B5EF4-FFF2-40B4-BE49-F238E27FC236}">
                <a16:creationId xmlns:a16="http://schemas.microsoft.com/office/drawing/2014/main" id="{D00064E3-77C0-4E3B-A636-D007F1BEF8CB}"/>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描画と表示のメモリアクセスもDDRコントローラーを通る。画素は画面を作る点</a:t>
            </a:r>
          </a:p>
        </p:txBody>
      </p:sp>
    </p:spTree>
    <p:extLst>
      <p:ext uri="{BB962C8B-B14F-4D97-AF65-F5344CB8AC3E}">
        <p14:creationId xmlns:p14="http://schemas.microsoft.com/office/powerpoint/2010/main" val="40641257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926">
            <a:extLst xmlns:a="http://schemas.openxmlformats.org/drawingml/2006/main">
              <a:ext uri="{FF2B5EF4-FFF2-40B4-BE49-F238E27FC236}">
                <a16:creationId xmlns:a16="http://schemas.microsoft.com/office/drawing/2014/main" id="{6BA87EFC-6A71-4AB8-92A0-CF2861694235}"/>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10</a:t>
            </a:r>
          </a:p>
        </p:txBody>
      </p:sp>
      <p:sp>
        <p:nvSpPr>
          <p:cNvPr id="2" name="text-927">
            <a:extLst xmlns:a="http://schemas.openxmlformats.org/drawingml/2006/main">
              <a:ext uri="{FF2B5EF4-FFF2-40B4-BE49-F238E27FC236}">
                <a16:creationId xmlns:a16="http://schemas.microsoft.com/office/drawing/2014/main" id="{B5E48539-0DCD-4856-A2CB-7A2473927F32}"/>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接続した構成で、ブロック崩しを動かした</a:t>
            </a:r>
          </a:p>
        </p:txBody>
      </p:sp>
      <p:sp>
        <p:nvSpPr>
          <p:cNvPr id="3" name="text-928">
            <a:extLst xmlns:a="http://schemas.openxmlformats.org/drawingml/2006/main">
              <a:ext uri="{FF2B5EF4-FFF2-40B4-BE49-F238E27FC236}">
                <a16:creationId xmlns:a16="http://schemas.microsoft.com/office/drawing/2014/main" id="{68166689-7737-4D6D-8478-A822DEA8D1DC}"/>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10</a:t>
            </a:r>
          </a:p>
        </p:txBody>
      </p:sp>
      <p:pic>
        <p:nvPicPr>
          <p:cNvPr id="4" name="Breakout demonstration video">
            <ns0:hlinkClick xmlns:ns0="http://schemas.openxmlformats.org/drawingml/2006/main" action="ppaction://media"/>
            <a:extLst xmlns:a="http://schemas.openxmlformats.org/drawingml/2006/main">
              <a:ext uri="{FF2B5EF4-FFF2-40B4-BE49-F238E27FC236}">
                <a16:creationId xmlns:a16="http://schemas.microsoft.com/office/drawing/2014/main" id="{F76A12A0-3139-4CE3-8BBE-7207035FE634}"/>
              </a:ext>
            </a:extLst>
          </p:cNvPr>
          <p:cNvPicPr>
            <a:picLocks xmlns:a="http://schemas.openxmlformats.org/drawingml/2006/main" noChangeAspect="1"/>
          </p:cNvPicPr>
          <p:nvPr>
            <ns0:videoFile xmlns:ns0="http://schemas.openxmlformats.org/drawingml/2006/main" xmlns:ns1="http://schemas.openxmlformats.org/officeDocument/2006/relationships" ns1:link="rIdBreakoutVideo"/>
            <p:extLst>
              <p:ext uri="{DAA4B4D4-6D71-4841-9C94-3DE7FCFB9230}">
                <ns2:media xmlns:ns2="http://schemas.microsoft.com/office/powerpoint/2010/main" xmlns:ns3="http://schemas.openxmlformats.org/officeDocument/2006/relationships" ns3:embed="rIdBreakoutMedia"/>
              </p:ext>
            </p:extLst>
          </p:nvPr>
        </p:nvPicPr>
        <p:blipFill>
          <a:blip xmlns:r="http://schemas.openxmlformats.org/officeDocument/2006/relationships" xmlns:a="http://schemas.openxmlformats.org/drawingml/2006/main" r:embed="Rd816603bab264c31"/>
          <a:stretch xmlns:a="http://schemas.openxmlformats.org/drawingml/2006/main"/>
        </p:blipFill>
        <p:spPr>
          <a:xfrm xmlns:a="http://schemas.openxmlformats.org/drawingml/2006/main">
            <a:off x="609600" y="1438275"/>
            <a:ext cx="6438900" cy="3621881"/>
          </a:xfrm>
          <a:prstGeom xmlns:a="http://schemas.openxmlformats.org/drawingml/2006/main" prst="rect">
            <a:avLst/>
          </a:prstGeom>
        </p:spPr>
      </p:pic>
      <p:sp>
        <p:nvSpPr>
          <p:cNvPr id="5" name="text-929">
            <a:extLst xmlns:a="http://schemas.openxmlformats.org/drawingml/2006/main">
              <a:ext uri="{FF2B5EF4-FFF2-40B4-BE49-F238E27FC236}">
                <a16:creationId xmlns:a16="http://schemas.microsoft.com/office/drawing/2014/main" id="{515C96B9-BB8E-44EF-8417-84882359C33E}"/>
              </a:ext>
            </a:extLst>
          </p:cNvPr>
          <p:cNvSpPr>
            <a:spLocks xmlns:a="http://schemas.openxmlformats.org/drawingml/2006/main" noGrp="1"/>
          </p:cNvSpPr>
          <p:nvPr/>
        </p:nvSpPr>
        <p:spPr>
          <a:xfrm xmlns:a="http://schemas.openxmlformats.org/drawingml/2006/main">
            <a:off x="609600" y="5133975"/>
            <a:ext cx="6438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30秒の実機動画（クリックで再生）</a:t>
            </a:r>
          </a:p>
        </p:txBody>
      </p:sp>
      <p:sp>
        <p:nvSpPr>
          <p:cNvPr id="6" name="text-930">
            <a:extLst xmlns:a="http://schemas.openxmlformats.org/drawingml/2006/main">
              <a:ext uri="{FF2B5EF4-FFF2-40B4-BE49-F238E27FC236}">
                <a16:creationId xmlns:a16="http://schemas.microsoft.com/office/drawing/2014/main" id="{8C0B000F-6898-4EF4-8D3D-D2911E20E4CE}"/>
              </a:ext>
            </a:extLst>
          </p:cNvPr>
          <p:cNvSpPr>
            <a:spLocks xmlns:a="http://schemas.openxmlformats.org/drawingml/2006/main" noGrp="1"/>
          </p:cNvSpPr>
          <p:nvPr/>
        </p:nvSpPr>
        <p:spPr>
          <a:xfrm xmlns:a="http://schemas.openxmlformats.org/drawingml/2006/main">
            <a:off x="7534275" y="1533525"/>
            <a:ext cx="4048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640 × 480 画素</a:t>
            </a:r>
          </a:p>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4条件で期待画像と一致</a:t>
            </a:r>
          </a:p>
        </p:txBody>
      </p:sp>
      <p:sp>
        <p:nvSpPr>
          <p:cNvPr id="7" name="text-931">
            <a:extLst xmlns:a="http://schemas.openxmlformats.org/drawingml/2006/main">
              <a:ext uri="{FF2B5EF4-FFF2-40B4-BE49-F238E27FC236}">
                <a16:creationId xmlns:a16="http://schemas.microsoft.com/office/drawing/2014/main" id="{9AA50EF8-0775-4E41-A782-2B84C92838EE}"/>
              </a:ext>
            </a:extLst>
          </p:cNvPr>
          <p:cNvSpPr>
            <a:spLocks xmlns:a="http://schemas.openxmlformats.org/drawingml/2006/main" noGrp="1"/>
          </p:cNvSpPr>
          <p:nvPr/>
        </p:nvSpPr>
        <p:spPr>
          <a:xfrm xmlns:a="http://schemas.openxmlformats.org/drawingml/2006/main">
            <a:off x="7534275" y="2914650"/>
            <a:ext cx="404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5分間の自動プレイ</a:t>
            </a:r>
          </a:p>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別に30秒の映像を確認</a:t>
            </a:r>
          </a:p>
        </p:txBody>
      </p:sp>
      <p:sp>
        <p:nvSpPr>
          <p:cNvPr id="8" name="text-932">
            <a:extLst xmlns:a="http://schemas.openxmlformats.org/drawingml/2006/main">
              <a:ext uri="{FF2B5EF4-FFF2-40B4-BE49-F238E27FC236}">
                <a16:creationId xmlns:a16="http://schemas.microsoft.com/office/drawing/2014/main" id="{CB47BF60-D24D-4818-BC32-64927C16E663}"/>
              </a:ext>
            </a:extLst>
          </p:cNvPr>
          <p:cNvSpPr>
            <a:spLocks xmlns:a="http://schemas.openxmlformats.org/drawingml/2006/main" noGrp="1"/>
          </p:cNvSpPr>
          <p:nvPr/>
        </p:nvSpPr>
        <p:spPr>
          <a:xfrm xmlns:a="http://schemas.openxmlformats.org/drawingml/2006/main">
            <a:off x="7534275" y="43053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現在は自動操作</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画像・継続実行・映像を確認</a:t>
            </a:r>
          </a:p>
        </p:txBody>
      </p:sp>
      <p:sp>
        <p:nvSpPr>
          <p:cNvPr id="9" name="text-933">
            <a:extLst xmlns:a="http://schemas.openxmlformats.org/drawingml/2006/main">
              <a:ext uri="{FF2B5EF4-FFF2-40B4-BE49-F238E27FC236}">
                <a16:creationId xmlns:a16="http://schemas.microsoft.com/office/drawing/2014/main" id="{905F88EF-99A6-440D-BE5A-6FBBA52752C6}"/>
              </a:ext>
            </a:extLst>
          </p:cNvPr>
          <p:cNvSpPr>
            <a:spLocks xmlns:a="http://schemas.openxmlformats.org/drawingml/2006/main" noGrp="1"/>
          </p:cNvSpPr>
          <p:nvPr/>
        </p:nvSpPr>
        <p:spPr>
          <a:xfrm xmlns:a="http://schemas.openxmlformats.org/drawingml/2006/main">
            <a:off x="609600" y="54102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231F20"/>
                </a:solidFill>
                <a:latin typeface="Yu Gothic"/>
                <a:ea typeface="Yu Gothic"/>
                <a:cs typeface="Yu Gothic"/>
              </a:defRPr>
            </a:defPPr>
            <a:lvl1pPr algn="l">
              <a:defRPr sz="2250" b="1">
                <a:solidFill>
                  <a:srgbClr val="231F20"/>
                </a:solidFill>
                <a:latin typeface="Yu Gothic"/>
                <a:ea typeface="Yu Gothic"/>
                <a:cs typeface="Yu Gothic"/>
              </a:defRPr>
            </a:lvl1pPr>
            <a:lvl2pPr algn="l">
              <a:defRPr sz="2250" b="1">
                <a:solidFill>
                  <a:srgbClr val="231F20"/>
                </a:solidFill>
                <a:latin typeface="Yu Gothic"/>
                <a:ea typeface="Yu Gothic"/>
                <a:cs typeface="Yu Gothic"/>
              </a:defRPr>
            </a:lvl2pPr>
            <a:lvl3pPr algn="l">
              <a:defRPr sz="2250" b="1">
                <a:solidFill>
                  <a:srgbClr val="231F20"/>
                </a:solidFill>
                <a:latin typeface="Yu Gothic"/>
                <a:ea typeface="Yu Gothic"/>
                <a:cs typeface="Yu Gothic"/>
              </a:defRPr>
            </a:lvl3pPr>
            <a:lvl4pPr algn="l">
              <a:defRPr sz="2250" b="1">
                <a:solidFill>
                  <a:srgbClr val="231F20"/>
                </a:solidFill>
                <a:latin typeface="Yu Gothic"/>
                <a:ea typeface="Yu Gothic"/>
                <a:cs typeface="Yu Gothic"/>
              </a:defRPr>
            </a:lvl4pPr>
            <a:lvl5pPr algn="l">
              <a:defRPr sz="2250" b="1">
                <a:solidFill>
                  <a:srgbClr val="231F20"/>
                </a:solidFill>
                <a:latin typeface="Yu Gothic"/>
                <a:ea typeface="Yu Gothic"/>
                <a:cs typeface="Yu Gothic"/>
              </a:defRPr>
            </a:lvl5pPr>
            <a:lvl6pPr algn="l">
              <a:defRPr sz="2250" b="1">
                <a:solidFill>
                  <a:srgbClr val="231F20"/>
                </a:solidFill>
                <a:latin typeface="Yu Gothic"/>
                <a:ea typeface="Yu Gothic"/>
                <a:cs typeface="Yu Gothic"/>
              </a:defRPr>
            </a:lvl6pPr>
            <a:lvl7pPr algn="l">
              <a:defRPr sz="2250" b="1">
                <a:solidFill>
                  <a:srgbClr val="231F20"/>
                </a:solidFill>
                <a:latin typeface="Yu Gothic"/>
                <a:ea typeface="Yu Gothic"/>
                <a:cs typeface="Yu Gothic"/>
              </a:defRPr>
            </a:lvl7pPr>
            <a:lvl8pPr algn="l">
              <a:defRPr sz="2250" b="1">
                <a:solidFill>
                  <a:srgbClr val="231F20"/>
                </a:solidFill>
                <a:latin typeface="Yu Gothic"/>
                <a:ea typeface="Yu Gothic"/>
                <a:cs typeface="Yu Gothic"/>
              </a:defRPr>
            </a:lvl8pPr>
            <a:lvl9pPr algn="l">
              <a:defRPr sz="2250" b="1">
                <a:solidFill>
                  <a:srgbClr val="231F20"/>
                </a:solidFill>
                <a:latin typeface="Yu Gothic"/>
                <a:ea typeface="Yu Gothic"/>
                <a:cs typeface="Yu Gothic"/>
              </a:defRPr>
            </a:lvl9pPr>
          </a:lstStyle>
          <a:p xmlns:a="http://schemas.openxmlformats.org/drawingml/2006/main">
            <a:pPr algn="l">
              <a:defRPr sz="2250" b="1">
                <a:solidFill>
                  <a:srgbClr val="231F20"/>
                </a:solidFill>
                <a:latin typeface="Yu Gothic"/>
                <a:ea typeface="Yu Gothic"/>
                <a:cs typeface="Yu Gothic"/>
              </a:defRPr>
            </a:pPr>
            <a:r>
              <a:rPr sz="2250" b="1">
                <a:solidFill>
                  <a:srgbClr val="231F20"/>
                </a:solidFill>
                <a:latin typeface="Yu Gothic"/>
                <a:ea typeface="Yu Gothic"/>
                <a:cs typeface="Yu Gothic"/>
              </a:rPr>
              <a:t>CPU・描画・メモリ・表示をつなぎ、ゲーム画面を生成</a:t>
            </a:r>
          </a:p>
        </p:txBody>
      </p:sp>
      <p:sp>
        <p:nvSpPr>
          <p:cNvPr id="10" name="text-934">
            <a:extLst xmlns:a="http://schemas.openxmlformats.org/drawingml/2006/main">
              <a:ext uri="{FF2B5EF4-FFF2-40B4-BE49-F238E27FC236}">
                <a16:creationId xmlns:a16="http://schemas.microsoft.com/office/drawing/2014/main" id="{39E884F4-5882-477F-9F9C-6F20ACD6E65E}"/>
              </a:ext>
            </a:extLst>
          </p:cNvPr>
          <p:cNvSpPr>
            <a:spLocks xmlns:a="http://schemas.openxmlformats.org/drawingml/2006/main" noGrp="1"/>
          </p:cNvSpPr>
          <p:nvPr/>
        </p:nvSpPr>
        <p:spPr>
          <a:xfrm xmlns:a="http://schemas.openxmlformats.org/drawingml/2006/main">
            <a:off x="609600" y="59626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残る課題：映像を受信できない場合の条件の特定</a:t>
            </a:r>
          </a:p>
        </p:txBody>
      </p:sp>
      <p:sp>
        <p:nvSpPr>
          <p:cNvPr id="11" name="text-935">
            <a:extLst xmlns:a="http://schemas.openxmlformats.org/drawingml/2006/main">
              <a:ext uri="{FF2B5EF4-FFF2-40B4-BE49-F238E27FC236}">
                <a16:creationId xmlns:a16="http://schemas.microsoft.com/office/drawing/2014/main" id="{AA2FCA52-BC73-4F53-A780-AA026CA2B446}"/>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10</a:t>
            </a:r>
          </a:p>
        </p:txBody>
      </p:sp>
      <p:sp>
        <p:nvSpPr>
          <p:cNvPr id="12" name="text-936">
            <a:extLst xmlns:a="http://schemas.openxmlformats.org/drawingml/2006/main">
              <a:ext uri="{FF2B5EF4-FFF2-40B4-BE49-F238E27FC236}">
                <a16:creationId xmlns:a16="http://schemas.microsoft.com/office/drawing/2014/main" id="{0104DEF0-1D5F-4ED2-978F-8A5DA7FCAE4F}"/>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実験記録 E6。継続実行・画像比較・映像取得は別々の記録。現在は自動操作</a:t>
            </a:r>
          </a:p>
        </p:txBody>
      </p:sp>
    </p:spTree>
    <p:extLst>
      <p:ext uri="{BB962C8B-B14F-4D97-AF65-F5344CB8AC3E}">
        <p14:creationId xmlns:p14="http://schemas.microsoft.com/office/powerpoint/2010/main" val="455069150"/>
      </p:ext>
    </p:extLst>
  </p:cSld>
  <p:timing>
    <p:tnLst>
      <p:par>
        <p:cTn id="1" dur="indefinite" restart="never" nodeType="tmRoot">
          <p:childTnLst>
            <p:video>
              <p:cMediaNode vol="0">
                <p:cTn id="2" fill="hold" display="0">
                  <p:stCondLst>
                    <p:cond delay="indefinite"/>
                  </p:stCondLst>
                </p:cTn>
                <p:tgtEl>
                  <p:spTgt spid="4"/>
                </p:tgtEl>
              </p:cMediaNode>
            </p:video>
          </p:childTnLst>
        </p:cTn>
      </p:par>
    </p:tnLst>
  </p:timing>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937">
            <a:extLst xmlns:a="http://schemas.openxmlformats.org/drawingml/2006/main">
              <a:ext uri="{FF2B5EF4-FFF2-40B4-BE49-F238E27FC236}">
                <a16:creationId xmlns:a16="http://schemas.microsoft.com/office/drawing/2014/main" id="{C7755DB4-87E3-42AA-B473-C68ADB49FB45}"/>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11</a:t>
            </a:r>
          </a:p>
        </p:txBody>
      </p:sp>
      <p:sp>
        <p:nvSpPr>
          <p:cNvPr id="2" name="text-938">
            <a:extLst xmlns:a="http://schemas.openxmlformats.org/drawingml/2006/main">
              <a:ext uri="{FF2B5EF4-FFF2-40B4-BE49-F238E27FC236}">
                <a16:creationId xmlns:a16="http://schemas.microsoft.com/office/drawing/2014/main" id="{0159EDAF-0FEA-4E7D-8178-BD201B8D33F2}"/>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教育用CPUを拡張し、ブロック崩しを動かした</a:t>
            </a:r>
          </a:p>
        </p:txBody>
      </p:sp>
      <p:sp>
        <p:nvSpPr>
          <p:cNvPr id="3" name="text-939">
            <a:extLst xmlns:a="http://schemas.openxmlformats.org/drawingml/2006/main">
              <a:ext uri="{FF2B5EF4-FFF2-40B4-BE49-F238E27FC236}">
                <a16:creationId xmlns:a16="http://schemas.microsoft.com/office/drawing/2014/main" id="{D79BE606-DAB3-4A96-9A4F-5F4A342C9CEA}"/>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11</a:t>
            </a:r>
          </a:p>
        </p:txBody>
      </p:sp>
      <p:sp>
        <p:nvSpPr>
          <p:cNvPr id="4" name="text-940">
            <a:extLst xmlns:a="http://schemas.openxmlformats.org/drawingml/2006/main">
              <a:ext uri="{FF2B5EF4-FFF2-40B4-BE49-F238E27FC236}">
                <a16:creationId xmlns:a16="http://schemas.microsoft.com/office/drawing/2014/main" id="{0589DE78-DA18-4BAA-A1F9-F32E9222B321}"/>
              </a:ext>
            </a:extLst>
          </p:cNvPr>
          <p:cNvSpPr>
            <a:spLocks xmlns:a="http://schemas.openxmlformats.org/drawingml/2006/main" noGrp="1"/>
          </p:cNvSpPr>
          <p:nvPr/>
        </p:nvSpPr>
        <p:spPr>
          <a:xfrm xmlns:a="http://schemas.openxmlformats.org/drawingml/2006/main">
            <a:off x="609600" y="143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0078BA"/>
                </a:solidFill>
                <a:latin typeface="Yu Gothic"/>
                <a:ea typeface="Yu Gothic"/>
                <a:cs typeface="Yu Gothic"/>
              </a:defRPr>
            </a:defPPr>
            <a:lvl1pPr algn="l">
              <a:defRPr sz="2325" b="1">
                <a:solidFill>
                  <a:srgbClr val="0078BA"/>
                </a:solidFill>
                <a:latin typeface="Yu Gothic"/>
                <a:ea typeface="Yu Gothic"/>
                <a:cs typeface="Yu Gothic"/>
              </a:defRPr>
            </a:lvl1pPr>
            <a:lvl2pPr algn="l">
              <a:defRPr sz="2325" b="1">
                <a:solidFill>
                  <a:srgbClr val="0078BA"/>
                </a:solidFill>
                <a:latin typeface="Yu Gothic"/>
                <a:ea typeface="Yu Gothic"/>
                <a:cs typeface="Yu Gothic"/>
              </a:defRPr>
            </a:lvl2pPr>
            <a:lvl3pPr algn="l">
              <a:defRPr sz="2325" b="1">
                <a:solidFill>
                  <a:srgbClr val="0078BA"/>
                </a:solidFill>
                <a:latin typeface="Yu Gothic"/>
                <a:ea typeface="Yu Gothic"/>
                <a:cs typeface="Yu Gothic"/>
              </a:defRPr>
            </a:lvl3pPr>
            <a:lvl4pPr algn="l">
              <a:defRPr sz="2325" b="1">
                <a:solidFill>
                  <a:srgbClr val="0078BA"/>
                </a:solidFill>
                <a:latin typeface="Yu Gothic"/>
                <a:ea typeface="Yu Gothic"/>
                <a:cs typeface="Yu Gothic"/>
              </a:defRPr>
            </a:lvl4pPr>
            <a:lvl5pPr algn="l">
              <a:defRPr sz="2325" b="1">
                <a:solidFill>
                  <a:srgbClr val="0078BA"/>
                </a:solidFill>
                <a:latin typeface="Yu Gothic"/>
                <a:ea typeface="Yu Gothic"/>
                <a:cs typeface="Yu Gothic"/>
              </a:defRPr>
            </a:lvl5pPr>
            <a:lvl6pPr algn="l">
              <a:defRPr sz="2325" b="1">
                <a:solidFill>
                  <a:srgbClr val="0078BA"/>
                </a:solidFill>
                <a:latin typeface="Yu Gothic"/>
                <a:ea typeface="Yu Gothic"/>
                <a:cs typeface="Yu Gothic"/>
              </a:defRPr>
            </a:lvl6pPr>
            <a:lvl7pPr algn="l">
              <a:defRPr sz="2325" b="1">
                <a:solidFill>
                  <a:srgbClr val="0078BA"/>
                </a:solidFill>
                <a:latin typeface="Yu Gothic"/>
                <a:ea typeface="Yu Gothic"/>
                <a:cs typeface="Yu Gothic"/>
              </a:defRPr>
            </a:lvl7pPr>
            <a:lvl8pPr algn="l">
              <a:defRPr sz="2325" b="1">
                <a:solidFill>
                  <a:srgbClr val="0078BA"/>
                </a:solidFill>
                <a:latin typeface="Yu Gothic"/>
                <a:ea typeface="Yu Gothic"/>
                <a:cs typeface="Yu Gothic"/>
              </a:defRPr>
            </a:lvl8pPr>
            <a:lvl9pPr algn="l">
              <a:defRPr sz="2325" b="1">
                <a:solidFill>
                  <a:srgbClr val="0078BA"/>
                </a:solidFill>
                <a:latin typeface="Yu Gothic"/>
                <a:ea typeface="Yu Gothic"/>
                <a:cs typeface="Yu Gothic"/>
              </a:defRPr>
            </a:lvl9pPr>
          </a:lstStyle>
          <a:p xmlns:a="http://schemas.openxmlformats.org/drawingml/2006/main">
            <a:pPr algn="l">
              <a:defRPr sz="2325" b="1">
                <a:solidFill>
                  <a:srgbClr val="0078BA"/>
                </a:solidFill>
                <a:latin typeface="Yu Gothic"/>
                <a:ea typeface="Yu Gothic"/>
                <a:cs typeface="Yu Gothic"/>
              </a:defRPr>
            </a:pPr>
            <a:r>
              <a:rPr sz="2325" b="1">
                <a:solidFill>
                  <a:srgbClr val="0078BA"/>
                </a:solidFill>
                <a:latin typeface="Yu Gothic"/>
                <a:ea typeface="Yu Gothic"/>
                <a:cs typeface="Yu Gothic"/>
              </a:rPr>
              <a:t>今回できたこと</a:t>
            </a:r>
          </a:p>
        </p:txBody>
      </p:sp>
      <p:sp>
        <p:nvSpPr>
          <p:cNvPr id="5" name="text-941">
            <a:extLst xmlns:a="http://schemas.openxmlformats.org/drawingml/2006/main">
              <a:ext uri="{FF2B5EF4-FFF2-40B4-BE49-F238E27FC236}">
                <a16:creationId xmlns:a16="http://schemas.microsoft.com/office/drawing/2014/main" id="{72590E11-5B1E-42A7-B81D-68B74BB1D6ED}"/>
              </a:ext>
            </a:extLst>
          </p:cNvPr>
          <p:cNvSpPr>
            <a:spLocks xmlns:a="http://schemas.openxmlformats.org/drawingml/2006/main" noGrp="1"/>
          </p:cNvSpPr>
          <p:nvPr/>
        </p:nvSpPr>
        <p:spPr>
          <a:xfrm xmlns:a="http://schemas.openxmlformats.org/drawingml/2006/main">
            <a:off x="609600" y="20383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① 教育用CPUに描画回路をつなぎ、FPGAボードに実装した</a:t>
            </a:r>
          </a:p>
        </p:txBody>
      </p:sp>
      <p:sp>
        <p:nvSpPr>
          <p:cNvPr id="6" name="text-942">
            <a:extLst xmlns:a="http://schemas.openxmlformats.org/drawingml/2006/main">
              <a:ext uri="{FF2B5EF4-FFF2-40B4-BE49-F238E27FC236}">
                <a16:creationId xmlns:a16="http://schemas.microsoft.com/office/drawing/2014/main" id="{67C103FE-195B-475F-A936-56BB61CB15F6}"/>
              </a:ext>
            </a:extLst>
          </p:cNvPr>
          <p:cNvSpPr>
            <a:spLocks xmlns:a="http://schemas.openxmlformats.org/drawingml/2006/main" noGrp="1"/>
          </p:cNvSpPr>
          <p:nvPr/>
        </p:nvSpPr>
        <p:spPr>
          <a:xfrm xmlns:a="http://schemas.openxmlformats.org/drawingml/2006/main">
            <a:off x="609600" y="27051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② ブロック崩しが動き、ゲーム画面を出力できた</a:t>
            </a:r>
          </a:p>
        </p:txBody>
      </p:sp>
      <p:sp>
        <p:nvSpPr>
          <p:cNvPr id="7" name="text-943">
            <a:extLst xmlns:a="http://schemas.openxmlformats.org/drawingml/2006/main">
              <a:ext uri="{FF2B5EF4-FFF2-40B4-BE49-F238E27FC236}">
                <a16:creationId xmlns:a16="http://schemas.microsoft.com/office/drawing/2014/main" id="{F6E26FA2-7690-4DDD-8162-9A57918A418E}"/>
              </a:ext>
            </a:extLst>
          </p:cNvPr>
          <p:cNvSpPr>
            <a:spLocks xmlns:a="http://schemas.openxmlformats.org/drawingml/2006/main" noGrp="1"/>
          </p:cNvSpPr>
          <p:nvPr/>
        </p:nvSpPr>
        <p:spPr>
          <a:xfrm xmlns:a="http://schemas.openxmlformats.org/drawingml/2006/main">
            <a:off x="1047750" y="3248025"/>
            <a:ext cx="1009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Yu Gothic"/>
                <a:ea typeface="Yu Gothic"/>
                <a:cs typeface="Yu Gothic"/>
              </a:defRPr>
            </a:defPPr>
            <a:lvl1pPr algn="l">
              <a:defRPr sz="1875" b="0">
                <a:solidFill>
                  <a:srgbClr val="231F20"/>
                </a:solidFill>
                <a:latin typeface="Yu Gothic"/>
                <a:ea typeface="Yu Gothic"/>
                <a:cs typeface="Yu Gothic"/>
              </a:defRPr>
            </a:lvl1pPr>
            <a:lvl2pPr algn="l">
              <a:defRPr sz="1875" b="0">
                <a:solidFill>
                  <a:srgbClr val="231F20"/>
                </a:solidFill>
                <a:latin typeface="Yu Gothic"/>
                <a:ea typeface="Yu Gothic"/>
                <a:cs typeface="Yu Gothic"/>
              </a:defRPr>
            </a:lvl2pPr>
            <a:lvl3pPr algn="l">
              <a:defRPr sz="1875" b="0">
                <a:solidFill>
                  <a:srgbClr val="231F20"/>
                </a:solidFill>
                <a:latin typeface="Yu Gothic"/>
                <a:ea typeface="Yu Gothic"/>
                <a:cs typeface="Yu Gothic"/>
              </a:defRPr>
            </a:lvl3pPr>
            <a:lvl4pPr algn="l">
              <a:defRPr sz="1875" b="0">
                <a:solidFill>
                  <a:srgbClr val="231F20"/>
                </a:solidFill>
                <a:latin typeface="Yu Gothic"/>
                <a:ea typeface="Yu Gothic"/>
                <a:cs typeface="Yu Gothic"/>
              </a:defRPr>
            </a:lvl4pPr>
            <a:lvl5pPr algn="l">
              <a:defRPr sz="1875" b="0">
                <a:solidFill>
                  <a:srgbClr val="231F20"/>
                </a:solidFill>
                <a:latin typeface="Yu Gothic"/>
                <a:ea typeface="Yu Gothic"/>
                <a:cs typeface="Yu Gothic"/>
              </a:defRPr>
            </a:lvl5pPr>
            <a:lvl6pPr algn="l">
              <a:defRPr sz="1875" b="0">
                <a:solidFill>
                  <a:srgbClr val="231F20"/>
                </a:solidFill>
                <a:latin typeface="Yu Gothic"/>
                <a:ea typeface="Yu Gothic"/>
                <a:cs typeface="Yu Gothic"/>
              </a:defRPr>
            </a:lvl6pPr>
            <a:lvl7pPr algn="l">
              <a:defRPr sz="1875" b="0">
                <a:solidFill>
                  <a:srgbClr val="231F20"/>
                </a:solidFill>
                <a:latin typeface="Yu Gothic"/>
                <a:ea typeface="Yu Gothic"/>
                <a:cs typeface="Yu Gothic"/>
              </a:defRPr>
            </a:lvl7pPr>
            <a:lvl8pPr algn="l">
              <a:defRPr sz="1875" b="0">
                <a:solidFill>
                  <a:srgbClr val="231F20"/>
                </a:solidFill>
                <a:latin typeface="Yu Gothic"/>
                <a:ea typeface="Yu Gothic"/>
                <a:cs typeface="Yu Gothic"/>
              </a:defRPr>
            </a:lvl8pPr>
            <a:lvl9pPr algn="l">
              <a:defRPr sz="1875" b="0">
                <a:solidFill>
                  <a:srgbClr val="231F20"/>
                </a:solidFill>
                <a:latin typeface="Yu Gothic"/>
                <a:ea typeface="Yu Gothic"/>
                <a:cs typeface="Yu Gothic"/>
              </a:defRPr>
            </a:lvl9pPr>
          </a:lstStyle>
          <a:p xmlns:a="http://schemas.openxmlformats.org/drawingml/2006/main">
            <a:pPr algn="l">
              <a:defRPr sz="1875" b="0">
                <a:solidFill>
                  <a:srgbClr val="231F20"/>
                </a:solidFill>
                <a:latin typeface="Yu Gothic"/>
                <a:ea typeface="Yu Gothic"/>
                <a:cs typeface="Yu Gothic"/>
              </a:defRPr>
            </a:pPr>
            <a:r>
              <a:rPr sz="1875" b="0">
                <a:solidFill>
                  <a:srgbClr val="231F20"/>
                </a:solidFill>
                <a:latin typeface="Yu Gothic"/>
                <a:ea typeface="Yu Gothic"/>
                <a:cs typeface="Yu Gothic"/>
              </a:rPr>
              <a:t>現在は自動プレイ</a:t>
            </a:r>
          </a:p>
        </p:txBody>
      </p:sp>
      <p:sp>
        <p:nvSpPr>
          <p:cNvPr id="8" name="text-944">
            <a:extLst xmlns:a="http://schemas.openxmlformats.org/drawingml/2006/main">
              <a:ext uri="{FF2B5EF4-FFF2-40B4-BE49-F238E27FC236}">
                <a16:creationId xmlns:a16="http://schemas.microsoft.com/office/drawing/2014/main" id="{FD3198D2-AD07-4CC7-9247-B850B546B0BE}"/>
              </a:ext>
            </a:extLst>
          </p:cNvPr>
          <p:cNvSpPr>
            <a:spLocks xmlns:a="http://schemas.openxmlformats.org/drawingml/2006/main" noGrp="1"/>
          </p:cNvSpPr>
          <p:nvPr/>
        </p:nvSpPr>
        <p:spPr>
          <a:xfrm xmlns:a="http://schemas.openxmlformats.org/drawingml/2006/main">
            <a:off x="609600" y="3943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0078BA"/>
                </a:solidFill>
                <a:latin typeface="Yu Gothic"/>
                <a:ea typeface="Yu Gothic"/>
                <a:cs typeface="Yu Gothic"/>
              </a:defRPr>
            </a:defPPr>
            <a:lvl1pPr algn="l">
              <a:defRPr sz="2250" b="1">
                <a:solidFill>
                  <a:srgbClr val="0078BA"/>
                </a:solidFill>
                <a:latin typeface="Yu Gothic"/>
                <a:ea typeface="Yu Gothic"/>
                <a:cs typeface="Yu Gothic"/>
              </a:defRPr>
            </a:lvl1pPr>
            <a:lvl2pPr algn="l">
              <a:defRPr sz="2250" b="1">
                <a:solidFill>
                  <a:srgbClr val="0078BA"/>
                </a:solidFill>
                <a:latin typeface="Yu Gothic"/>
                <a:ea typeface="Yu Gothic"/>
                <a:cs typeface="Yu Gothic"/>
              </a:defRPr>
            </a:lvl2pPr>
            <a:lvl3pPr algn="l">
              <a:defRPr sz="2250" b="1">
                <a:solidFill>
                  <a:srgbClr val="0078BA"/>
                </a:solidFill>
                <a:latin typeface="Yu Gothic"/>
                <a:ea typeface="Yu Gothic"/>
                <a:cs typeface="Yu Gothic"/>
              </a:defRPr>
            </a:lvl3pPr>
            <a:lvl4pPr algn="l">
              <a:defRPr sz="2250" b="1">
                <a:solidFill>
                  <a:srgbClr val="0078BA"/>
                </a:solidFill>
                <a:latin typeface="Yu Gothic"/>
                <a:ea typeface="Yu Gothic"/>
                <a:cs typeface="Yu Gothic"/>
              </a:defRPr>
            </a:lvl4pPr>
            <a:lvl5pPr algn="l">
              <a:defRPr sz="2250" b="1">
                <a:solidFill>
                  <a:srgbClr val="0078BA"/>
                </a:solidFill>
                <a:latin typeface="Yu Gothic"/>
                <a:ea typeface="Yu Gothic"/>
                <a:cs typeface="Yu Gothic"/>
              </a:defRPr>
            </a:lvl5pPr>
            <a:lvl6pPr algn="l">
              <a:defRPr sz="2250" b="1">
                <a:solidFill>
                  <a:srgbClr val="0078BA"/>
                </a:solidFill>
                <a:latin typeface="Yu Gothic"/>
                <a:ea typeface="Yu Gothic"/>
                <a:cs typeface="Yu Gothic"/>
              </a:defRPr>
            </a:lvl6pPr>
            <a:lvl7pPr algn="l">
              <a:defRPr sz="2250" b="1">
                <a:solidFill>
                  <a:srgbClr val="0078BA"/>
                </a:solidFill>
                <a:latin typeface="Yu Gothic"/>
                <a:ea typeface="Yu Gothic"/>
                <a:cs typeface="Yu Gothic"/>
              </a:defRPr>
            </a:lvl7pPr>
            <a:lvl8pPr algn="l">
              <a:defRPr sz="2250" b="1">
                <a:solidFill>
                  <a:srgbClr val="0078BA"/>
                </a:solidFill>
                <a:latin typeface="Yu Gothic"/>
                <a:ea typeface="Yu Gothic"/>
                <a:cs typeface="Yu Gothic"/>
              </a:defRPr>
            </a:lvl8pPr>
            <a:lvl9pPr algn="l">
              <a:defRPr sz="2250" b="1">
                <a:solidFill>
                  <a:srgbClr val="0078BA"/>
                </a:solidFill>
                <a:latin typeface="Yu Gothic"/>
                <a:ea typeface="Yu Gothic"/>
                <a:cs typeface="Yu Gothic"/>
              </a:defRPr>
            </a:lvl9pPr>
          </a:lstStyle>
          <a:p xmlns:a="http://schemas.openxmlformats.org/drawingml/2006/main">
            <a:pPr algn="l">
              <a:defRPr sz="2250" b="1">
                <a:solidFill>
                  <a:srgbClr val="0078BA"/>
                </a:solidFill>
                <a:latin typeface="Yu Gothic"/>
                <a:ea typeface="Yu Gothic"/>
                <a:cs typeface="Yu Gothic"/>
              </a:defRPr>
            </a:pPr>
            <a:r>
              <a:rPr sz="2250" b="1">
                <a:solidFill>
                  <a:srgbClr val="0078BA"/>
                </a:solidFill>
                <a:latin typeface="Yu Gothic"/>
                <a:ea typeface="Yu Gothic"/>
                <a:cs typeface="Yu Gothic"/>
              </a:rPr>
              <a:t>CPUを拡張したい人が参考にできる</a:t>
            </a:r>
          </a:p>
        </p:txBody>
      </p:sp>
      <p:sp>
        <p:nvSpPr>
          <p:cNvPr id="9" name="text-945">
            <a:extLst xmlns:a="http://schemas.openxmlformats.org/drawingml/2006/main">
              <a:ext uri="{FF2B5EF4-FFF2-40B4-BE49-F238E27FC236}">
                <a16:creationId xmlns:a16="http://schemas.microsoft.com/office/drawing/2014/main" id="{610887A8-33AE-4D2A-A96A-38C9DE4AE060}"/>
              </a:ext>
            </a:extLst>
          </p:cNvPr>
          <p:cNvSpPr>
            <a:spLocks xmlns:a="http://schemas.openxmlformats.org/drawingml/2006/main" noGrp="1"/>
          </p:cNvSpPr>
          <p:nvPr/>
        </p:nvSpPr>
        <p:spPr>
          <a:xfrm xmlns:a="http://schemas.openxmlformats.org/drawingml/2006/main">
            <a:off x="609600" y="4448175"/>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回路のつなぎ方と、ゲームを動かす方法を</a:t>
            </a:r>
          </a:p>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ソースコードと資料で示した</a:t>
            </a:r>
          </a:p>
        </p:txBody>
      </p:sp>
      <p:sp>
        <p:nvSpPr>
          <p:cNvPr id="10" name="text-946">
            <a:extLst xmlns:a="http://schemas.openxmlformats.org/drawingml/2006/main">
              <a:ext uri="{FF2B5EF4-FFF2-40B4-BE49-F238E27FC236}">
                <a16:creationId xmlns:a16="http://schemas.microsoft.com/office/drawing/2014/main" id="{29609404-0AF8-459A-A75E-F55F1C36B626}"/>
              </a:ext>
            </a:extLst>
          </p:cNvPr>
          <p:cNvSpPr>
            <a:spLocks xmlns:a="http://schemas.openxmlformats.org/drawingml/2006/main" noGrp="1"/>
          </p:cNvSpPr>
          <p:nvPr/>
        </p:nvSpPr>
        <p:spPr>
          <a:xfrm xmlns:a="http://schemas.openxmlformats.org/drawingml/2006/main">
            <a:off x="609600" y="5686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Yu Gothic"/>
                <a:ea typeface="Yu Gothic"/>
                <a:cs typeface="Yu Gothic"/>
              </a:defRPr>
            </a:defPPr>
            <a:lvl1pPr algn="l">
              <a:defRPr sz="2175" b="0">
                <a:solidFill>
                  <a:srgbClr val="231F20"/>
                </a:solidFill>
                <a:latin typeface="Yu Gothic"/>
                <a:ea typeface="Yu Gothic"/>
                <a:cs typeface="Yu Gothic"/>
              </a:defRPr>
            </a:lvl1pPr>
            <a:lvl2pPr algn="l">
              <a:defRPr sz="2175" b="0">
                <a:solidFill>
                  <a:srgbClr val="231F20"/>
                </a:solidFill>
                <a:latin typeface="Yu Gothic"/>
                <a:ea typeface="Yu Gothic"/>
                <a:cs typeface="Yu Gothic"/>
              </a:defRPr>
            </a:lvl2pPr>
            <a:lvl3pPr algn="l">
              <a:defRPr sz="2175" b="0">
                <a:solidFill>
                  <a:srgbClr val="231F20"/>
                </a:solidFill>
                <a:latin typeface="Yu Gothic"/>
                <a:ea typeface="Yu Gothic"/>
                <a:cs typeface="Yu Gothic"/>
              </a:defRPr>
            </a:lvl3pPr>
            <a:lvl4pPr algn="l">
              <a:defRPr sz="2175" b="0">
                <a:solidFill>
                  <a:srgbClr val="231F20"/>
                </a:solidFill>
                <a:latin typeface="Yu Gothic"/>
                <a:ea typeface="Yu Gothic"/>
                <a:cs typeface="Yu Gothic"/>
              </a:defRPr>
            </a:lvl4pPr>
            <a:lvl5pPr algn="l">
              <a:defRPr sz="2175" b="0">
                <a:solidFill>
                  <a:srgbClr val="231F20"/>
                </a:solidFill>
                <a:latin typeface="Yu Gothic"/>
                <a:ea typeface="Yu Gothic"/>
                <a:cs typeface="Yu Gothic"/>
              </a:defRPr>
            </a:lvl5pPr>
            <a:lvl6pPr algn="l">
              <a:defRPr sz="2175" b="0">
                <a:solidFill>
                  <a:srgbClr val="231F20"/>
                </a:solidFill>
                <a:latin typeface="Yu Gothic"/>
                <a:ea typeface="Yu Gothic"/>
                <a:cs typeface="Yu Gothic"/>
              </a:defRPr>
            </a:lvl6pPr>
            <a:lvl7pPr algn="l">
              <a:defRPr sz="2175" b="0">
                <a:solidFill>
                  <a:srgbClr val="231F20"/>
                </a:solidFill>
                <a:latin typeface="Yu Gothic"/>
                <a:ea typeface="Yu Gothic"/>
                <a:cs typeface="Yu Gothic"/>
              </a:defRPr>
            </a:lvl7pPr>
            <a:lvl8pPr algn="l">
              <a:defRPr sz="2175" b="0">
                <a:solidFill>
                  <a:srgbClr val="231F20"/>
                </a:solidFill>
                <a:latin typeface="Yu Gothic"/>
                <a:ea typeface="Yu Gothic"/>
                <a:cs typeface="Yu Gothic"/>
              </a:defRPr>
            </a:lvl8pPr>
            <a:lvl9pPr algn="l">
              <a:defRPr sz="2175" b="0">
                <a:solidFill>
                  <a:srgbClr val="231F20"/>
                </a:solidFill>
                <a:latin typeface="Yu Gothic"/>
                <a:ea typeface="Yu Gothic"/>
                <a:cs typeface="Yu Gothic"/>
              </a:defRPr>
            </a:lvl9pPr>
          </a:lstStyle>
          <a:p xmlns:a="http://schemas.openxmlformats.org/drawingml/2006/main">
            <a:pPr algn="l">
              <a:defRPr sz="2175" b="0">
                <a:solidFill>
                  <a:srgbClr val="231F20"/>
                </a:solidFill>
                <a:latin typeface="Yu Gothic"/>
                <a:ea typeface="Yu Gothic"/>
                <a:cs typeface="Yu Gothic"/>
              </a:defRPr>
            </a:pPr>
            <a:r>
              <a:rPr sz="2175" b="0">
                <a:solidFill>
                  <a:srgbClr val="231F20"/>
                </a:solidFill>
                <a:latin typeface="Yu Gothic"/>
                <a:ea typeface="Yu Gothic"/>
                <a:cs typeface="Yu Gothic"/>
              </a:rPr>
              <a:t>今後：コントローラーを接続し、手で操作できるようにする</a:t>
            </a:r>
          </a:p>
        </p:txBody>
      </p:sp>
      <p:sp>
        <p:nvSpPr>
          <p:cNvPr id="11" name="text-947">
            <a:extLst xmlns:a="http://schemas.openxmlformats.org/drawingml/2006/main">
              <a:ext uri="{FF2B5EF4-FFF2-40B4-BE49-F238E27FC236}">
                <a16:creationId xmlns:a16="http://schemas.microsoft.com/office/drawing/2014/main" id="{29D68783-F877-446C-8527-06E5939E8983}"/>
              </a:ext>
            </a:extLst>
          </p:cNvPr>
          <p:cNvSpPr>
            <a:spLocks xmlns:a="http://schemas.openxmlformats.org/drawingml/2006/main" noGrp="1"/>
          </p:cNvSpPr>
          <p:nvPr/>
        </p:nvSpPr>
        <p:spPr>
          <a:xfrm xmlns:a="http://schemas.openxmlformats.org/drawingml/2006/main">
            <a:off x="609600" y="63341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777777"/>
                </a:solidFill>
                <a:latin typeface="Yu Gothic"/>
                <a:ea typeface="Yu Gothic"/>
                <a:cs typeface="Yu Gothic"/>
              </a:defRPr>
            </a:defPPr>
            <a:lvl1pPr algn="l">
              <a:defRPr sz="1200" b="0">
                <a:solidFill>
                  <a:srgbClr val="777777"/>
                </a:solidFill>
                <a:latin typeface="Yu Gothic"/>
                <a:ea typeface="Yu Gothic"/>
                <a:cs typeface="Yu Gothic"/>
              </a:defRPr>
            </a:lvl1pPr>
            <a:lvl2pPr algn="l">
              <a:defRPr sz="1200" b="0">
                <a:solidFill>
                  <a:srgbClr val="777777"/>
                </a:solidFill>
                <a:latin typeface="Yu Gothic"/>
                <a:ea typeface="Yu Gothic"/>
                <a:cs typeface="Yu Gothic"/>
              </a:defRPr>
            </a:lvl2pPr>
            <a:lvl3pPr algn="l">
              <a:defRPr sz="1200" b="0">
                <a:solidFill>
                  <a:srgbClr val="777777"/>
                </a:solidFill>
                <a:latin typeface="Yu Gothic"/>
                <a:ea typeface="Yu Gothic"/>
                <a:cs typeface="Yu Gothic"/>
              </a:defRPr>
            </a:lvl3pPr>
            <a:lvl4pPr algn="l">
              <a:defRPr sz="1200" b="0">
                <a:solidFill>
                  <a:srgbClr val="777777"/>
                </a:solidFill>
                <a:latin typeface="Yu Gothic"/>
                <a:ea typeface="Yu Gothic"/>
                <a:cs typeface="Yu Gothic"/>
              </a:defRPr>
            </a:lvl4pPr>
            <a:lvl5pPr algn="l">
              <a:defRPr sz="1200" b="0">
                <a:solidFill>
                  <a:srgbClr val="777777"/>
                </a:solidFill>
                <a:latin typeface="Yu Gothic"/>
                <a:ea typeface="Yu Gothic"/>
                <a:cs typeface="Yu Gothic"/>
              </a:defRPr>
            </a:lvl5pPr>
            <a:lvl6pPr algn="l">
              <a:defRPr sz="1200" b="0">
                <a:solidFill>
                  <a:srgbClr val="777777"/>
                </a:solidFill>
                <a:latin typeface="Yu Gothic"/>
                <a:ea typeface="Yu Gothic"/>
                <a:cs typeface="Yu Gothic"/>
              </a:defRPr>
            </a:lvl6pPr>
            <a:lvl7pPr algn="l">
              <a:defRPr sz="1200" b="0">
                <a:solidFill>
                  <a:srgbClr val="777777"/>
                </a:solidFill>
                <a:latin typeface="Yu Gothic"/>
                <a:ea typeface="Yu Gothic"/>
                <a:cs typeface="Yu Gothic"/>
              </a:defRPr>
            </a:lvl7pPr>
            <a:lvl8pPr algn="l">
              <a:defRPr sz="1200" b="0">
                <a:solidFill>
                  <a:srgbClr val="777777"/>
                </a:solidFill>
                <a:latin typeface="Yu Gothic"/>
                <a:ea typeface="Yu Gothic"/>
                <a:cs typeface="Yu Gothic"/>
              </a:defRPr>
            </a:lvl8pPr>
            <a:lvl9pPr algn="l">
              <a:defRPr sz="1200" b="0">
                <a:solidFill>
                  <a:srgbClr val="777777"/>
                </a:solidFill>
                <a:latin typeface="Yu Gothic"/>
                <a:ea typeface="Yu Gothic"/>
                <a:cs typeface="Yu Gothic"/>
              </a:defRPr>
            </a:lvl9pPr>
          </a:lstStyle>
          <a:p xmlns:a="http://schemas.openxmlformats.org/drawingml/2006/main">
            <a:pPr algn="l">
              <a:defRPr sz="1200" b="0">
                <a:solidFill>
                  <a:srgbClr val="777777"/>
                </a:solidFill>
                <a:latin typeface="Yu Gothic"/>
                <a:ea typeface="Yu Gothic"/>
                <a:cs typeface="Yu Gothic"/>
              </a:defRPr>
            </a:pPr>
            <a:r>
              <a:rPr sz="1200" b="0">
                <a:solidFill>
                  <a:srgbClr val="777777"/>
                </a:solidFill>
                <a:latin typeface="Yu Gothic"/>
                <a:ea typeface="Yu Gothic"/>
                <a:cs typeface="Yu Gothic"/>
              </a:rPr>
              <a:t>既存のCPU・描画回路を利用。専用コントローラーの接続はこれから</a:t>
            </a:r>
          </a:p>
        </p:txBody>
      </p:sp>
    </p:spTree>
    <p:extLst>
      <p:ext uri="{BB962C8B-B14F-4D97-AF65-F5344CB8AC3E}">
        <p14:creationId xmlns:p14="http://schemas.microsoft.com/office/powerpoint/2010/main" val="1432765867"/>
      </p:ext>
    </p:extLst>
  </p:cSld>
</p:sld>
</file>

<file path=ppt/slides/slide12.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1" name="text-948">
            <a:extLst xmlns:a="http://schemas.openxmlformats.org/drawingml/2006/main">
              <a:ext uri="{FF2B5EF4-FFF2-40B4-BE49-F238E27FC236}">
                <a16:creationId xmlns:a16="http://schemas.microsoft.com/office/drawing/2014/main" id="{0216FA87-9BDD-49B2-8528-D28D697FF452}"/>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12</a:t>
            </a:r>
          </a:p>
        </p:txBody>
      </p:sp>
      <p:sp>
        <p:nvSpPr>
          <p:cNvPr id="2" name="text-949">
            <a:extLst xmlns:a="http://schemas.openxmlformats.org/drawingml/2006/main">
              <a:ext uri="{FF2B5EF4-FFF2-40B4-BE49-F238E27FC236}">
                <a16:creationId xmlns:a16="http://schemas.microsoft.com/office/drawing/2014/main" id="{67B1BBC4-EB88-4992-AFDC-3BBB3120C1A5}"/>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質問用：詳細な全体のブロック図</a:t>
            </a:r>
          </a:p>
        </p:txBody>
      </p:sp>
      <p:sp>
        <p:nvSpPr>
          <p:cNvPr id="3" name="text-950">
            <a:extLst xmlns:a="http://schemas.openxmlformats.org/drawingml/2006/main">
              <a:ext uri="{FF2B5EF4-FFF2-40B4-BE49-F238E27FC236}">
                <a16:creationId xmlns:a16="http://schemas.microsoft.com/office/drawing/2014/main" id="{497ED268-4EBC-4862-ACC4-B2BE67BC218D}"/>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12</a:t>
            </a:r>
          </a:p>
        </p:txBody>
      </p:sp>
      <p:sp>
        <p:nvSpPr>
          <p:cNvPr id="4" name="block-951">
            <a:extLst xmlns:a="http://schemas.openxmlformats.org/drawingml/2006/main">
              <a:ext uri="{FF2B5EF4-FFF2-40B4-BE49-F238E27FC236}">
                <a16:creationId xmlns:a16="http://schemas.microsoft.com/office/drawing/2014/main" id="{A70D1C9D-79F7-442B-9DF1-DD38570C148F}"/>
              </a:ext>
            </a:extLst>
          </p:cNvPr>
          <p:cNvSpPr>
            <a:spLocks xmlns:a="http://schemas.openxmlformats.org/drawingml/2006/main" noGrp="1"/>
          </p:cNvSpPr>
          <p:nvPr/>
        </p:nvSpPr>
        <p:spPr>
          <a:xfrm xmlns:a="http://schemas.openxmlformats.org/drawingml/2006/main">
            <a:off x="8458200" y="1171575"/>
            <a:ext cx="1412748" cy="322326"/>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5" name="text-952">
            <a:extLst xmlns:a="http://schemas.openxmlformats.org/drawingml/2006/main">
              <a:ext uri="{FF2B5EF4-FFF2-40B4-BE49-F238E27FC236}">
                <a16:creationId xmlns:a16="http://schemas.microsoft.com/office/drawing/2014/main" id="{9AC022AD-325B-4ABF-8BE0-D5611D2F4407}"/>
              </a:ext>
            </a:extLst>
          </p:cNvPr>
          <p:cNvSpPr>
            <a:spLocks xmlns:a="http://schemas.openxmlformats.org/drawingml/2006/main" noGrp="1"/>
          </p:cNvSpPr>
          <p:nvPr/>
        </p:nvSpPr>
        <p:spPr>
          <a:xfrm xmlns:a="http://schemas.openxmlformats.org/drawingml/2006/main">
            <a:off x="8487632" y="1180529"/>
            <a:ext cx="1353884" cy="3044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DDR3</a:t>
            </a:r>
          </a:p>
        </p:txBody>
      </p:sp>
      <p:sp>
        <p:nvSpPr>
          <p:cNvPr id="6" name="block-953">
            <a:extLst xmlns:a="http://schemas.openxmlformats.org/drawingml/2006/main">
              <a:ext uri="{FF2B5EF4-FFF2-40B4-BE49-F238E27FC236}">
                <a16:creationId xmlns:a16="http://schemas.microsoft.com/office/drawing/2014/main" id="{A98EA3DC-962A-4851-847E-79CF48628FDF}"/>
              </a:ext>
            </a:extLst>
          </p:cNvPr>
          <p:cNvSpPr>
            <a:spLocks xmlns:a="http://schemas.openxmlformats.org/drawingml/2006/main" noGrp="1"/>
          </p:cNvSpPr>
          <p:nvPr/>
        </p:nvSpPr>
        <p:spPr>
          <a:xfrm xmlns:a="http://schemas.openxmlformats.org/drawingml/2006/main">
            <a:off x="10126028" y="1171575"/>
            <a:ext cx="1324451" cy="322326"/>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7" name="text-954">
            <a:extLst xmlns:a="http://schemas.openxmlformats.org/drawingml/2006/main">
              <a:ext uri="{FF2B5EF4-FFF2-40B4-BE49-F238E27FC236}">
                <a16:creationId xmlns:a16="http://schemas.microsoft.com/office/drawing/2014/main" id="{C0C44296-19DA-4AD4-B057-3FDCB0A9A181}"/>
              </a:ext>
            </a:extLst>
          </p:cNvPr>
          <p:cNvSpPr>
            <a:spLocks xmlns:a="http://schemas.openxmlformats.org/drawingml/2006/main" noGrp="1"/>
          </p:cNvSpPr>
          <p:nvPr/>
        </p:nvSpPr>
        <p:spPr>
          <a:xfrm xmlns:a="http://schemas.openxmlformats.org/drawingml/2006/main">
            <a:off x="10155460" y="1180529"/>
            <a:ext cx="1265587" cy="3044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SD card</a:t>
            </a:r>
          </a:p>
        </p:txBody>
      </p:sp>
      <p:sp>
        <p:nvSpPr>
          <p:cNvPr id="8" name="block-955">
            <a:extLst xmlns:a="http://schemas.openxmlformats.org/drawingml/2006/main">
              <a:ext uri="{FF2B5EF4-FFF2-40B4-BE49-F238E27FC236}">
                <a16:creationId xmlns:a16="http://schemas.microsoft.com/office/drawing/2014/main" id="{D9241670-FBA5-4ECC-92D2-C02E88689BE2}"/>
              </a:ext>
            </a:extLst>
          </p:cNvPr>
          <p:cNvSpPr>
            <a:spLocks xmlns:a="http://schemas.openxmlformats.org/drawingml/2006/main" noGrp="1"/>
          </p:cNvSpPr>
          <p:nvPr/>
        </p:nvSpPr>
        <p:spPr>
          <a:xfrm xmlns:a="http://schemas.openxmlformats.org/drawingml/2006/main">
            <a:off x="609600" y="1628204"/>
            <a:ext cx="10988040" cy="4825937"/>
          </a:xfrm>
          <a:prstGeom xmlns:a="http://schemas.openxmlformats.org/drawingml/2006/main" prst="rect">
            <a:avLst/>
          </a:prstGeom>
          <a:solidFill xmlns:a="http://schemas.openxmlformats.org/drawingml/2006/main">
            <a:srgbClr val="CCD9F1"/>
          </a:solidFill>
          <a:ln xmlns:a="http://schemas.openxmlformats.org/drawingml/2006/main" w="20955">
            <a:solidFill>
              <a:srgbClr val="231F20"/>
            </a:solidFill>
          </a:ln>
        </p:spPr>
      </p:sp>
      <p:sp>
        <p:nvSpPr>
          <p:cNvPr id="9" name="text-956">
            <a:extLst xmlns:a="http://schemas.openxmlformats.org/drawingml/2006/main">
              <a:ext uri="{FF2B5EF4-FFF2-40B4-BE49-F238E27FC236}">
                <a16:creationId xmlns:a16="http://schemas.microsoft.com/office/drawing/2014/main" id="{8CC4025B-60A2-44BD-8FBC-D168C27201B9}"/>
              </a:ext>
            </a:extLst>
          </p:cNvPr>
          <p:cNvSpPr>
            <a:spLocks xmlns:a="http://schemas.openxmlformats.org/drawingml/2006/main" noGrp="1"/>
          </p:cNvSpPr>
          <p:nvPr/>
        </p:nvSpPr>
        <p:spPr>
          <a:xfrm xmlns:a="http://schemas.openxmlformats.org/drawingml/2006/main">
            <a:off x="756761" y="1664018"/>
            <a:ext cx="3482816" cy="2596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Arial"/>
                <a:ea typeface="Arial"/>
                <a:cs typeface="Arial"/>
              </a:defRPr>
            </a:defPPr>
            <a:lvl1pPr algn="l">
              <a:defRPr sz="1800" b="1">
                <a:solidFill>
                  <a:srgbClr val="231F20"/>
                </a:solidFill>
                <a:latin typeface="Arial"/>
                <a:ea typeface="Arial"/>
                <a:cs typeface="Arial"/>
              </a:defRPr>
            </a:lvl1pPr>
            <a:lvl2pPr algn="l">
              <a:defRPr sz="1800" b="1">
                <a:solidFill>
                  <a:srgbClr val="231F20"/>
                </a:solidFill>
                <a:latin typeface="Arial"/>
                <a:ea typeface="Arial"/>
                <a:cs typeface="Arial"/>
              </a:defRPr>
            </a:lvl2pPr>
            <a:lvl3pPr algn="l">
              <a:defRPr sz="1800" b="1">
                <a:solidFill>
                  <a:srgbClr val="231F20"/>
                </a:solidFill>
                <a:latin typeface="Arial"/>
                <a:ea typeface="Arial"/>
                <a:cs typeface="Arial"/>
              </a:defRPr>
            </a:lvl3pPr>
            <a:lvl4pPr algn="l">
              <a:defRPr sz="1800" b="1">
                <a:solidFill>
                  <a:srgbClr val="231F20"/>
                </a:solidFill>
                <a:latin typeface="Arial"/>
                <a:ea typeface="Arial"/>
                <a:cs typeface="Arial"/>
              </a:defRPr>
            </a:lvl4pPr>
            <a:lvl5pPr algn="l">
              <a:defRPr sz="1800" b="1">
                <a:solidFill>
                  <a:srgbClr val="231F20"/>
                </a:solidFill>
                <a:latin typeface="Arial"/>
                <a:ea typeface="Arial"/>
                <a:cs typeface="Arial"/>
              </a:defRPr>
            </a:lvl5pPr>
            <a:lvl6pPr algn="l">
              <a:defRPr sz="1800" b="1">
                <a:solidFill>
                  <a:srgbClr val="231F20"/>
                </a:solidFill>
                <a:latin typeface="Arial"/>
                <a:ea typeface="Arial"/>
                <a:cs typeface="Arial"/>
              </a:defRPr>
            </a:lvl6pPr>
            <a:lvl7pPr algn="l">
              <a:defRPr sz="1800" b="1">
                <a:solidFill>
                  <a:srgbClr val="231F20"/>
                </a:solidFill>
                <a:latin typeface="Arial"/>
                <a:ea typeface="Arial"/>
                <a:cs typeface="Arial"/>
              </a:defRPr>
            </a:lvl7pPr>
            <a:lvl8pPr algn="l">
              <a:defRPr sz="1800" b="1">
                <a:solidFill>
                  <a:srgbClr val="231F20"/>
                </a:solidFill>
                <a:latin typeface="Arial"/>
                <a:ea typeface="Arial"/>
                <a:cs typeface="Arial"/>
              </a:defRPr>
            </a:lvl8pPr>
            <a:lvl9pPr algn="l">
              <a:defRPr sz="1800" b="1">
                <a:solidFill>
                  <a:srgbClr val="231F20"/>
                </a:solidFill>
                <a:latin typeface="Arial"/>
                <a:ea typeface="Arial"/>
                <a:cs typeface="Arial"/>
              </a:defRPr>
            </a:lvl9pPr>
          </a:lstStyle>
          <a:p xmlns:a="http://schemas.openxmlformats.org/drawingml/2006/main">
            <a:pPr algn="l">
              <a:defRPr sz="1800" b="1">
                <a:solidFill>
                  <a:srgbClr val="231F20"/>
                </a:solidFill>
                <a:latin typeface="Arial"/>
                <a:ea typeface="Arial"/>
                <a:cs typeface="Arial"/>
              </a:defRPr>
            </a:pPr>
            <a:r>
              <a:rPr sz="1800" b="1">
                <a:solidFill>
                  <a:srgbClr val="231F20"/>
                </a:solidFill>
                <a:latin typeface="Arial"/>
                <a:ea typeface="Arial"/>
                <a:cs typeface="Arial"/>
              </a:rPr>
              <a:t>FPGA / fpgaTop</a:t>
            </a:r>
          </a:p>
        </p:txBody>
      </p:sp>
      <p:sp>
        <p:nvSpPr>
          <p:cNvPr id="10" name="text-957">
            <a:extLst xmlns:a="http://schemas.openxmlformats.org/drawingml/2006/main">
              <a:ext uri="{FF2B5EF4-FFF2-40B4-BE49-F238E27FC236}">
                <a16:creationId xmlns:a16="http://schemas.microsoft.com/office/drawing/2014/main" id="{D96C164A-BC6C-4C85-8948-0B7E8F6E1840}"/>
              </a:ext>
            </a:extLst>
          </p:cNvPr>
          <p:cNvSpPr>
            <a:spLocks xmlns:a="http://schemas.openxmlformats.org/drawingml/2006/main" noGrp="1"/>
          </p:cNvSpPr>
          <p:nvPr/>
        </p:nvSpPr>
        <p:spPr>
          <a:xfrm xmlns:a="http://schemas.openxmlformats.org/drawingml/2006/main">
            <a:off x="7859744" y="1664018"/>
            <a:ext cx="1324451"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1">
                <a:solidFill>
                  <a:srgbClr val="231F20"/>
                </a:solidFill>
                <a:latin typeface="Arial"/>
                <a:ea typeface="Arial"/>
                <a:cs typeface="Arial"/>
              </a:defRPr>
            </a:defPPr>
            <a:lvl1pPr algn="l">
              <a:defRPr sz="1500" b="1">
                <a:solidFill>
                  <a:srgbClr val="231F20"/>
                </a:solidFill>
                <a:latin typeface="Arial"/>
                <a:ea typeface="Arial"/>
                <a:cs typeface="Arial"/>
              </a:defRPr>
            </a:lvl1pPr>
            <a:lvl2pPr algn="l">
              <a:defRPr sz="1500" b="1">
                <a:solidFill>
                  <a:srgbClr val="231F20"/>
                </a:solidFill>
                <a:latin typeface="Arial"/>
                <a:ea typeface="Arial"/>
                <a:cs typeface="Arial"/>
              </a:defRPr>
            </a:lvl2pPr>
            <a:lvl3pPr algn="l">
              <a:defRPr sz="1500" b="1">
                <a:solidFill>
                  <a:srgbClr val="231F20"/>
                </a:solidFill>
                <a:latin typeface="Arial"/>
                <a:ea typeface="Arial"/>
                <a:cs typeface="Arial"/>
              </a:defRPr>
            </a:lvl3pPr>
            <a:lvl4pPr algn="l">
              <a:defRPr sz="1500" b="1">
                <a:solidFill>
                  <a:srgbClr val="231F20"/>
                </a:solidFill>
                <a:latin typeface="Arial"/>
                <a:ea typeface="Arial"/>
                <a:cs typeface="Arial"/>
              </a:defRPr>
            </a:lvl4pPr>
            <a:lvl5pPr algn="l">
              <a:defRPr sz="1500" b="1">
                <a:solidFill>
                  <a:srgbClr val="231F20"/>
                </a:solidFill>
                <a:latin typeface="Arial"/>
                <a:ea typeface="Arial"/>
                <a:cs typeface="Arial"/>
              </a:defRPr>
            </a:lvl5pPr>
            <a:lvl6pPr algn="l">
              <a:defRPr sz="1500" b="1">
                <a:solidFill>
                  <a:srgbClr val="231F20"/>
                </a:solidFill>
                <a:latin typeface="Arial"/>
                <a:ea typeface="Arial"/>
                <a:cs typeface="Arial"/>
              </a:defRPr>
            </a:lvl6pPr>
            <a:lvl7pPr algn="l">
              <a:defRPr sz="1500" b="1">
                <a:solidFill>
                  <a:srgbClr val="231F20"/>
                </a:solidFill>
                <a:latin typeface="Arial"/>
                <a:ea typeface="Arial"/>
                <a:cs typeface="Arial"/>
              </a:defRPr>
            </a:lvl7pPr>
            <a:lvl8pPr algn="l">
              <a:defRPr sz="1500" b="1">
                <a:solidFill>
                  <a:srgbClr val="231F20"/>
                </a:solidFill>
                <a:latin typeface="Arial"/>
                <a:ea typeface="Arial"/>
                <a:cs typeface="Arial"/>
              </a:defRPr>
            </a:lvl8pPr>
            <a:lvl9pPr algn="l">
              <a:defRPr sz="1500" b="1">
                <a:solidFill>
                  <a:srgbClr val="231F20"/>
                </a:solidFill>
                <a:latin typeface="Arial"/>
                <a:ea typeface="Arial"/>
                <a:cs typeface="Arial"/>
              </a:defRPr>
            </a:lvl9pPr>
          </a:lstStyle>
          <a:p xmlns:a="http://schemas.openxmlformats.org/drawingml/2006/main">
            <a:pPr algn="l">
              <a:defRPr sz="1500" b="1">
                <a:solidFill>
                  <a:srgbClr val="231F20"/>
                </a:solidFill>
                <a:latin typeface="Arial"/>
                <a:ea typeface="Arial"/>
                <a:cs typeface="Arial"/>
              </a:defRPr>
            </a:pPr>
            <a:r>
              <a:rPr sz="1500" b="1">
                <a:solidFill>
                  <a:srgbClr val="231F20"/>
                </a:solidFill>
                <a:latin typeface="Arial"/>
                <a:ea typeface="Arial"/>
                <a:cs typeface="Arial"/>
              </a:rPr>
              <a:t>Artix-7</a:t>
            </a:r>
          </a:p>
        </p:txBody>
      </p:sp>
      <p:sp>
        <p:nvSpPr>
          <p:cNvPr id="11" name="block-958">
            <a:extLst xmlns:a="http://schemas.openxmlformats.org/drawingml/2006/main">
              <a:ext uri="{FF2B5EF4-FFF2-40B4-BE49-F238E27FC236}">
                <a16:creationId xmlns:a16="http://schemas.microsoft.com/office/drawing/2014/main" id="{8859053E-B3B0-4149-A03D-CBF5C12AAF4E}"/>
              </a:ext>
            </a:extLst>
          </p:cNvPr>
          <p:cNvSpPr>
            <a:spLocks xmlns:a="http://schemas.openxmlformats.org/drawingml/2006/main" noGrp="1"/>
          </p:cNvSpPr>
          <p:nvPr/>
        </p:nvSpPr>
        <p:spPr>
          <a:xfrm xmlns:a="http://schemas.openxmlformats.org/drawingml/2006/main">
            <a:off x="756761" y="1986344"/>
            <a:ext cx="8584406" cy="4315587"/>
          </a:xfrm>
          <a:prstGeom xmlns:a="http://schemas.openxmlformats.org/drawingml/2006/main" prst="rect">
            <a:avLst/>
          </a:prstGeom>
          <a:solidFill xmlns:a="http://schemas.openxmlformats.org/drawingml/2006/main">
            <a:srgbClr val="FFFFFF"/>
          </a:solidFill>
          <a:ln xmlns:a="http://schemas.openxmlformats.org/drawingml/2006/main" w="17145">
            <a:solidFill>
              <a:srgbClr val="231F20"/>
            </a:solidFill>
          </a:ln>
        </p:spPr>
      </p:sp>
      <p:sp>
        <p:nvSpPr>
          <p:cNvPr id="12" name="text-959">
            <a:extLst xmlns:a="http://schemas.openxmlformats.org/drawingml/2006/main">
              <a:ext uri="{FF2B5EF4-FFF2-40B4-BE49-F238E27FC236}">
                <a16:creationId xmlns:a16="http://schemas.microsoft.com/office/drawing/2014/main" id="{C725E97E-8352-4DF1-9FEA-FB475EC40A1A}"/>
              </a:ext>
            </a:extLst>
          </p:cNvPr>
          <p:cNvSpPr>
            <a:spLocks xmlns:a="http://schemas.openxmlformats.org/drawingml/2006/main" noGrp="1"/>
          </p:cNvSpPr>
          <p:nvPr/>
        </p:nvSpPr>
        <p:spPr>
          <a:xfrm xmlns:a="http://schemas.openxmlformats.org/drawingml/2006/main">
            <a:off x="903923" y="2013204"/>
            <a:ext cx="3237548" cy="223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1">
                <a:solidFill>
                  <a:srgbClr val="231F20"/>
                </a:solidFill>
                <a:latin typeface="Arial"/>
                <a:ea typeface="Arial"/>
                <a:cs typeface="Arial"/>
              </a:defRPr>
            </a:defPPr>
            <a:lvl1pPr algn="l">
              <a:defRPr sz="1575" b="1">
                <a:solidFill>
                  <a:srgbClr val="231F20"/>
                </a:solidFill>
                <a:latin typeface="Arial"/>
                <a:ea typeface="Arial"/>
                <a:cs typeface="Arial"/>
              </a:defRPr>
            </a:lvl1pPr>
            <a:lvl2pPr algn="l">
              <a:defRPr sz="1575" b="1">
                <a:solidFill>
                  <a:srgbClr val="231F20"/>
                </a:solidFill>
                <a:latin typeface="Arial"/>
                <a:ea typeface="Arial"/>
                <a:cs typeface="Arial"/>
              </a:defRPr>
            </a:lvl2pPr>
            <a:lvl3pPr algn="l">
              <a:defRPr sz="1575" b="1">
                <a:solidFill>
                  <a:srgbClr val="231F20"/>
                </a:solidFill>
                <a:latin typeface="Arial"/>
                <a:ea typeface="Arial"/>
                <a:cs typeface="Arial"/>
              </a:defRPr>
            </a:lvl3pPr>
            <a:lvl4pPr algn="l">
              <a:defRPr sz="1575" b="1">
                <a:solidFill>
                  <a:srgbClr val="231F20"/>
                </a:solidFill>
                <a:latin typeface="Arial"/>
                <a:ea typeface="Arial"/>
                <a:cs typeface="Arial"/>
              </a:defRPr>
            </a:lvl4pPr>
            <a:lvl5pPr algn="l">
              <a:defRPr sz="1575" b="1">
                <a:solidFill>
                  <a:srgbClr val="231F20"/>
                </a:solidFill>
                <a:latin typeface="Arial"/>
                <a:ea typeface="Arial"/>
                <a:cs typeface="Arial"/>
              </a:defRPr>
            </a:lvl5pPr>
            <a:lvl6pPr algn="l">
              <a:defRPr sz="1575" b="1">
                <a:solidFill>
                  <a:srgbClr val="231F20"/>
                </a:solidFill>
                <a:latin typeface="Arial"/>
                <a:ea typeface="Arial"/>
                <a:cs typeface="Arial"/>
              </a:defRPr>
            </a:lvl6pPr>
            <a:lvl7pPr algn="l">
              <a:defRPr sz="1575" b="1">
                <a:solidFill>
                  <a:srgbClr val="231F20"/>
                </a:solidFill>
                <a:latin typeface="Arial"/>
                <a:ea typeface="Arial"/>
                <a:cs typeface="Arial"/>
              </a:defRPr>
            </a:lvl7pPr>
            <a:lvl8pPr algn="l">
              <a:defRPr sz="1575" b="1">
                <a:solidFill>
                  <a:srgbClr val="231F20"/>
                </a:solidFill>
                <a:latin typeface="Arial"/>
                <a:ea typeface="Arial"/>
                <a:cs typeface="Arial"/>
              </a:defRPr>
            </a:lvl8pPr>
            <a:lvl9pPr algn="l">
              <a:defRPr sz="1575" b="1">
                <a:solidFill>
                  <a:srgbClr val="231F20"/>
                </a:solidFill>
                <a:latin typeface="Arial"/>
                <a:ea typeface="Arial"/>
                <a:cs typeface="Arial"/>
              </a:defRPr>
            </a:lvl9pPr>
          </a:lstStyle>
          <a:p xmlns:a="http://schemas.openxmlformats.org/drawingml/2006/main">
            <a:pPr algn="l">
              <a:defRPr sz="1575" b="1">
                <a:solidFill>
                  <a:srgbClr val="231F20"/>
                </a:solidFill>
                <a:latin typeface="Arial"/>
                <a:ea typeface="Arial"/>
                <a:cs typeface="Arial"/>
              </a:defRPr>
            </a:pPr>
            <a:r>
              <a:rPr sz="1575" b="1">
                <a:solidFill>
                  <a:srgbClr val="231F20"/>
                </a:solidFill>
                <a:latin typeface="Arial"/>
                <a:ea typeface="Arial"/>
                <a:cs typeface="Arial"/>
              </a:rPr>
              <a:t>wallypipelinedsoc</a:t>
            </a:r>
          </a:p>
        </p:txBody>
      </p:sp>
      <p:sp>
        <p:nvSpPr>
          <p:cNvPr id="13" name="block-960">
            <a:extLst xmlns:a="http://schemas.openxmlformats.org/drawingml/2006/main">
              <a:ext uri="{FF2B5EF4-FFF2-40B4-BE49-F238E27FC236}">
                <a16:creationId xmlns:a16="http://schemas.microsoft.com/office/drawing/2014/main" id="{70576D89-646B-40C0-8D0C-D1BC4B8093FE}"/>
              </a:ext>
            </a:extLst>
          </p:cNvPr>
          <p:cNvSpPr>
            <a:spLocks xmlns:a="http://schemas.openxmlformats.org/drawingml/2006/main" noGrp="1"/>
          </p:cNvSpPr>
          <p:nvPr/>
        </p:nvSpPr>
        <p:spPr>
          <a:xfrm xmlns:a="http://schemas.openxmlformats.org/drawingml/2006/main">
            <a:off x="884301" y="2281809"/>
            <a:ext cx="8309705" cy="931164"/>
          </a:xfrm>
          <a:prstGeom xmlns:a="http://schemas.openxmlformats.org/drawingml/2006/main" prst="rect">
            <a:avLst/>
          </a:prstGeom>
          <a:solidFill xmlns:a="http://schemas.openxmlformats.org/drawingml/2006/main">
            <a:srgbClr val="E5EBF8"/>
          </a:solidFill>
          <a:ln xmlns:a="http://schemas.openxmlformats.org/drawingml/2006/main" w="15240">
            <a:solidFill>
              <a:srgbClr val="231F20"/>
            </a:solidFill>
          </a:ln>
        </p:spPr>
      </p:sp>
      <p:sp>
        <p:nvSpPr>
          <p:cNvPr id="14" name="text-961">
            <a:extLst xmlns:a="http://schemas.openxmlformats.org/drawingml/2006/main">
              <a:ext uri="{FF2B5EF4-FFF2-40B4-BE49-F238E27FC236}">
                <a16:creationId xmlns:a16="http://schemas.microsoft.com/office/drawing/2014/main" id="{E1A42B9A-A17A-4992-8A8D-9D602814B183}"/>
              </a:ext>
            </a:extLst>
          </p:cNvPr>
          <p:cNvSpPr>
            <a:spLocks xmlns:a="http://schemas.openxmlformats.org/drawingml/2006/main" noGrp="1"/>
          </p:cNvSpPr>
          <p:nvPr/>
        </p:nvSpPr>
        <p:spPr>
          <a:xfrm xmlns:a="http://schemas.openxmlformats.org/drawingml/2006/main">
            <a:off x="982409" y="2317623"/>
            <a:ext cx="932021" cy="2059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uncore</a:t>
            </a:r>
          </a:p>
        </p:txBody>
      </p:sp>
      <p:sp>
        <p:nvSpPr>
          <p:cNvPr id="15" name="block-962">
            <a:extLst xmlns:a="http://schemas.openxmlformats.org/drawingml/2006/main">
              <a:ext uri="{FF2B5EF4-FFF2-40B4-BE49-F238E27FC236}">
                <a16:creationId xmlns:a16="http://schemas.microsoft.com/office/drawing/2014/main" id="{EBA73029-6250-47B9-A1BE-353F2CA5F1E7}"/>
              </a:ext>
            </a:extLst>
          </p:cNvPr>
          <p:cNvSpPr>
            <a:spLocks xmlns:a="http://schemas.openxmlformats.org/drawingml/2006/main" noGrp="1"/>
          </p:cNvSpPr>
          <p:nvPr/>
        </p:nvSpPr>
        <p:spPr>
          <a:xfrm xmlns:a="http://schemas.openxmlformats.org/drawingml/2006/main">
            <a:off x="1983105" y="2380298"/>
            <a:ext cx="882968" cy="277559"/>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16" name="text-963">
            <a:extLst xmlns:a="http://schemas.openxmlformats.org/drawingml/2006/main">
              <a:ext uri="{FF2B5EF4-FFF2-40B4-BE49-F238E27FC236}">
                <a16:creationId xmlns:a16="http://schemas.microsoft.com/office/drawing/2014/main" id="{D032D347-B2DE-492B-8AE7-0FE8DDE4C9F1}"/>
              </a:ext>
            </a:extLst>
          </p:cNvPr>
          <p:cNvSpPr>
            <a:spLocks xmlns:a="http://schemas.openxmlformats.org/drawingml/2006/main" noGrp="1"/>
          </p:cNvSpPr>
          <p:nvPr/>
        </p:nvSpPr>
        <p:spPr>
          <a:xfrm xmlns:a="http://schemas.openxmlformats.org/drawingml/2006/main">
            <a:off x="2012537" y="2389251"/>
            <a:ext cx="824103" cy="2596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adrdecs</a:t>
            </a:r>
          </a:p>
        </p:txBody>
      </p:sp>
      <p:sp>
        <p:nvSpPr>
          <p:cNvPr id="17" name="block-964">
            <a:extLst xmlns:a="http://schemas.openxmlformats.org/drawingml/2006/main">
              <a:ext uri="{FF2B5EF4-FFF2-40B4-BE49-F238E27FC236}">
                <a16:creationId xmlns:a16="http://schemas.microsoft.com/office/drawing/2014/main" id="{B7559065-A396-424E-A481-D3B36B0C97FE}"/>
              </a:ext>
            </a:extLst>
          </p:cNvPr>
          <p:cNvSpPr>
            <a:spLocks xmlns:a="http://schemas.openxmlformats.org/drawingml/2006/main" noGrp="1"/>
          </p:cNvSpPr>
          <p:nvPr/>
        </p:nvSpPr>
        <p:spPr>
          <a:xfrm xmlns:a="http://schemas.openxmlformats.org/drawingml/2006/main">
            <a:off x="3140774" y="2380298"/>
            <a:ext cx="961454" cy="277559"/>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8" name="text-965">
            <a:extLst xmlns:a="http://schemas.openxmlformats.org/drawingml/2006/main">
              <a:ext uri="{FF2B5EF4-FFF2-40B4-BE49-F238E27FC236}">
                <a16:creationId xmlns:a16="http://schemas.microsoft.com/office/drawing/2014/main" id="{EC37FEA6-8C79-4194-BAE8-D973AF0B202F}"/>
              </a:ext>
            </a:extLst>
          </p:cNvPr>
          <p:cNvSpPr>
            <a:spLocks xmlns:a="http://schemas.openxmlformats.org/drawingml/2006/main" noGrp="1"/>
          </p:cNvSpPr>
          <p:nvPr/>
        </p:nvSpPr>
        <p:spPr>
          <a:xfrm xmlns:a="http://schemas.openxmlformats.org/drawingml/2006/main">
            <a:off x="3170206" y="2389251"/>
            <a:ext cx="902589" cy="2596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Boot ROM</a:t>
            </a:r>
          </a:p>
        </p:txBody>
      </p:sp>
      <p:sp>
        <p:nvSpPr>
          <p:cNvPr id="19" name="block-966">
            <a:extLst xmlns:a="http://schemas.openxmlformats.org/drawingml/2006/main">
              <a:ext uri="{FF2B5EF4-FFF2-40B4-BE49-F238E27FC236}">
                <a16:creationId xmlns:a16="http://schemas.microsoft.com/office/drawing/2014/main" id="{DB7BA107-0AA6-45C2-BC85-5BBD38B5518C}"/>
              </a:ext>
            </a:extLst>
          </p:cNvPr>
          <p:cNvSpPr>
            <a:spLocks xmlns:a="http://schemas.openxmlformats.org/drawingml/2006/main" noGrp="1"/>
          </p:cNvSpPr>
          <p:nvPr/>
        </p:nvSpPr>
        <p:spPr>
          <a:xfrm xmlns:a="http://schemas.openxmlformats.org/drawingml/2006/main">
            <a:off x="4788980" y="2523554"/>
            <a:ext cx="1461802" cy="402908"/>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20" name="text-967">
            <a:extLst xmlns:a="http://schemas.openxmlformats.org/drawingml/2006/main">
              <a:ext uri="{FF2B5EF4-FFF2-40B4-BE49-F238E27FC236}">
                <a16:creationId xmlns:a16="http://schemas.microsoft.com/office/drawing/2014/main" id="{66F106E6-661C-4FAB-A077-990DF3957BDC}"/>
              </a:ext>
            </a:extLst>
          </p:cNvPr>
          <p:cNvSpPr>
            <a:spLocks xmlns:a="http://schemas.openxmlformats.org/drawingml/2006/main" noGrp="1"/>
          </p:cNvSpPr>
          <p:nvPr/>
        </p:nvSpPr>
        <p:spPr>
          <a:xfrm xmlns:a="http://schemas.openxmlformats.org/drawingml/2006/main">
            <a:off x="4818412" y="2532507"/>
            <a:ext cx="1402937" cy="38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ahbapbbridge</a:t>
            </a:r>
          </a:p>
        </p:txBody>
      </p:sp>
      <p:sp>
        <p:nvSpPr>
          <p:cNvPr id="21" name="text-968">
            <a:extLst xmlns:a="http://schemas.openxmlformats.org/drawingml/2006/main">
              <a:ext uri="{FF2B5EF4-FFF2-40B4-BE49-F238E27FC236}">
                <a16:creationId xmlns:a16="http://schemas.microsoft.com/office/drawing/2014/main" id="{CCDFF90E-F3B6-41CF-8C00-2DC2D456B2E3}"/>
              </a:ext>
            </a:extLst>
          </p:cNvPr>
          <p:cNvSpPr>
            <a:spLocks xmlns:a="http://schemas.openxmlformats.org/drawingml/2006/main" noGrp="1"/>
          </p:cNvSpPr>
          <p:nvPr/>
        </p:nvSpPr>
        <p:spPr>
          <a:xfrm xmlns:a="http://schemas.openxmlformats.org/drawingml/2006/main">
            <a:off x="1522000" y="2917507"/>
            <a:ext cx="667131"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1">
                <a:solidFill>
                  <a:srgbClr val="1572C3"/>
                </a:solidFill>
                <a:latin typeface="Arial"/>
                <a:ea typeface="Arial"/>
                <a:cs typeface="Arial"/>
              </a:defRPr>
            </a:defPPr>
            <a:lvl1pPr algn="l">
              <a:defRPr sz="1200" b="1">
                <a:solidFill>
                  <a:srgbClr val="1572C3"/>
                </a:solidFill>
                <a:latin typeface="Arial"/>
                <a:ea typeface="Arial"/>
                <a:cs typeface="Arial"/>
              </a:defRPr>
            </a:lvl1pPr>
            <a:lvl2pPr algn="l">
              <a:defRPr sz="1200" b="1">
                <a:solidFill>
                  <a:srgbClr val="1572C3"/>
                </a:solidFill>
                <a:latin typeface="Arial"/>
                <a:ea typeface="Arial"/>
                <a:cs typeface="Arial"/>
              </a:defRPr>
            </a:lvl2pPr>
            <a:lvl3pPr algn="l">
              <a:defRPr sz="1200" b="1">
                <a:solidFill>
                  <a:srgbClr val="1572C3"/>
                </a:solidFill>
                <a:latin typeface="Arial"/>
                <a:ea typeface="Arial"/>
                <a:cs typeface="Arial"/>
              </a:defRPr>
            </a:lvl3pPr>
            <a:lvl4pPr algn="l">
              <a:defRPr sz="1200" b="1">
                <a:solidFill>
                  <a:srgbClr val="1572C3"/>
                </a:solidFill>
                <a:latin typeface="Arial"/>
                <a:ea typeface="Arial"/>
                <a:cs typeface="Arial"/>
              </a:defRPr>
            </a:lvl4pPr>
            <a:lvl5pPr algn="l">
              <a:defRPr sz="1200" b="1">
                <a:solidFill>
                  <a:srgbClr val="1572C3"/>
                </a:solidFill>
                <a:latin typeface="Arial"/>
                <a:ea typeface="Arial"/>
                <a:cs typeface="Arial"/>
              </a:defRPr>
            </a:lvl5pPr>
            <a:lvl6pPr algn="l">
              <a:defRPr sz="1200" b="1">
                <a:solidFill>
                  <a:srgbClr val="1572C3"/>
                </a:solidFill>
                <a:latin typeface="Arial"/>
                <a:ea typeface="Arial"/>
                <a:cs typeface="Arial"/>
              </a:defRPr>
            </a:lvl6pPr>
            <a:lvl7pPr algn="l">
              <a:defRPr sz="1200" b="1">
                <a:solidFill>
                  <a:srgbClr val="1572C3"/>
                </a:solidFill>
                <a:latin typeface="Arial"/>
                <a:ea typeface="Arial"/>
                <a:cs typeface="Arial"/>
              </a:defRPr>
            </a:lvl7pPr>
            <a:lvl8pPr algn="l">
              <a:defRPr sz="1200" b="1">
                <a:solidFill>
                  <a:srgbClr val="1572C3"/>
                </a:solidFill>
                <a:latin typeface="Arial"/>
                <a:ea typeface="Arial"/>
                <a:cs typeface="Arial"/>
              </a:defRPr>
            </a:lvl8pPr>
            <a:lvl9pPr algn="l">
              <a:defRPr sz="1200" b="1">
                <a:solidFill>
                  <a:srgbClr val="1572C3"/>
                </a:solidFill>
                <a:latin typeface="Arial"/>
                <a:ea typeface="Arial"/>
                <a:cs typeface="Arial"/>
              </a:defRPr>
            </a:lvl9pPr>
          </a:lstStyle>
          <a:p xmlns:a="http://schemas.openxmlformats.org/drawingml/2006/main">
            <a:pPr algn="l">
              <a:defRPr sz="1200" b="1">
                <a:solidFill>
                  <a:srgbClr val="1572C3"/>
                </a:solidFill>
                <a:latin typeface="Arial"/>
                <a:ea typeface="Arial"/>
                <a:cs typeface="Arial"/>
              </a:defRPr>
            </a:pPr>
            <a:r>
              <a:rPr sz="1200" b="1">
                <a:solidFill>
                  <a:srgbClr val="1572C3"/>
                </a:solidFill>
                <a:latin typeface="Arial"/>
                <a:ea typeface="Arial"/>
                <a:cs typeface="Arial"/>
              </a:rPr>
              <a:t>AHB</a:t>
            </a:r>
          </a:p>
        </p:txBody>
      </p:sp>
      <p:sp>
        <p:nvSpPr>
          <p:cNvPr id="22" name="text-969">
            <a:extLst xmlns:a="http://schemas.openxmlformats.org/drawingml/2006/main">
              <a:ext uri="{FF2B5EF4-FFF2-40B4-BE49-F238E27FC236}">
                <a16:creationId xmlns:a16="http://schemas.microsoft.com/office/drawing/2014/main" id="{D634FF89-8764-46E2-B251-20C16F7F337F}"/>
              </a:ext>
            </a:extLst>
          </p:cNvPr>
          <p:cNvSpPr>
            <a:spLocks xmlns:a="http://schemas.openxmlformats.org/drawingml/2006/main" noGrp="1"/>
          </p:cNvSpPr>
          <p:nvPr/>
        </p:nvSpPr>
        <p:spPr>
          <a:xfrm xmlns:a="http://schemas.openxmlformats.org/drawingml/2006/main">
            <a:off x="6437186" y="2917507"/>
            <a:ext cx="686753"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1">
                <a:solidFill>
                  <a:srgbClr val="1572C3"/>
                </a:solidFill>
                <a:latin typeface="Arial"/>
                <a:ea typeface="Arial"/>
                <a:cs typeface="Arial"/>
              </a:defRPr>
            </a:defPPr>
            <a:lvl1pPr algn="l">
              <a:defRPr sz="1200" b="1">
                <a:solidFill>
                  <a:srgbClr val="1572C3"/>
                </a:solidFill>
                <a:latin typeface="Arial"/>
                <a:ea typeface="Arial"/>
                <a:cs typeface="Arial"/>
              </a:defRPr>
            </a:lvl1pPr>
            <a:lvl2pPr algn="l">
              <a:defRPr sz="1200" b="1">
                <a:solidFill>
                  <a:srgbClr val="1572C3"/>
                </a:solidFill>
                <a:latin typeface="Arial"/>
                <a:ea typeface="Arial"/>
                <a:cs typeface="Arial"/>
              </a:defRPr>
            </a:lvl2pPr>
            <a:lvl3pPr algn="l">
              <a:defRPr sz="1200" b="1">
                <a:solidFill>
                  <a:srgbClr val="1572C3"/>
                </a:solidFill>
                <a:latin typeface="Arial"/>
                <a:ea typeface="Arial"/>
                <a:cs typeface="Arial"/>
              </a:defRPr>
            </a:lvl3pPr>
            <a:lvl4pPr algn="l">
              <a:defRPr sz="1200" b="1">
                <a:solidFill>
                  <a:srgbClr val="1572C3"/>
                </a:solidFill>
                <a:latin typeface="Arial"/>
                <a:ea typeface="Arial"/>
                <a:cs typeface="Arial"/>
              </a:defRPr>
            </a:lvl4pPr>
            <a:lvl5pPr algn="l">
              <a:defRPr sz="1200" b="1">
                <a:solidFill>
                  <a:srgbClr val="1572C3"/>
                </a:solidFill>
                <a:latin typeface="Arial"/>
                <a:ea typeface="Arial"/>
                <a:cs typeface="Arial"/>
              </a:defRPr>
            </a:lvl5pPr>
            <a:lvl6pPr algn="l">
              <a:defRPr sz="1200" b="1">
                <a:solidFill>
                  <a:srgbClr val="1572C3"/>
                </a:solidFill>
                <a:latin typeface="Arial"/>
                <a:ea typeface="Arial"/>
                <a:cs typeface="Arial"/>
              </a:defRPr>
            </a:lvl6pPr>
            <a:lvl7pPr algn="l">
              <a:defRPr sz="1200" b="1">
                <a:solidFill>
                  <a:srgbClr val="1572C3"/>
                </a:solidFill>
                <a:latin typeface="Arial"/>
                <a:ea typeface="Arial"/>
                <a:cs typeface="Arial"/>
              </a:defRPr>
            </a:lvl7pPr>
            <a:lvl8pPr algn="l">
              <a:defRPr sz="1200" b="1">
                <a:solidFill>
                  <a:srgbClr val="1572C3"/>
                </a:solidFill>
                <a:latin typeface="Arial"/>
                <a:ea typeface="Arial"/>
                <a:cs typeface="Arial"/>
              </a:defRPr>
            </a:lvl8pPr>
            <a:lvl9pPr algn="l">
              <a:defRPr sz="1200" b="1">
                <a:solidFill>
                  <a:srgbClr val="1572C3"/>
                </a:solidFill>
                <a:latin typeface="Arial"/>
                <a:ea typeface="Arial"/>
                <a:cs typeface="Arial"/>
              </a:defRPr>
            </a:lvl9pPr>
          </a:lstStyle>
          <a:p xmlns:a="http://schemas.openxmlformats.org/drawingml/2006/main">
            <a:pPr algn="l">
              <a:defRPr sz="1200" b="1">
                <a:solidFill>
                  <a:srgbClr val="1572C3"/>
                </a:solidFill>
                <a:latin typeface="Arial"/>
                <a:ea typeface="Arial"/>
                <a:cs typeface="Arial"/>
              </a:defRPr>
            </a:pPr>
            <a:r>
              <a:rPr sz="1200" b="1">
                <a:solidFill>
                  <a:srgbClr val="1572C3"/>
                </a:solidFill>
                <a:latin typeface="Arial"/>
                <a:ea typeface="Arial"/>
                <a:cs typeface="Arial"/>
              </a:rPr>
              <a:t>APB</a:t>
            </a:r>
          </a:p>
        </p:txBody>
      </p:sp>
      <p:sp>
        <p:nvSpPr>
          <p:cNvPr id="23" name="wire-970">
            <a:extLst xmlns:a="http://schemas.openxmlformats.org/drawingml/2006/main">
              <a:ext uri="{FF2B5EF4-FFF2-40B4-BE49-F238E27FC236}">
                <a16:creationId xmlns:a16="http://schemas.microsoft.com/office/drawing/2014/main" id="{FBD8AC95-86F7-45D5-9C1D-72CCBD074418}"/>
              </a:ext>
            </a:extLst>
          </p:cNvPr>
          <p:cNvSpPr>
            <a:spLocks xmlns:a="http://schemas.openxmlformats.org/drawingml/2006/main" noGrp="1"/>
          </p:cNvSpPr>
          <p:nvPr/>
        </p:nvSpPr>
        <p:spPr>
          <a:xfrm xmlns:a="http://schemas.openxmlformats.org/drawingml/2006/main">
            <a:off x="1629918" y="2819019"/>
            <a:ext cx="3159062" cy="9525"/>
          </a:xfrm>
          <a:custGeom xmlns:a="http://schemas.openxmlformats.org/drawingml/2006/main">
            <a:pathLst>
              <a:path w="3159062" h="9525">
                <a:moveTo>
                  <a:pt x="0" y="0"/>
                </a:moveTo>
                <a:lnTo>
                  <a:pt x="3159062" y="0"/>
                </a:lnTo>
              </a:path>
            </a:pathLst>
          </a:custGeom>
          <a:noFill xmlns:a="http://schemas.openxmlformats.org/drawingml/2006/main"/>
          <a:ln xmlns:a="http://schemas.openxmlformats.org/drawingml/2006/main" w="22860">
            <a:solidFill>
              <a:srgbClr val="1572C3"/>
            </a:solidFill>
          </a:ln>
        </p:spPr>
      </p:sp>
      <p:sp>
        <p:nvSpPr>
          <p:cNvPr id="24" name="wire-971">
            <a:extLst xmlns:a="http://schemas.openxmlformats.org/drawingml/2006/main">
              <a:ext uri="{FF2B5EF4-FFF2-40B4-BE49-F238E27FC236}">
                <a16:creationId xmlns:a16="http://schemas.microsoft.com/office/drawing/2014/main" id="{E81D136C-ABDD-42E9-8108-FB644E9D631C}"/>
              </a:ext>
            </a:extLst>
          </p:cNvPr>
          <p:cNvSpPr>
            <a:spLocks xmlns:a="http://schemas.openxmlformats.org/drawingml/2006/main" noGrp="1"/>
          </p:cNvSpPr>
          <p:nvPr/>
        </p:nvSpPr>
        <p:spPr>
          <a:xfrm xmlns:a="http://schemas.openxmlformats.org/drawingml/2006/main">
            <a:off x="2424589" y="2657856"/>
            <a:ext cx="9525" cy="161163"/>
          </a:xfrm>
          <a:custGeom xmlns:a="http://schemas.openxmlformats.org/drawingml/2006/main">
            <a:pathLst>
              <a:path w="9525" h="161163">
                <a:moveTo>
                  <a:pt x="0" y="0"/>
                </a:moveTo>
                <a:lnTo>
                  <a:pt x="0" y="161163"/>
                </a:lnTo>
              </a:path>
            </a:pathLst>
          </a:custGeom>
          <a:noFill xmlns:a="http://schemas.openxmlformats.org/drawingml/2006/main"/>
          <a:ln xmlns:a="http://schemas.openxmlformats.org/drawingml/2006/main" w="9525">
            <a:solidFill>
              <a:srgbClr val="1572C3"/>
            </a:solidFill>
          </a:ln>
        </p:spPr>
      </p:sp>
      <p:sp>
        <p:nvSpPr>
          <p:cNvPr id="25" name="wire-972">
            <a:extLst xmlns:a="http://schemas.openxmlformats.org/drawingml/2006/main">
              <a:ext uri="{FF2B5EF4-FFF2-40B4-BE49-F238E27FC236}">
                <a16:creationId xmlns:a16="http://schemas.microsoft.com/office/drawing/2014/main" id="{38F3C61C-5870-4931-9B40-4ED537A6DB72}"/>
              </a:ext>
            </a:extLst>
          </p:cNvPr>
          <p:cNvSpPr>
            <a:spLocks xmlns:a="http://schemas.openxmlformats.org/drawingml/2006/main" noGrp="1"/>
          </p:cNvSpPr>
          <p:nvPr/>
        </p:nvSpPr>
        <p:spPr>
          <a:xfrm xmlns:a="http://schemas.openxmlformats.org/drawingml/2006/main">
            <a:off x="3611690" y="2657856"/>
            <a:ext cx="9525" cy="161163"/>
          </a:xfrm>
          <a:custGeom xmlns:a="http://schemas.openxmlformats.org/drawingml/2006/main">
            <a:pathLst>
              <a:path w="9525" h="161163">
                <a:moveTo>
                  <a:pt x="0" y="0"/>
                </a:moveTo>
                <a:lnTo>
                  <a:pt x="0" y="161163"/>
                </a:lnTo>
              </a:path>
            </a:pathLst>
          </a:custGeom>
          <a:noFill xmlns:a="http://schemas.openxmlformats.org/drawingml/2006/main"/>
          <a:ln xmlns:a="http://schemas.openxmlformats.org/drawingml/2006/main" w="16193">
            <a:solidFill>
              <a:srgbClr val="231F20"/>
            </a:solidFill>
          </a:ln>
        </p:spPr>
      </p:sp>
      <p:sp>
        <p:nvSpPr>
          <p:cNvPr id="26" name="wire-973">
            <a:extLst xmlns:a="http://schemas.openxmlformats.org/drawingml/2006/main">
              <a:ext uri="{FF2B5EF4-FFF2-40B4-BE49-F238E27FC236}">
                <a16:creationId xmlns:a16="http://schemas.microsoft.com/office/drawing/2014/main" id="{023A44ED-4CF5-4E78-92B6-9C1BA51FFD0D}"/>
              </a:ext>
            </a:extLst>
          </p:cNvPr>
          <p:cNvSpPr>
            <a:spLocks xmlns:a="http://schemas.openxmlformats.org/drawingml/2006/main" noGrp="1"/>
          </p:cNvSpPr>
          <p:nvPr/>
        </p:nvSpPr>
        <p:spPr>
          <a:xfrm xmlns:a="http://schemas.openxmlformats.org/drawingml/2006/main">
            <a:off x="6250781" y="2738438"/>
            <a:ext cx="2903982" cy="9525"/>
          </a:xfrm>
          <a:custGeom xmlns:a="http://schemas.openxmlformats.org/drawingml/2006/main">
            <a:pathLst>
              <a:path w="2903982" h="9525">
                <a:moveTo>
                  <a:pt x="0" y="0"/>
                </a:moveTo>
                <a:lnTo>
                  <a:pt x="2903982" y="0"/>
                </a:lnTo>
              </a:path>
            </a:pathLst>
          </a:custGeom>
          <a:noFill xmlns:a="http://schemas.openxmlformats.org/drawingml/2006/main"/>
          <a:ln xmlns:a="http://schemas.openxmlformats.org/drawingml/2006/main" w="22860">
            <a:solidFill>
              <a:srgbClr val="1572C3"/>
            </a:solidFill>
          </a:ln>
        </p:spPr>
      </p:sp>
      <p:sp>
        <p:nvSpPr>
          <p:cNvPr id="27" name="wire-974">
            <a:extLst xmlns:a="http://schemas.openxmlformats.org/drawingml/2006/main">
              <a:ext uri="{FF2B5EF4-FFF2-40B4-BE49-F238E27FC236}">
                <a16:creationId xmlns:a16="http://schemas.microsoft.com/office/drawing/2014/main" id="{8EDBEE78-D414-4E30-B0A0-5696245159A1}"/>
              </a:ext>
            </a:extLst>
          </p:cNvPr>
          <p:cNvSpPr>
            <a:spLocks xmlns:a="http://schemas.openxmlformats.org/drawingml/2006/main" noGrp="1"/>
          </p:cNvSpPr>
          <p:nvPr/>
        </p:nvSpPr>
        <p:spPr>
          <a:xfrm xmlns:a="http://schemas.openxmlformats.org/drawingml/2006/main">
            <a:off x="9154763" y="2738438"/>
            <a:ext cx="402241" cy="9525"/>
          </a:xfrm>
          <a:custGeom xmlns:a="http://schemas.openxmlformats.org/drawingml/2006/main">
            <a:pathLst>
              <a:path w="402241" h="9525">
                <a:moveTo>
                  <a:pt x="0" y="0"/>
                </a:moveTo>
                <a:lnTo>
                  <a:pt x="402241" y="0"/>
                </a:lnTo>
              </a:path>
            </a:pathLst>
          </a:custGeom>
          <a:noFill xmlns:a="http://schemas.openxmlformats.org/drawingml/2006/main"/>
          <a:ln xmlns:a="http://schemas.openxmlformats.org/drawingml/2006/main" w="22860">
            <a:solidFill>
              <a:srgbClr val="1572C3"/>
            </a:solidFill>
          </a:ln>
        </p:spPr>
      </p:sp>
      <p:sp>
        <p:nvSpPr>
          <p:cNvPr id="28" name="wire-975">
            <a:extLst xmlns:a="http://schemas.openxmlformats.org/drawingml/2006/main">
              <a:ext uri="{FF2B5EF4-FFF2-40B4-BE49-F238E27FC236}">
                <a16:creationId xmlns:a16="http://schemas.microsoft.com/office/drawing/2014/main" id="{2175B3D2-8498-4C4C-A270-FD9EB6C9F678}"/>
              </a:ext>
            </a:extLst>
          </p:cNvPr>
          <p:cNvSpPr>
            <a:spLocks xmlns:a="http://schemas.openxmlformats.org/drawingml/2006/main" noGrp="1"/>
          </p:cNvSpPr>
          <p:nvPr/>
        </p:nvSpPr>
        <p:spPr>
          <a:xfrm xmlns:a="http://schemas.openxmlformats.org/drawingml/2006/main">
            <a:off x="9557004" y="2738438"/>
            <a:ext cx="9525" cy="1253490"/>
          </a:xfrm>
          <a:custGeom xmlns:a="http://schemas.openxmlformats.org/drawingml/2006/main">
            <a:pathLst>
              <a:path w="9525" h="1253490">
                <a:moveTo>
                  <a:pt x="0" y="0"/>
                </a:moveTo>
                <a:lnTo>
                  <a:pt x="0" y="1253490"/>
                </a:lnTo>
              </a:path>
            </a:pathLst>
          </a:custGeom>
          <a:noFill xmlns:a="http://schemas.openxmlformats.org/drawingml/2006/main"/>
          <a:ln xmlns:a="http://schemas.openxmlformats.org/drawingml/2006/main" w="22860">
            <a:solidFill>
              <a:srgbClr val="1572C3"/>
            </a:solidFill>
          </a:ln>
        </p:spPr>
      </p:sp>
      <p:sp>
        <p:nvSpPr>
          <p:cNvPr id="29" name="wire-976">
            <a:extLst xmlns:a="http://schemas.openxmlformats.org/drawingml/2006/main">
              <a:ext uri="{FF2B5EF4-FFF2-40B4-BE49-F238E27FC236}">
                <a16:creationId xmlns:a16="http://schemas.microsoft.com/office/drawing/2014/main" id="{F4C23DD8-C7A2-4E37-B5A5-D3173E922DA2}"/>
              </a:ext>
            </a:extLst>
          </p:cNvPr>
          <p:cNvSpPr>
            <a:spLocks xmlns:a="http://schemas.openxmlformats.org/drawingml/2006/main" noGrp="1"/>
          </p:cNvSpPr>
          <p:nvPr/>
        </p:nvSpPr>
        <p:spPr>
          <a:xfrm xmlns:a="http://schemas.openxmlformats.org/drawingml/2006/main">
            <a:off x="9557004" y="3991927"/>
            <a:ext cx="382619" cy="9525"/>
          </a:xfrm>
          <a:custGeom xmlns:a="http://schemas.openxmlformats.org/drawingml/2006/main">
            <a:pathLst>
              <a:path w="382619" h="9525">
                <a:moveTo>
                  <a:pt x="0" y="0"/>
                </a:moveTo>
                <a:lnTo>
                  <a:pt x="382619" y="0"/>
                </a:lnTo>
              </a:path>
            </a:pathLst>
          </a:custGeom>
          <a:noFill xmlns:a="http://schemas.openxmlformats.org/drawingml/2006/main"/>
          <a:ln xmlns:a="http://schemas.openxmlformats.org/drawingml/2006/main" w="22860">
            <a:solidFill>
              <a:srgbClr val="1572C3"/>
            </a:solidFill>
          </a:ln>
        </p:spPr>
      </p:sp>
      <p:sp>
        <p:nvSpPr>
          <p:cNvPr id="30" name="circuit-977">
            <a:extLst xmlns:a="http://schemas.openxmlformats.org/drawingml/2006/main">
              <a:ext uri="{FF2B5EF4-FFF2-40B4-BE49-F238E27FC236}">
                <a16:creationId xmlns:a16="http://schemas.microsoft.com/office/drawing/2014/main" id="{3A06D334-0726-4414-9211-E53EB0D118E7}"/>
              </a:ext>
            </a:extLst>
          </p:cNvPr>
          <p:cNvSpPr>
            <a:spLocks xmlns:a="http://schemas.openxmlformats.org/drawingml/2006/main" noGrp="1"/>
          </p:cNvSpPr>
          <p:nvPr/>
        </p:nvSpPr>
        <p:spPr>
          <a:xfrm xmlns:a="http://schemas.openxmlformats.org/drawingml/2006/main">
            <a:off x="9890570" y="3973125"/>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31" name="block-978">
            <a:extLst xmlns:a="http://schemas.openxmlformats.org/drawingml/2006/main">
              <a:ext uri="{FF2B5EF4-FFF2-40B4-BE49-F238E27FC236}">
                <a16:creationId xmlns:a16="http://schemas.microsoft.com/office/drawing/2014/main" id="{7D96A7BB-5AA2-45C7-998F-7ED99DC1859A}"/>
              </a:ext>
            </a:extLst>
          </p:cNvPr>
          <p:cNvSpPr>
            <a:spLocks xmlns:a="http://schemas.openxmlformats.org/drawingml/2006/main" noGrp="1"/>
          </p:cNvSpPr>
          <p:nvPr/>
        </p:nvSpPr>
        <p:spPr>
          <a:xfrm xmlns:a="http://schemas.openxmlformats.org/drawingml/2006/main">
            <a:off x="6427375" y="2389251"/>
            <a:ext cx="912400"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32" name="text-979">
            <a:extLst xmlns:a="http://schemas.openxmlformats.org/drawingml/2006/main">
              <a:ext uri="{FF2B5EF4-FFF2-40B4-BE49-F238E27FC236}">
                <a16:creationId xmlns:a16="http://schemas.microsoft.com/office/drawing/2014/main" id="{FB7DBB05-5436-48FF-80ED-AC3A6E7C2DE9}"/>
              </a:ext>
            </a:extLst>
          </p:cNvPr>
          <p:cNvSpPr>
            <a:spLocks xmlns:a="http://schemas.openxmlformats.org/drawingml/2006/main" noGrp="1"/>
          </p:cNvSpPr>
          <p:nvPr/>
        </p:nvSpPr>
        <p:spPr>
          <a:xfrm xmlns:a="http://schemas.openxmlformats.org/drawingml/2006/main">
            <a:off x="6456807" y="2398205"/>
            <a:ext cx="853535"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uart_apb</a:t>
            </a:r>
          </a:p>
        </p:txBody>
      </p:sp>
      <p:sp>
        <p:nvSpPr>
          <p:cNvPr id="33" name="block-980">
            <a:extLst xmlns:a="http://schemas.openxmlformats.org/drawingml/2006/main">
              <a:ext uri="{FF2B5EF4-FFF2-40B4-BE49-F238E27FC236}">
                <a16:creationId xmlns:a16="http://schemas.microsoft.com/office/drawing/2014/main" id="{EDCCD147-2502-4FD3-B108-64D8293C3FE5}"/>
              </a:ext>
            </a:extLst>
          </p:cNvPr>
          <p:cNvSpPr>
            <a:spLocks xmlns:a="http://schemas.openxmlformats.org/drawingml/2006/main" noGrp="1"/>
          </p:cNvSpPr>
          <p:nvPr/>
        </p:nvSpPr>
        <p:spPr>
          <a:xfrm xmlns:a="http://schemas.openxmlformats.org/drawingml/2006/main">
            <a:off x="7457504" y="2389251"/>
            <a:ext cx="863346"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34" name="text-981">
            <a:extLst xmlns:a="http://schemas.openxmlformats.org/drawingml/2006/main">
              <a:ext uri="{FF2B5EF4-FFF2-40B4-BE49-F238E27FC236}">
                <a16:creationId xmlns:a16="http://schemas.microsoft.com/office/drawing/2014/main" id="{C19E4CE6-A922-4A63-9241-504090CDCDE8}"/>
              </a:ext>
            </a:extLst>
          </p:cNvPr>
          <p:cNvSpPr>
            <a:spLocks xmlns:a="http://schemas.openxmlformats.org/drawingml/2006/main" noGrp="1"/>
          </p:cNvSpPr>
          <p:nvPr/>
        </p:nvSpPr>
        <p:spPr>
          <a:xfrm xmlns:a="http://schemas.openxmlformats.org/drawingml/2006/main">
            <a:off x="7486936" y="2398205"/>
            <a:ext cx="804482"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gpio_apb</a:t>
            </a:r>
          </a:p>
        </p:txBody>
      </p:sp>
      <p:sp>
        <p:nvSpPr>
          <p:cNvPr id="35" name="block-982">
            <a:extLst xmlns:a="http://schemas.openxmlformats.org/drawingml/2006/main">
              <a:ext uri="{FF2B5EF4-FFF2-40B4-BE49-F238E27FC236}">
                <a16:creationId xmlns:a16="http://schemas.microsoft.com/office/drawing/2014/main" id="{2DBD5EDD-31EF-4F92-B2A1-21B5BD2126E5}"/>
              </a:ext>
            </a:extLst>
          </p:cNvPr>
          <p:cNvSpPr>
            <a:spLocks xmlns:a="http://schemas.openxmlformats.org/drawingml/2006/main" noGrp="1"/>
          </p:cNvSpPr>
          <p:nvPr/>
        </p:nvSpPr>
        <p:spPr>
          <a:xfrm xmlns:a="http://schemas.openxmlformats.org/drawingml/2006/main">
            <a:off x="8418957" y="2389251"/>
            <a:ext cx="676942" cy="259651"/>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36" name="text-983">
            <a:extLst xmlns:a="http://schemas.openxmlformats.org/drawingml/2006/main">
              <a:ext uri="{FF2B5EF4-FFF2-40B4-BE49-F238E27FC236}">
                <a16:creationId xmlns:a16="http://schemas.microsoft.com/office/drawing/2014/main" id="{EF607E2A-75B3-498B-BF1B-B2994C620BE5}"/>
              </a:ext>
            </a:extLst>
          </p:cNvPr>
          <p:cNvSpPr>
            <a:spLocks xmlns:a="http://schemas.openxmlformats.org/drawingml/2006/main" noGrp="1"/>
          </p:cNvSpPr>
          <p:nvPr/>
        </p:nvSpPr>
        <p:spPr>
          <a:xfrm xmlns:a="http://schemas.openxmlformats.org/drawingml/2006/main">
            <a:off x="8448389" y="2398205"/>
            <a:ext cx="618077"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spi_apb</a:t>
            </a:r>
          </a:p>
        </p:txBody>
      </p:sp>
      <p:sp>
        <p:nvSpPr>
          <p:cNvPr id="37" name="wire-984">
            <a:extLst xmlns:a="http://schemas.openxmlformats.org/drawingml/2006/main">
              <a:ext uri="{FF2B5EF4-FFF2-40B4-BE49-F238E27FC236}">
                <a16:creationId xmlns:a16="http://schemas.microsoft.com/office/drawing/2014/main" id="{FA29392E-B055-4E14-A059-3E98E57203D6}"/>
              </a:ext>
            </a:extLst>
          </p:cNvPr>
          <p:cNvSpPr>
            <a:spLocks xmlns:a="http://schemas.openxmlformats.org/drawingml/2006/main" noGrp="1"/>
          </p:cNvSpPr>
          <p:nvPr/>
        </p:nvSpPr>
        <p:spPr>
          <a:xfrm xmlns:a="http://schemas.openxmlformats.org/drawingml/2006/main">
            <a:off x="6868859" y="2648903"/>
            <a:ext cx="9525" cy="89535"/>
          </a:xfrm>
          <a:custGeom xmlns:a="http://schemas.openxmlformats.org/drawingml/2006/main">
            <a:pathLst>
              <a:path w="9525" h="89535">
                <a:moveTo>
                  <a:pt x="0" y="0"/>
                </a:moveTo>
                <a:lnTo>
                  <a:pt x="0" y="89535"/>
                </a:lnTo>
              </a:path>
            </a:pathLst>
          </a:custGeom>
          <a:noFill xmlns:a="http://schemas.openxmlformats.org/drawingml/2006/main"/>
          <a:ln xmlns:a="http://schemas.openxmlformats.org/drawingml/2006/main" w="13335">
            <a:solidFill>
              <a:srgbClr val="231F20"/>
            </a:solidFill>
          </a:ln>
        </p:spPr>
      </p:sp>
      <p:sp>
        <p:nvSpPr>
          <p:cNvPr id="38" name="wire-985">
            <a:extLst xmlns:a="http://schemas.openxmlformats.org/drawingml/2006/main">
              <a:ext uri="{FF2B5EF4-FFF2-40B4-BE49-F238E27FC236}">
                <a16:creationId xmlns:a16="http://schemas.microsoft.com/office/drawing/2014/main" id="{EDAA3760-1FA8-42B3-81D7-6E1424CF882C}"/>
              </a:ext>
            </a:extLst>
          </p:cNvPr>
          <p:cNvSpPr>
            <a:spLocks xmlns:a="http://schemas.openxmlformats.org/drawingml/2006/main" noGrp="1"/>
          </p:cNvSpPr>
          <p:nvPr/>
        </p:nvSpPr>
        <p:spPr>
          <a:xfrm xmlns:a="http://schemas.openxmlformats.org/drawingml/2006/main">
            <a:off x="7879366" y="2648903"/>
            <a:ext cx="9525" cy="89535"/>
          </a:xfrm>
          <a:custGeom xmlns:a="http://schemas.openxmlformats.org/drawingml/2006/main">
            <a:pathLst>
              <a:path w="9525" h="89535">
                <a:moveTo>
                  <a:pt x="0" y="0"/>
                </a:moveTo>
                <a:lnTo>
                  <a:pt x="0" y="89535"/>
                </a:lnTo>
              </a:path>
            </a:pathLst>
          </a:custGeom>
          <a:noFill xmlns:a="http://schemas.openxmlformats.org/drawingml/2006/main"/>
          <a:ln xmlns:a="http://schemas.openxmlformats.org/drawingml/2006/main" w="13335">
            <a:solidFill>
              <a:srgbClr val="231F20"/>
            </a:solidFill>
          </a:ln>
        </p:spPr>
      </p:sp>
      <p:sp>
        <p:nvSpPr>
          <p:cNvPr id="39" name="wire-986">
            <a:extLst xmlns:a="http://schemas.openxmlformats.org/drawingml/2006/main">
              <a:ext uri="{FF2B5EF4-FFF2-40B4-BE49-F238E27FC236}">
                <a16:creationId xmlns:a16="http://schemas.microsoft.com/office/drawing/2014/main" id="{E2CCFF77-4854-49B7-AC8F-45A494D3A77F}"/>
              </a:ext>
            </a:extLst>
          </p:cNvPr>
          <p:cNvSpPr>
            <a:spLocks xmlns:a="http://schemas.openxmlformats.org/drawingml/2006/main" noGrp="1"/>
          </p:cNvSpPr>
          <p:nvPr/>
        </p:nvSpPr>
        <p:spPr>
          <a:xfrm xmlns:a="http://schemas.openxmlformats.org/drawingml/2006/main">
            <a:off x="8752523" y="2648903"/>
            <a:ext cx="9525" cy="89535"/>
          </a:xfrm>
          <a:custGeom xmlns:a="http://schemas.openxmlformats.org/drawingml/2006/main">
            <a:pathLst>
              <a:path w="9525" h="89535">
                <a:moveTo>
                  <a:pt x="0" y="0"/>
                </a:moveTo>
                <a:lnTo>
                  <a:pt x="0" y="89535"/>
                </a:lnTo>
              </a:path>
            </a:pathLst>
          </a:custGeom>
          <a:noFill xmlns:a="http://schemas.openxmlformats.org/drawingml/2006/main"/>
          <a:ln xmlns:a="http://schemas.openxmlformats.org/drawingml/2006/main" w="13335">
            <a:solidFill>
              <a:srgbClr val="231F20"/>
            </a:solidFill>
          </a:ln>
        </p:spPr>
      </p:sp>
      <p:sp>
        <p:nvSpPr>
          <p:cNvPr id="40" name="wire-987">
            <a:extLst xmlns:a="http://schemas.openxmlformats.org/drawingml/2006/main">
              <a:ext uri="{FF2B5EF4-FFF2-40B4-BE49-F238E27FC236}">
                <a16:creationId xmlns:a16="http://schemas.microsoft.com/office/drawing/2014/main" id="{B0B9FAFD-4B6C-4FA5-BA00-A403C8FB7D1B}"/>
              </a:ext>
            </a:extLst>
          </p:cNvPr>
          <p:cNvSpPr>
            <a:spLocks xmlns:a="http://schemas.openxmlformats.org/drawingml/2006/main" noGrp="1"/>
          </p:cNvSpPr>
          <p:nvPr/>
        </p:nvSpPr>
        <p:spPr>
          <a:xfrm xmlns:a="http://schemas.openxmlformats.org/drawingml/2006/main">
            <a:off x="8899684" y="2237042"/>
            <a:ext cx="9525" cy="152209"/>
          </a:xfrm>
          <a:custGeom xmlns:a="http://schemas.openxmlformats.org/drawingml/2006/main">
            <a:pathLst>
              <a:path w="9525" h="152209">
                <a:moveTo>
                  <a:pt x="0" y="152209"/>
                </a:moveTo>
                <a:lnTo>
                  <a:pt x="0" y="0"/>
                </a:lnTo>
              </a:path>
            </a:pathLst>
          </a:custGeom>
          <a:noFill xmlns:a="http://schemas.openxmlformats.org/drawingml/2006/main"/>
          <a:ln xmlns:a="http://schemas.openxmlformats.org/drawingml/2006/main" w="16193">
            <a:solidFill>
              <a:srgbClr val="1572C3"/>
            </a:solidFill>
          </a:ln>
        </p:spPr>
      </p:sp>
      <p:sp>
        <p:nvSpPr>
          <p:cNvPr id="41" name="wire-988">
            <a:extLst xmlns:a="http://schemas.openxmlformats.org/drawingml/2006/main">
              <a:ext uri="{FF2B5EF4-FFF2-40B4-BE49-F238E27FC236}">
                <a16:creationId xmlns:a16="http://schemas.microsoft.com/office/drawing/2014/main" id="{216EB979-4056-4698-96ED-C9E915CBBEDD}"/>
              </a:ext>
            </a:extLst>
          </p:cNvPr>
          <p:cNvSpPr>
            <a:spLocks xmlns:a="http://schemas.openxmlformats.org/drawingml/2006/main" noGrp="1"/>
          </p:cNvSpPr>
          <p:nvPr/>
        </p:nvSpPr>
        <p:spPr>
          <a:xfrm xmlns:a="http://schemas.openxmlformats.org/drawingml/2006/main">
            <a:off x="8899684" y="2237042"/>
            <a:ext cx="569024" cy="9525"/>
          </a:xfrm>
          <a:custGeom xmlns:a="http://schemas.openxmlformats.org/drawingml/2006/main">
            <a:pathLst>
              <a:path w="569024" h="9525">
                <a:moveTo>
                  <a:pt x="0" y="0"/>
                </a:moveTo>
                <a:lnTo>
                  <a:pt x="569024" y="0"/>
                </a:lnTo>
              </a:path>
            </a:pathLst>
          </a:custGeom>
          <a:noFill xmlns:a="http://schemas.openxmlformats.org/drawingml/2006/main"/>
          <a:ln xmlns:a="http://schemas.openxmlformats.org/drawingml/2006/main" w="16193">
            <a:solidFill>
              <a:srgbClr val="1572C3"/>
            </a:solidFill>
          </a:ln>
        </p:spPr>
      </p:sp>
      <p:sp>
        <p:nvSpPr>
          <p:cNvPr id="42" name="wire-989">
            <a:extLst xmlns:a="http://schemas.openxmlformats.org/drawingml/2006/main">
              <a:ext uri="{FF2B5EF4-FFF2-40B4-BE49-F238E27FC236}">
                <a16:creationId xmlns:a16="http://schemas.microsoft.com/office/drawing/2014/main" id="{80981379-936D-4F41-B497-C7E33E43164A}"/>
              </a:ext>
            </a:extLst>
          </p:cNvPr>
          <p:cNvSpPr>
            <a:spLocks xmlns:a="http://schemas.openxmlformats.org/drawingml/2006/main" noGrp="1"/>
          </p:cNvSpPr>
          <p:nvPr/>
        </p:nvSpPr>
        <p:spPr>
          <a:xfrm xmlns:a="http://schemas.openxmlformats.org/drawingml/2006/main">
            <a:off x="9468707" y="1887855"/>
            <a:ext cx="9525" cy="349187"/>
          </a:xfrm>
          <a:custGeom xmlns:a="http://schemas.openxmlformats.org/drawingml/2006/main">
            <a:pathLst>
              <a:path w="9525" h="349187">
                <a:moveTo>
                  <a:pt x="0" y="349187"/>
                </a:moveTo>
                <a:lnTo>
                  <a:pt x="0" y="0"/>
                </a:lnTo>
              </a:path>
            </a:pathLst>
          </a:custGeom>
          <a:noFill xmlns:a="http://schemas.openxmlformats.org/drawingml/2006/main"/>
          <a:ln xmlns:a="http://schemas.openxmlformats.org/drawingml/2006/main" w="16193">
            <a:solidFill>
              <a:srgbClr val="1572C3"/>
            </a:solidFill>
          </a:ln>
        </p:spPr>
      </p:sp>
      <p:sp>
        <p:nvSpPr>
          <p:cNvPr id="43" name="wire-990">
            <a:extLst xmlns:a="http://schemas.openxmlformats.org/drawingml/2006/main">
              <a:ext uri="{FF2B5EF4-FFF2-40B4-BE49-F238E27FC236}">
                <a16:creationId xmlns:a16="http://schemas.microsoft.com/office/drawing/2014/main" id="{88AD4088-5288-4D70-BF31-7E9D94BED2F7}"/>
              </a:ext>
            </a:extLst>
          </p:cNvPr>
          <p:cNvSpPr>
            <a:spLocks xmlns:a="http://schemas.openxmlformats.org/drawingml/2006/main" noGrp="1"/>
          </p:cNvSpPr>
          <p:nvPr/>
        </p:nvSpPr>
        <p:spPr>
          <a:xfrm xmlns:a="http://schemas.openxmlformats.org/drawingml/2006/main">
            <a:off x="9468707" y="1887855"/>
            <a:ext cx="1324451" cy="9525"/>
          </a:xfrm>
          <a:custGeom xmlns:a="http://schemas.openxmlformats.org/drawingml/2006/main">
            <a:pathLst>
              <a:path w="1324451" h="9525">
                <a:moveTo>
                  <a:pt x="0" y="0"/>
                </a:moveTo>
                <a:lnTo>
                  <a:pt x="1324451" y="0"/>
                </a:lnTo>
              </a:path>
            </a:pathLst>
          </a:custGeom>
          <a:noFill xmlns:a="http://schemas.openxmlformats.org/drawingml/2006/main"/>
          <a:ln xmlns:a="http://schemas.openxmlformats.org/drawingml/2006/main" w="16193">
            <a:solidFill>
              <a:srgbClr val="1572C3"/>
            </a:solidFill>
          </a:ln>
        </p:spPr>
      </p:sp>
      <p:sp>
        <p:nvSpPr>
          <p:cNvPr id="44" name="wire-991">
            <a:extLst xmlns:a="http://schemas.openxmlformats.org/drawingml/2006/main">
              <a:ext uri="{FF2B5EF4-FFF2-40B4-BE49-F238E27FC236}">
                <a16:creationId xmlns:a16="http://schemas.microsoft.com/office/drawing/2014/main" id="{BBF9630E-5965-40BD-BBCA-D57D8FCBDE5F}"/>
              </a:ext>
            </a:extLst>
          </p:cNvPr>
          <p:cNvSpPr>
            <a:spLocks xmlns:a="http://schemas.openxmlformats.org/drawingml/2006/main" noGrp="1"/>
          </p:cNvSpPr>
          <p:nvPr/>
        </p:nvSpPr>
        <p:spPr>
          <a:xfrm xmlns:a="http://schemas.openxmlformats.org/drawingml/2006/main">
            <a:off x="10793159" y="1493901"/>
            <a:ext cx="9525" cy="393954"/>
          </a:xfrm>
          <a:custGeom xmlns:a="http://schemas.openxmlformats.org/drawingml/2006/main">
            <a:pathLst>
              <a:path w="9525" h="393954">
                <a:moveTo>
                  <a:pt x="0" y="393954"/>
                </a:moveTo>
                <a:lnTo>
                  <a:pt x="0" y="0"/>
                </a:lnTo>
              </a:path>
            </a:pathLst>
          </a:custGeom>
          <a:noFill xmlns:a="http://schemas.openxmlformats.org/drawingml/2006/main"/>
          <a:ln xmlns:a="http://schemas.openxmlformats.org/drawingml/2006/main" w="16193">
            <a:solidFill>
              <a:srgbClr val="1572C3"/>
            </a:solidFill>
          </a:ln>
        </p:spPr>
      </p:sp>
      <p:sp>
        <p:nvSpPr>
          <p:cNvPr id="45" name="circuit-992">
            <a:extLst xmlns:a="http://schemas.openxmlformats.org/drawingml/2006/main">
              <a:ext uri="{FF2B5EF4-FFF2-40B4-BE49-F238E27FC236}">
                <a16:creationId xmlns:a16="http://schemas.microsoft.com/office/drawing/2014/main" id="{54C63191-2ACC-4F4E-8E97-AE0E66856CB6}"/>
              </a:ext>
            </a:extLst>
          </p:cNvPr>
          <p:cNvSpPr>
            <a:spLocks xmlns:a="http://schemas.openxmlformats.org/drawingml/2006/main" noGrp="1"/>
          </p:cNvSpPr>
          <p:nvPr/>
        </p:nvSpPr>
        <p:spPr>
          <a:xfrm xmlns:a="http://schemas.openxmlformats.org/drawingml/2006/main">
            <a:off x="10772556" y="1493901"/>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46" name="wire-993">
            <a:extLst xmlns:a="http://schemas.openxmlformats.org/drawingml/2006/main">
              <a:ext uri="{FF2B5EF4-FFF2-40B4-BE49-F238E27FC236}">
                <a16:creationId xmlns:a16="http://schemas.microsoft.com/office/drawing/2014/main" id="{F15D4130-22CF-4CD0-90E6-DF8096012172}"/>
              </a:ext>
            </a:extLst>
          </p:cNvPr>
          <p:cNvSpPr>
            <a:spLocks xmlns:a="http://schemas.openxmlformats.org/drawingml/2006/main" noGrp="1"/>
          </p:cNvSpPr>
          <p:nvPr/>
        </p:nvSpPr>
        <p:spPr>
          <a:xfrm xmlns:a="http://schemas.openxmlformats.org/drawingml/2006/main">
            <a:off x="8899684" y="2237042"/>
            <a:ext cx="9525" cy="152209"/>
          </a:xfrm>
          <a:custGeom xmlns:a="http://schemas.openxmlformats.org/drawingml/2006/main">
            <a:pathLst>
              <a:path w="9525" h="152209">
                <a:moveTo>
                  <a:pt x="0" y="0"/>
                </a:moveTo>
                <a:lnTo>
                  <a:pt x="0" y="152209"/>
                </a:lnTo>
              </a:path>
            </a:pathLst>
          </a:custGeom>
          <a:noFill xmlns:a="http://schemas.openxmlformats.org/drawingml/2006/main"/>
          <a:ln xmlns:a="http://schemas.openxmlformats.org/drawingml/2006/main" w="16193">
            <a:solidFill>
              <a:srgbClr val="1572C3"/>
            </a:solidFill>
          </a:ln>
        </p:spPr>
      </p:sp>
      <p:sp>
        <p:nvSpPr>
          <p:cNvPr id="47" name="circuit-994">
            <a:extLst xmlns:a="http://schemas.openxmlformats.org/drawingml/2006/main">
              <a:ext uri="{FF2B5EF4-FFF2-40B4-BE49-F238E27FC236}">
                <a16:creationId xmlns:a16="http://schemas.microsoft.com/office/drawing/2014/main" id="{38D952E5-F06B-41D8-98F3-B7F8280D8BDA}"/>
              </a:ext>
            </a:extLst>
          </p:cNvPr>
          <p:cNvSpPr>
            <a:spLocks xmlns:a="http://schemas.openxmlformats.org/drawingml/2006/main" noGrp="1"/>
          </p:cNvSpPr>
          <p:nvPr/>
        </p:nvSpPr>
        <p:spPr>
          <a:xfrm xmlns:a="http://schemas.openxmlformats.org/drawingml/2006/main">
            <a:off x="8879081" y="2344484"/>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48" name="text-995">
            <a:extLst xmlns:a="http://schemas.openxmlformats.org/drawingml/2006/main">
              <a:ext uri="{FF2B5EF4-FFF2-40B4-BE49-F238E27FC236}">
                <a16:creationId xmlns:a16="http://schemas.microsoft.com/office/drawing/2014/main" id="{8D428FDE-5308-45B3-A663-685A4C6DD985}"/>
              </a:ext>
            </a:extLst>
          </p:cNvPr>
          <p:cNvSpPr>
            <a:spLocks xmlns:a="http://schemas.openxmlformats.org/drawingml/2006/main" noGrp="1"/>
          </p:cNvSpPr>
          <p:nvPr/>
        </p:nvSpPr>
        <p:spPr>
          <a:xfrm xmlns:a="http://schemas.openxmlformats.org/drawingml/2006/main">
            <a:off x="9076277" y="1896808"/>
            <a:ext cx="372809"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SPI</a:t>
            </a:r>
          </a:p>
        </p:txBody>
      </p:sp>
      <p:sp>
        <p:nvSpPr>
          <p:cNvPr id="49" name="text-996">
            <a:extLst xmlns:a="http://schemas.openxmlformats.org/drawingml/2006/main">
              <a:ext uri="{FF2B5EF4-FFF2-40B4-BE49-F238E27FC236}">
                <a16:creationId xmlns:a16="http://schemas.microsoft.com/office/drawing/2014/main" id="{D3B85E7E-9648-4E6A-960A-975D9B8FFFEC}"/>
              </a:ext>
            </a:extLst>
          </p:cNvPr>
          <p:cNvSpPr>
            <a:spLocks xmlns:a="http://schemas.openxmlformats.org/drawingml/2006/main" noGrp="1"/>
          </p:cNvSpPr>
          <p:nvPr/>
        </p:nvSpPr>
        <p:spPr>
          <a:xfrm xmlns:a="http://schemas.openxmlformats.org/drawingml/2006/main">
            <a:off x="7114127" y="2962275"/>
            <a:ext cx="1952339"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Yu Gothic"/>
                <a:ea typeface="Yu Gothic"/>
                <a:cs typeface="Yu Gothic"/>
              </a:defRPr>
            </a:defPPr>
            <a:lvl1pPr algn="l">
              <a:defRPr sz="975" b="0">
                <a:solidFill>
                  <a:srgbClr val="231F20"/>
                </a:solidFill>
                <a:latin typeface="Yu Gothic"/>
                <a:ea typeface="Yu Gothic"/>
                <a:cs typeface="Yu Gothic"/>
              </a:defRPr>
            </a:lvl1pPr>
            <a:lvl2pPr algn="l">
              <a:defRPr sz="975" b="0">
                <a:solidFill>
                  <a:srgbClr val="231F20"/>
                </a:solidFill>
                <a:latin typeface="Yu Gothic"/>
                <a:ea typeface="Yu Gothic"/>
                <a:cs typeface="Yu Gothic"/>
              </a:defRPr>
            </a:lvl2pPr>
            <a:lvl3pPr algn="l">
              <a:defRPr sz="975" b="0">
                <a:solidFill>
                  <a:srgbClr val="231F20"/>
                </a:solidFill>
                <a:latin typeface="Yu Gothic"/>
                <a:ea typeface="Yu Gothic"/>
                <a:cs typeface="Yu Gothic"/>
              </a:defRPr>
            </a:lvl3pPr>
            <a:lvl4pPr algn="l">
              <a:defRPr sz="975" b="0">
                <a:solidFill>
                  <a:srgbClr val="231F20"/>
                </a:solidFill>
                <a:latin typeface="Yu Gothic"/>
                <a:ea typeface="Yu Gothic"/>
                <a:cs typeface="Yu Gothic"/>
              </a:defRPr>
            </a:lvl4pPr>
            <a:lvl5pPr algn="l">
              <a:defRPr sz="975" b="0">
                <a:solidFill>
                  <a:srgbClr val="231F20"/>
                </a:solidFill>
                <a:latin typeface="Yu Gothic"/>
                <a:ea typeface="Yu Gothic"/>
                <a:cs typeface="Yu Gothic"/>
              </a:defRPr>
            </a:lvl5pPr>
            <a:lvl6pPr algn="l">
              <a:defRPr sz="975" b="0">
                <a:solidFill>
                  <a:srgbClr val="231F20"/>
                </a:solidFill>
                <a:latin typeface="Yu Gothic"/>
                <a:ea typeface="Yu Gothic"/>
                <a:cs typeface="Yu Gothic"/>
              </a:defRPr>
            </a:lvl6pPr>
            <a:lvl7pPr algn="l">
              <a:defRPr sz="975" b="0">
                <a:solidFill>
                  <a:srgbClr val="231F20"/>
                </a:solidFill>
                <a:latin typeface="Yu Gothic"/>
                <a:ea typeface="Yu Gothic"/>
                <a:cs typeface="Yu Gothic"/>
              </a:defRPr>
            </a:lvl7pPr>
            <a:lvl8pPr algn="l">
              <a:defRPr sz="975" b="0">
                <a:solidFill>
                  <a:srgbClr val="231F20"/>
                </a:solidFill>
                <a:latin typeface="Yu Gothic"/>
                <a:ea typeface="Yu Gothic"/>
                <a:cs typeface="Yu Gothic"/>
              </a:defRPr>
            </a:lvl8pPr>
            <a:lvl9pPr algn="l">
              <a:defRPr sz="975" b="0">
                <a:solidFill>
                  <a:srgbClr val="231F20"/>
                </a:solidFill>
                <a:latin typeface="Yu Gothic"/>
                <a:ea typeface="Yu Gothic"/>
                <a:cs typeface="Yu Gothic"/>
              </a:defRPr>
            </a:lvl9pPr>
          </a:lstStyle>
          <a:p xmlns:a="http://schemas.openxmlformats.org/drawingml/2006/main">
            <a:pPr algn="l">
              <a:defRPr sz="975" b="0">
                <a:solidFill>
                  <a:srgbClr val="231F20"/>
                </a:solidFill>
                <a:latin typeface="Yu Gothic"/>
                <a:ea typeface="Yu Gothic"/>
                <a:cs typeface="Yu Gothic"/>
              </a:defRPr>
            </a:pPr>
            <a:r>
              <a:rPr sz="975" b="0">
                <a:solidFill>
                  <a:srgbClr val="231F20"/>
                </a:solidFill>
                <a:latin typeface="Yu Gothic"/>
                <a:ea typeface="Yu Gothic"/>
                <a:cs typeface="Yu Gothic"/>
              </a:rPr>
              <a:t>CLINT / PLIC 等</a:t>
            </a:r>
          </a:p>
        </p:txBody>
      </p:sp>
      <p:sp>
        <p:nvSpPr>
          <p:cNvPr id="50" name="wire-997">
            <a:extLst xmlns:a="http://schemas.openxmlformats.org/drawingml/2006/main">
              <a:ext uri="{FF2B5EF4-FFF2-40B4-BE49-F238E27FC236}">
                <a16:creationId xmlns:a16="http://schemas.microsoft.com/office/drawing/2014/main" id="{166616FD-EC9F-4567-A1EB-5EE5998DF75D}"/>
              </a:ext>
            </a:extLst>
          </p:cNvPr>
          <p:cNvSpPr>
            <a:spLocks xmlns:a="http://schemas.openxmlformats.org/drawingml/2006/main" noGrp="1"/>
          </p:cNvSpPr>
          <p:nvPr/>
        </p:nvSpPr>
        <p:spPr>
          <a:xfrm xmlns:a="http://schemas.openxmlformats.org/drawingml/2006/main">
            <a:off x="4131659" y="2819019"/>
            <a:ext cx="343376" cy="9525"/>
          </a:xfrm>
          <a:custGeom xmlns:a="http://schemas.openxmlformats.org/drawingml/2006/main">
            <a:pathLst>
              <a:path w="343376" h="9525">
                <a:moveTo>
                  <a:pt x="0" y="0"/>
                </a:moveTo>
                <a:lnTo>
                  <a:pt x="343376" y="0"/>
                </a:lnTo>
              </a:path>
            </a:pathLst>
          </a:custGeom>
          <a:noFill xmlns:a="http://schemas.openxmlformats.org/drawingml/2006/main"/>
          <a:ln xmlns:a="http://schemas.openxmlformats.org/drawingml/2006/main" w="20955">
            <a:solidFill>
              <a:srgbClr val="1572C3"/>
            </a:solidFill>
          </a:ln>
        </p:spPr>
      </p:sp>
      <p:sp>
        <p:nvSpPr>
          <p:cNvPr id="51" name="wire-998">
            <a:extLst xmlns:a="http://schemas.openxmlformats.org/drawingml/2006/main">
              <a:ext uri="{FF2B5EF4-FFF2-40B4-BE49-F238E27FC236}">
                <a16:creationId xmlns:a16="http://schemas.microsoft.com/office/drawing/2014/main" id="{1445D056-CD3D-40FA-9AFE-78E145AA997E}"/>
              </a:ext>
            </a:extLst>
          </p:cNvPr>
          <p:cNvSpPr>
            <a:spLocks xmlns:a="http://schemas.openxmlformats.org/drawingml/2006/main" noGrp="1"/>
          </p:cNvSpPr>
          <p:nvPr/>
        </p:nvSpPr>
        <p:spPr>
          <a:xfrm xmlns:a="http://schemas.openxmlformats.org/drawingml/2006/main">
            <a:off x="4475036" y="2120646"/>
            <a:ext cx="9525" cy="698373"/>
          </a:xfrm>
          <a:custGeom xmlns:a="http://schemas.openxmlformats.org/drawingml/2006/main">
            <a:pathLst>
              <a:path w="9525" h="698373">
                <a:moveTo>
                  <a:pt x="0" y="698373"/>
                </a:moveTo>
                <a:lnTo>
                  <a:pt x="0" y="0"/>
                </a:lnTo>
              </a:path>
            </a:pathLst>
          </a:custGeom>
          <a:noFill xmlns:a="http://schemas.openxmlformats.org/drawingml/2006/main"/>
          <a:ln xmlns:a="http://schemas.openxmlformats.org/drawingml/2006/main" w="20955">
            <a:solidFill>
              <a:srgbClr val="1572C3"/>
            </a:solidFill>
          </a:ln>
        </p:spPr>
      </p:sp>
      <p:sp>
        <p:nvSpPr>
          <p:cNvPr id="52" name="wire-999">
            <a:extLst xmlns:a="http://schemas.openxmlformats.org/drawingml/2006/main">
              <a:ext uri="{FF2B5EF4-FFF2-40B4-BE49-F238E27FC236}">
                <a16:creationId xmlns:a16="http://schemas.microsoft.com/office/drawing/2014/main" id="{46042228-A16D-4CA5-A9BB-37F2F65398F2}"/>
              </a:ext>
            </a:extLst>
          </p:cNvPr>
          <p:cNvSpPr>
            <a:spLocks xmlns:a="http://schemas.openxmlformats.org/drawingml/2006/main" noGrp="1"/>
          </p:cNvSpPr>
          <p:nvPr/>
        </p:nvSpPr>
        <p:spPr>
          <a:xfrm xmlns:a="http://schemas.openxmlformats.org/drawingml/2006/main">
            <a:off x="4475036" y="2120646"/>
            <a:ext cx="5023104" cy="9525"/>
          </a:xfrm>
          <a:custGeom xmlns:a="http://schemas.openxmlformats.org/drawingml/2006/main">
            <a:pathLst>
              <a:path w="5023104" h="9525">
                <a:moveTo>
                  <a:pt x="0" y="0"/>
                </a:moveTo>
                <a:lnTo>
                  <a:pt x="5023104" y="0"/>
                </a:lnTo>
              </a:path>
            </a:pathLst>
          </a:custGeom>
          <a:noFill xmlns:a="http://schemas.openxmlformats.org/drawingml/2006/main"/>
          <a:ln xmlns:a="http://schemas.openxmlformats.org/drawingml/2006/main" w="20955">
            <a:solidFill>
              <a:srgbClr val="1572C3"/>
            </a:solidFill>
          </a:ln>
        </p:spPr>
      </p:sp>
      <p:sp>
        <p:nvSpPr>
          <p:cNvPr id="53" name="wire-1000">
            <a:extLst xmlns:a="http://schemas.openxmlformats.org/drawingml/2006/main">
              <a:ext uri="{FF2B5EF4-FFF2-40B4-BE49-F238E27FC236}">
                <a16:creationId xmlns:a16="http://schemas.microsoft.com/office/drawing/2014/main" id="{A6FC541B-DEB9-4328-8C21-B28ABBDDF84B}"/>
              </a:ext>
            </a:extLst>
          </p:cNvPr>
          <p:cNvSpPr>
            <a:spLocks xmlns:a="http://schemas.openxmlformats.org/drawingml/2006/main" noGrp="1"/>
          </p:cNvSpPr>
          <p:nvPr/>
        </p:nvSpPr>
        <p:spPr>
          <a:xfrm xmlns:a="http://schemas.openxmlformats.org/drawingml/2006/main">
            <a:off x="9498140" y="2120646"/>
            <a:ext cx="156972" cy="9525"/>
          </a:xfrm>
          <a:custGeom xmlns:a="http://schemas.openxmlformats.org/drawingml/2006/main">
            <a:pathLst>
              <a:path w="156972" h="9525">
                <a:moveTo>
                  <a:pt x="0" y="0"/>
                </a:moveTo>
                <a:lnTo>
                  <a:pt x="156972" y="0"/>
                </a:lnTo>
              </a:path>
            </a:pathLst>
          </a:custGeom>
          <a:noFill xmlns:a="http://schemas.openxmlformats.org/drawingml/2006/main"/>
          <a:ln xmlns:a="http://schemas.openxmlformats.org/drawingml/2006/main" w="20955">
            <a:solidFill>
              <a:srgbClr val="1572C3"/>
            </a:solidFill>
          </a:ln>
        </p:spPr>
      </p:sp>
      <p:sp>
        <p:nvSpPr>
          <p:cNvPr id="54" name="circuit-1001">
            <a:extLst xmlns:a="http://schemas.openxmlformats.org/drawingml/2006/main">
              <a:ext uri="{FF2B5EF4-FFF2-40B4-BE49-F238E27FC236}">
                <a16:creationId xmlns:a16="http://schemas.microsoft.com/office/drawing/2014/main" id="{3C6848EA-9A8D-4364-B7F7-81C695F61AF0}"/>
              </a:ext>
            </a:extLst>
          </p:cNvPr>
          <p:cNvSpPr>
            <a:spLocks xmlns:a="http://schemas.openxmlformats.org/drawingml/2006/main" noGrp="1"/>
          </p:cNvSpPr>
          <p:nvPr/>
        </p:nvSpPr>
        <p:spPr>
          <a:xfrm xmlns:a="http://schemas.openxmlformats.org/drawingml/2006/main">
            <a:off x="9606058" y="210184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55" name="wire-1002">
            <a:extLst xmlns:a="http://schemas.openxmlformats.org/drawingml/2006/main">
              <a:ext uri="{FF2B5EF4-FFF2-40B4-BE49-F238E27FC236}">
                <a16:creationId xmlns:a16="http://schemas.microsoft.com/office/drawing/2014/main" id="{C116F38C-1148-4797-B6E0-6AB5D402B5E8}"/>
              </a:ext>
            </a:extLst>
          </p:cNvPr>
          <p:cNvSpPr>
            <a:spLocks xmlns:a="http://schemas.openxmlformats.org/drawingml/2006/main" noGrp="1"/>
          </p:cNvSpPr>
          <p:nvPr/>
        </p:nvSpPr>
        <p:spPr>
          <a:xfrm xmlns:a="http://schemas.openxmlformats.org/drawingml/2006/main">
            <a:off x="4131659" y="2819019"/>
            <a:ext cx="343376" cy="9525"/>
          </a:xfrm>
          <a:custGeom xmlns:a="http://schemas.openxmlformats.org/drawingml/2006/main">
            <a:pathLst>
              <a:path w="343376" h="9525">
                <a:moveTo>
                  <a:pt x="343376" y="0"/>
                </a:moveTo>
                <a:lnTo>
                  <a:pt x="0" y="0"/>
                </a:lnTo>
              </a:path>
            </a:pathLst>
          </a:custGeom>
          <a:noFill xmlns:a="http://schemas.openxmlformats.org/drawingml/2006/main"/>
          <a:ln xmlns:a="http://schemas.openxmlformats.org/drawingml/2006/main" w="20955">
            <a:solidFill>
              <a:srgbClr val="1572C3"/>
            </a:solidFill>
          </a:ln>
        </p:spPr>
      </p:sp>
      <p:sp>
        <p:nvSpPr>
          <p:cNvPr id="56" name="circuit-1003">
            <a:extLst xmlns:a="http://schemas.openxmlformats.org/drawingml/2006/main">
              <a:ext uri="{FF2B5EF4-FFF2-40B4-BE49-F238E27FC236}">
                <a16:creationId xmlns:a16="http://schemas.microsoft.com/office/drawing/2014/main" id="{B3D6622B-5F50-4745-A3F3-A70004B0D181}"/>
              </a:ext>
            </a:extLst>
          </p:cNvPr>
          <p:cNvSpPr>
            <a:spLocks xmlns:a="http://schemas.openxmlformats.org/drawingml/2006/main" noGrp="1"/>
          </p:cNvSpPr>
          <p:nvPr/>
        </p:nvSpPr>
        <p:spPr>
          <a:xfrm xmlns:a="http://schemas.openxmlformats.org/drawingml/2006/main">
            <a:off x="4131659" y="2800217"/>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57" name="block-1004">
            <a:extLst xmlns:a="http://schemas.openxmlformats.org/drawingml/2006/main">
              <a:ext uri="{FF2B5EF4-FFF2-40B4-BE49-F238E27FC236}">
                <a16:creationId xmlns:a16="http://schemas.microsoft.com/office/drawing/2014/main" id="{D23DBC44-2108-409E-955E-14E778EAA0BA}"/>
              </a:ext>
            </a:extLst>
          </p:cNvPr>
          <p:cNvSpPr>
            <a:spLocks xmlns:a="http://schemas.openxmlformats.org/drawingml/2006/main" noGrp="1"/>
          </p:cNvSpPr>
          <p:nvPr/>
        </p:nvSpPr>
        <p:spPr>
          <a:xfrm xmlns:a="http://schemas.openxmlformats.org/drawingml/2006/main">
            <a:off x="9655112" y="1968437"/>
            <a:ext cx="1775746" cy="304419"/>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58" name="text-1005">
            <a:extLst xmlns:a="http://schemas.openxmlformats.org/drawingml/2006/main">
              <a:ext uri="{FF2B5EF4-FFF2-40B4-BE49-F238E27FC236}">
                <a16:creationId xmlns:a16="http://schemas.microsoft.com/office/drawing/2014/main" id="{192A4061-644D-4E22-8064-DE278EC3B514}"/>
              </a:ext>
            </a:extLst>
          </p:cNvPr>
          <p:cNvSpPr>
            <a:spLocks xmlns:a="http://schemas.openxmlformats.org/drawingml/2006/main" noGrp="1"/>
          </p:cNvSpPr>
          <p:nvPr/>
        </p:nvSpPr>
        <p:spPr>
          <a:xfrm xmlns:a="http://schemas.openxmlformats.org/drawingml/2006/main">
            <a:off x="9684544" y="1977390"/>
            <a:ext cx="171688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231F20"/>
                </a:solidFill>
                <a:latin typeface="Arial"/>
                <a:ea typeface="Arial"/>
                <a:cs typeface="Arial"/>
              </a:defRPr>
            </a:defPPr>
            <a:lvl1pPr algn="ctr">
              <a:defRPr sz="1200" b="1">
                <a:solidFill>
                  <a:srgbClr val="231F20"/>
                </a:solidFill>
                <a:latin typeface="Arial"/>
                <a:ea typeface="Arial"/>
                <a:cs typeface="Arial"/>
              </a:defRPr>
            </a:lvl1pPr>
            <a:lvl2pPr algn="ctr">
              <a:defRPr sz="1200" b="1">
                <a:solidFill>
                  <a:srgbClr val="231F20"/>
                </a:solidFill>
                <a:latin typeface="Arial"/>
                <a:ea typeface="Arial"/>
                <a:cs typeface="Arial"/>
              </a:defRPr>
            </a:lvl2pPr>
            <a:lvl3pPr algn="ctr">
              <a:defRPr sz="1200" b="1">
                <a:solidFill>
                  <a:srgbClr val="231F20"/>
                </a:solidFill>
                <a:latin typeface="Arial"/>
                <a:ea typeface="Arial"/>
                <a:cs typeface="Arial"/>
              </a:defRPr>
            </a:lvl3pPr>
            <a:lvl4pPr algn="ctr">
              <a:defRPr sz="1200" b="1">
                <a:solidFill>
                  <a:srgbClr val="231F20"/>
                </a:solidFill>
                <a:latin typeface="Arial"/>
                <a:ea typeface="Arial"/>
                <a:cs typeface="Arial"/>
              </a:defRPr>
            </a:lvl4pPr>
            <a:lvl5pPr algn="ctr">
              <a:defRPr sz="1200" b="1">
                <a:solidFill>
                  <a:srgbClr val="231F20"/>
                </a:solidFill>
                <a:latin typeface="Arial"/>
                <a:ea typeface="Arial"/>
                <a:cs typeface="Arial"/>
              </a:defRPr>
            </a:lvl5pPr>
            <a:lvl6pPr algn="ctr">
              <a:defRPr sz="1200" b="1">
                <a:solidFill>
                  <a:srgbClr val="231F20"/>
                </a:solidFill>
                <a:latin typeface="Arial"/>
                <a:ea typeface="Arial"/>
                <a:cs typeface="Arial"/>
              </a:defRPr>
            </a:lvl6pPr>
            <a:lvl7pPr algn="ctr">
              <a:defRPr sz="1200" b="1">
                <a:solidFill>
                  <a:srgbClr val="231F20"/>
                </a:solidFill>
                <a:latin typeface="Arial"/>
                <a:ea typeface="Arial"/>
                <a:cs typeface="Arial"/>
              </a:defRPr>
            </a:lvl7pPr>
            <a:lvl8pPr algn="ctr">
              <a:defRPr sz="1200" b="1">
                <a:solidFill>
                  <a:srgbClr val="231F20"/>
                </a:solidFill>
                <a:latin typeface="Arial"/>
                <a:ea typeface="Arial"/>
                <a:cs typeface="Arial"/>
              </a:defRPr>
            </a:lvl8pPr>
            <a:lvl9pPr algn="ctr">
              <a:defRPr sz="1200" b="1">
                <a:solidFill>
                  <a:srgbClr val="231F20"/>
                </a:solidFill>
                <a:latin typeface="Arial"/>
                <a:ea typeface="Arial"/>
                <a:cs typeface="Arial"/>
              </a:defRPr>
            </a:lvl9pPr>
          </a:lstStyle>
          <a:p xmlns:a="http://schemas.openxmlformats.org/drawingml/2006/main">
            <a:pPr algn="ctr">
              <a:defRPr sz="1200" b="1">
                <a:solidFill>
                  <a:srgbClr val="231F20"/>
                </a:solidFill>
                <a:latin typeface="Arial"/>
                <a:ea typeface="Arial"/>
                <a:cs typeface="Arial"/>
              </a:defRPr>
            </a:pPr>
            <a:r>
              <a:rPr sz="1200" b="1">
                <a:solidFill>
                  <a:srgbClr val="231F20"/>
                </a:solidFill>
                <a:latin typeface="Arial"/>
                <a:ea typeface="Arial"/>
                <a:cs typeface="Arial"/>
              </a:rPr>
              <a:t>ahbaxibridge</a:t>
            </a:r>
          </a:p>
        </p:txBody>
      </p:sp>
      <p:sp>
        <p:nvSpPr>
          <p:cNvPr id="59" name="block-1006">
            <a:extLst xmlns:a="http://schemas.openxmlformats.org/drawingml/2006/main">
              <a:ext uri="{FF2B5EF4-FFF2-40B4-BE49-F238E27FC236}">
                <a16:creationId xmlns:a16="http://schemas.microsoft.com/office/drawing/2014/main" id="{D437B25F-F7CA-4645-B2B6-0826D57DB6C1}"/>
              </a:ext>
            </a:extLst>
          </p:cNvPr>
          <p:cNvSpPr>
            <a:spLocks xmlns:a="http://schemas.openxmlformats.org/drawingml/2006/main" noGrp="1"/>
          </p:cNvSpPr>
          <p:nvPr/>
        </p:nvSpPr>
        <p:spPr>
          <a:xfrm xmlns:a="http://schemas.openxmlformats.org/drawingml/2006/main">
            <a:off x="9655112" y="2407158"/>
            <a:ext cx="1775746" cy="304419"/>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60" name="text-1007">
            <a:extLst xmlns:a="http://schemas.openxmlformats.org/drawingml/2006/main">
              <a:ext uri="{FF2B5EF4-FFF2-40B4-BE49-F238E27FC236}">
                <a16:creationId xmlns:a16="http://schemas.microsoft.com/office/drawing/2014/main" id="{33AF3214-7564-4DE5-B4F5-4983B851AD15}"/>
              </a:ext>
            </a:extLst>
          </p:cNvPr>
          <p:cNvSpPr>
            <a:spLocks xmlns:a="http://schemas.openxmlformats.org/drawingml/2006/main" noGrp="1"/>
          </p:cNvSpPr>
          <p:nvPr/>
        </p:nvSpPr>
        <p:spPr>
          <a:xfrm xmlns:a="http://schemas.openxmlformats.org/drawingml/2006/main">
            <a:off x="9684544" y="2416112"/>
            <a:ext cx="171688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231F20"/>
                </a:solidFill>
                <a:latin typeface="Arial"/>
                <a:ea typeface="Arial"/>
                <a:cs typeface="Arial"/>
              </a:defRPr>
            </a:defPPr>
            <a:lvl1pPr algn="ctr">
              <a:defRPr sz="1200" b="1">
                <a:solidFill>
                  <a:srgbClr val="231F20"/>
                </a:solidFill>
                <a:latin typeface="Arial"/>
                <a:ea typeface="Arial"/>
                <a:cs typeface="Arial"/>
              </a:defRPr>
            </a:lvl1pPr>
            <a:lvl2pPr algn="ctr">
              <a:defRPr sz="1200" b="1">
                <a:solidFill>
                  <a:srgbClr val="231F20"/>
                </a:solidFill>
                <a:latin typeface="Arial"/>
                <a:ea typeface="Arial"/>
                <a:cs typeface="Arial"/>
              </a:defRPr>
            </a:lvl2pPr>
            <a:lvl3pPr algn="ctr">
              <a:defRPr sz="1200" b="1">
                <a:solidFill>
                  <a:srgbClr val="231F20"/>
                </a:solidFill>
                <a:latin typeface="Arial"/>
                <a:ea typeface="Arial"/>
                <a:cs typeface="Arial"/>
              </a:defRPr>
            </a:lvl3pPr>
            <a:lvl4pPr algn="ctr">
              <a:defRPr sz="1200" b="1">
                <a:solidFill>
                  <a:srgbClr val="231F20"/>
                </a:solidFill>
                <a:latin typeface="Arial"/>
                <a:ea typeface="Arial"/>
                <a:cs typeface="Arial"/>
              </a:defRPr>
            </a:lvl4pPr>
            <a:lvl5pPr algn="ctr">
              <a:defRPr sz="1200" b="1">
                <a:solidFill>
                  <a:srgbClr val="231F20"/>
                </a:solidFill>
                <a:latin typeface="Arial"/>
                <a:ea typeface="Arial"/>
                <a:cs typeface="Arial"/>
              </a:defRPr>
            </a:lvl5pPr>
            <a:lvl6pPr algn="ctr">
              <a:defRPr sz="1200" b="1">
                <a:solidFill>
                  <a:srgbClr val="231F20"/>
                </a:solidFill>
                <a:latin typeface="Arial"/>
                <a:ea typeface="Arial"/>
                <a:cs typeface="Arial"/>
              </a:defRPr>
            </a:lvl6pPr>
            <a:lvl7pPr algn="ctr">
              <a:defRPr sz="1200" b="1">
                <a:solidFill>
                  <a:srgbClr val="231F20"/>
                </a:solidFill>
                <a:latin typeface="Arial"/>
                <a:ea typeface="Arial"/>
                <a:cs typeface="Arial"/>
              </a:defRPr>
            </a:lvl7pPr>
            <a:lvl8pPr algn="ctr">
              <a:defRPr sz="1200" b="1">
                <a:solidFill>
                  <a:srgbClr val="231F20"/>
                </a:solidFill>
                <a:latin typeface="Arial"/>
                <a:ea typeface="Arial"/>
                <a:cs typeface="Arial"/>
              </a:defRPr>
            </a:lvl8pPr>
            <a:lvl9pPr algn="ctr">
              <a:defRPr sz="1200" b="1">
                <a:solidFill>
                  <a:srgbClr val="231F20"/>
                </a:solidFill>
                <a:latin typeface="Arial"/>
                <a:ea typeface="Arial"/>
                <a:cs typeface="Arial"/>
              </a:defRPr>
            </a:lvl9pPr>
          </a:lstStyle>
          <a:p xmlns:a="http://schemas.openxmlformats.org/drawingml/2006/main">
            <a:pPr algn="ctr">
              <a:defRPr sz="1200" b="1">
                <a:solidFill>
                  <a:srgbClr val="231F20"/>
                </a:solidFill>
                <a:latin typeface="Arial"/>
                <a:ea typeface="Arial"/>
                <a:cs typeface="Arial"/>
              </a:defRPr>
            </a:pPr>
            <a:r>
              <a:rPr sz="1200" b="1">
                <a:solidFill>
                  <a:srgbClr val="231F20"/>
                </a:solidFill>
                <a:latin typeface="Arial"/>
                <a:ea typeface="Arial"/>
                <a:cs typeface="Arial"/>
              </a:rPr>
              <a:t>clkconverter</a:t>
            </a:r>
          </a:p>
        </p:txBody>
      </p:sp>
      <p:sp>
        <p:nvSpPr>
          <p:cNvPr id="61" name="block-1008">
            <a:extLst xmlns:a="http://schemas.openxmlformats.org/drawingml/2006/main">
              <a:ext uri="{FF2B5EF4-FFF2-40B4-BE49-F238E27FC236}">
                <a16:creationId xmlns:a16="http://schemas.microsoft.com/office/drawing/2014/main" id="{1CFE9D18-51AA-48C5-916D-0CAB0E991160}"/>
              </a:ext>
            </a:extLst>
          </p:cNvPr>
          <p:cNvSpPr>
            <a:spLocks xmlns:a="http://schemas.openxmlformats.org/drawingml/2006/main" noGrp="1"/>
          </p:cNvSpPr>
          <p:nvPr/>
        </p:nvSpPr>
        <p:spPr>
          <a:xfrm xmlns:a="http://schemas.openxmlformats.org/drawingml/2006/main">
            <a:off x="9655112" y="2854833"/>
            <a:ext cx="1775746" cy="304419"/>
          </a:xfrm>
          <a:prstGeom xmlns:a="http://schemas.openxmlformats.org/drawingml/2006/main" prst="rect">
            <a:avLst/>
          </a:prstGeom>
          <a:solidFill xmlns:a="http://schemas.openxmlformats.org/drawingml/2006/main">
            <a:srgbClr val="E5EBF8"/>
          </a:solidFill>
          <a:ln xmlns:a="http://schemas.openxmlformats.org/drawingml/2006/main" w="14288">
            <a:solidFill>
              <a:srgbClr val="231F20"/>
            </a:solidFill>
          </a:ln>
        </p:spPr>
      </p:sp>
      <p:sp>
        <p:nvSpPr>
          <p:cNvPr id="62" name="text-1009">
            <a:extLst xmlns:a="http://schemas.openxmlformats.org/drawingml/2006/main">
              <a:ext uri="{FF2B5EF4-FFF2-40B4-BE49-F238E27FC236}">
                <a16:creationId xmlns:a16="http://schemas.microsoft.com/office/drawing/2014/main" id="{827C538C-62E7-4D55-886B-2E6C691C2AD6}"/>
              </a:ext>
            </a:extLst>
          </p:cNvPr>
          <p:cNvSpPr>
            <a:spLocks xmlns:a="http://schemas.openxmlformats.org/drawingml/2006/main" noGrp="1"/>
          </p:cNvSpPr>
          <p:nvPr/>
        </p:nvSpPr>
        <p:spPr>
          <a:xfrm xmlns:a="http://schemas.openxmlformats.org/drawingml/2006/main">
            <a:off x="9684544" y="2863786"/>
            <a:ext cx="171688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AXI shared fabric</a:t>
            </a:r>
          </a:p>
        </p:txBody>
      </p:sp>
      <p:sp>
        <p:nvSpPr>
          <p:cNvPr id="63" name="block-1010">
            <a:extLst xmlns:a="http://schemas.openxmlformats.org/drawingml/2006/main">
              <a:ext uri="{FF2B5EF4-FFF2-40B4-BE49-F238E27FC236}">
                <a16:creationId xmlns:a16="http://schemas.microsoft.com/office/drawing/2014/main" id="{6AC83F12-A4AA-4757-82DA-EBCC7DA61D33}"/>
              </a:ext>
            </a:extLst>
          </p:cNvPr>
          <p:cNvSpPr>
            <a:spLocks xmlns:a="http://schemas.openxmlformats.org/drawingml/2006/main" noGrp="1"/>
          </p:cNvSpPr>
          <p:nvPr/>
        </p:nvSpPr>
        <p:spPr>
          <a:xfrm xmlns:a="http://schemas.openxmlformats.org/drawingml/2006/main">
            <a:off x="9655112" y="3302508"/>
            <a:ext cx="1775746" cy="304419"/>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64" name="text-1011">
            <a:extLst xmlns:a="http://schemas.openxmlformats.org/drawingml/2006/main">
              <a:ext uri="{FF2B5EF4-FFF2-40B4-BE49-F238E27FC236}">
                <a16:creationId xmlns:a16="http://schemas.microsoft.com/office/drawing/2014/main" id="{BF6FD6BA-7B18-4B0C-A33C-884BA6DE13D0}"/>
              </a:ext>
            </a:extLst>
          </p:cNvPr>
          <p:cNvSpPr>
            <a:spLocks xmlns:a="http://schemas.openxmlformats.org/drawingml/2006/main" noGrp="1"/>
          </p:cNvSpPr>
          <p:nvPr/>
        </p:nvSpPr>
        <p:spPr>
          <a:xfrm xmlns:a="http://schemas.openxmlformats.org/drawingml/2006/main">
            <a:off x="9684544" y="3311461"/>
            <a:ext cx="171688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DDR controller / MIG</a:t>
            </a:r>
          </a:p>
        </p:txBody>
      </p:sp>
      <p:sp>
        <p:nvSpPr>
          <p:cNvPr id="65" name="wire-1012">
            <a:extLst xmlns:a="http://schemas.openxmlformats.org/drawingml/2006/main">
              <a:ext uri="{FF2B5EF4-FFF2-40B4-BE49-F238E27FC236}">
                <a16:creationId xmlns:a16="http://schemas.microsoft.com/office/drawing/2014/main" id="{97EC439A-0951-4FF3-AF69-6AE375317036}"/>
              </a:ext>
            </a:extLst>
          </p:cNvPr>
          <p:cNvSpPr>
            <a:spLocks xmlns:a="http://schemas.openxmlformats.org/drawingml/2006/main" noGrp="1"/>
          </p:cNvSpPr>
          <p:nvPr/>
        </p:nvSpPr>
        <p:spPr>
          <a:xfrm xmlns:a="http://schemas.openxmlformats.org/drawingml/2006/main">
            <a:off x="10538079" y="2272856"/>
            <a:ext cx="9525" cy="134302"/>
          </a:xfrm>
          <a:custGeom xmlns:a="http://schemas.openxmlformats.org/drawingml/2006/main">
            <a:pathLst>
              <a:path w="9525" h="134302">
                <a:moveTo>
                  <a:pt x="0" y="0"/>
                </a:moveTo>
                <a:lnTo>
                  <a:pt x="0" y="134302"/>
                </a:lnTo>
              </a:path>
            </a:pathLst>
          </a:custGeom>
          <a:noFill xmlns:a="http://schemas.openxmlformats.org/drawingml/2006/main"/>
          <a:ln xmlns:a="http://schemas.openxmlformats.org/drawingml/2006/main" w="19050">
            <a:solidFill>
              <a:srgbClr val="1572C3"/>
            </a:solidFill>
          </a:ln>
        </p:spPr>
      </p:sp>
      <p:sp>
        <p:nvSpPr>
          <p:cNvPr id="66" name="circuit-1013">
            <a:extLst xmlns:a="http://schemas.openxmlformats.org/drawingml/2006/main">
              <a:ext uri="{FF2B5EF4-FFF2-40B4-BE49-F238E27FC236}">
                <a16:creationId xmlns:a16="http://schemas.microsoft.com/office/drawing/2014/main" id="{AE9CAFB7-DAA1-4CD1-BA7F-AA608A9AE12B}"/>
              </a:ext>
            </a:extLst>
          </p:cNvPr>
          <p:cNvSpPr>
            <a:spLocks xmlns:a="http://schemas.openxmlformats.org/drawingml/2006/main" noGrp="1"/>
          </p:cNvSpPr>
          <p:nvPr/>
        </p:nvSpPr>
        <p:spPr>
          <a:xfrm xmlns:a="http://schemas.openxmlformats.org/drawingml/2006/main">
            <a:off x="10517476" y="2362391"/>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67" name="wire-1014">
            <a:extLst xmlns:a="http://schemas.openxmlformats.org/drawingml/2006/main">
              <a:ext uri="{FF2B5EF4-FFF2-40B4-BE49-F238E27FC236}">
                <a16:creationId xmlns:a16="http://schemas.microsoft.com/office/drawing/2014/main" id="{53EF0FE6-3959-48AF-AA3C-54D4684CC87A}"/>
              </a:ext>
            </a:extLst>
          </p:cNvPr>
          <p:cNvSpPr>
            <a:spLocks xmlns:a="http://schemas.openxmlformats.org/drawingml/2006/main" noGrp="1"/>
          </p:cNvSpPr>
          <p:nvPr/>
        </p:nvSpPr>
        <p:spPr>
          <a:xfrm xmlns:a="http://schemas.openxmlformats.org/drawingml/2006/main">
            <a:off x="10538079" y="2272856"/>
            <a:ext cx="9525" cy="134302"/>
          </a:xfrm>
          <a:custGeom xmlns:a="http://schemas.openxmlformats.org/drawingml/2006/main">
            <a:pathLst>
              <a:path w="9525" h="134302">
                <a:moveTo>
                  <a:pt x="0" y="134302"/>
                </a:moveTo>
                <a:lnTo>
                  <a:pt x="0" y="0"/>
                </a:lnTo>
              </a:path>
            </a:pathLst>
          </a:custGeom>
          <a:noFill xmlns:a="http://schemas.openxmlformats.org/drawingml/2006/main"/>
          <a:ln xmlns:a="http://schemas.openxmlformats.org/drawingml/2006/main" w="19050">
            <a:solidFill>
              <a:srgbClr val="1572C3"/>
            </a:solidFill>
          </a:ln>
        </p:spPr>
      </p:sp>
      <p:sp>
        <p:nvSpPr>
          <p:cNvPr id="68" name="circuit-1015">
            <a:extLst xmlns:a="http://schemas.openxmlformats.org/drawingml/2006/main">
              <a:ext uri="{FF2B5EF4-FFF2-40B4-BE49-F238E27FC236}">
                <a16:creationId xmlns:a16="http://schemas.microsoft.com/office/drawing/2014/main" id="{3214A0EF-E49F-49F5-B906-9C7552BB6404}"/>
              </a:ext>
            </a:extLst>
          </p:cNvPr>
          <p:cNvSpPr>
            <a:spLocks xmlns:a="http://schemas.openxmlformats.org/drawingml/2006/main" noGrp="1"/>
          </p:cNvSpPr>
          <p:nvPr/>
        </p:nvSpPr>
        <p:spPr>
          <a:xfrm xmlns:a="http://schemas.openxmlformats.org/drawingml/2006/main">
            <a:off x="10517476" y="2272856"/>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69" name="wire-1016">
            <a:extLst xmlns:a="http://schemas.openxmlformats.org/drawingml/2006/main">
              <a:ext uri="{FF2B5EF4-FFF2-40B4-BE49-F238E27FC236}">
                <a16:creationId xmlns:a16="http://schemas.microsoft.com/office/drawing/2014/main" id="{0A7ED29C-AB97-4931-9906-4E1FC65EEA92}"/>
              </a:ext>
            </a:extLst>
          </p:cNvPr>
          <p:cNvSpPr>
            <a:spLocks xmlns:a="http://schemas.openxmlformats.org/drawingml/2006/main" noGrp="1"/>
          </p:cNvSpPr>
          <p:nvPr/>
        </p:nvSpPr>
        <p:spPr>
          <a:xfrm xmlns:a="http://schemas.openxmlformats.org/drawingml/2006/main">
            <a:off x="10538079" y="2711577"/>
            <a:ext cx="9525" cy="143256"/>
          </a:xfrm>
          <a:custGeom xmlns:a="http://schemas.openxmlformats.org/drawingml/2006/main">
            <a:pathLst>
              <a:path w="9525" h="143256">
                <a:moveTo>
                  <a:pt x="0" y="0"/>
                </a:moveTo>
                <a:lnTo>
                  <a:pt x="0" y="143256"/>
                </a:lnTo>
              </a:path>
            </a:pathLst>
          </a:custGeom>
          <a:noFill xmlns:a="http://schemas.openxmlformats.org/drawingml/2006/main"/>
          <a:ln xmlns:a="http://schemas.openxmlformats.org/drawingml/2006/main" w="19050">
            <a:solidFill>
              <a:srgbClr val="1572C3"/>
            </a:solidFill>
          </a:ln>
        </p:spPr>
      </p:sp>
      <p:sp>
        <p:nvSpPr>
          <p:cNvPr id="70" name="circuit-1017">
            <a:extLst xmlns:a="http://schemas.openxmlformats.org/drawingml/2006/main">
              <a:ext uri="{FF2B5EF4-FFF2-40B4-BE49-F238E27FC236}">
                <a16:creationId xmlns:a16="http://schemas.microsoft.com/office/drawing/2014/main" id="{5FF18730-F4CB-4467-A0FF-7E3834FE9FD0}"/>
              </a:ext>
            </a:extLst>
          </p:cNvPr>
          <p:cNvSpPr>
            <a:spLocks xmlns:a="http://schemas.openxmlformats.org/drawingml/2006/main" noGrp="1"/>
          </p:cNvSpPr>
          <p:nvPr/>
        </p:nvSpPr>
        <p:spPr>
          <a:xfrm xmlns:a="http://schemas.openxmlformats.org/drawingml/2006/main">
            <a:off x="10517476" y="2810066"/>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71" name="wire-1018">
            <a:extLst xmlns:a="http://schemas.openxmlformats.org/drawingml/2006/main">
              <a:ext uri="{FF2B5EF4-FFF2-40B4-BE49-F238E27FC236}">
                <a16:creationId xmlns:a16="http://schemas.microsoft.com/office/drawing/2014/main" id="{2031B99B-E55F-4922-9148-DD72EF0BCEA6}"/>
              </a:ext>
            </a:extLst>
          </p:cNvPr>
          <p:cNvSpPr>
            <a:spLocks xmlns:a="http://schemas.openxmlformats.org/drawingml/2006/main" noGrp="1"/>
          </p:cNvSpPr>
          <p:nvPr/>
        </p:nvSpPr>
        <p:spPr>
          <a:xfrm xmlns:a="http://schemas.openxmlformats.org/drawingml/2006/main">
            <a:off x="10538079" y="2711577"/>
            <a:ext cx="9525" cy="143256"/>
          </a:xfrm>
          <a:custGeom xmlns:a="http://schemas.openxmlformats.org/drawingml/2006/main">
            <a:pathLst>
              <a:path w="9525" h="143256">
                <a:moveTo>
                  <a:pt x="0" y="143256"/>
                </a:moveTo>
                <a:lnTo>
                  <a:pt x="0" y="0"/>
                </a:lnTo>
              </a:path>
            </a:pathLst>
          </a:custGeom>
          <a:noFill xmlns:a="http://schemas.openxmlformats.org/drawingml/2006/main"/>
          <a:ln xmlns:a="http://schemas.openxmlformats.org/drawingml/2006/main" w="19050">
            <a:solidFill>
              <a:srgbClr val="1572C3"/>
            </a:solidFill>
          </a:ln>
        </p:spPr>
      </p:sp>
      <p:sp>
        <p:nvSpPr>
          <p:cNvPr id="72" name="circuit-1019">
            <a:extLst xmlns:a="http://schemas.openxmlformats.org/drawingml/2006/main">
              <a:ext uri="{FF2B5EF4-FFF2-40B4-BE49-F238E27FC236}">
                <a16:creationId xmlns:a16="http://schemas.microsoft.com/office/drawing/2014/main" id="{F7966651-1696-41C4-918A-FEC335B5B315}"/>
              </a:ext>
            </a:extLst>
          </p:cNvPr>
          <p:cNvSpPr>
            <a:spLocks xmlns:a="http://schemas.openxmlformats.org/drawingml/2006/main" noGrp="1"/>
          </p:cNvSpPr>
          <p:nvPr/>
        </p:nvSpPr>
        <p:spPr>
          <a:xfrm xmlns:a="http://schemas.openxmlformats.org/drawingml/2006/main">
            <a:off x="10517476" y="2711577"/>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1572C3"/>
          </a:solidFill>
          <a:ln xmlns:a="http://schemas.openxmlformats.org/drawingml/2006/main" w="4763">
            <a:solidFill>
              <a:srgbClr val="1572C3"/>
            </a:solidFill>
          </a:ln>
        </p:spPr>
      </p:sp>
      <p:sp>
        <p:nvSpPr>
          <p:cNvPr id="73" name="wire-1020">
            <a:extLst xmlns:a="http://schemas.openxmlformats.org/drawingml/2006/main">
              <a:ext uri="{FF2B5EF4-FFF2-40B4-BE49-F238E27FC236}">
                <a16:creationId xmlns:a16="http://schemas.microsoft.com/office/drawing/2014/main" id="{EBA981F7-70DB-4509-9EDC-1CBC545C9FFC}"/>
              </a:ext>
            </a:extLst>
          </p:cNvPr>
          <p:cNvSpPr>
            <a:spLocks xmlns:a="http://schemas.openxmlformats.org/drawingml/2006/main" noGrp="1"/>
          </p:cNvSpPr>
          <p:nvPr/>
        </p:nvSpPr>
        <p:spPr>
          <a:xfrm xmlns:a="http://schemas.openxmlformats.org/drawingml/2006/main">
            <a:off x="10538079" y="3159252"/>
            <a:ext cx="9525" cy="143256"/>
          </a:xfrm>
          <a:custGeom xmlns:a="http://schemas.openxmlformats.org/drawingml/2006/main">
            <a:pathLst>
              <a:path w="9525" h="143256">
                <a:moveTo>
                  <a:pt x="0" y="0"/>
                </a:moveTo>
                <a:lnTo>
                  <a:pt x="0" y="143256"/>
                </a:lnTo>
              </a:path>
            </a:pathLst>
          </a:custGeom>
          <a:noFill xmlns:a="http://schemas.openxmlformats.org/drawingml/2006/main"/>
          <a:ln xmlns:a="http://schemas.openxmlformats.org/drawingml/2006/main" w="19050">
            <a:solidFill>
              <a:srgbClr val="1572C3"/>
            </a:solidFill>
          </a:ln>
        </p:spPr>
      </p:sp>
      <p:sp>
        <p:nvSpPr>
          <p:cNvPr id="74" name="circuit-1021">
            <a:extLst xmlns:a="http://schemas.openxmlformats.org/drawingml/2006/main">
              <a:ext uri="{FF2B5EF4-FFF2-40B4-BE49-F238E27FC236}">
                <a16:creationId xmlns:a16="http://schemas.microsoft.com/office/drawing/2014/main" id="{8EF16BAF-4BFB-4381-AFA6-99CB746770E4}"/>
              </a:ext>
            </a:extLst>
          </p:cNvPr>
          <p:cNvSpPr>
            <a:spLocks xmlns:a="http://schemas.openxmlformats.org/drawingml/2006/main" noGrp="1"/>
          </p:cNvSpPr>
          <p:nvPr/>
        </p:nvSpPr>
        <p:spPr>
          <a:xfrm xmlns:a="http://schemas.openxmlformats.org/drawingml/2006/main">
            <a:off x="10517476" y="3257741"/>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75" name="wire-1022">
            <a:extLst xmlns:a="http://schemas.openxmlformats.org/drawingml/2006/main">
              <a:ext uri="{FF2B5EF4-FFF2-40B4-BE49-F238E27FC236}">
                <a16:creationId xmlns:a16="http://schemas.microsoft.com/office/drawing/2014/main" id="{834FCD4F-2D3A-4449-B524-5CEE778FEEC3}"/>
              </a:ext>
            </a:extLst>
          </p:cNvPr>
          <p:cNvSpPr>
            <a:spLocks xmlns:a="http://schemas.openxmlformats.org/drawingml/2006/main" noGrp="1"/>
          </p:cNvSpPr>
          <p:nvPr/>
        </p:nvSpPr>
        <p:spPr>
          <a:xfrm xmlns:a="http://schemas.openxmlformats.org/drawingml/2006/main">
            <a:off x="10538079" y="3159252"/>
            <a:ext cx="9525" cy="143256"/>
          </a:xfrm>
          <a:custGeom xmlns:a="http://schemas.openxmlformats.org/drawingml/2006/main">
            <a:pathLst>
              <a:path w="9525" h="143256">
                <a:moveTo>
                  <a:pt x="0" y="143256"/>
                </a:moveTo>
                <a:lnTo>
                  <a:pt x="0" y="0"/>
                </a:lnTo>
              </a:path>
            </a:pathLst>
          </a:custGeom>
          <a:noFill xmlns:a="http://schemas.openxmlformats.org/drawingml/2006/main"/>
          <a:ln xmlns:a="http://schemas.openxmlformats.org/drawingml/2006/main" w="19050">
            <a:solidFill>
              <a:srgbClr val="1572C3"/>
            </a:solidFill>
          </a:ln>
        </p:spPr>
      </p:sp>
      <p:sp>
        <p:nvSpPr>
          <p:cNvPr id="76" name="circuit-1023">
            <a:extLst xmlns:a="http://schemas.openxmlformats.org/drawingml/2006/main">
              <a:ext uri="{FF2B5EF4-FFF2-40B4-BE49-F238E27FC236}">
                <a16:creationId xmlns:a16="http://schemas.microsoft.com/office/drawing/2014/main" id="{08CC88BE-213A-4F21-AB03-8D24585103B2}"/>
              </a:ext>
            </a:extLst>
          </p:cNvPr>
          <p:cNvSpPr>
            <a:spLocks xmlns:a="http://schemas.openxmlformats.org/drawingml/2006/main" noGrp="1"/>
          </p:cNvSpPr>
          <p:nvPr/>
        </p:nvSpPr>
        <p:spPr>
          <a:xfrm xmlns:a="http://schemas.openxmlformats.org/drawingml/2006/main">
            <a:off x="10517476" y="3159252"/>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1572C3"/>
          </a:solidFill>
          <a:ln xmlns:a="http://schemas.openxmlformats.org/drawingml/2006/main" w="4763">
            <a:solidFill>
              <a:srgbClr val="1572C3"/>
            </a:solidFill>
          </a:ln>
        </p:spPr>
      </p:sp>
      <p:sp>
        <p:nvSpPr>
          <p:cNvPr id="77" name="wire-1024">
            <a:extLst xmlns:a="http://schemas.openxmlformats.org/drawingml/2006/main">
              <a:ext uri="{FF2B5EF4-FFF2-40B4-BE49-F238E27FC236}">
                <a16:creationId xmlns:a16="http://schemas.microsoft.com/office/drawing/2014/main" id="{40B415CD-7C0C-4A13-88C2-629559885C0B}"/>
              </a:ext>
            </a:extLst>
          </p:cNvPr>
          <p:cNvSpPr>
            <a:spLocks xmlns:a="http://schemas.openxmlformats.org/drawingml/2006/main" noGrp="1"/>
          </p:cNvSpPr>
          <p:nvPr/>
        </p:nvSpPr>
        <p:spPr>
          <a:xfrm xmlns:a="http://schemas.openxmlformats.org/drawingml/2006/main">
            <a:off x="11430857" y="3454718"/>
            <a:ext cx="78486" cy="9525"/>
          </a:xfrm>
          <a:custGeom xmlns:a="http://schemas.openxmlformats.org/drawingml/2006/main">
            <a:pathLst>
              <a:path w="78486" h="9525">
                <a:moveTo>
                  <a:pt x="0" y="0"/>
                </a:moveTo>
                <a:lnTo>
                  <a:pt x="78486" y="0"/>
                </a:lnTo>
              </a:path>
            </a:pathLst>
          </a:custGeom>
          <a:noFill xmlns:a="http://schemas.openxmlformats.org/drawingml/2006/main"/>
          <a:ln xmlns:a="http://schemas.openxmlformats.org/drawingml/2006/main" w="19050">
            <a:solidFill>
              <a:srgbClr val="1572C3"/>
            </a:solidFill>
          </a:ln>
        </p:spPr>
      </p:sp>
      <p:sp>
        <p:nvSpPr>
          <p:cNvPr id="78" name="wire-1025">
            <a:extLst xmlns:a="http://schemas.openxmlformats.org/drawingml/2006/main">
              <a:ext uri="{FF2B5EF4-FFF2-40B4-BE49-F238E27FC236}">
                <a16:creationId xmlns:a16="http://schemas.microsoft.com/office/drawing/2014/main" id="{E887EA1C-68A3-47E6-BFE0-671568CD69F3}"/>
              </a:ext>
            </a:extLst>
          </p:cNvPr>
          <p:cNvSpPr>
            <a:spLocks xmlns:a="http://schemas.openxmlformats.org/drawingml/2006/main" noGrp="1"/>
          </p:cNvSpPr>
          <p:nvPr/>
        </p:nvSpPr>
        <p:spPr>
          <a:xfrm xmlns:a="http://schemas.openxmlformats.org/drawingml/2006/main">
            <a:off x="11509343" y="1556575"/>
            <a:ext cx="9525" cy="1898142"/>
          </a:xfrm>
          <a:custGeom xmlns:a="http://schemas.openxmlformats.org/drawingml/2006/main">
            <a:pathLst>
              <a:path w="9525" h="1898142">
                <a:moveTo>
                  <a:pt x="0" y="1898142"/>
                </a:moveTo>
                <a:lnTo>
                  <a:pt x="0" y="0"/>
                </a:lnTo>
              </a:path>
            </a:pathLst>
          </a:custGeom>
          <a:noFill xmlns:a="http://schemas.openxmlformats.org/drawingml/2006/main"/>
          <a:ln xmlns:a="http://schemas.openxmlformats.org/drawingml/2006/main" w="19050">
            <a:solidFill>
              <a:srgbClr val="1572C3"/>
            </a:solidFill>
          </a:ln>
        </p:spPr>
      </p:sp>
      <p:sp>
        <p:nvSpPr>
          <p:cNvPr id="79" name="wire-1026">
            <a:extLst xmlns:a="http://schemas.openxmlformats.org/drawingml/2006/main">
              <a:ext uri="{FF2B5EF4-FFF2-40B4-BE49-F238E27FC236}">
                <a16:creationId xmlns:a16="http://schemas.microsoft.com/office/drawing/2014/main" id="{FFF726E7-11B4-42F2-9CA1-BDF943895126}"/>
              </a:ext>
            </a:extLst>
          </p:cNvPr>
          <p:cNvSpPr>
            <a:spLocks xmlns:a="http://schemas.openxmlformats.org/drawingml/2006/main" noGrp="1"/>
          </p:cNvSpPr>
          <p:nvPr/>
        </p:nvSpPr>
        <p:spPr>
          <a:xfrm xmlns:a="http://schemas.openxmlformats.org/drawingml/2006/main">
            <a:off x="9164574" y="1556575"/>
            <a:ext cx="2344769" cy="9525"/>
          </a:xfrm>
          <a:custGeom xmlns:a="http://schemas.openxmlformats.org/drawingml/2006/main">
            <a:pathLst>
              <a:path w="2344769" h="9525">
                <a:moveTo>
                  <a:pt x="2344769" y="0"/>
                </a:moveTo>
                <a:lnTo>
                  <a:pt x="0" y="0"/>
                </a:lnTo>
              </a:path>
            </a:pathLst>
          </a:custGeom>
          <a:noFill xmlns:a="http://schemas.openxmlformats.org/drawingml/2006/main"/>
          <a:ln xmlns:a="http://schemas.openxmlformats.org/drawingml/2006/main" w="19050">
            <a:solidFill>
              <a:srgbClr val="1572C3"/>
            </a:solidFill>
          </a:ln>
        </p:spPr>
      </p:sp>
      <p:sp>
        <p:nvSpPr>
          <p:cNvPr id="80" name="wire-1027">
            <a:extLst xmlns:a="http://schemas.openxmlformats.org/drawingml/2006/main">
              <a:ext uri="{FF2B5EF4-FFF2-40B4-BE49-F238E27FC236}">
                <a16:creationId xmlns:a16="http://schemas.microsoft.com/office/drawing/2014/main" id="{3F90A33E-2586-4CA7-89BE-4244331E14FF}"/>
              </a:ext>
            </a:extLst>
          </p:cNvPr>
          <p:cNvSpPr>
            <a:spLocks xmlns:a="http://schemas.openxmlformats.org/drawingml/2006/main" noGrp="1"/>
          </p:cNvSpPr>
          <p:nvPr/>
        </p:nvSpPr>
        <p:spPr>
          <a:xfrm xmlns:a="http://schemas.openxmlformats.org/drawingml/2006/main">
            <a:off x="9164574" y="1493901"/>
            <a:ext cx="9525" cy="62674"/>
          </a:xfrm>
          <a:custGeom xmlns:a="http://schemas.openxmlformats.org/drawingml/2006/main">
            <a:pathLst>
              <a:path w="9525" h="62674">
                <a:moveTo>
                  <a:pt x="0" y="62674"/>
                </a:moveTo>
                <a:lnTo>
                  <a:pt x="0" y="0"/>
                </a:lnTo>
              </a:path>
            </a:pathLst>
          </a:custGeom>
          <a:noFill xmlns:a="http://schemas.openxmlformats.org/drawingml/2006/main"/>
          <a:ln xmlns:a="http://schemas.openxmlformats.org/drawingml/2006/main" w="19050">
            <a:solidFill>
              <a:srgbClr val="1572C3"/>
            </a:solidFill>
          </a:ln>
        </p:spPr>
      </p:sp>
      <p:sp>
        <p:nvSpPr>
          <p:cNvPr id="81" name="circuit-1028">
            <a:extLst xmlns:a="http://schemas.openxmlformats.org/drawingml/2006/main">
              <a:ext uri="{FF2B5EF4-FFF2-40B4-BE49-F238E27FC236}">
                <a16:creationId xmlns:a16="http://schemas.microsoft.com/office/drawing/2014/main" id="{AA6E4964-AF15-4182-935A-4B4E3F96DA1F}"/>
              </a:ext>
            </a:extLst>
          </p:cNvPr>
          <p:cNvSpPr>
            <a:spLocks xmlns:a="http://schemas.openxmlformats.org/drawingml/2006/main" noGrp="1"/>
          </p:cNvSpPr>
          <p:nvPr/>
        </p:nvSpPr>
        <p:spPr>
          <a:xfrm xmlns:a="http://schemas.openxmlformats.org/drawingml/2006/main">
            <a:off x="9143971" y="1493901"/>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82" name="wire-1029">
            <a:extLst xmlns:a="http://schemas.openxmlformats.org/drawingml/2006/main">
              <a:ext uri="{FF2B5EF4-FFF2-40B4-BE49-F238E27FC236}">
                <a16:creationId xmlns:a16="http://schemas.microsoft.com/office/drawing/2014/main" id="{93E886AE-54E9-45C5-A136-812D5775C15F}"/>
              </a:ext>
            </a:extLst>
          </p:cNvPr>
          <p:cNvSpPr>
            <a:spLocks xmlns:a="http://schemas.openxmlformats.org/drawingml/2006/main" noGrp="1"/>
          </p:cNvSpPr>
          <p:nvPr/>
        </p:nvSpPr>
        <p:spPr>
          <a:xfrm xmlns:a="http://schemas.openxmlformats.org/drawingml/2006/main">
            <a:off x="11430857" y="3454718"/>
            <a:ext cx="78486" cy="9525"/>
          </a:xfrm>
          <a:custGeom xmlns:a="http://schemas.openxmlformats.org/drawingml/2006/main">
            <a:pathLst>
              <a:path w="78486" h="9525">
                <a:moveTo>
                  <a:pt x="78486" y="0"/>
                </a:moveTo>
                <a:lnTo>
                  <a:pt x="0" y="0"/>
                </a:lnTo>
              </a:path>
            </a:pathLst>
          </a:custGeom>
          <a:noFill xmlns:a="http://schemas.openxmlformats.org/drawingml/2006/main"/>
          <a:ln xmlns:a="http://schemas.openxmlformats.org/drawingml/2006/main" w="19050">
            <a:solidFill>
              <a:srgbClr val="1572C3"/>
            </a:solidFill>
          </a:ln>
        </p:spPr>
      </p:sp>
      <p:sp>
        <p:nvSpPr>
          <p:cNvPr id="83" name="circuit-1030">
            <a:extLst xmlns:a="http://schemas.openxmlformats.org/drawingml/2006/main">
              <a:ext uri="{FF2B5EF4-FFF2-40B4-BE49-F238E27FC236}">
                <a16:creationId xmlns:a16="http://schemas.microsoft.com/office/drawing/2014/main" id="{676E8813-4845-44D3-9EFA-0F2AF3F3346F}"/>
              </a:ext>
            </a:extLst>
          </p:cNvPr>
          <p:cNvSpPr>
            <a:spLocks xmlns:a="http://schemas.openxmlformats.org/drawingml/2006/main" noGrp="1"/>
          </p:cNvSpPr>
          <p:nvPr/>
        </p:nvSpPr>
        <p:spPr>
          <a:xfrm xmlns:a="http://schemas.openxmlformats.org/drawingml/2006/main">
            <a:off x="11430857" y="3435915"/>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84" name="block-1031">
            <a:extLst xmlns:a="http://schemas.openxmlformats.org/drawingml/2006/main">
              <a:ext uri="{FF2B5EF4-FFF2-40B4-BE49-F238E27FC236}">
                <a16:creationId xmlns:a16="http://schemas.microsoft.com/office/drawing/2014/main" id="{498F3253-F7B7-489C-AB96-4A0D8224C54D}"/>
              </a:ext>
            </a:extLst>
          </p:cNvPr>
          <p:cNvSpPr>
            <a:spLocks xmlns:a="http://schemas.openxmlformats.org/drawingml/2006/main" noGrp="1"/>
          </p:cNvSpPr>
          <p:nvPr/>
        </p:nvSpPr>
        <p:spPr>
          <a:xfrm xmlns:a="http://schemas.openxmlformats.org/drawingml/2006/main">
            <a:off x="884301" y="3320415"/>
            <a:ext cx="8309705" cy="2874074"/>
          </a:xfrm>
          <a:prstGeom xmlns:a="http://schemas.openxmlformats.org/drawingml/2006/main" prst="rect">
            <a:avLst/>
          </a:prstGeom>
          <a:solidFill xmlns:a="http://schemas.openxmlformats.org/drawingml/2006/main">
            <a:srgbClr val="FFFFFF"/>
          </a:solidFill>
          <a:ln xmlns:a="http://schemas.openxmlformats.org/drawingml/2006/main" w="15240">
            <a:solidFill>
              <a:srgbClr val="231F20"/>
            </a:solidFill>
          </a:ln>
        </p:spPr>
      </p:sp>
      <p:sp>
        <p:nvSpPr>
          <p:cNvPr id="85" name="text-1032">
            <a:extLst xmlns:a="http://schemas.openxmlformats.org/drawingml/2006/main">
              <a:ext uri="{FF2B5EF4-FFF2-40B4-BE49-F238E27FC236}">
                <a16:creationId xmlns:a16="http://schemas.microsoft.com/office/drawing/2014/main" id="{DBD9CF31-E236-40F3-BA1D-B3D241A496E7}"/>
              </a:ext>
            </a:extLst>
          </p:cNvPr>
          <p:cNvSpPr>
            <a:spLocks xmlns:a="http://schemas.openxmlformats.org/drawingml/2006/main" noGrp="1"/>
          </p:cNvSpPr>
          <p:nvPr/>
        </p:nvSpPr>
        <p:spPr>
          <a:xfrm xmlns:a="http://schemas.openxmlformats.org/drawingml/2006/main">
            <a:off x="982409" y="3329368"/>
            <a:ext cx="3041333"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1">
                <a:solidFill>
                  <a:srgbClr val="231F20"/>
                </a:solidFill>
                <a:latin typeface="Arial"/>
                <a:ea typeface="Arial"/>
                <a:cs typeface="Arial"/>
              </a:defRPr>
            </a:defPPr>
            <a:lvl1pPr algn="l">
              <a:defRPr sz="1500" b="1">
                <a:solidFill>
                  <a:srgbClr val="231F20"/>
                </a:solidFill>
                <a:latin typeface="Arial"/>
                <a:ea typeface="Arial"/>
                <a:cs typeface="Arial"/>
              </a:defRPr>
            </a:lvl1pPr>
            <a:lvl2pPr algn="l">
              <a:defRPr sz="1500" b="1">
                <a:solidFill>
                  <a:srgbClr val="231F20"/>
                </a:solidFill>
                <a:latin typeface="Arial"/>
                <a:ea typeface="Arial"/>
                <a:cs typeface="Arial"/>
              </a:defRPr>
            </a:lvl2pPr>
            <a:lvl3pPr algn="l">
              <a:defRPr sz="1500" b="1">
                <a:solidFill>
                  <a:srgbClr val="231F20"/>
                </a:solidFill>
                <a:latin typeface="Arial"/>
                <a:ea typeface="Arial"/>
                <a:cs typeface="Arial"/>
              </a:defRPr>
            </a:lvl3pPr>
            <a:lvl4pPr algn="l">
              <a:defRPr sz="1500" b="1">
                <a:solidFill>
                  <a:srgbClr val="231F20"/>
                </a:solidFill>
                <a:latin typeface="Arial"/>
                <a:ea typeface="Arial"/>
                <a:cs typeface="Arial"/>
              </a:defRPr>
            </a:lvl4pPr>
            <a:lvl5pPr algn="l">
              <a:defRPr sz="1500" b="1">
                <a:solidFill>
                  <a:srgbClr val="231F20"/>
                </a:solidFill>
                <a:latin typeface="Arial"/>
                <a:ea typeface="Arial"/>
                <a:cs typeface="Arial"/>
              </a:defRPr>
            </a:lvl5pPr>
            <a:lvl6pPr algn="l">
              <a:defRPr sz="1500" b="1">
                <a:solidFill>
                  <a:srgbClr val="231F20"/>
                </a:solidFill>
                <a:latin typeface="Arial"/>
                <a:ea typeface="Arial"/>
                <a:cs typeface="Arial"/>
              </a:defRPr>
            </a:lvl6pPr>
            <a:lvl7pPr algn="l">
              <a:defRPr sz="1500" b="1">
                <a:solidFill>
                  <a:srgbClr val="231F20"/>
                </a:solidFill>
                <a:latin typeface="Arial"/>
                <a:ea typeface="Arial"/>
                <a:cs typeface="Arial"/>
              </a:defRPr>
            </a:lvl7pPr>
            <a:lvl8pPr algn="l">
              <a:defRPr sz="1500" b="1">
                <a:solidFill>
                  <a:srgbClr val="231F20"/>
                </a:solidFill>
                <a:latin typeface="Arial"/>
                <a:ea typeface="Arial"/>
                <a:cs typeface="Arial"/>
              </a:defRPr>
            </a:lvl8pPr>
            <a:lvl9pPr algn="l">
              <a:defRPr sz="1500" b="1">
                <a:solidFill>
                  <a:srgbClr val="231F20"/>
                </a:solidFill>
                <a:latin typeface="Arial"/>
                <a:ea typeface="Arial"/>
                <a:cs typeface="Arial"/>
              </a:defRPr>
            </a:lvl9pPr>
          </a:lstStyle>
          <a:p xmlns:a="http://schemas.openxmlformats.org/drawingml/2006/main">
            <a:pPr algn="l">
              <a:defRPr sz="1500" b="1">
                <a:solidFill>
                  <a:srgbClr val="231F20"/>
                </a:solidFill>
                <a:latin typeface="Arial"/>
                <a:ea typeface="Arial"/>
                <a:cs typeface="Arial"/>
              </a:defRPr>
            </a:pPr>
            <a:r>
              <a:rPr sz="1500" b="1">
                <a:solidFill>
                  <a:srgbClr val="231F20"/>
                </a:solidFill>
                <a:latin typeface="Arial"/>
                <a:ea typeface="Arial"/>
                <a:cs typeface="Arial"/>
              </a:rPr>
              <a:t>wallypipelinedcore</a:t>
            </a:r>
          </a:p>
        </p:txBody>
      </p:sp>
      <p:sp>
        <p:nvSpPr>
          <p:cNvPr id="86" name="text-1033">
            <a:extLst xmlns:a="http://schemas.openxmlformats.org/drawingml/2006/main">
              <a:ext uri="{FF2B5EF4-FFF2-40B4-BE49-F238E27FC236}">
                <a16:creationId xmlns:a16="http://schemas.microsoft.com/office/drawing/2014/main" id="{9654405B-F25C-4B60-BBAC-BE265DB54AB2}"/>
              </a:ext>
            </a:extLst>
          </p:cNvPr>
          <p:cNvSpPr>
            <a:spLocks xmlns:a="http://schemas.openxmlformats.org/drawingml/2006/main" noGrp="1"/>
          </p:cNvSpPr>
          <p:nvPr/>
        </p:nvSpPr>
        <p:spPr>
          <a:xfrm xmlns:a="http://schemas.openxmlformats.org/drawingml/2006/main">
            <a:off x="4239578" y="3347275"/>
            <a:ext cx="1079183" cy="196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0">
                <a:solidFill>
                  <a:srgbClr val="231F20"/>
                </a:solidFill>
                <a:latin typeface="Arial"/>
                <a:ea typeface="Arial"/>
                <a:cs typeface="Arial"/>
              </a:defRPr>
            </a:defPPr>
            <a:lvl1pPr algn="l">
              <a:defRPr sz="1275" b="0">
                <a:solidFill>
                  <a:srgbClr val="231F20"/>
                </a:solidFill>
                <a:latin typeface="Arial"/>
                <a:ea typeface="Arial"/>
                <a:cs typeface="Arial"/>
              </a:defRPr>
            </a:lvl1pPr>
            <a:lvl2pPr algn="l">
              <a:defRPr sz="1275" b="0">
                <a:solidFill>
                  <a:srgbClr val="231F20"/>
                </a:solidFill>
                <a:latin typeface="Arial"/>
                <a:ea typeface="Arial"/>
                <a:cs typeface="Arial"/>
              </a:defRPr>
            </a:lvl2pPr>
            <a:lvl3pPr algn="l">
              <a:defRPr sz="1275" b="0">
                <a:solidFill>
                  <a:srgbClr val="231F20"/>
                </a:solidFill>
                <a:latin typeface="Arial"/>
                <a:ea typeface="Arial"/>
                <a:cs typeface="Arial"/>
              </a:defRPr>
            </a:lvl3pPr>
            <a:lvl4pPr algn="l">
              <a:defRPr sz="1275" b="0">
                <a:solidFill>
                  <a:srgbClr val="231F20"/>
                </a:solidFill>
                <a:latin typeface="Arial"/>
                <a:ea typeface="Arial"/>
                <a:cs typeface="Arial"/>
              </a:defRPr>
            </a:lvl4pPr>
            <a:lvl5pPr algn="l">
              <a:defRPr sz="1275" b="0">
                <a:solidFill>
                  <a:srgbClr val="231F20"/>
                </a:solidFill>
                <a:latin typeface="Arial"/>
                <a:ea typeface="Arial"/>
                <a:cs typeface="Arial"/>
              </a:defRPr>
            </a:lvl5pPr>
            <a:lvl6pPr algn="l">
              <a:defRPr sz="1275" b="0">
                <a:solidFill>
                  <a:srgbClr val="231F20"/>
                </a:solidFill>
                <a:latin typeface="Arial"/>
                <a:ea typeface="Arial"/>
                <a:cs typeface="Arial"/>
              </a:defRPr>
            </a:lvl6pPr>
            <a:lvl7pPr algn="l">
              <a:defRPr sz="1275" b="0">
                <a:solidFill>
                  <a:srgbClr val="231F20"/>
                </a:solidFill>
                <a:latin typeface="Arial"/>
                <a:ea typeface="Arial"/>
                <a:cs typeface="Arial"/>
              </a:defRPr>
            </a:lvl7pPr>
            <a:lvl8pPr algn="l">
              <a:defRPr sz="1275" b="0">
                <a:solidFill>
                  <a:srgbClr val="231F20"/>
                </a:solidFill>
                <a:latin typeface="Arial"/>
                <a:ea typeface="Arial"/>
                <a:cs typeface="Arial"/>
              </a:defRPr>
            </a:lvl8pPr>
            <a:lvl9pPr algn="l">
              <a:defRPr sz="1275" b="0">
                <a:solidFill>
                  <a:srgbClr val="231F20"/>
                </a:solidFill>
                <a:latin typeface="Arial"/>
                <a:ea typeface="Arial"/>
                <a:cs typeface="Arial"/>
              </a:defRPr>
            </a:lvl9pPr>
          </a:lstStyle>
          <a:p xmlns:a="http://schemas.openxmlformats.org/drawingml/2006/main">
            <a:pPr algn="l">
              <a:defRPr sz="1275" b="0">
                <a:solidFill>
                  <a:srgbClr val="231F20"/>
                </a:solidFill>
                <a:latin typeface="Arial"/>
                <a:ea typeface="Arial"/>
                <a:cs typeface="Arial"/>
              </a:defRPr>
            </a:pPr>
            <a:r>
              <a:rPr sz="1275" b="0">
                <a:solidFill>
                  <a:srgbClr val="231F20"/>
                </a:solidFill>
                <a:latin typeface="Arial"/>
                <a:ea typeface="Arial"/>
                <a:cs typeface="Arial"/>
              </a:rPr>
              <a:t>20 MHz</a:t>
            </a:r>
          </a:p>
        </p:txBody>
      </p:sp>
      <p:sp>
        <p:nvSpPr>
          <p:cNvPr id="87" name="block-1034">
            <a:extLst xmlns:a="http://schemas.openxmlformats.org/drawingml/2006/main">
              <a:ext uri="{FF2B5EF4-FFF2-40B4-BE49-F238E27FC236}">
                <a16:creationId xmlns:a16="http://schemas.microsoft.com/office/drawing/2014/main" id="{F8F659EF-161F-4A80-B131-E189AA86E711}"/>
              </a:ext>
            </a:extLst>
          </p:cNvPr>
          <p:cNvSpPr>
            <a:spLocks xmlns:a="http://schemas.openxmlformats.org/drawingml/2006/main" noGrp="1"/>
          </p:cNvSpPr>
          <p:nvPr/>
        </p:nvSpPr>
        <p:spPr>
          <a:xfrm xmlns:a="http://schemas.openxmlformats.org/drawingml/2006/main">
            <a:off x="8016716" y="3392043"/>
            <a:ext cx="1020318"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88" name="text-1035">
            <a:extLst xmlns:a="http://schemas.openxmlformats.org/drawingml/2006/main">
              <a:ext uri="{FF2B5EF4-FFF2-40B4-BE49-F238E27FC236}">
                <a16:creationId xmlns:a16="http://schemas.microsoft.com/office/drawing/2014/main" id="{F154BEBC-EA58-4575-8145-FA84F1477D18}"/>
              </a:ext>
            </a:extLst>
          </p:cNvPr>
          <p:cNvSpPr>
            <a:spLocks xmlns:a="http://schemas.openxmlformats.org/drawingml/2006/main" noGrp="1"/>
          </p:cNvSpPr>
          <p:nvPr/>
        </p:nvSpPr>
        <p:spPr>
          <a:xfrm xmlns:a="http://schemas.openxmlformats.org/drawingml/2006/main">
            <a:off x="8046149" y="3400996"/>
            <a:ext cx="961454"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Arial"/>
                <a:ea typeface="Arial"/>
                <a:cs typeface="Arial"/>
              </a:defRPr>
            </a:defPPr>
            <a:lvl1pPr algn="ctr">
              <a:defRPr sz="1275" b="1">
                <a:solidFill>
                  <a:srgbClr val="231F20"/>
                </a:solidFill>
                <a:latin typeface="Arial"/>
                <a:ea typeface="Arial"/>
                <a:cs typeface="Arial"/>
              </a:defRPr>
            </a:lvl1pPr>
            <a:lvl2pPr algn="ctr">
              <a:defRPr sz="1275" b="1">
                <a:solidFill>
                  <a:srgbClr val="231F20"/>
                </a:solidFill>
                <a:latin typeface="Arial"/>
                <a:ea typeface="Arial"/>
                <a:cs typeface="Arial"/>
              </a:defRPr>
            </a:lvl2pPr>
            <a:lvl3pPr algn="ctr">
              <a:defRPr sz="1275" b="1">
                <a:solidFill>
                  <a:srgbClr val="231F20"/>
                </a:solidFill>
                <a:latin typeface="Arial"/>
                <a:ea typeface="Arial"/>
                <a:cs typeface="Arial"/>
              </a:defRPr>
            </a:lvl3pPr>
            <a:lvl4pPr algn="ctr">
              <a:defRPr sz="1275" b="1">
                <a:solidFill>
                  <a:srgbClr val="231F20"/>
                </a:solidFill>
                <a:latin typeface="Arial"/>
                <a:ea typeface="Arial"/>
                <a:cs typeface="Arial"/>
              </a:defRPr>
            </a:lvl4pPr>
            <a:lvl5pPr algn="ctr">
              <a:defRPr sz="1275" b="1">
                <a:solidFill>
                  <a:srgbClr val="231F20"/>
                </a:solidFill>
                <a:latin typeface="Arial"/>
                <a:ea typeface="Arial"/>
                <a:cs typeface="Arial"/>
              </a:defRPr>
            </a:lvl5pPr>
            <a:lvl6pPr algn="ctr">
              <a:defRPr sz="1275" b="1">
                <a:solidFill>
                  <a:srgbClr val="231F20"/>
                </a:solidFill>
                <a:latin typeface="Arial"/>
                <a:ea typeface="Arial"/>
                <a:cs typeface="Arial"/>
              </a:defRPr>
            </a:lvl6pPr>
            <a:lvl7pPr algn="ctr">
              <a:defRPr sz="1275" b="1">
                <a:solidFill>
                  <a:srgbClr val="231F20"/>
                </a:solidFill>
                <a:latin typeface="Arial"/>
                <a:ea typeface="Arial"/>
                <a:cs typeface="Arial"/>
              </a:defRPr>
            </a:lvl7pPr>
            <a:lvl8pPr algn="ctr">
              <a:defRPr sz="1275" b="1">
                <a:solidFill>
                  <a:srgbClr val="231F20"/>
                </a:solidFill>
                <a:latin typeface="Arial"/>
                <a:ea typeface="Arial"/>
                <a:cs typeface="Arial"/>
              </a:defRPr>
            </a:lvl8pPr>
            <a:lvl9pPr algn="ctr">
              <a:defRPr sz="1275" b="1">
                <a:solidFill>
                  <a:srgbClr val="231F20"/>
                </a:solidFill>
                <a:latin typeface="Arial"/>
                <a:ea typeface="Arial"/>
                <a:cs typeface="Arial"/>
              </a:defRPr>
            </a:lvl9pPr>
          </a:lstStyle>
          <a:p xmlns:a="http://schemas.openxmlformats.org/drawingml/2006/main">
            <a:pPr algn="ctr">
              <a:defRPr sz="1275" b="1">
                <a:solidFill>
                  <a:srgbClr val="231F20"/>
                </a:solidFill>
                <a:latin typeface="Arial"/>
                <a:ea typeface="Arial"/>
                <a:cs typeface="Arial"/>
              </a:defRPr>
            </a:pPr>
            <a:r>
              <a:rPr sz="1275" b="1">
                <a:solidFill>
                  <a:srgbClr val="231F20"/>
                </a:solidFill>
                <a:latin typeface="Arial"/>
                <a:ea typeface="Arial"/>
                <a:cs typeface="Arial"/>
              </a:rPr>
              <a:t>ebu</a:t>
            </a:r>
          </a:p>
        </p:txBody>
      </p:sp>
      <p:sp>
        <p:nvSpPr>
          <p:cNvPr id="89" name="wire-1036">
            <a:extLst xmlns:a="http://schemas.openxmlformats.org/drawingml/2006/main">
              <a:ext uri="{FF2B5EF4-FFF2-40B4-BE49-F238E27FC236}">
                <a16:creationId xmlns:a16="http://schemas.microsoft.com/office/drawing/2014/main" id="{63A4A8C6-0975-4A2C-9A03-0E35FC8D2CE0}"/>
              </a:ext>
            </a:extLst>
          </p:cNvPr>
          <p:cNvSpPr>
            <a:spLocks xmlns:a="http://schemas.openxmlformats.org/drawingml/2006/main" noGrp="1"/>
          </p:cNvSpPr>
          <p:nvPr/>
        </p:nvSpPr>
        <p:spPr>
          <a:xfrm xmlns:a="http://schemas.openxmlformats.org/drawingml/2006/main">
            <a:off x="8517065" y="3293554"/>
            <a:ext cx="9525" cy="98489"/>
          </a:xfrm>
          <a:custGeom xmlns:a="http://schemas.openxmlformats.org/drawingml/2006/main">
            <a:pathLst>
              <a:path w="9525" h="98489">
                <a:moveTo>
                  <a:pt x="0" y="98489"/>
                </a:moveTo>
                <a:lnTo>
                  <a:pt x="0" y="0"/>
                </a:lnTo>
              </a:path>
            </a:pathLst>
          </a:custGeom>
          <a:noFill xmlns:a="http://schemas.openxmlformats.org/drawingml/2006/main"/>
          <a:ln xmlns:a="http://schemas.openxmlformats.org/drawingml/2006/main" w="20003">
            <a:solidFill>
              <a:srgbClr val="1572C3"/>
            </a:solidFill>
          </a:ln>
        </p:spPr>
      </p:sp>
      <p:sp>
        <p:nvSpPr>
          <p:cNvPr id="90" name="wire-1037">
            <a:extLst xmlns:a="http://schemas.openxmlformats.org/drawingml/2006/main">
              <a:ext uri="{FF2B5EF4-FFF2-40B4-BE49-F238E27FC236}">
                <a16:creationId xmlns:a16="http://schemas.microsoft.com/office/drawing/2014/main" id="{00E60EFF-8B23-4A0A-872F-117CAA2BEA1F}"/>
              </a:ext>
            </a:extLst>
          </p:cNvPr>
          <p:cNvSpPr>
            <a:spLocks xmlns:a="http://schemas.openxmlformats.org/drawingml/2006/main" noGrp="1"/>
          </p:cNvSpPr>
          <p:nvPr/>
        </p:nvSpPr>
        <p:spPr>
          <a:xfrm xmlns:a="http://schemas.openxmlformats.org/drawingml/2006/main">
            <a:off x="1639729" y="3293554"/>
            <a:ext cx="6877336" cy="9525"/>
          </a:xfrm>
          <a:custGeom xmlns:a="http://schemas.openxmlformats.org/drawingml/2006/main">
            <a:pathLst>
              <a:path w="6877336" h="9525">
                <a:moveTo>
                  <a:pt x="6877336" y="0"/>
                </a:moveTo>
                <a:lnTo>
                  <a:pt x="0" y="0"/>
                </a:lnTo>
              </a:path>
            </a:pathLst>
          </a:custGeom>
          <a:noFill xmlns:a="http://schemas.openxmlformats.org/drawingml/2006/main"/>
          <a:ln xmlns:a="http://schemas.openxmlformats.org/drawingml/2006/main" w="20003">
            <a:solidFill>
              <a:srgbClr val="1572C3"/>
            </a:solidFill>
          </a:ln>
        </p:spPr>
      </p:sp>
      <p:sp>
        <p:nvSpPr>
          <p:cNvPr id="91" name="wire-1038">
            <a:extLst xmlns:a="http://schemas.openxmlformats.org/drawingml/2006/main">
              <a:ext uri="{FF2B5EF4-FFF2-40B4-BE49-F238E27FC236}">
                <a16:creationId xmlns:a16="http://schemas.microsoft.com/office/drawing/2014/main" id="{81617E9B-737B-48C9-B7A6-F18A60888AAF}"/>
              </a:ext>
            </a:extLst>
          </p:cNvPr>
          <p:cNvSpPr>
            <a:spLocks xmlns:a="http://schemas.openxmlformats.org/drawingml/2006/main" noGrp="1"/>
          </p:cNvSpPr>
          <p:nvPr/>
        </p:nvSpPr>
        <p:spPr>
          <a:xfrm xmlns:a="http://schemas.openxmlformats.org/drawingml/2006/main">
            <a:off x="1639729" y="2819019"/>
            <a:ext cx="9525" cy="474535"/>
          </a:xfrm>
          <a:custGeom xmlns:a="http://schemas.openxmlformats.org/drawingml/2006/main">
            <a:pathLst>
              <a:path w="9525" h="474535">
                <a:moveTo>
                  <a:pt x="0" y="474535"/>
                </a:moveTo>
                <a:lnTo>
                  <a:pt x="0" y="0"/>
                </a:lnTo>
              </a:path>
            </a:pathLst>
          </a:custGeom>
          <a:noFill xmlns:a="http://schemas.openxmlformats.org/drawingml/2006/main"/>
          <a:ln xmlns:a="http://schemas.openxmlformats.org/drawingml/2006/main" w="20003">
            <a:solidFill>
              <a:srgbClr val="1572C3"/>
            </a:solidFill>
          </a:ln>
        </p:spPr>
      </p:sp>
      <p:sp>
        <p:nvSpPr>
          <p:cNvPr id="92" name="circuit-1039">
            <a:extLst xmlns:a="http://schemas.openxmlformats.org/drawingml/2006/main">
              <a:ext uri="{FF2B5EF4-FFF2-40B4-BE49-F238E27FC236}">
                <a16:creationId xmlns:a16="http://schemas.microsoft.com/office/drawing/2014/main" id="{CF8D4CA3-D920-4AC0-98CE-907873BAA71D}"/>
              </a:ext>
            </a:extLst>
          </p:cNvPr>
          <p:cNvSpPr>
            <a:spLocks xmlns:a="http://schemas.openxmlformats.org/drawingml/2006/main" noGrp="1"/>
          </p:cNvSpPr>
          <p:nvPr/>
        </p:nvSpPr>
        <p:spPr>
          <a:xfrm xmlns:a="http://schemas.openxmlformats.org/drawingml/2006/main">
            <a:off x="1619126" y="2819019"/>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93" name="wire-1040">
            <a:extLst xmlns:a="http://schemas.openxmlformats.org/drawingml/2006/main">
              <a:ext uri="{FF2B5EF4-FFF2-40B4-BE49-F238E27FC236}">
                <a16:creationId xmlns:a16="http://schemas.microsoft.com/office/drawing/2014/main" id="{76C879BE-C57C-410F-A548-BD1F575882BA}"/>
              </a:ext>
            </a:extLst>
          </p:cNvPr>
          <p:cNvSpPr>
            <a:spLocks xmlns:a="http://schemas.openxmlformats.org/drawingml/2006/main" noGrp="1"/>
          </p:cNvSpPr>
          <p:nvPr/>
        </p:nvSpPr>
        <p:spPr>
          <a:xfrm xmlns:a="http://schemas.openxmlformats.org/drawingml/2006/main">
            <a:off x="8517065" y="3293554"/>
            <a:ext cx="9525" cy="98489"/>
          </a:xfrm>
          <a:custGeom xmlns:a="http://schemas.openxmlformats.org/drawingml/2006/main">
            <a:pathLst>
              <a:path w="9525" h="98489">
                <a:moveTo>
                  <a:pt x="0" y="0"/>
                </a:moveTo>
                <a:lnTo>
                  <a:pt x="0" y="98489"/>
                </a:lnTo>
              </a:path>
            </a:pathLst>
          </a:custGeom>
          <a:noFill xmlns:a="http://schemas.openxmlformats.org/drawingml/2006/main"/>
          <a:ln xmlns:a="http://schemas.openxmlformats.org/drawingml/2006/main" w="20003">
            <a:solidFill>
              <a:srgbClr val="1572C3"/>
            </a:solidFill>
          </a:ln>
        </p:spPr>
      </p:sp>
      <p:sp>
        <p:nvSpPr>
          <p:cNvPr id="94" name="circuit-1041">
            <a:extLst xmlns:a="http://schemas.openxmlformats.org/drawingml/2006/main">
              <a:ext uri="{FF2B5EF4-FFF2-40B4-BE49-F238E27FC236}">
                <a16:creationId xmlns:a16="http://schemas.microsoft.com/office/drawing/2014/main" id="{CFF6C774-53A3-4681-B5D0-764EBAFB64FA}"/>
              </a:ext>
            </a:extLst>
          </p:cNvPr>
          <p:cNvSpPr>
            <a:spLocks xmlns:a="http://schemas.openxmlformats.org/drawingml/2006/main" noGrp="1"/>
          </p:cNvSpPr>
          <p:nvPr/>
        </p:nvSpPr>
        <p:spPr>
          <a:xfrm xmlns:a="http://schemas.openxmlformats.org/drawingml/2006/main">
            <a:off x="8496462" y="3347275"/>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95" name="text-1042">
            <a:extLst xmlns:a="http://schemas.openxmlformats.org/drawingml/2006/main">
              <a:ext uri="{FF2B5EF4-FFF2-40B4-BE49-F238E27FC236}">
                <a16:creationId xmlns:a16="http://schemas.microsoft.com/office/drawing/2014/main" id="{8AEF0B36-C91E-41CA-8447-E91A5C418E4F}"/>
              </a:ext>
            </a:extLst>
          </p:cNvPr>
          <p:cNvSpPr>
            <a:spLocks xmlns:a="http://schemas.openxmlformats.org/drawingml/2006/main" noGrp="1"/>
          </p:cNvSpPr>
          <p:nvPr/>
        </p:nvSpPr>
        <p:spPr>
          <a:xfrm xmlns:a="http://schemas.openxmlformats.org/drawingml/2006/main">
            <a:off x="7555611" y="3427857"/>
            <a:ext cx="470916"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1572C3"/>
                </a:solidFill>
                <a:latin typeface="Arial"/>
                <a:ea typeface="Arial"/>
                <a:cs typeface="Arial"/>
              </a:defRPr>
            </a:defPPr>
            <a:lvl1pPr algn="l">
              <a:defRPr sz="1050" b="0">
                <a:solidFill>
                  <a:srgbClr val="1572C3"/>
                </a:solidFill>
                <a:latin typeface="Arial"/>
                <a:ea typeface="Arial"/>
                <a:cs typeface="Arial"/>
              </a:defRPr>
            </a:lvl1pPr>
            <a:lvl2pPr algn="l">
              <a:defRPr sz="1050" b="0">
                <a:solidFill>
                  <a:srgbClr val="1572C3"/>
                </a:solidFill>
                <a:latin typeface="Arial"/>
                <a:ea typeface="Arial"/>
                <a:cs typeface="Arial"/>
              </a:defRPr>
            </a:lvl2pPr>
            <a:lvl3pPr algn="l">
              <a:defRPr sz="1050" b="0">
                <a:solidFill>
                  <a:srgbClr val="1572C3"/>
                </a:solidFill>
                <a:latin typeface="Arial"/>
                <a:ea typeface="Arial"/>
                <a:cs typeface="Arial"/>
              </a:defRPr>
            </a:lvl3pPr>
            <a:lvl4pPr algn="l">
              <a:defRPr sz="1050" b="0">
                <a:solidFill>
                  <a:srgbClr val="1572C3"/>
                </a:solidFill>
                <a:latin typeface="Arial"/>
                <a:ea typeface="Arial"/>
                <a:cs typeface="Arial"/>
              </a:defRPr>
            </a:lvl4pPr>
            <a:lvl5pPr algn="l">
              <a:defRPr sz="1050" b="0">
                <a:solidFill>
                  <a:srgbClr val="1572C3"/>
                </a:solidFill>
                <a:latin typeface="Arial"/>
                <a:ea typeface="Arial"/>
                <a:cs typeface="Arial"/>
              </a:defRPr>
            </a:lvl5pPr>
            <a:lvl6pPr algn="l">
              <a:defRPr sz="1050" b="0">
                <a:solidFill>
                  <a:srgbClr val="1572C3"/>
                </a:solidFill>
                <a:latin typeface="Arial"/>
                <a:ea typeface="Arial"/>
                <a:cs typeface="Arial"/>
              </a:defRPr>
            </a:lvl6pPr>
            <a:lvl7pPr algn="l">
              <a:defRPr sz="1050" b="0">
                <a:solidFill>
                  <a:srgbClr val="1572C3"/>
                </a:solidFill>
                <a:latin typeface="Arial"/>
                <a:ea typeface="Arial"/>
                <a:cs typeface="Arial"/>
              </a:defRPr>
            </a:lvl7pPr>
            <a:lvl8pPr algn="l">
              <a:defRPr sz="1050" b="0">
                <a:solidFill>
                  <a:srgbClr val="1572C3"/>
                </a:solidFill>
                <a:latin typeface="Arial"/>
                <a:ea typeface="Arial"/>
                <a:cs typeface="Arial"/>
              </a:defRPr>
            </a:lvl8pPr>
            <a:lvl9pPr algn="l">
              <a:defRPr sz="1050" b="0">
                <a:solidFill>
                  <a:srgbClr val="1572C3"/>
                </a:solidFill>
                <a:latin typeface="Arial"/>
                <a:ea typeface="Arial"/>
                <a:cs typeface="Arial"/>
              </a:defRPr>
            </a:lvl9pPr>
          </a:lstStyle>
          <a:p xmlns:a="http://schemas.openxmlformats.org/drawingml/2006/main">
            <a:pPr algn="l">
              <a:defRPr sz="1050" b="0">
                <a:solidFill>
                  <a:srgbClr val="1572C3"/>
                </a:solidFill>
                <a:latin typeface="Arial"/>
                <a:ea typeface="Arial"/>
                <a:cs typeface="Arial"/>
              </a:defRPr>
            </a:pPr>
            <a:r>
              <a:rPr sz="1050" b="0">
                <a:solidFill>
                  <a:srgbClr val="1572C3"/>
                </a:solidFill>
                <a:latin typeface="Arial"/>
                <a:ea typeface="Arial"/>
                <a:cs typeface="Arial"/>
              </a:rPr>
              <a:t>AHB</a:t>
            </a:r>
          </a:p>
        </p:txBody>
      </p:sp>
      <p:sp>
        <p:nvSpPr>
          <p:cNvPr id="96" name="block-1043">
            <a:extLst xmlns:a="http://schemas.openxmlformats.org/drawingml/2006/main">
              <a:ext uri="{FF2B5EF4-FFF2-40B4-BE49-F238E27FC236}">
                <a16:creationId xmlns:a16="http://schemas.microsoft.com/office/drawing/2014/main" id="{5FE328E9-F0EA-4590-A418-1DD3CA2DB074}"/>
              </a:ext>
            </a:extLst>
          </p:cNvPr>
          <p:cNvSpPr>
            <a:spLocks xmlns:a="http://schemas.openxmlformats.org/drawingml/2006/main" noGrp="1"/>
          </p:cNvSpPr>
          <p:nvPr/>
        </p:nvSpPr>
        <p:spPr>
          <a:xfrm xmlns:a="http://schemas.openxmlformats.org/drawingml/2006/main">
            <a:off x="992219" y="3651695"/>
            <a:ext cx="1334262" cy="220256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7" name="block-1044">
            <a:extLst xmlns:a="http://schemas.openxmlformats.org/drawingml/2006/main">
              <a:ext uri="{FF2B5EF4-FFF2-40B4-BE49-F238E27FC236}">
                <a16:creationId xmlns:a16="http://schemas.microsoft.com/office/drawing/2014/main" id="{3B674602-4EC2-422F-BF95-F1541F16E57F}"/>
              </a:ext>
            </a:extLst>
          </p:cNvPr>
          <p:cNvSpPr>
            <a:spLocks xmlns:a="http://schemas.openxmlformats.org/drawingml/2006/main" noGrp="1"/>
          </p:cNvSpPr>
          <p:nvPr/>
        </p:nvSpPr>
        <p:spPr>
          <a:xfrm xmlns:a="http://schemas.openxmlformats.org/drawingml/2006/main">
            <a:off x="2414778" y="3651695"/>
            <a:ext cx="3433763" cy="220256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8" name="block-1045">
            <a:extLst xmlns:a="http://schemas.openxmlformats.org/drawingml/2006/main">
              <a:ext uri="{FF2B5EF4-FFF2-40B4-BE49-F238E27FC236}">
                <a16:creationId xmlns:a16="http://schemas.microsoft.com/office/drawing/2014/main" id="{AE701BF8-713E-455B-A894-719F40805A5A}"/>
              </a:ext>
            </a:extLst>
          </p:cNvPr>
          <p:cNvSpPr>
            <a:spLocks xmlns:a="http://schemas.openxmlformats.org/drawingml/2006/main" noGrp="1"/>
          </p:cNvSpPr>
          <p:nvPr/>
        </p:nvSpPr>
        <p:spPr>
          <a:xfrm xmlns:a="http://schemas.openxmlformats.org/drawingml/2006/main">
            <a:off x="6015323" y="3651695"/>
            <a:ext cx="2334959" cy="220256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9" name="block-1046">
            <a:extLst xmlns:a="http://schemas.openxmlformats.org/drawingml/2006/main">
              <a:ext uri="{FF2B5EF4-FFF2-40B4-BE49-F238E27FC236}">
                <a16:creationId xmlns:a16="http://schemas.microsoft.com/office/drawing/2014/main" id="{10B406E2-ADCF-4F4E-8951-6274D6616BC0}"/>
              </a:ext>
            </a:extLst>
          </p:cNvPr>
          <p:cNvSpPr>
            <a:spLocks xmlns:a="http://schemas.openxmlformats.org/drawingml/2006/main" noGrp="1"/>
          </p:cNvSpPr>
          <p:nvPr/>
        </p:nvSpPr>
        <p:spPr>
          <a:xfrm xmlns:a="http://schemas.openxmlformats.org/drawingml/2006/main">
            <a:off x="8458200" y="3651695"/>
            <a:ext cx="627888" cy="220256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00" name="text-1047">
            <a:extLst xmlns:a="http://schemas.openxmlformats.org/drawingml/2006/main">
              <a:ext uri="{FF2B5EF4-FFF2-40B4-BE49-F238E27FC236}">
                <a16:creationId xmlns:a16="http://schemas.microsoft.com/office/drawing/2014/main" id="{2DC00D1C-B2DE-4B90-AF91-CD91288458A0}"/>
              </a:ext>
            </a:extLst>
          </p:cNvPr>
          <p:cNvSpPr>
            <a:spLocks xmlns:a="http://schemas.openxmlformats.org/drawingml/2006/main" noGrp="1"/>
          </p:cNvSpPr>
          <p:nvPr/>
        </p:nvSpPr>
        <p:spPr>
          <a:xfrm xmlns:a="http://schemas.openxmlformats.org/drawingml/2006/main">
            <a:off x="1041273" y="3678555"/>
            <a:ext cx="882968"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ifu</a:t>
            </a:r>
          </a:p>
        </p:txBody>
      </p:sp>
      <p:sp>
        <p:nvSpPr>
          <p:cNvPr id="101" name="text-1048">
            <a:extLst xmlns:a="http://schemas.openxmlformats.org/drawingml/2006/main">
              <a:ext uri="{FF2B5EF4-FFF2-40B4-BE49-F238E27FC236}">
                <a16:creationId xmlns:a16="http://schemas.microsoft.com/office/drawing/2014/main" id="{2F8080F6-0D9D-4DB6-B2A0-E0BEC031102E}"/>
              </a:ext>
            </a:extLst>
          </p:cNvPr>
          <p:cNvSpPr>
            <a:spLocks xmlns:a="http://schemas.openxmlformats.org/drawingml/2006/main" noGrp="1"/>
          </p:cNvSpPr>
          <p:nvPr/>
        </p:nvSpPr>
        <p:spPr>
          <a:xfrm xmlns:a="http://schemas.openxmlformats.org/drawingml/2006/main">
            <a:off x="2512886" y="3678555"/>
            <a:ext cx="932021"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ieu</a:t>
            </a:r>
          </a:p>
        </p:txBody>
      </p:sp>
      <p:sp>
        <p:nvSpPr>
          <p:cNvPr id="102" name="text-1049">
            <a:extLst xmlns:a="http://schemas.openxmlformats.org/drawingml/2006/main">
              <a:ext uri="{FF2B5EF4-FFF2-40B4-BE49-F238E27FC236}">
                <a16:creationId xmlns:a16="http://schemas.microsoft.com/office/drawing/2014/main" id="{8D4F710D-2839-4757-96EF-60BDAB532DD3}"/>
              </a:ext>
            </a:extLst>
          </p:cNvPr>
          <p:cNvSpPr>
            <a:spLocks xmlns:a="http://schemas.openxmlformats.org/drawingml/2006/main" noGrp="1"/>
          </p:cNvSpPr>
          <p:nvPr/>
        </p:nvSpPr>
        <p:spPr>
          <a:xfrm xmlns:a="http://schemas.openxmlformats.org/drawingml/2006/main">
            <a:off x="6515672" y="3678555"/>
            <a:ext cx="882968"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lsu</a:t>
            </a:r>
          </a:p>
        </p:txBody>
      </p:sp>
      <p:sp>
        <p:nvSpPr>
          <p:cNvPr id="103" name="block-1050">
            <a:extLst xmlns:a="http://schemas.openxmlformats.org/drawingml/2006/main">
              <a:ext uri="{FF2B5EF4-FFF2-40B4-BE49-F238E27FC236}">
                <a16:creationId xmlns:a16="http://schemas.microsoft.com/office/drawing/2014/main" id="{16234FD3-796B-43B1-B2D4-7303315EA99A}"/>
              </a:ext>
            </a:extLst>
          </p:cNvPr>
          <p:cNvSpPr>
            <a:spLocks xmlns:a="http://schemas.openxmlformats.org/drawingml/2006/main" noGrp="1"/>
          </p:cNvSpPr>
          <p:nvPr/>
        </p:nvSpPr>
        <p:spPr>
          <a:xfrm xmlns:a="http://schemas.openxmlformats.org/drawingml/2006/main">
            <a:off x="1365028" y="4439603"/>
            <a:ext cx="117729" cy="385000"/>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04" name="circuit-1051">
            <a:extLst xmlns:a="http://schemas.openxmlformats.org/drawingml/2006/main">
              <a:ext uri="{FF2B5EF4-FFF2-40B4-BE49-F238E27FC236}">
                <a16:creationId xmlns:a16="http://schemas.microsoft.com/office/drawing/2014/main" id="{07290785-7703-441C-8F61-BFBB58549CBA}"/>
              </a:ext>
            </a:extLst>
          </p:cNvPr>
          <p:cNvSpPr>
            <a:spLocks xmlns:a="http://schemas.openxmlformats.org/drawingml/2006/main" noGrp="1"/>
          </p:cNvSpPr>
          <p:nvPr/>
        </p:nvSpPr>
        <p:spPr>
          <a:xfrm xmlns:a="http://schemas.openxmlformats.org/drawingml/2006/main">
            <a:off x="1384649" y="4439603"/>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105" name="wire-1052">
            <a:extLst xmlns:a="http://schemas.openxmlformats.org/drawingml/2006/main">
              <a:ext uri="{FF2B5EF4-FFF2-40B4-BE49-F238E27FC236}">
                <a16:creationId xmlns:a16="http://schemas.microsoft.com/office/drawing/2014/main" id="{92F6289C-0134-4C83-A3C9-D1C0D7DD1B08}"/>
              </a:ext>
            </a:extLst>
          </p:cNvPr>
          <p:cNvSpPr>
            <a:spLocks xmlns:a="http://schemas.openxmlformats.org/drawingml/2006/main" noGrp="1"/>
          </p:cNvSpPr>
          <p:nvPr/>
        </p:nvSpPr>
        <p:spPr>
          <a:xfrm xmlns:a="http://schemas.openxmlformats.org/drawingml/2006/main">
            <a:off x="1423892" y="4385882"/>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106" name="text-1053">
            <a:extLst xmlns:a="http://schemas.openxmlformats.org/drawingml/2006/main">
              <a:ext uri="{FF2B5EF4-FFF2-40B4-BE49-F238E27FC236}">
                <a16:creationId xmlns:a16="http://schemas.microsoft.com/office/drawing/2014/main" id="{87CD84C9-4F5B-44FB-9D1E-B779E887982F}"/>
              </a:ext>
            </a:extLst>
          </p:cNvPr>
          <p:cNvSpPr>
            <a:spLocks xmlns:a="http://schemas.openxmlformats.org/drawingml/2006/main" noGrp="1"/>
          </p:cNvSpPr>
          <p:nvPr/>
        </p:nvSpPr>
        <p:spPr>
          <a:xfrm xmlns:a="http://schemas.openxmlformats.org/drawingml/2006/main">
            <a:off x="1227677" y="4242626"/>
            <a:ext cx="461105" cy="196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Arial"/>
                <a:ea typeface="Arial"/>
                <a:cs typeface="Arial"/>
              </a:defRPr>
            </a:defPPr>
            <a:lvl1pPr algn="l">
              <a:defRPr sz="1275" b="1">
                <a:solidFill>
                  <a:srgbClr val="231F20"/>
                </a:solidFill>
                <a:latin typeface="Arial"/>
                <a:ea typeface="Arial"/>
                <a:cs typeface="Arial"/>
              </a:defRPr>
            </a:lvl1pPr>
            <a:lvl2pPr algn="l">
              <a:defRPr sz="1275" b="1">
                <a:solidFill>
                  <a:srgbClr val="231F20"/>
                </a:solidFill>
                <a:latin typeface="Arial"/>
                <a:ea typeface="Arial"/>
                <a:cs typeface="Arial"/>
              </a:defRPr>
            </a:lvl2pPr>
            <a:lvl3pPr algn="l">
              <a:defRPr sz="1275" b="1">
                <a:solidFill>
                  <a:srgbClr val="231F20"/>
                </a:solidFill>
                <a:latin typeface="Arial"/>
                <a:ea typeface="Arial"/>
                <a:cs typeface="Arial"/>
              </a:defRPr>
            </a:lvl3pPr>
            <a:lvl4pPr algn="l">
              <a:defRPr sz="1275" b="1">
                <a:solidFill>
                  <a:srgbClr val="231F20"/>
                </a:solidFill>
                <a:latin typeface="Arial"/>
                <a:ea typeface="Arial"/>
                <a:cs typeface="Arial"/>
              </a:defRPr>
            </a:lvl4pPr>
            <a:lvl5pPr algn="l">
              <a:defRPr sz="1275" b="1">
                <a:solidFill>
                  <a:srgbClr val="231F20"/>
                </a:solidFill>
                <a:latin typeface="Arial"/>
                <a:ea typeface="Arial"/>
                <a:cs typeface="Arial"/>
              </a:defRPr>
            </a:lvl5pPr>
            <a:lvl6pPr algn="l">
              <a:defRPr sz="1275" b="1">
                <a:solidFill>
                  <a:srgbClr val="231F20"/>
                </a:solidFill>
                <a:latin typeface="Arial"/>
                <a:ea typeface="Arial"/>
                <a:cs typeface="Arial"/>
              </a:defRPr>
            </a:lvl6pPr>
            <a:lvl7pPr algn="l">
              <a:defRPr sz="1275" b="1">
                <a:solidFill>
                  <a:srgbClr val="231F20"/>
                </a:solidFill>
                <a:latin typeface="Arial"/>
                <a:ea typeface="Arial"/>
                <a:cs typeface="Arial"/>
              </a:defRPr>
            </a:lvl7pPr>
            <a:lvl8pPr algn="l">
              <a:defRPr sz="1275" b="1">
                <a:solidFill>
                  <a:srgbClr val="231F20"/>
                </a:solidFill>
                <a:latin typeface="Arial"/>
                <a:ea typeface="Arial"/>
                <a:cs typeface="Arial"/>
              </a:defRPr>
            </a:lvl8pPr>
            <a:lvl9pPr algn="l">
              <a:defRPr sz="1275" b="1">
                <a:solidFill>
                  <a:srgbClr val="231F20"/>
                </a:solidFill>
                <a:latin typeface="Arial"/>
                <a:ea typeface="Arial"/>
                <a:cs typeface="Arial"/>
              </a:defRPr>
            </a:lvl9pPr>
          </a:lstStyle>
          <a:p xmlns:a="http://schemas.openxmlformats.org/drawingml/2006/main">
            <a:pPr algn="l">
              <a:defRPr sz="1275" b="1">
                <a:solidFill>
                  <a:srgbClr val="231F20"/>
                </a:solidFill>
                <a:latin typeface="Arial"/>
                <a:ea typeface="Arial"/>
                <a:cs typeface="Arial"/>
              </a:defRPr>
            </a:pPr>
            <a:r>
              <a:rPr sz="1275" b="1">
                <a:solidFill>
                  <a:srgbClr val="231F20"/>
                </a:solidFill>
                <a:latin typeface="Arial"/>
                <a:ea typeface="Arial"/>
                <a:cs typeface="Arial"/>
              </a:rPr>
              <a:t>PC</a:t>
            </a:r>
          </a:p>
        </p:txBody>
      </p:sp>
      <p:sp>
        <p:nvSpPr>
          <p:cNvPr id="107" name="block-1054">
            <a:extLst xmlns:a="http://schemas.openxmlformats.org/drawingml/2006/main">
              <a:ext uri="{FF2B5EF4-FFF2-40B4-BE49-F238E27FC236}">
                <a16:creationId xmlns:a16="http://schemas.microsoft.com/office/drawing/2014/main" id="{91EAF93C-B1C3-4EA0-938E-625551E46469}"/>
              </a:ext>
            </a:extLst>
          </p:cNvPr>
          <p:cNvSpPr>
            <a:spLocks xmlns:a="http://schemas.openxmlformats.org/drawingml/2006/main" noGrp="1"/>
          </p:cNvSpPr>
          <p:nvPr/>
        </p:nvSpPr>
        <p:spPr>
          <a:xfrm xmlns:a="http://schemas.openxmlformats.org/drawingml/2006/main">
            <a:off x="1708404" y="4108323"/>
            <a:ext cx="539591"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08" name="text-1055">
            <a:extLst xmlns:a="http://schemas.openxmlformats.org/drawingml/2006/main">
              <a:ext uri="{FF2B5EF4-FFF2-40B4-BE49-F238E27FC236}">
                <a16:creationId xmlns:a16="http://schemas.microsoft.com/office/drawing/2014/main" id="{AA64A729-BBDC-48BA-9CA6-52F76DF7B1A0}"/>
              </a:ext>
            </a:extLst>
          </p:cNvPr>
          <p:cNvSpPr>
            <a:spLocks xmlns:a="http://schemas.openxmlformats.org/drawingml/2006/main" noGrp="1"/>
          </p:cNvSpPr>
          <p:nvPr/>
        </p:nvSpPr>
        <p:spPr>
          <a:xfrm xmlns:a="http://schemas.openxmlformats.org/drawingml/2006/main">
            <a:off x="1737836" y="4117277"/>
            <a:ext cx="480727"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231F20"/>
                </a:solidFill>
                <a:latin typeface="Arial"/>
                <a:ea typeface="Arial"/>
                <a:cs typeface="Arial"/>
              </a:defRPr>
            </a:defPPr>
            <a:lvl1pPr algn="ctr">
              <a:defRPr sz="1200" b="1">
                <a:solidFill>
                  <a:srgbClr val="231F20"/>
                </a:solidFill>
                <a:latin typeface="Arial"/>
                <a:ea typeface="Arial"/>
                <a:cs typeface="Arial"/>
              </a:defRPr>
            </a:lvl1pPr>
            <a:lvl2pPr algn="ctr">
              <a:defRPr sz="1200" b="1">
                <a:solidFill>
                  <a:srgbClr val="231F20"/>
                </a:solidFill>
                <a:latin typeface="Arial"/>
                <a:ea typeface="Arial"/>
                <a:cs typeface="Arial"/>
              </a:defRPr>
            </a:lvl2pPr>
            <a:lvl3pPr algn="ctr">
              <a:defRPr sz="1200" b="1">
                <a:solidFill>
                  <a:srgbClr val="231F20"/>
                </a:solidFill>
                <a:latin typeface="Arial"/>
                <a:ea typeface="Arial"/>
                <a:cs typeface="Arial"/>
              </a:defRPr>
            </a:lvl3pPr>
            <a:lvl4pPr algn="ctr">
              <a:defRPr sz="1200" b="1">
                <a:solidFill>
                  <a:srgbClr val="231F20"/>
                </a:solidFill>
                <a:latin typeface="Arial"/>
                <a:ea typeface="Arial"/>
                <a:cs typeface="Arial"/>
              </a:defRPr>
            </a:lvl4pPr>
            <a:lvl5pPr algn="ctr">
              <a:defRPr sz="1200" b="1">
                <a:solidFill>
                  <a:srgbClr val="231F20"/>
                </a:solidFill>
                <a:latin typeface="Arial"/>
                <a:ea typeface="Arial"/>
                <a:cs typeface="Arial"/>
              </a:defRPr>
            </a:lvl5pPr>
            <a:lvl6pPr algn="ctr">
              <a:defRPr sz="1200" b="1">
                <a:solidFill>
                  <a:srgbClr val="231F20"/>
                </a:solidFill>
                <a:latin typeface="Arial"/>
                <a:ea typeface="Arial"/>
                <a:cs typeface="Arial"/>
              </a:defRPr>
            </a:lvl6pPr>
            <a:lvl7pPr algn="ctr">
              <a:defRPr sz="1200" b="1">
                <a:solidFill>
                  <a:srgbClr val="231F20"/>
                </a:solidFill>
                <a:latin typeface="Arial"/>
                <a:ea typeface="Arial"/>
                <a:cs typeface="Arial"/>
              </a:defRPr>
            </a:lvl7pPr>
            <a:lvl8pPr algn="ctr">
              <a:defRPr sz="1200" b="1">
                <a:solidFill>
                  <a:srgbClr val="231F20"/>
                </a:solidFill>
                <a:latin typeface="Arial"/>
                <a:ea typeface="Arial"/>
                <a:cs typeface="Arial"/>
              </a:defRPr>
            </a:lvl8pPr>
            <a:lvl9pPr algn="ctr">
              <a:defRPr sz="1200" b="1">
                <a:solidFill>
                  <a:srgbClr val="231F20"/>
                </a:solidFill>
                <a:latin typeface="Arial"/>
                <a:ea typeface="Arial"/>
                <a:cs typeface="Arial"/>
              </a:defRPr>
            </a:lvl9pPr>
          </a:lstStyle>
          <a:p xmlns:a="http://schemas.openxmlformats.org/drawingml/2006/main">
            <a:pPr algn="ctr">
              <a:defRPr sz="1200" b="1">
                <a:solidFill>
                  <a:srgbClr val="231F20"/>
                </a:solidFill>
                <a:latin typeface="Arial"/>
                <a:ea typeface="Arial"/>
                <a:cs typeface="Arial"/>
              </a:defRPr>
            </a:pPr>
            <a:r>
              <a:rPr sz="1200" b="1">
                <a:solidFill>
                  <a:srgbClr val="231F20"/>
                </a:solidFill>
                <a:latin typeface="Arial"/>
                <a:ea typeface="Arial"/>
                <a:cs typeface="Arial"/>
              </a:rPr>
              <a:t>MMU</a:t>
            </a:r>
          </a:p>
        </p:txBody>
      </p:sp>
      <p:sp>
        <p:nvSpPr>
          <p:cNvPr id="109" name="block-1056">
            <a:extLst xmlns:a="http://schemas.openxmlformats.org/drawingml/2006/main">
              <a:ext uri="{FF2B5EF4-FFF2-40B4-BE49-F238E27FC236}">
                <a16:creationId xmlns:a16="http://schemas.microsoft.com/office/drawing/2014/main" id="{838105A1-4DA5-4631-85D5-29CB17E33BCD}"/>
              </a:ext>
            </a:extLst>
          </p:cNvPr>
          <p:cNvSpPr>
            <a:spLocks xmlns:a="http://schemas.openxmlformats.org/drawingml/2006/main" noGrp="1"/>
          </p:cNvSpPr>
          <p:nvPr/>
        </p:nvSpPr>
        <p:spPr>
          <a:xfrm xmlns:a="http://schemas.openxmlformats.org/drawingml/2006/main">
            <a:off x="1698593" y="4529138"/>
            <a:ext cx="559213" cy="358140"/>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10" name="text-1057">
            <a:extLst xmlns:a="http://schemas.openxmlformats.org/drawingml/2006/main">
              <a:ext uri="{FF2B5EF4-FFF2-40B4-BE49-F238E27FC236}">
                <a16:creationId xmlns:a16="http://schemas.microsoft.com/office/drawing/2014/main" id="{BD0300B7-F0CC-4374-9FBF-9ACCD17297BE}"/>
              </a:ext>
            </a:extLst>
          </p:cNvPr>
          <p:cNvSpPr>
            <a:spLocks xmlns:a="http://schemas.openxmlformats.org/drawingml/2006/main" noGrp="1"/>
          </p:cNvSpPr>
          <p:nvPr/>
        </p:nvSpPr>
        <p:spPr>
          <a:xfrm xmlns:a="http://schemas.openxmlformats.org/drawingml/2006/main">
            <a:off x="1728026" y="4538091"/>
            <a:ext cx="500348" cy="3402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I-cache</a:t>
            </a:r>
          </a:p>
        </p:txBody>
      </p:sp>
      <p:sp>
        <p:nvSpPr>
          <p:cNvPr id="111" name="block-1058">
            <a:extLst xmlns:a="http://schemas.openxmlformats.org/drawingml/2006/main">
              <a:ext uri="{FF2B5EF4-FFF2-40B4-BE49-F238E27FC236}">
                <a16:creationId xmlns:a16="http://schemas.microsoft.com/office/drawing/2014/main" id="{8E9642CD-644F-4F87-A470-C9EEEDB9731A}"/>
              </a:ext>
            </a:extLst>
          </p:cNvPr>
          <p:cNvSpPr>
            <a:spLocks xmlns:a="http://schemas.openxmlformats.org/drawingml/2006/main" noGrp="1"/>
          </p:cNvSpPr>
          <p:nvPr/>
        </p:nvSpPr>
        <p:spPr>
          <a:xfrm xmlns:a="http://schemas.openxmlformats.org/drawingml/2006/main">
            <a:off x="1708404" y="5155883"/>
            <a:ext cx="529781" cy="241745"/>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12" name="text-1059">
            <a:extLst xmlns:a="http://schemas.openxmlformats.org/drawingml/2006/main">
              <a:ext uri="{FF2B5EF4-FFF2-40B4-BE49-F238E27FC236}">
                <a16:creationId xmlns:a16="http://schemas.microsoft.com/office/drawing/2014/main" id="{0F99F71B-25B5-4D9D-BDEE-FFDBF8877D91}"/>
              </a:ext>
            </a:extLst>
          </p:cNvPr>
          <p:cNvSpPr>
            <a:spLocks xmlns:a="http://schemas.openxmlformats.org/drawingml/2006/main" noGrp="1"/>
          </p:cNvSpPr>
          <p:nvPr/>
        </p:nvSpPr>
        <p:spPr>
          <a:xfrm xmlns:a="http://schemas.openxmlformats.org/drawingml/2006/main">
            <a:off x="1737836" y="5164836"/>
            <a:ext cx="470916" cy="223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bus I/F</a:t>
            </a:r>
          </a:p>
        </p:txBody>
      </p:sp>
      <p:sp>
        <p:nvSpPr>
          <p:cNvPr id="113" name="wire-1060">
            <a:extLst xmlns:a="http://schemas.openxmlformats.org/drawingml/2006/main">
              <a:ext uri="{FF2B5EF4-FFF2-40B4-BE49-F238E27FC236}">
                <a16:creationId xmlns:a16="http://schemas.microsoft.com/office/drawing/2014/main" id="{5C1D2BD5-3638-40A5-96E5-475BD0F6614E}"/>
              </a:ext>
            </a:extLst>
          </p:cNvPr>
          <p:cNvSpPr>
            <a:spLocks xmlns:a="http://schemas.openxmlformats.org/drawingml/2006/main" noGrp="1"/>
          </p:cNvSpPr>
          <p:nvPr/>
        </p:nvSpPr>
        <p:spPr>
          <a:xfrm xmlns:a="http://schemas.openxmlformats.org/drawingml/2006/main">
            <a:off x="1482757" y="4627626"/>
            <a:ext cx="107918" cy="9525"/>
          </a:xfrm>
          <a:custGeom xmlns:a="http://schemas.openxmlformats.org/drawingml/2006/main">
            <a:pathLst>
              <a:path w="107918" h="9525">
                <a:moveTo>
                  <a:pt x="0" y="0"/>
                </a:moveTo>
                <a:lnTo>
                  <a:pt x="107918" y="0"/>
                </a:lnTo>
              </a:path>
            </a:pathLst>
          </a:custGeom>
          <a:noFill xmlns:a="http://schemas.openxmlformats.org/drawingml/2006/main"/>
          <a:ln xmlns:a="http://schemas.openxmlformats.org/drawingml/2006/main" w="17145">
            <a:solidFill>
              <a:srgbClr val="231F20"/>
            </a:solidFill>
          </a:ln>
        </p:spPr>
      </p:sp>
      <p:sp>
        <p:nvSpPr>
          <p:cNvPr id="114" name="wire-1061">
            <a:extLst xmlns:a="http://schemas.openxmlformats.org/drawingml/2006/main">
              <a:ext uri="{FF2B5EF4-FFF2-40B4-BE49-F238E27FC236}">
                <a16:creationId xmlns:a16="http://schemas.microsoft.com/office/drawing/2014/main" id="{C9999C20-6DF9-4BC4-9EBE-41037AB10A83}"/>
              </a:ext>
            </a:extLst>
          </p:cNvPr>
          <p:cNvSpPr>
            <a:spLocks xmlns:a="http://schemas.openxmlformats.org/drawingml/2006/main" noGrp="1"/>
          </p:cNvSpPr>
          <p:nvPr/>
        </p:nvSpPr>
        <p:spPr>
          <a:xfrm xmlns:a="http://schemas.openxmlformats.org/drawingml/2006/main">
            <a:off x="1590675" y="4242626"/>
            <a:ext cx="9525" cy="385001"/>
          </a:xfrm>
          <a:custGeom xmlns:a="http://schemas.openxmlformats.org/drawingml/2006/main">
            <a:pathLst>
              <a:path w="9525" h="385001">
                <a:moveTo>
                  <a:pt x="0" y="385001"/>
                </a:moveTo>
                <a:lnTo>
                  <a:pt x="0" y="0"/>
                </a:lnTo>
              </a:path>
            </a:pathLst>
          </a:custGeom>
          <a:noFill xmlns:a="http://schemas.openxmlformats.org/drawingml/2006/main"/>
          <a:ln xmlns:a="http://schemas.openxmlformats.org/drawingml/2006/main" w="17145">
            <a:solidFill>
              <a:srgbClr val="231F20"/>
            </a:solidFill>
          </a:ln>
        </p:spPr>
      </p:sp>
      <p:sp>
        <p:nvSpPr>
          <p:cNvPr id="115" name="wire-1062">
            <a:extLst xmlns:a="http://schemas.openxmlformats.org/drawingml/2006/main">
              <a:ext uri="{FF2B5EF4-FFF2-40B4-BE49-F238E27FC236}">
                <a16:creationId xmlns:a16="http://schemas.microsoft.com/office/drawing/2014/main" id="{0EEAF35C-5C70-41DB-92AB-C696C868997B}"/>
              </a:ext>
            </a:extLst>
          </p:cNvPr>
          <p:cNvSpPr>
            <a:spLocks xmlns:a="http://schemas.openxmlformats.org/drawingml/2006/main" noGrp="1"/>
          </p:cNvSpPr>
          <p:nvPr/>
        </p:nvSpPr>
        <p:spPr>
          <a:xfrm xmlns:a="http://schemas.openxmlformats.org/drawingml/2006/main">
            <a:off x="1590675" y="4242626"/>
            <a:ext cx="117729" cy="9525"/>
          </a:xfrm>
          <a:custGeom xmlns:a="http://schemas.openxmlformats.org/drawingml/2006/main">
            <a:pathLst>
              <a:path w="117729" h="9525">
                <a:moveTo>
                  <a:pt x="0" y="0"/>
                </a:moveTo>
                <a:lnTo>
                  <a:pt x="117729" y="0"/>
                </a:lnTo>
              </a:path>
            </a:pathLst>
          </a:custGeom>
          <a:noFill xmlns:a="http://schemas.openxmlformats.org/drawingml/2006/main"/>
          <a:ln xmlns:a="http://schemas.openxmlformats.org/drawingml/2006/main" w="17145">
            <a:solidFill>
              <a:srgbClr val="231F20"/>
            </a:solidFill>
          </a:ln>
        </p:spPr>
      </p:sp>
      <p:sp>
        <p:nvSpPr>
          <p:cNvPr id="116" name="circuit-1063">
            <a:extLst xmlns:a="http://schemas.openxmlformats.org/drawingml/2006/main">
              <a:ext uri="{FF2B5EF4-FFF2-40B4-BE49-F238E27FC236}">
                <a16:creationId xmlns:a16="http://schemas.microsoft.com/office/drawing/2014/main" id="{83C388E1-F1DF-40C7-A7EC-35DDA8B585B5}"/>
              </a:ext>
            </a:extLst>
          </p:cNvPr>
          <p:cNvSpPr>
            <a:spLocks xmlns:a="http://schemas.openxmlformats.org/drawingml/2006/main" noGrp="1"/>
          </p:cNvSpPr>
          <p:nvPr/>
        </p:nvSpPr>
        <p:spPr>
          <a:xfrm xmlns:a="http://schemas.openxmlformats.org/drawingml/2006/main">
            <a:off x="1659350" y="4223823"/>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17" name="wire-1064">
            <a:extLst xmlns:a="http://schemas.openxmlformats.org/drawingml/2006/main">
              <a:ext uri="{FF2B5EF4-FFF2-40B4-BE49-F238E27FC236}">
                <a16:creationId xmlns:a16="http://schemas.microsoft.com/office/drawing/2014/main" id="{F94C22A8-71F5-472E-BD6C-76A07382E051}"/>
              </a:ext>
            </a:extLst>
          </p:cNvPr>
          <p:cNvSpPr>
            <a:spLocks xmlns:a="http://schemas.openxmlformats.org/drawingml/2006/main" noGrp="1"/>
          </p:cNvSpPr>
          <p:nvPr/>
        </p:nvSpPr>
        <p:spPr>
          <a:xfrm xmlns:a="http://schemas.openxmlformats.org/drawingml/2006/main">
            <a:off x="1973294" y="4367975"/>
            <a:ext cx="9525" cy="161163"/>
          </a:xfrm>
          <a:custGeom xmlns:a="http://schemas.openxmlformats.org/drawingml/2006/main">
            <a:pathLst>
              <a:path w="9525" h="161163">
                <a:moveTo>
                  <a:pt x="0" y="0"/>
                </a:moveTo>
                <a:lnTo>
                  <a:pt x="0" y="161163"/>
                </a:lnTo>
              </a:path>
            </a:pathLst>
          </a:custGeom>
          <a:noFill xmlns:a="http://schemas.openxmlformats.org/drawingml/2006/main"/>
          <a:ln xmlns:a="http://schemas.openxmlformats.org/drawingml/2006/main" w="17145">
            <a:solidFill>
              <a:srgbClr val="231F20"/>
            </a:solidFill>
          </a:ln>
        </p:spPr>
      </p:sp>
      <p:sp>
        <p:nvSpPr>
          <p:cNvPr id="118" name="circuit-1065">
            <a:extLst xmlns:a="http://schemas.openxmlformats.org/drawingml/2006/main">
              <a:ext uri="{FF2B5EF4-FFF2-40B4-BE49-F238E27FC236}">
                <a16:creationId xmlns:a16="http://schemas.microsoft.com/office/drawing/2014/main" id="{B302323E-59A8-48FC-8482-3CBFD187EEB9}"/>
              </a:ext>
            </a:extLst>
          </p:cNvPr>
          <p:cNvSpPr>
            <a:spLocks xmlns:a="http://schemas.openxmlformats.org/drawingml/2006/main" noGrp="1"/>
          </p:cNvSpPr>
          <p:nvPr/>
        </p:nvSpPr>
        <p:spPr>
          <a:xfrm xmlns:a="http://schemas.openxmlformats.org/drawingml/2006/main">
            <a:off x="1952692" y="4484370"/>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119" name="wire-1066">
            <a:extLst xmlns:a="http://schemas.openxmlformats.org/drawingml/2006/main">
              <a:ext uri="{FF2B5EF4-FFF2-40B4-BE49-F238E27FC236}">
                <a16:creationId xmlns:a16="http://schemas.microsoft.com/office/drawing/2014/main" id="{F8A1F971-A7DD-4920-93EA-DDC359D88A3F}"/>
              </a:ext>
            </a:extLst>
          </p:cNvPr>
          <p:cNvSpPr>
            <a:spLocks xmlns:a="http://schemas.openxmlformats.org/drawingml/2006/main" noGrp="1"/>
          </p:cNvSpPr>
          <p:nvPr/>
        </p:nvSpPr>
        <p:spPr>
          <a:xfrm xmlns:a="http://schemas.openxmlformats.org/drawingml/2006/main">
            <a:off x="1973294" y="4887277"/>
            <a:ext cx="9525" cy="268605"/>
          </a:xfrm>
          <a:custGeom xmlns:a="http://schemas.openxmlformats.org/drawingml/2006/main">
            <a:pathLst>
              <a:path w="9525" h="268605">
                <a:moveTo>
                  <a:pt x="0" y="0"/>
                </a:moveTo>
                <a:lnTo>
                  <a:pt x="0" y="268605"/>
                </a:lnTo>
              </a:path>
            </a:pathLst>
          </a:custGeom>
          <a:noFill xmlns:a="http://schemas.openxmlformats.org/drawingml/2006/main"/>
          <a:ln xmlns:a="http://schemas.openxmlformats.org/drawingml/2006/main" w="15240">
            <a:solidFill>
              <a:srgbClr val="231F20"/>
            </a:solidFill>
          </a:ln>
        </p:spPr>
      </p:sp>
      <p:sp>
        <p:nvSpPr>
          <p:cNvPr id="120" name="circuit-1067">
            <a:extLst xmlns:a="http://schemas.openxmlformats.org/drawingml/2006/main">
              <a:ext uri="{FF2B5EF4-FFF2-40B4-BE49-F238E27FC236}">
                <a16:creationId xmlns:a16="http://schemas.microsoft.com/office/drawing/2014/main" id="{22A68A86-FDB9-4B24-9F2B-4689E85E3D63}"/>
              </a:ext>
            </a:extLst>
          </p:cNvPr>
          <p:cNvSpPr>
            <a:spLocks xmlns:a="http://schemas.openxmlformats.org/drawingml/2006/main" noGrp="1"/>
          </p:cNvSpPr>
          <p:nvPr/>
        </p:nvSpPr>
        <p:spPr>
          <a:xfrm xmlns:a="http://schemas.openxmlformats.org/drawingml/2006/main">
            <a:off x="1952692" y="5111115"/>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121" name="wire-1068">
            <a:extLst xmlns:a="http://schemas.openxmlformats.org/drawingml/2006/main">
              <a:ext uri="{FF2B5EF4-FFF2-40B4-BE49-F238E27FC236}">
                <a16:creationId xmlns:a16="http://schemas.microsoft.com/office/drawing/2014/main" id="{9D350358-4E76-4A07-B092-B249D90EADF3}"/>
              </a:ext>
            </a:extLst>
          </p:cNvPr>
          <p:cNvSpPr>
            <a:spLocks xmlns:a="http://schemas.openxmlformats.org/drawingml/2006/main" noGrp="1"/>
          </p:cNvSpPr>
          <p:nvPr/>
        </p:nvSpPr>
        <p:spPr>
          <a:xfrm xmlns:a="http://schemas.openxmlformats.org/drawingml/2006/main">
            <a:off x="1973294" y="4887277"/>
            <a:ext cx="9525" cy="268605"/>
          </a:xfrm>
          <a:custGeom xmlns:a="http://schemas.openxmlformats.org/drawingml/2006/main">
            <a:pathLst>
              <a:path w="9525" h="268605">
                <a:moveTo>
                  <a:pt x="0" y="268605"/>
                </a:moveTo>
                <a:lnTo>
                  <a:pt x="0" y="0"/>
                </a:lnTo>
              </a:path>
            </a:pathLst>
          </a:custGeom>
          <a:noFill xmlns:a="http://schemas.openxmlformats.org/drawingml/2006/main"/>
          <a:ln xmlns:a="http://schemas.openxmlformats.org/drawingml/2006/main" w="15240">
            <a:solidFill>
              <a:srgbClr val="231F20"/>
            </a:solidFill>
          </a:ln>
        </p:spPr>
      </p:sp>
      <p:sp>
        <p:nvSpPr>
          <p:cNvPr id="122" name="circuit-1069">
            <a:extLst xmlns:a="http://schemas.openxmlformats.org/drawingml/2006/main">
              <a:ext uri="{FF2B5EF4-FFF2-40B4-BE49-F238E27FC236}">
                <a16:creationId xmlns:a16="http://schemas.microsoft.com/office/drawing/2014/main" id="{5AF9212E-EF36-48FE-9EDD-C9EA20F2E2E3}"/>
              </a:ext>
            </a:extLst>
          </p:cNvPr>
          <p:cNvSpPr>
            <a:spLocks xmlns:a="http://schemas.openxmlformats.org/drawingml/2006/main" noGrp="1"/>
          </p:cNvSpPr>
          <p:nvPr/>
        </p:nvSpPr>
        <p:spPr>
          <a:xfrm xmlns:a="http://schemas.openxmlformats.org/drawingml/2006/main">
            <a:off x="1952692" y="4887277"/>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231F20"/>
          </a:solidFill>
          <a:ln xmlns:a="http://schemas.openxmlformats.org/drawingml/2006/main" w="4763">
            <a:solidFill>
              <a:srgbClr val="231F20"/>
            </a:solidFill>
          </a:ln>
        </p:spPr>
      </p:sp>
      <p:sp>
        <p:nvSpPr>
          <p:cNvPr id="123" name="wire-1070">
            <a:extLst xmlns:a="http://schemas.openxmlformats.org/drawingml/2006/main">
              <a:ext uri="{FF2B5EF4-FFF2-40B4-BE49-F238E27FC236}">
                <a16:creationId xmlns:a16="http://schemas.microsoft.com/office/drawing/2014/main" id="{12D0CDDC-95A0-4C0A-A9A4-31FBF43E0269}"/>
              </a:ext>
            </a:extLst>
          </p:cNvPr>
          <p:cNvSpPr>
            <a:spLocks xmlns:a="http://schemas.openxmlformats.org/drawingml/2006/main" noGrp="1"/>
          </p:cNvSpPr>
          <p:nvPr/>
        </p:nvSpPr>
        <p:spPr>
          <a:xfrm xmlns:a="http://schemas.openxmlformats.org/drawingml/2006/main">
            <a:off x="2238185" y="5272278"/>
            <a:ext cx="49054" cy="9525"/>
          </a:xfrm>
          <a:custGeom xmlns:a="http://schemas.openxmlformats.org/drawingml/2006/main">
            <a:pathLst>
              <a:path w="49054" h="9525">
                <a:moveTo>
                  <a:pt x="0" y="0"/>
                </a:moveTo>
                <a:lnTo>
                  <a:pt x="49054" y="0"/>
                </a:lnTo>
              </a:path>
            </a:pathLst>
          </a:custGeom>
          <a:noFill xmlns:a="http://schemas.openxmlformats.org/drawingml/2006/main"/>
          <a:ln xmlns:a="http://schemas.openxmlformats.org/drawingml/2006/main" w="12383">
            <a:solidFill>
              <a:srgbClr val="231F20"/>
            </a:solidFill>
          </a:ln>
        </p:spPr>
      </p:sp>
      <p:sp>
        <p:nvSpPr>
          <p:cNvPr id="124" name="wire-1071">
            <a:extLst xmlns:a="http://schemas.openxmlformats.org/drawingml/2006/main">
              <a:ext uri="{FF2B5EF4-FFF2-40B4-BE49-F238E27FC236}">
                <a16:creationId xmlns:a16="http://schemas.microsoft.com/office/drawing/2014/main" id="{A18F883C-6487-4180-828F-A8EF33106B94}"/>
              </a:ext>
            </a:extLst>
          </p:cNvPr>
          <p:cNvSpPr>
            <a:spLocks xmlns:a="http://schemas.openxmlformats.org/drawingml/2006/main" noGrp="1"/>
          </p:cNvSpPr>
          <p:nvPr/>
        </p:nvSpPr>
        <p:spPr>
          <a:xfrm xmlns:a="http://schemas.openxmlformats.org/drawingml/2006/main">
            <a:off x="2287238" y="3580067"/>
            <a:ext cx="9525" cy="1692211"/>
          </a:xfrm>
          <a:custGeom xmlns:a="http://schemas.openxmlformats.org/drawingml/2006/main">
            <a:pathLst>
              <a:path w="9525" h="1692211">
                <a:moveTo>
                  <a:pt x="0" y="1692211"/>
                </a:moveTo>
                <a:lnTo>
                  <a:pt x="0" y="0"/>
                </a:lnTo>
              </a:path>
            </a:pathLst>
          </a:custGeom>
          <a:noFill xmlns:a="http://schemas.openxmlformats.org/drawingml/2006/main"/>
          <a:ln xmlns:a="http://schemas.openxmlformats.org/drawingml/2006/main" w="12383">
            <a:solidFill>
              <a:srgbClr val="231F20"/>
            </a:solidFill>
          </a:ln>
        </p:spPr>
      </p:sp>
      <p:sp>
        <p:nvSpPr>
          <p:cNvPr id="125" name="wire-1072">
            <a:extLst xmlns:a="http://schemas.openxmlformats.org/drawingml/2006/main">
              <a:ext uri="{FF2B5EF4-FFF2-40B4-BE49-F238E27FC236}">
                <a16:creationId xmlns:a16="http://schemas.microsoft.com/office/drawing/2014/main" id="{E7044E60-AE50-4BA7-98FA-6046108CFB71}"/>
              </a:ext>
            </a:extLst>
          </p:cNvPr>
          <p:cNvSpPr>
            <a:spLocks xmlns:a="http://schemas.openxmlformats.org/drawingml/2006/main" noGrp="1"/>
          </p:cNvSpPr>
          <p:nvPr/>
        </p:nvSpPr>
        <p:spPr>
          <a:xfrm xmlns:a="http://schemas.openxmlformats.org/drawingml/2006/main">
            <a:off x="2287238" y="3580067"/>
            <a:ext cx="5847207" cy="9525"/>
          </a:xfrm>
          <a:custGeom xmlns:a="http://schemas.openxmlformats.org/drawingml/2006/main">
            <a:pathLst>
              <a:path w="5847207" h="9525">
                <a:moveTo>
                  <a:pt x="0" y="0"/>
                </a:moveTo>
                <a:lnTo>
                  <a:pt x="5847207" y="0"/>
                </a:lnTo>
              </a:path>
            </a:pathLst>
          </a:custGeom>
          <a:noFill xmlns:a="http://schemas.openxmlformats.org/drawingml/2006/main"/>
          <a:ln xmlns:a="http://schemas.openxmlformats.org/drawingml/2006/main" w="12383">
            <a:solidFill>
              <a:srgbClr val="231F20"/>
            </a:solidFill>
          </a:ln>
        </p:spPr>
      </p:sp>
      <p:sp>
        <p:nvSpPr>
          <p:cNvPr id="126" name="circuit-1073">
            <a:extLst xmlns:a="http://schemas.openxmlformats.org/drawingml/2006/main">
              <a:ext uri="{FF2B5EF4-FFF2-40B4-BE49-F238E27FC236}">
                <a16:creationId xmlns:a16="http://schemas.microsoft.com/office/drawing/2014/main" id="{68C97AE4-80F1-4B9F-9CBF-7D7EC6BFFA54}"/>
              </a:ext>
            </a:extLst>
          </p:cNvPr>
          <p:cNvSpPr>
            <a:spLocks xmlns:a="http://schemas.openxmlformats.org/drawingml/2006/main" noGrp="1"/>
          </p:cNvSpPr>
          <p:nvPr/>
        </p:nvSpPr>
        <p:spPr>
          <a:xfrm xmlns:a="http://schemas.openxmlformats.org/drawingml/2006/main">
            <a:off x="8085392" y="356126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27" name="wire-1074">
            <a:extLst xmlns:a="http://schemas.openxmlformats.org/drawingml/2006/main">
              <a:ext uri="{FF2B5EF4-FFF2-40B4-BE49-F238E27FC236}">
                <a16:creationId xmlns:a16="http://schemas.microsoft.com/office/drawing/2014/main" id="{77D667F6-8164-4641-ACCB-D19E6DA3ED95}"/>
              </a:ext>
            </a:extLst>
          </p:cNvPr>
          <p:cNvSpPr>
            <a:spLocks xmlns:a="http://schemas.openxmlformats.org/drawingml/2006/main" noGrp="1"/>
          </p:cNvSpPr>
          <p:nvPr/>
        </p:nvSpPr>
        <p:spPr>
          <a:xfrm xmlns:a="http://schemas.openxmlformats.org/drawingml/2006/main">
            <a:off x="2238185" y="5272278"/>
            <a:ext cx="49054" cy="9525"/>
          </a:xfrm>
          <a:custGeom xmlns:a="http://schemas.openxmlformats.org/drawingml/2006/main">
            <a:pathLst>
              <a:path w="49054" h="9525">
                <a:moveTo>
                  <a:pt x="49054" y="0"/>
                </a:moveTo>
                <a:lnTo>
                  <a:pt x="0" y="0"/>
                </a:lnTo>
              </a:path>
            </a:pathLst>
          </a:custGeom>
          <a:noFill xmlns:a="http://schemas.openxmlformats.org/drawingml/2006/main"/>
          <a:ln xmlns:a="http://schemas.openxmlformats.org/drawingml/2006/main" w="12383">
            <a:solidFill>
              <a:srgbClr val="231F20"/>
            </a:solidFill>
          </a:ln>
        </p:spPr>
      </p:sp>
      <p:sp>
        <p:nvSpPr>
          <p:cNvPr id="128" name="circuit-1075">
            <a:extLst xmlns:a="http://schemas.openxmlformats.org/drawingml/2006/main">
              <a:ext uri="{FF2B5EF4-FFF2-40B4-BE49-F238E27FC236}">
                <a16:creationId xmlns:a16="http://schemas.microsoft.com/office/drawing/2014/main" id="{1D67AE9C-A30B-41A1-9368-A2C062E3030E}"/>
              </a:ext>
            </a:extLst>
          </p:cNvPr>
          <p:cNvSpPr>
            <a:spLocks xmlns:a="http://schemas.openxmlformats.org/drawingml/2006/main" noGrp="1"/>
          </p:cNvSpPr>
          <p:nvPr/>
        </p:nvSpPr>
        <p:spPr>
          <a:xfrm xmlns:a="http://schemas.openxmlformats.org/drawingml/2006/main">
            <a:off x="2238185" y="5253476"/>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231F20"/>
          </a:solidFill>
          <a:ln xmlns:a="http://schemas.openxmlformats.org/drawingml/2006/main" w="4763">
            <a:solidFill>
              <a:srgbClr val="231F20"/>
            </a:solidFill>
          </a:ln>
        </p:spPr>
      </p:sp>
      <p:sp>
        <p:nvSpPr>
          <p:cNvPr id="129" name="block-1076">
            <a:extLst xmlns:a="http://schemas.openxmlformats.org/drawingml/2006/main">
              <a:ext uri="{FF2B5EF4-FFF2-40B4-BE49-F238E27FC236}">
                <a16:creationId xmlns:a16="http://schemas.microsoft.com/office/drawing/2014/main" id="{BEB54881-6AD3-49AE-8F3B-CE41CA2CB0BD}"/>
              </a:ext>
            </a:extLst>
          </p:cNvPr>
          <p:cNvSpPr>
            <a:spLocks xmlns:a="http://schemas.openxmlformats.org/drawingml/2006/main" noGrp="1"/>
          </p:cNvSpPr>
          <p:nvPr/>
        </p:nvSpPr>
        <p:spPr>
          <a:xfrm xmlns:a="http://schemas.openxmlformats.org/drawingml/2006/main">
            <a:off x="1080516" y="3929253"/>
            <a:ext cx="529781" cy="241745"/>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30" name="text-1077">
            <a:extLst xmlns:a="http://schemas.openxmlformats.org/drawingml/2006/main">
              <a:ext uri="{FF2B5EF4-FFF2-40B4-BE49-F238E27FC236}">
                <a16:creationId xmlns:a16="http://schemas.microsoft.com/office/drawing/2014/main" id="{EE227AA4-5B24-43CD-A5C2-CF0307579134}"/>
              </a:ext>
            </a:extLst>
          </p:cNvPr>
          <p:cNvSpPr>
            <a:spLocks xmlns:a="http://schemas.openxmlformats.org/drawingml/2006/main" noGrp="1"/>
          </p:cNvSpPr>
          <p:nvPr/>
        </p:nvSpPr>
        <p:spPr>
          <a:xfrm xmlns:a="http://schemas.openxmlformats.org/drawingml/2006/main">
            <a:off x="1109948" y="3938207"/>
            <a:ext cx="470916" cy="223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+2 / +4</a:t>
            </a:r>
          </a:p>
        </p:txBody>
      </p:sp>
      <p:sp>
        <p:nvSpPr>
          <p:cNvPr id="131" name="wire-1078">
            <a:extLst xmlns:a="http://schemas.openxmlformats.org/drawingml/2006/main">
              <a:ext uri="{FF2B5EF4-FFF2-40B4-BE49-F238E27FC236}">
                <a16:creationId xmlns:a16="http://schemas.microsoft.com/office/drawing/2014/main" id="{052A0BFE-6D32-40C4-B6AD-F61A60DA5E03}"/>
              </a:ext>
            </a:extLst>
          </p:cNvPr>
          <p:cNvSpPr>
            <a:spLocks xmlns:a="http://schemas.openxmlformats.org/drawingml/2006/main" noGrp="1"/>
          </p:cNvSpPr>
          <p:nvPr/>
        </p:nvSpPr>
        <p:spPr>
          <a:xfrm xmlns:a="http://schemas.openxmlformats.org/drawingml/2006/main">
            <a:off x="1482757" y="4627626"/>
            <a:ext cx="68675" cy="9525"/>
          </a:xfrm>
          <a:custGeom xmlns:a="http://schemas.openxmlformats.org/drawingml/2006/main">
            <a:pathLst>
              <a:path w="68675" h="9525">
                <a:moveTo>
                  <a:pt x="0" y="0"/>
                </a:moveTo>
                <a:lnTo>
                  <a:pt x="68675" y="0"/>
                </a:lnTo>
              </a:path>
            </a:pathLst>
          </a:custGeom>
          <a:noFill xmlns:a="http://schemas.openxmlformats.org/drawingml/2006/main"/>
          <a:ln xmlns:a="http://schemas.openxmlformats.org/drawingml/2006/main" w="11430">
            <a:solidFill>
              <a:srgbClr val="231F20"/>
            </a:solidFill>
          </a:ln>
        </p:spPr>
      </p:sp>
      <p:sp>
        <p:nvSpPr>
          <p:cNvPr id="132" name="wire-1079">
            <a:extLst xmlns:a="http://schemas.openxmlformats.org/drawingml/2006/main">
              <a:ext uri="{FF2B5EF4-FFF2-40B4-BE49-F238E27FC236}">
                <a16:creationId xmlns:a16="http://schemas.microsoft.com/office/drawing/2014/main" id="{D99E32F4-C413-4464-A6FC-488DD74BA177}"/>
              </a:ext>
            </a:extLst>
          </p:cNvPr>
          <p:cNvSpPr>
            <a:spLocks xmlns:a="http://schemas.openxmlformats.org/drawingml/2006/main" noGrp="1"/>
          </p:cNvSpPr>
          <p:nvPr/>
        </p:nvSpPr>
        <p:spPr>
          <a:xfrm xmlns:a="http://schemas.openxmlformats.org/drawingml/2006/main">
            <a:off x="1551432" y="4215765"/>
            <a:ext cx="9525" cy="411861"/>
          </a:xfrm>
          <a:custGeom xmlns:a="http://schemas.openxmlformats.org/drawingml/2006/main">
            <a:pathLst>
              <a:path w="9525" h="411861">
                <a:moveTo>
                  <a:pt x="0" y="411861"/>
                </a:moveTo>
                <a:lnTo>
                  <a:pt x="0" y="0"/>
                </a:lnTo>
              </a:path>
            </a:pathLst>
          </a:custGeom>
          <a:noFill xmlns:a="http://schemas.openxmlformats.org/drawingml/2006/main"/>
          <a:ln xmlns:a="http://schemas.openxmlformats.org/drawingml/2006/main" w="11430">
            <a:solidFill>
              <a:srgbClr val="231F20"/>
            </a:solidFill>
          </a:ln>
        </p:spPr>
      </p:sp>
      <p:sp>
        <p:nvSpPr>
          <p:cNvPr id="133" name="wire-1080">
            <a:extLst xmlns:a="http://schemas.openxmlformats.org/drawingml/2006/main">
              <a:ext uri="{FF2B5EF4-FFF2-40B4-BE49-F238E27FC236}">
                <a16:creationId xmlns:a16="http://schemas.microsoft.com/office/drawing/2014/main" id="{2C17E700-3A90-4852-97E4-890F681857E3}"/>
              </a:ext>
            </a:extLst>
          </p:cNvPr>
          <p:cNvSpPr>
            <a:spLocks xmlns:a="http://schemas.openxmlformats.org/drawingml/2006/main" noGrp="1"/>
          </p:cNvSpPr>
          <p:nvPr/>
        </p:nvSpPr>
        <p:spPr>
          <a:xfrm xmlns:a="http://schemas.openxmlformats.org/drawingml/2006/main">
            <a:off x="1345406" y="4215765"/>
            <a:ext cx="206026" cy="9525"/>
          </a:xfrm>
          <a:custGeom xmlns:a="http://schemas.openxmlformats.org/drawingml/2006/main">
            <a:pathLst>
              <a:path w="206026" h="9525">
                <a:moveTo>
                  <a:pt x="206026" y="0"/>
                </a:moveTo>
                <a:lnTo>
                  <a:pt x="0" y="0"/>
                </a:lnTo>
              </a:path>
            </a:pathLst>
          </a:custGeom>
          <a:noFill xmlns:a="http://schemas.openxmlformats.org/drawingml/2006/main"/>
          <a:ln xmlns:a="http://schemas.openxmlformats.org/drawingml/2006/main" w="11430">
            <a:solidFill>
              <a:srgbClr val="231F20"/>
            </a:solidFill>
          </a:ln>
        </p:spPr>
      </p:sp>
      <p:sp>
        <p:nvSpPr>
          <p:cNvPr id="134" name="wire-1081">
            <a:extLst xmlns:a="http://schemas.openxmlformats.org/drawingml/2006/main">
              <a:ext uri="{FF2B5EF4-FFF2-40B4-BE49-F238E27FC236}">
                <a16:creationId xmlns:a16="http://schemas.microsoft.com/office/drawing/2014/main" id="{A8943ABC-EFA0-4F39-8E7F-200214B17EE1}"/>
              </a:ext>
            </a:extLst>
          </p:cNvPr>
          <p:cNvSpPr>
            <a:spLocks xmlns:a="http://schemas.openxmlformats.org/drawingml/2006/main" noGrp="1"/>
          </p:cNvSpPr>
          <p:nvPr/>
        </p:nvSpPr>
        <p:spPr>
          <a:xfrm xmlns:a="http://schemas.openxmlformats.org/drawingml/2006/main">
            <a:off x="1345406" y="4170998"/>
            <a:ext cx="9525" cy="44767"/>
          </a:xfrm>
          <a:custGeom xmlns:a="http://schemas.openxmlformats.org/drawingml/2006/main">
            <a:pathLst>
              <a:path w="9525" h="44767">
                <a:moveTo>
                  <a:pt x="0" y="44767"/>
                </a:moveTo>
                <a:lnTo>
                  <a:pt x="0" y="0"/>
                </a:lnTo>
              </a:path>
            </a:pathLst>
          </a:custGeom>
          <a:noFill xmlns:a="http://schemas.openxmlformats.org/drawingml/2006/main"/>
          <a:ln xmlns:a="http://schemas.openxmlformats.org/drawingml/2006/main" w="11430">
            <a:solidFill>
              <a:srgbClr val="231F20"/>
            </a:solidFill>
          </a:ln>
        </p:spPr>
      </p:sp>
      <p:sp>
        <p:nvSpPr>
          <p:cNvPr id="135" name="circuit-1082">
            <a:extLst xmlns:a="http://schemas.openxmlformats.org/drawingml/2006/main">
              <a:ext uri="{FF2B5EF4-FFF2-40B4-BE49-F238E27FC236}">
                <a16:creationId xmlns:a16="http://schemas.microsoft.com/office/drawing/2014/main" id="{4B5D98C5-AA7F-4B1F-953A-2B9FD6A1E364}"/>
              </a:ext>
            </a:extLst>
          </p:cNvPr>
          <p:cNvSpPr>
            <a:spLocks xmlns:a="http://schemas.openxmlformats.org/drawingml/2006/main" noGrp="1"/>
          </p:cNvSpPr>
          <p:nvPr/>
        </p:nvSpPr>
        <p:spPr>
          <a:xfrm xmlns:a="http://schemas.openxmlformats.org/drawingml/2006/main">
            <a:off x="1324804" y="4170998"/>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136" name="circuit-1083">
            <a:extLst xmlns:a="http://schemas.openxmlformats.org/drawingml/2006/main">
              <a:ext uri="{FF2B5EF4-FFF2-40B4-BE49-F238E27FC236}">
                <a16:creationId xmlns:a16="http://schemas.microsoft.com/office/drawing/2014/main" id="{FED579D7-3644-47AE-813C-FACD2079E7DC}"/>
              </a:ext>
            </a:extLst>
          </p:cNvPr>
          <p:cNvSpPr>
            <a:spLocks xmlns:a="http://schemas.openxmlformats.org/drawingml/2006/main" noGrp="1"/>
          </p:cNvSpPr>
          <p:nvPr/>
        </p:nvSpPr>
        <p:spPr>
          <a:xfrm xmlns:a="http://schemas.openxmlformats.org/drawingml/2006/main">
            <a:off x="1051084" y="4439603"/>
            <a:ext cx="166783" cy="385001"/>
          </a:xfrm>
          <a:custGeom xmlns:a="http://schemas.openxmlformats.org/drawingml/2006/main">
            <a:pathLst>
              <a:path w="166783" h="385001">
                <a:moveTo>
                  <a:pt x="0" y="0"/>
                </a:moveTo>
                <a:lnTo>
                  <a:pt x="166783" y="53721"/>
                </a:lnTo>
                <a:lnTo>
                  <a:pt x="166783" y="331280"/>
                </a:lnTo>
                <a:lnTo>
                  <a:pt x="0" y="385001"/>
                </a:lnTo>
                <a:close/>
              </a:path>
            </a:pathLst>
          </a:custGeom>
          <a:solidFill xmlns:a="http://schemas.openxmlformats.org/drawingml/2006/main">
            <a:srgbClr val="FFFFFF"/>
          </a:solidFill>
          <a:ln xmlns:a="http://schemas.openxmlformats.org/drawingml/2006/main" w="14288">
            <a:solidFill>
              <a:srgbClr val="231F20"/>
            </a:solidFill>
          </a:ln>
        </p:spPr>
      </p:sp>
      <p:sp>
        <p:nvSpPr>
          <p:cNvPr id="137" name="text-1084">
            <a:extLst xmlns:a="http://schemas.openxmlformats.org/drawingml/2006/main">
              <a:ext uri="{FF2B5EF4-FFF2-40B4-BE49-F238E27FC236}">
                <a16:creationId xmlns:a16="http://schemas.microsoft.com/office/drawing/2014/main" id="{FDB9FE7E-963A-4CC6-B390-CCED2CD47DB0}"/>
              </a:ext>
            </a:extLst>
          </p:cNvPr>
          <p:cNvSpPr>
            <a:spLocks xmlns:a="http://schemas.openxmlformats.org/drawingml/2006/main" noGrp="1"/>
          </p:cNvSpPr>
          <p:nvPr/>
        </p:nvSpPr>
        <p:spPr>
          <a:xfrm xmlns:a="http://schemas.openxmlformats.org/drawingml/2006/main">
            <a:off x="1060895" y="4466463"/>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138" name="text-1085">
            <a:extLst xmlns:a="http://schemas.openxmlformats.org/drawingml/2006/main">
              <a:ext uri="{FF2B5EF4-FFF2-40B4-BE49-F238E27FC236}">
                <a16:creationId xmlns:a16="http://schemas.microsoft.com/office/drawing/2014/main" id="{EF9B8858-B91B-40A0-8301-AF30C1EA0736}"/>
              </a:ext>
            </a:extLst>
          </p:cNvPr>
          <p:cNvSpPr>
            <a:spLocks xmlns:a="http://schemas.openxmlformats.org/drawingml/2006/main" noGrp="1"/>
          </p:cNvSpPr>
          <p:nvPr/>
        </p:nvSpPr>
        <p:spPr>
          <a:xfrm xmlns:a="http://schemas.openxmlformats.org/drawingml/2006/main">
            <a:off x="1060895" y="4663440"/>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139" name="wire-1086">
            <a:extLst xmlns:a="http://schemas.openxmlformats.org/drawingml/2006/main">
              <a:ext uri="{FF2B5EF4-FFF2-40B4-BE49-F238E27FC236}">
                <a16:creationId xmlns:a16="http://schemas.microsoft.com/office/drawing/2014/main" id="{E88CFA21-9236-4A38-A8CE-F5CC7D50E261}"/>
              </a:ext>
            </a:extLst>
          </p:cNvPr>
          <p:cNvSpPr>
            <a:spLocks xmlns:a="http://schemas.openxmlformats.org/drawingml/2006/main" noGrp="1"/>
          </p:cNvSpPr>
          <p:nvPr/>
        </p:nvSpPr>
        <p:spPr>
          <a:xfrm xmlns:a="http://schemas.openxmlformats.org/drawingml/2006/main">
            <a:off x="962787" y="4054602"/>
            <a:ext cx="117729" cy="9525"/>
          </a:xfrm>
          <a:custGeom xmlns:a="http://schemas.openxmlformats.org/drawingml/2006/main">
            <a:pathLst>
              <a:path w="117729" h="9525">
                <a:moveTo>
                  <a:pt x="117729" y="0"/>
                </a:moveTo>
                <a:lnTo>
                  <a:pt x="0" y="0"/>
                </a:lnTo>
              </a:path>
            </a:pathLst>
          </a:custGeom>
          <a:noFill xmlns:a="http://schemas.openxmlformats.org/drawingml/2006/main"/>
          <a:ln xmlns:a="http://schemas.openxmlformats.org/drawingml/2006/main" w="12383">
            <a:solidFill>
              <a:srgbClr val="231F20"/>
            </a:solidFill>
          </a:ln>
        </p:spPr>
      </p:sp>
      <p:sp>
        <p:nvSpPr>
          <p:cNvPr id="140" name="wire-1087">
            <a:extLst xmlns:a="http://schemas.openxmlformats.org/drawingml/2006/main">
              <a:ext uri="{FF2B5EF4-FFF2-40B4-BE49-F238E27FC236}">
                <a16:creationId xmlns:a16="http://schemas.microsoft.com/office/drawing/2014/main" id="{576C8AC7-26A1-4B36-A51A-37C44F3BBA7C}"/>
              </a:ext>
            </a:extLst>
          </p:cNvPr>
          <p:cNvSpPr>
            <a:spLocks xmlns:a="http://schemas.openxmlformats.org/drawingml/2006/main" noGrp="1"/>
          </p:cNvSpPr>
          <p:nvPr/>
        </p:nvSpPr>
        <p:spPr>
          <a:xfrm xmlns:a="http://schemas.openxmlformats.org/drawingml/2006/main">
            <a:off x="962787" y="4054602"/>
            <a:ext cx="9525" cy="483489"/>
          </a:xfrm>
          <a:custGeom xmlns:a="http://schemas.openxmlformats.org/drawingml/2006/main">
            <a:pathLst>
              <a:path w="9525" h="483489">
                <a:moveTo>
                  <a:pt x="0" y="0"/>
                </a:moveTo>
                <a:lnTo>
                  <a:pt x="0" y="483489"/>
                </a:lnTo>
              </a:path>
            </a:pathLst>
          </a:custGeom>
          <a:noFill xmlns:a="http://schemas.openxmlformats.org/drawingml/2006/main"/>
          <a:ln xmlns:a="http://schemas.openxmlformats.org/drawingml/2006/main" w="12383">
            <a:solidFill>
              <a:srgbClr val="231F20"/>
            </a:solidFill>
          </a:ln>
        </p:spPr>
      </p:sp>
      <p:sp>
        <p:nvSpPr>
          <p:cNvPr id="141" name="wire-1088">
            <a:extLst xmlns:a="http://schemas.openxmlformats.org/drawingml/2006/main">
              <a:ext uri="{FF2B5EF4-FFF2-40B4-BE49-F238E27FC236}">
                <a16:creationId xmlns:a16="http://schemas.microsoft.com/office/drawing/2014/main" id="{EF9CC669-AD95-40D2-AE75-14C55DA34CB5}"/>
              </a:ext>
            </a:extLst>
          </p:cNvPr>
          <p:cNvSpPr>
            <a:spLocks xmlns:a="http://schemas.openxmlformats.org/drawingml/2006/main" noGrp="1"/>
          </p:cNvSpPr>
          <p:nvPr/>
        </p:nvSpPr>
        <p:spPr>
          <a:xfrm xmlns:a="http://schemas.openxmlformats.org/drawingml/2006/main">
            <a:off x="962787" y="4538091"/>
            <a:ext cx="88297" cy="9525"/>
          </a:xfrm>
          <a:custGeom xmlns:a="http://schemas.openxmlformats.org/drawingml/2006/main">
            <a:pathLst>
              <a:path w="88297" h="9525">
                <a:moveTo>
                  <a:pt x="0" y="0"/>
                </a:moveTo>
                <a:lnTo>
                  <a:pt x="88297" y="0"/>
                </a:lnTo>
              </a:path>
            </a:pathLst>
          </a:custGeom>
          <a:noFill xmlns:a="http://schemas.openxmlformats.org/drawingml/2006/main"/>
          <a:ln xmlns:a="http://schemas.openxmlformats.org/drawingml/2006/main" w="12383">
            <a:solidFill>
              <a:srgbClr val="231F20"/>
            </a:solidFill>
          </a:ln>
        </p:spPr>
      </p:sp>
      <p:sp>
        <p:nvSpPr>
          <p:cNvPr id="142" name="circuit-1089">
            <a:extLst xmlns:a="http://schemas.openxmlformats.org/drawingml/2006/main">
              <a:ext uri="{FF2B5EF4-FFF2-40B4-BE49-F238E27FC236}">
                <a16:creationId xmlns:a16="http://schemas.microsoft.com/office/drawing/2014/main" id="{064D457C-A063-403F-A4C7-102AEE292413}"/>
              </a:ext>
            </a:extLst>
          </p:cNvPr>
          <p:cNvSpPr>
            <a:spLocks xmlns:a="http://schemas.openxmlformats.org/drawingml/2006/main" noGrp="1"/>
          </p:cNvSpPr>
          <p:nvPr/>
        </p:nvSpPr>
        <p:spPr>
          <a:xfrm xmlns:a="http://schemas.openxmlformats.org/drawingml/2006/main">
            <a:off x="1002030" y="4519289"/>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43" name="wire-1090">
            <a:extLst xmlns:a="http://schemas.openxmlformats.org/drawingml/2006/main">
              <a:ext uri="{FF2B5EF4-FFF2-40B4-BE49-F238E27FC236}">
                <a16:creationId xmlns:a16="http://schemas.microsoft.com/office/drawing/2014/main" id="{C3033796-E268-4607-912D-B6286F1B3CF3}"/>
              </a:ext>
            </a:extLst>
          </p:cNvPr>
          <p:cNvSpPr>
            <a:spLocks xmlns:a="http://schemas.openxmlformats.org/drawingml/2006/main" noGrp="1"/>
          </p:cNvSpPr>
          <p:nvPr/>
        </p:nvSpPr>
        <p:spPr>
          <a:xfrm xmlns:a="http://schemas.openxmlformats.org/drawingml/2006/main">
            <a:off x="1217867" y="4627626"/>
            <a:ext cx="147161" cy="9525"/>
          </a:xfrm>
          <a:custGeom xmlns:a="http://schemas.openxmlformats.org/drawingml/2006/main">
            <a:pathLst>
              <a:path w="147161" h="9525">
                <a:moveTo>
                  <a:pt x="0" y="0"/>
                </a:moveTo>
                <a:lnTo>
                  <a:pt x="147161" y="0"/>
                </a:lnTo>
              </a:path>
            </a:pathLst>
          </a:custGeom>
          <a:noFill xmlns:a="http://schemas.openxmlformats.org/drawingml/2006/main"/>
          <a:ln xmlns:a="http://schemas.openxmlformats.org/drawingml/2006/main" w="12383">
            <a:solidFill>
              <a:srgbClr val="231F20"/>
            </a:solidFill>
          </a:ln>
        </p:spPr>
      </p:sp>
      <p:sp>
        <p:nvSpPr>
          <p:cNvPr id="144" name="circuit-1091">
            <a:extLst xmlns:a="http://schemas.openxmlformats.org/drawingml/2006/main">
              <a:ext uri="{FF2B5EF4-FFF2-40B4-BE49-F238E27FC236}">
                <a16:creationId xmlns:a16="http://schemas.microsoft.com/office/drawing/2014/main" id="{288ACC24-EFFF-4F12-8A67-40AED65AFAC1}"/>
              </a:ext>
            </a:extLst>
          </p:cNvPr>
          <p:cNvSpPr>
            <a:spLocks xmlns:a="http://schemas.openxmlformats.org/drawingml/2006/main" noGrp="1"/>
          </p:cNvSpPr>
          <p:nvPr/>
        </p:nvSpPr>
        <p:spPr>
          <a:xfrm xmlns:a="http://schemas.openxmlformats.org/drawingml/2006/main">
            <a:off x="1315974" y="460882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45" name="text-1092">
            <a:extLst xmlns:a="http://schemas.openxmlformats.org/drawingml/2006/main">
              <a:ext uri="{FF2B5EF4-FFF2-40B4-BE49-F238E27FC236}">
                <a16:creationId xmlns:a16="http://schemas.microsoft.com/office/drawing/2014/main" id="{7F629C60-4603-4A7F-9E86-43DE8B1DE2A5}"/>
              </a:ext>
            </a:extLst>
          </p:cNvPr>
          <p:cNvSpPr>
            <a:spLocks xmlns:a="http://schemas.openxmlformats.org/drawingml/2006/main" noGrp="1"/>
          </p:cNvSpPr>
          <p:nvPr/>
        </p:nvSpPr>
        <p:spPr>
          <a:xfrm xmlns:a="http://schemas.openxmlformats.org/drawingml/2006/main">
            <a:off x="1002030" y="4887277"/>
            <a:ext cx="676942"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Next PC</a:t>
            </a:r>
          </a:p>
        </p:txBody>
      </p:sp>
      <p:sp>
        <p:nvSpPr>
          <p:cNvPr id="146" name="wire-1093">
            <a:extLst xmlns:a="http://schemas.openxmlformats.org/drawingml/2006/main">
              <a:ext uri="{FF2B5EF4-FFF2-40B4-BE49-F238E27FC236}">
                <a16:creationId xmlns:a16="http://schemas.microsoft.com/office/drawing/2014/main" id="{B70431F4-E030-454B-818A-350528B16F8A}"/>
              </a:ext>
            </a:extLst>
          </p:cNvPr>
          <p:cNvSpPr>
            <a:spLocks xmlns:a="http://schemas.openxmlformats.org/drawingml/2006/main" noGrp="1"/>
          </p:cNvSpPr>
          <p:nvPr/>
        </p:nvSpPr>
        <p:spPr>
          <a:xfrm xmlns:a="http://schemas.openxmlformats.org/drawingml/2006/main">
            <a:off x="5809298" y="3866579"/>
            <a:ext cx="9525" cy="429768"/>
          </a:xfrm>
          <a:custGeom xmlns:a="http://schemas.openxmlformats.org/drawingml/2006/main">
            <a:pathLst>
              <a:path w="9525" h="429768">
                <a:moveTo>
                  <a:pt x="0" y="429768"/>
                </a:moveTo>
                <a:lnTo>
                  <a:pt x="0" y="0"/>
                </a:lnTo>
              </a:path>
            </a:pathLst>
          </a:custGeom>
          <a:noFill xmlns:a="http://schemas.openxmlformats.org/drawingml/2006/main"/>
          <a:ln xmlns:a="http://schemas.openxmlformats.org/drawingml/2006/main" w="9525">
            <a:solidFill>
              <a:srgbClr val="231F20"/>
            </a:solidFill>
          </a:ln>
        </p:spPr>
      </p:sp>
      <p:sp>
        <p:nvSpPr>
          <p:cNvPr id="147" name="wire-1094">
            <a:extLst xmlns:a="http://schemas.openxmlformats.org/drawingml/2006/main">
              <a:ext uri="{FF2B5EF4-FFF2-40B4-BE49-F238E27FC236}">
                <a16:creationId xmlns:a16="http://schemas.microsoft.com/office/drawing/2014/main" id="{C1F92049-C336-4BC7-A5E3-64D0BD3DE73E}"/>
              </a:ext>
            </a:extLst>
          </p:cNvPr>
          <p:cNvSpPr>
            <a:spLocks xmlns:a="http://schemas.openxmlformats.org/drawingml/2006/main" noGrp="1"/>
          </p:cNvSpPr>
          <p:nvPr/>
        </p:nvSpPr>
        <p:spPr>
          <a:xfrm xmlns:a="http://schemas.openxmlformats.org/drawingml/2006/main">
            <a:off x="903923" y="3866579"/>
            <a:ext cx="4905375" cy="9525"/>
          </a:xfrm>
          <a:custGeom xmlns:a="http://schemas.openxmlformats.org/drawingml/2006/main">
            <a:pathLst>
              <a:path w="4905375" h="9525">
                <a:moveTo>
                  <a:pt x="4905375" y="0"/>
                </a:moveTo>
                <a:lnTo>
                  <a:pt x="0" y="0"/>
                </a:lnTo>
              </a:path>
            </a:pathLst>
          </a:custGeom>
          <a:noFill xmlns:a="http://schemas.openxmlformats.org/drawingml/2006/main"/>
          <a:ln xmlns:a="http://schemas.openxmlformats.org/drawingml/2006/main" w="9525">
            <a:solidFill>
              <a:srgbClr val="231F20"/>
            </a:solidFill>
          </a:ln>
        </p:spPr>
      </p:sp>
      <p:sp>
        <p:nvSpPr>
          <p:cNvPr id="148" name="wire-1095">
            <a:extLst xmlns:a="http://schemas.openxmlformats.org/drawingml/2006/main">
              <a:ext uri="{FF2B5EF4-FFF2-40B4-BE49-F238E27FC236}">
                <a16:creationId xmlns:a16="http://schemas.microsoft.com/office/drawing/2014/main" id="{06704E6A-EF1D-4E49-BB07-6EEDE4F274A6}"/>
              </a:ext>
            </a:extLst>
          </p:cNvPr>
          <p:cNvSpPr>
            <a:spLocks xmlns:a="http://schemas.openxmlformats.org/drawingml/2006/main" noGrp="1"/>
          </p:cNvSpPr>
          <p:nvPr/>
        </p:nvSpPr>
        <p:spPr>
          <a:xfrm xmlns:a="http://schemas.openxmlformats.org/drawingml/2006/main">
            <a:off x="903923" y="3866579"/>
            <a:ext cx="9525" cy="877443"/>
          </a:xfrm>
          <a:custGeom xmlns:a="http://schemas.openxmlformats.org/drawingml/2006/main">
            <a:pathLst>
              <a:path w="9525" h="877443">
                <a:moveTo>
                  <a:pt x="0" y="0"/>
                </a:moveTo>
                <a:lnTo>
                  <a:pt x="0" y="877443"/>
                </a:lnTo>
              </a:path>
            </a:pathLst>
          </a:custGeom>
          <a:noFill xmlns:a="http://schemas.openxmlformats.org/drawingml/2006/main"/>
          <a:ln xmlns:a="http://schemas.openxmlformats.org/drawingml/2006/main" w="9525">
            <a:solidFill>
              <a:srgbClr val="231F20"/>
            </a:solidFill>
          </a:ln>
        </p:spPr>
      </p:sp>
      <p:sp>
        <p:nvSpPr>
          <p:cNvPr id="149" name="wire-1096">
            <a:extLst xmlns:a="http://schemas.openxmlformats.org/drawingml/2006/main">
              <a:ext uri="{FF2B5EF4-FFF2-40B4-BE49-F238E27FC236}">
                <a16:creationId xmlns:a16="http://schemas.microsoft.com/office/drawing/2014/main" id="{CE734B06-FBE0-4124-A99B-91117AD6A50F}"/>
              </a:ext>
            </a:extLst>
          </p:cNvPr>
          <p:cNvSpPr>
            <a:spLocks xmlns:a="http://schemas.openxmlformats.org/drawingml/2006/main" noGrp="1"/>
          </p:cNvSpPr>
          <p:nvPr/>
        </p:nvSpPr>
        <p:spPr>
          <a:xfrm xmlns:a="http://schemas.openxmlformats.org/drawingml/2006/main">
            <a:off x="903923" y="4744022"/>
            <a:ext cx="147161" cy="9525"/>
          </a:xfrm>
          <a:custGeom xmlns:a="http://schemas.openxmlformats.org/drawingml/2006/main">
            <a:pathLst>
              <a:path w="147161" h="9525">
                <a:moveTo>
                  <a:pt x="0" y="0"/>
                </a:moveTo>
                <a:lnTo>
                  <a:pt x="147161" y="0"/>
                </a:lnTo>
              </a:path>
            </a:pathLst>
          </a:custGeom>
          <a:noFill xmlns:a="http://schemas.openxmlformats.org/drawingml/2006/main"/>
          <a:ln xmlns:a="http://schemas.openxmlformats.org/drawingml/2006/main" w="9525">
            <a:solidFill>
              <a:srgbClr val="231F20"/>
            </a:solidFill>
          </a:ln>
        </p:spPr>
      </p:sp>
      <p:sp>
        <p:nvSpPr>
          <p:cNvPr id="150" name="circuit-1097">
            <a:extLst xmlns:a="http://schemas.openxmlformats.org/drawingml/2006/main">
              <a:ext uri="{FF2B5EF4-FFF2-40B4-BE49-F238E27FC236}">
                <a16:creationId xmlns:a16="http://schemas.microsoft.com/office/drawing/2014/main" id="{03A48B1D-DF5D-46DC-AADF-B428869F3CE5}"/>
              </a:ext>
            </a:extLst>
          </p:cNvPr>
          <p:cNvSpPr>
            <a:spLocks xmlns:a="http://schemas.openxmlformats.org/drawingml/2006/main" noGrp="1"/>
          </p:cNvSpPr>
          <p:nvPr/>
        </p:nvSpPr>
        <p:spPr>
          <a:xfrm xmlns:a="http://schemas.openxmlformats.org/drawingml/2006/main">
            <a:off x="1002030" y="4725219"/>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51" name="block-1098">
            <a:extLst xmlns:a="http://schemas.openxmlformats.org/drawingml/2006/main">
              <a:ext uri="{FF2B5EF4-FFF2-40B4-BE49-F238E27FC236}">
                <a16:creationId xmlns:a16="http://schemas.microsoft.com/office/drawing/2014/main" id="{6A705EE4-E96C-4884-A546-BEC12DD8A979}"/>
              </a:ext>
            </a:extLst>
          </p:cNvPr>
          <p:cNvSpPr>
            <a:spLocks xmlns:a="http://schemas.openxmlformats.org/drawingml/2006/main" noGrp="1"/>
          </p:cNvSpPr>
          <p:nvPr/>
        </p:nvSpPr>
        <p:spPr>
          <a:xfrm xmlns:a="http://schemas.openxmlformats.org/drawingml/2006/main">
            <a:off x="2346103" y="4430649"/>
            <a:ext cx="117729" cy="1414653"/>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52" name="circuit-1099">
            <a:extLst xmlns:a="http://schemas.openxmlformats.org/drawingml/2006/main">
              <a:ext uri="{FF2B5EF4-FFF2-40B4-BE49-F238E27FC236}">
                <a16:creationId xmlns:a16="http://schemas.microsoft.com/office/drawing/2014/main" id="{9A03260F-1033-4FA5-9133-2B2C5FCCF314}"/>
              </a:ext>
            </a:extLst>
          </p:cNvPr>
          <p:cNvSpPr>
            <a:spLocks xmlns:a="http://schemas.openxmlformats.org/drawingml/2006/main" noGrp="1"/>
          </p:cNvSpPr>
          <p:nvPr/>
        </p:nvSpPr>
        <p:spPr>
          <a:xfrm xmlns:a="http://schemas.openxmlformats.org/drawingml/2006/main">
            <a:off x="2365724" y="4430649"/>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153" name="wire-1100">
            <a:extLst xmlns:a="http://schemas.openxmlformats.org/drawingml/2006/main">
              <a:ext uri="{FF2B5EF4-FFF2-40B4-BE49-F238E27FC236}">
                <a16:creationId xmlns:a16="http://schemas.microsoft.com/office/drawing/2014/main" id="{A1CC7F12-A9FA-41EC-988B-A67C2D3FD79D}"/>
              </a:ext>
            </a:extLst>
          </p:cNvPr>
          <p:cNvSpPr>
            <a:spLocks xmlns:a="http://schemas.openxmlformats.org/drawingml/2006/main" noGrp="1"/>
          </p:cNvSpPr>
          <p:nvPr/>
        </p:nvSpPr>
        <p:spPr>
          <a:xfrm xmlns:a="http://schemas.openxmlformats.org/drawingml/2006/main">
            <a:off x="2404967" y="4376928"/>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154" name="text-1101">
            <a:extLst xmlns:a="http://schemas.openxmlformats.org/drawingml/2006/main">
              <a:ext uri="{FF2B5EF4-FFF2-40B4-BE49-F238E27FC236}">
                <a16:creationId xmlns:a16="http://schemas.microsoft.com/office/drawing/2014/main" id="{3DF10DEE-753C-4E66-924F-DD3237472053}"/>
              </a:ext>
            </a:extLst>
          </p:cNvPr>
          <p:cNvSpPr>
            <a:spLocks xmlns:a="http://schemas.openxmlformats.org/drawingml/2006/main" noGrp="1"/>
          </p:cNvSpPr>
          <p:nvPr/>
        </p:nvSpPr>
        <p:spPr>
          <a:xfrm xmlns:a="http://schemas.openxmlformats.org/drawingml/2006/main">
            <a:off x="1090327" y="6257163"/>
            <a:ext cx="1108615"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Fetch</a:t>
            </a:r>
          </a:p>
        </p:txBody>
      </p:sp>
      <p:sp>
        <p:nvSpPr>
          <p:cNvPr id="155" name="text-1102">
            <a:extLst xmlns:a="http://schemas.openxmlformats.org/drawingml/2006/main">
              <a:ext uri="{FF2B5EF4-FFF2-40B4-BE49-F238E27FC236}">
                <a16:creationId xmlns:a16="http://schemas.microsoft.com/office/drawing/2014/main" id="{800117CA-2B1A-4128-8DA8-52FBB80F2CBE}"/>
              </a:ext>
            </a:extLst>
          </p:cNvPr>
          <p:cNvSpPr>
            <a:spLocks xmlns:a="http://schemas.openxmlformats.org/drawingml/2006/main" noGrp="1"/>
          </p:cNvSpPr>
          <p:nvPr/>
        </p:nvSpPr>
        <p:spPr>
          <a:xfrm xmlns:a="http://schemas.openxmlformats.org/drawingml/2006/main">
            <a:off x="2610993" y="6257163"/>
            <a:ext cx="1000697"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Decode</a:t>
            </a:r>
          </a:p>
        </p:txBody>
      </p:sp>
      <p:sp>
        <p:nvSpPr>
          <p:cNvPr id="156" name="text-1103">
            <a:extLst xmlns:a="http://schemas.openxmlformats.org/drawingml/2006/main">
              <a:ext uri="{FF2B5EF4-FFF2-40B4-BE49-F238E27FC236}">
                <a16:creationId xmlns:a16="http://schemas.microsoft.com/office/drawing/2014/main" id="{1592A049-D173-4956-B43A-96617795BCAA}"/>
              </a:ext>
            </a:extLst>
          </p:cNvPr>
          <p:cNvSpPr>
            <a:spLocks xmlns:a="http://schemas.openxmlformats.org/drawingml/2006/main" noGrp="1"/>
          </p:cNvSpPr>
          <p:nvPr/>
        </p:nvSpPr>
        <p:spPr>
          <a:xfrm xmlns:a="http://schemas.openxmlformats.org/drawingml/2006/main">
            <a:off x="3994309" y="6257163"/>
            <a:ext cx="1814989"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Execute</a:t>
            </a:r>
          </a:p>
        </p:txBody>
      </p:sp>
      <p:sp>
        <p:nvSpPr>
          <p:cNvPr id="157" name="text-1104">
            <a:extLst xmlns:a="http://schemas.openxmlformats.org/drawingml/2006/main">
              <a:ext uri="{FF2B5EF4-FFF2-40B4-BE49-F238E27FC236}">
                <a16:creationId xmlns:a16="http://schemas.microsoft.com/office/drawing/2014/main" id="{20AE9993-835C-4DB1-A78F-CFCDADA23DFF}"/>
              </a:ext>
            </a:extLst>
          </p:cNvPr>
          <p:cNvSpPr>
            <a:spLocks xmlns:a="http://schemas.openxmlformats.org/drawingml/2006/main" noGrp="1"/>
          </p:cNvSpPr>
          <p:nvPr/>
        </p:nvSpPr>
        <p:spPr>
          <a:xfrm xmlns:a="http://schemas.openxmlformats.org/drawingml/2006/main">
            <a:off x="6260592" y="6257163"/>
            <a:ext cx="1707071"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Memory</a:t>
            </a:r>
          </a:p>
        </p:txBody>
      </p:sp>
      <p:sp>
        <p:nvSpPr>
          <p:cNvPr id="158" name="text-1105">
            <a:extLst xmlns:a="http://schemas.openxmlformats.org/drawingml/2006/main">
              <a:ext uri="{FF2B5EF4-FFF2-40B4-BE49-F238E27FC236}">
                <a16:creationId xmlns:a16="http://schemas.microsoft.com/office/drawing/2014/main" id="{9A6805E9-F6B3-4763-9B6A-488AE84ABA3A}"/>
              </a:ext>
            </a:extLst>
          </p:cNvPr>
          <p:cNvSpPr>
            <a:spLocks xmlns:a="http://schemas.openxmlformats.org/drawingml/2006/main" noGrp="1"/>
          </p:cNvSpPr>
          <p:nvPr/>
        </p:nvSpPr>
        <p:spPr>
          <a:xfrm xmlns:a="http://schemas.openxmlformats.org/drawingml/2006/main">
            <a:off x="8232553" y="6257163"/>
            <a:ext cx="863346"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Writeback</a:t>
            </a:r>
          </a:p>
        </p:txBody>
      </p:sp>
      <p:sp>
        <p:nvSpPr>
          <p:cNvPr id="159" name="wire-1106">
            <a:extLst xmlns:a="http://schemas.openxmlformats.org/drawingml/2006/main">
              <a:ext uri="{FF2B5EF4-FFF2-40B4-BE49-F238E27FC236}">
                <a16:creationId xmlns:a16="http://schemas.microsoft.com/office/drawing/2014/main" id="{A49B92D3-5170-4974-94CF-7D66E06EDA26}"/>
              </a:ext>
            </a:extLst>
          </p:cNvPr>
          <p:cNvSpPr>
            <a:spLocks xmlns:a="http://schemas.openxmlformats.org/drawingml/2006/main" noGrp="1"/>
          </p:cNvSpPr>
          <p:nvPr/>
        </p:nvSpPr>
        <p:spPr>
          <a:xfrm xmlns:a="http://schemas.openxmlformats.org/drawingml/2006/main">
            <a:off x="2257806" y="4708208"/>
            <a:ext cx="88297" cy="9525"/>
          </a:xfrm>
          <a:custGeom xmlns:a="http://schemas.openxmlformats.org/drawingml/2006/main">
            <a:pathLst>
              <a:path w="88297" h="9525">
                <a:moveTo>
                  <a:pt x="0" y="0"/>
                </a:moveTo>
                <a:lnTo>
                  <a:pt x="88297" y="0"/>
                </a:lnTo>
              </a:path>
            </a:pathLst>
          </a:custGeom>
          <a:noFill xmlns:a="http://schemas.openxmlformats.org/drawingml/2006/main"/>
          <a:ln xmlns:a="http://schemas.openxmlformats.org/drawingml/2006/main" w="15240">
            <a:solidFill>
              <a:srgbClr val="231F20"/>
            </a:solidFill>
          </a:ln>
        </p:spPr>
      </p:sp>
      <p:sp>
        <p:nvSpPr>
          <p:cNvPr id="160" name="wire-1107">
            <a:extLst xmlns:a="http://schemas.openxmlformats.org/drawingml/2006/main">
              <a:ext uri="{FF2B5EF4-FFF2-40B4-BE49-F238E27FC236}">
                <a16:creationId xmlns:a16="http://schemas.microsoft.com/office/drawing/2014/main" id="{F6637822-8B9B-4D91-B4E6-6555EC18E20A}"/>
              </a:ext>
            </a:extLst>
          </p:cNvPr>
          <p:cNvSpPr>
            <a:spLocks xmlns:a="http://schemas.openxmlformats.org/drawingml/2006/main" noGrp="1"/>
          </p:cNvSpPr>
          <p:nvPr/>
        </p:nvSpPr>
        <p:spPr>
          <a:xfrm xmlns:a="http://schemas.openxmlformats.org/drawingml/2006/main">
            <a:off x="2463832" y="4708208"/>
            <a:ext cx="49054" cy="9525"/>
          </a:xfrm>
          <a:custGeom xmlns:a="http://schemas.openxmlformats.org/drawingml/2006/main">
            <a:pathLst>
              <a:path w="49054" h="9525">
                <a:moveTo>
                  <a:pt x="0" y="0"/>
                </a:moveTo>
                <a:lnTo>
                  <a:pt x="49054" y="0"/>
                </a:lnTo>
              </a:path>
            </a:pathLst>
          </a:custGeom>
          <a:noFill xmlns:a="http://schemas.openxmlformats.org/drawingml/2006/main"/>
          <a:ln xmlns:a="http://schemas.openxmlformats.org/drawingml/2006/main" w="13335">
            <a:solidFill>
              <a:srgbClr val="231F20"/>
            </a:solidFill>
          </a:ln>
        </p:spPr>
      </p:sp>
      <p:sp>
        <p:nvSpPr>
          <p:cNvPr id="161" name="wire-1108">
            <a:extLst xmlns:a="http://schemas.openxmlformats.org/drawingml/2006/main">
              <a:ext uri="{FF2B5EF4-FFF2-40B4-BE49-F238E27FC236}">
                <a16:creationId xmlns:a16="http://schemas.microsoft.com/office/drawing/2014/main" id="{4455E34A-BF36-4A54-9705-078EE96BB0A6}"/>
              </a:ext>
            </a:extLst>
          </p:cNvPr>
          <p:cNvSpPr>
            <a:spLocks xmlns:a="http://schemas.openxmlformats.org/drawingml/2006/main" noGrp="1"/>
          </p:cNvSpPr>
          <p:nvPr/>
        </p:nvSpPr>
        <p:spPr>
          <a:xfrm xmlns:a="http://schemas.openxmlformats.org/drawingml/2006/main">
            <a:off x="2512886" y="4627626"/>
            <a:ext cx="9525" cy="80581"/>
          </a:xfrm>
          <a:custGeom xmlns:a="http://schemas.openxmlformats.org/drawingml/2006/main">
            <a:pathLst>
              <a:path w="9525" h="80581">
                <a:moveTo>
                  <a:pt x="0" y="80581"/>
                </a:moveTo>
                <a:lnTo>
                  <a:pt x="0" y="0"/>
                </a:lnTo>
              </a:path>
            </a:pathLst>
          </a:custGeom>
          <a:noFill xmlns:a="http://schemas.openxmlformats.org/drawingml/2006/main"/>
          <a:ln xmlns:a="http://schemas.openxmlformats.org/drawingml/2006/main" w="13335">
            <a:solidFill>
              <a:srgbClr val="231F20"/>
            </a:solidFill>
          </a:ln>
        </p:spPr>
      </p:sp>
      <p:sp>
        <p:nvSpPr>
          <p:cNvPr id="162" name="wire-1109">
            <a:extLst xmlns:a="http://schemas.openxmlformats.org/drawingml/2006/main">
              <a:ext uri="{FF2B5EF4-FFF2-40B4-BE49-F238E27FC236}">
                <a16:creationId xmlns:a16="http://schemas.microsoft.com/office/drawing/2014/main" id="{D8EDE308-ADB2-4856-BDF8-393D445F6EB0}"/>
              </a:ext>
            </a:extLst>
          </p:cNvPr>
          <p:cNvSpPr>
            <a:spLocks xmlns:a="http://schemas.openxmlformats.org/drawingml/2006/main" noGrp="1"/>
          </p:cNvSpPr>
          <p:nvPr/>
        </p:nvSpPr>
        <p:spPr>
          <a:xfrm xmlns:a="http://schemas.openxmlformats.org/drawingml/2006/main">
            <a:off x="2512886" y="4627626"/>
            <a:ext cx="98108" cy="9525"/>
          </a:xfrm>
          <a:custGeom xmlns:a="http://schemas.openxmlformats.org/drawingml/2006/main">
            <a:pathLst>
              <a:path w="98108" h="9525">
                <a:moveTo>
                  <a:pt x="0" y="0"/>
                </a:moveTo>
                <a:lnTo>
                  <a:pt x="98108" y="0"/>
                </a:lnTo>
              </a:path>
            </a:pathLst>
          </a:custGeom>
          <a:noFill xmlns:a="http://schemas.openxmlformats.org/drawingml/2006/main"/>
          <a:ln xmlns:a="http://schemas.openxmlformats.org/drawingml/2006/main" w="13335">
            <a:solidFill>
              <a:srgbClr val="231F20"/>
            </a:solidFill>
          </a:ln>
        </p:spPr>
      </p:sp>
      <p:sp>
        <p:nvSpPr>
          <p:cNvPr id="163" name="circuit-1110">
            <a:extLst xmlns:a="http://schemas.openxmlformats.org/drawingml/2006/main">
              <a:ext uri="{FF2B5EF4-FFF2-40B4-BE49-F238E27FC236}">
                <a16:creationId xmlns:a16="http://schemas.microsoft.com/office/drawing/2014/main" id="{6908A57E-CF4B-42DB-9058-E6F58E048CF0}"/>
              </a:ext>
            </a:extLst>
          </p:cNvPr>
          <p:cNvSpPr>
            <a:spLocks xmlns:a="http://schemas.openxmlformats.org/drawingml/2006/main" noGrp="1"/>
          </p:cNvSpPr>
          <p:nvPr/>
        </p:nvSpPr>
        <p:spPr>
          <a:xfrm xmlns:a="http://schemas.openxmlformats.org/drawingml/2006/main">
            <a:off x="2561939" y="460882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64" name="wire-1111">
            <a:extLst xmlns:a="http://schemas.openxmlformats.org/drawingml/2006/main">
              <a:ext uri="{FF2B5EF4-FFF2-40B4-BE49-F238E27FC236}">
                <a16:creationId xmlns:a16="http://schemas.microsoft.com/office/drawing/2014/main" id="{A8DC8705-9A98-439D-AB15-782E734F1833}"/>
              </a:ext>
            </a:extLst>
          </p:cNvPr>
          <p:cNvSpPr>
            <a:spLocks xmlns:a="http://schemas.openxmlformats.org/drawingml/2006/main" noGrp="1"/>
          </p:cNvSpPr>
          <p:nvPr/>
        </p:nvSpPr>
        <p:spPr>
          <a:xfrm xmlns:a="http://schemas.openxmlformats.org/drawingml/2006/main">
            <a:off x="2512886" y="4708208"/>
            <a:ext cx="9525" cy="98489"/>
          </a:xfrm>
          <a:custGeom xmlns:a="http://schemas.openxmlformats.org/drawingml/2006/main">
            <a:pathLst>
              <a:path w="9525" h="98489">
                <a:moveTo>
                  <a:pt x="0" y="0"/>
                </a:moveTo>
                <a:lnTo>
                  <a:pt x="0" y="98489"/>
                </a:lnTo>
              </a:path>
            </a:pathLst>
          </a:custGeom>
          <a:noFill xmlns:a="http://schemas.openxmlformats.org/drawingml/2006/main"/>
          <a:ln xmlns:a="http://schemas.openxmlformats.org/drawingml/2006/main" w="13335">
            <a:solidFill>
              <a:srgbClr val="231F20"/>
            </a:solidFill>
          </a:ln>
        </p:spPr>
      </p:sp>
      <p:sp>
        <p:nvSpPr>
          <p:cNvPr id="165" name="wire-1112">
            <a:extLst xmlns:a="http://schemas.openxmlformats.org/drawingml/2006/main">
              <a:ext uri="{FF2B5EF4-FFF2-40B4-BE49-F238E27FC236}">
                <a16:creationId xmlns:a16="http://schemas.microsoft.com/office/drawing/2014/main" id="{A0F5BB38-580E-4CF8-9FD6-A4E80DDB7B36}"/>
              </a:ext>
            </a:extLst>
          </p:cNvPr>
          <p:cNvSpPr>
            <a:spLocks xmlns:a="http://schemas.openxmlformats.org/drawingml/2006/main" noGrp="1"/>
          </p:cNvSpPr>
          <p:nvPr/>
        </p:nvSpPr>
        <p:spPr>
          <a:xfrm xmlns:a="http://schemas.openxmlformats.org/drawingml/2006/main">
            <a:off x="2512886" y="4806696"/>
            <a:ext cx="98108" cy="9525"/>
          </a:xfrm>
          <a:custGeom xmlns:a="http://schemas.openxmlformats.org/drawingml/2006/main">
            <a:pathLst>
              <a:path w="98108" h="9525">
                <a:moveTo>
                  <a:pt x="0" y="0"/>
                </a:moveTo>
                <a:lnTo>
                  <a:pt x="98108" y="0"/>
                </a:lnTo>
              </a:path>
            </a:pathLst>
          </a:custGeom>
          <a:noFill xmlns:a="http://schemas.openxmlformats.org/drawingml/2006/main"/>
          <a:ln xmlns:a="http://schemas.openxmlformats.org/drawingml/2006/main" w="13335">
            <a:solidFill>
              <a:srgbClr val="231F20"/>
            </a:solidFill>
          </a:ln>
        </p:spPr>
      </p:sp>
      <p:sp>
        <p:nvSpPr>
          <p:cNvPr id="166" name="circuit-1113">
            <a:extLst xmlns:a="http://schemas.openxmlformats.org/drawingml/2006/main">
              <a:ext uri="{FF2B5EF4-FFF2-40B4-BE49-F238E27FC236}">
                <a16:creationId xmlns:a16="http://schemas.microsoft.com/office/drawing/2014/main" id="{5C89D849-7035-448B-92A2-B50740D5E6B4}"/>
              </a:ext>
            </a:extLst>
          </p:cNvPr>
          <p:cNvSpPr>
            <a:spLocks xmlns:a="http://schemas.openxmlformats.org/drawingml/2006/main" noGrp="1"/>
          </p:cNvSpPr>
          <p:nvPr/>
        </p:nvSpPr>
        <p:spPr>
          <a:xfrm xmlns:a="http://schemas.openxmlformats.org/drawingml/2006/main">
            <a:off x="2561939" y="478789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67" name="">
            <a:extLst xmlns:a="http://schemas.openxmlformats.org/drawingml/2006/main">
              <a:ext uri="{FF2B5EF4-FFF2-40B4-BE49-F238E27FC236}">
                <a16:creationId xmlns:a16="http://schemas.microsoft.com/office/drawing/2014/main" id="{127CFA78-64AE-4D10-9BDF-2B5C643A2A31}"/>
              </a:ext>
            </a:extLst>
          </p:cNvPr>
          <p:cNvSpPr>
            <a:spLocks xmlns:a="http://schemas.openxmlformats.org/drawingml/2006/main" noGrp="1"/>
          </p:cNvSpPr>
          <p:nvPr/>
        </p:nvSpPr>
        <p:spPr>
          <a:xfrm xmlns:a="http://schemas.openxmlformats.org/drawingml/2006/main">
            <a:off x="2498598" y="4693920"/>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68" name="wire-1114">
            <a:extLst xmlns:a="http://schemas.openxmlformats.org/drawingml/2006/main">
              <a:ext uri="{FF2B5EF4-FFF2-40B4-BE49-F238E27FC236}">
                <a16:creationId xmlns:a16="http://schemas.microsoft.com/office/drawing/2014/main" id="{485EF3BC-18D1-4F7B-97CB-357708842546}"/>
              </a:ext>
            </a:extLst>
          </p:cNvPr>
          <p:cNvSpPr>
            <a:spLocks xmlns:a="http://schemas.openxmlformats.org/drawingml/2006/main" noGrp="1"/>
          </p:cNvSpPr>
          <p:nvPr/>
        </p:nvSpPr>
        <p:spPr>
          <a:xfrm xmlns:a="http://schemas.openxmlformats.org/drawingml/2006/main">
            <a:off x="2512886" y="4806696"/>
            <a:ext cx="9525" cy="752094"/>
          </a:xfrm>
          <a:custGeom xmlns:a="http://schemas.openxmlformats.org/drawingml/2006/main">
            <a:pathLst>
              <a:path w="9525" h="752094">
                <a:moveTo>
                  <a:pt x="0" y="0"/>
                </a:moveTo>
                <a:lnTo>
                  <a:pt x="0" y="752094"/>
                </a:lnTo>
              </a:path>
            </a:pathLst>
          </a:custGeom>
          <a:noFill xmlns:a="http://schemas.openxmlformats.org/drawingml/2006/main"/>
          <a:ln xmlns:a="http://schemas.openxmlformats.org/drawingml/2006/main" w="13335">
            <a:solidFill>
              <a:srgbClr val="231F20"/>
            </a:solidFill>
          </a:ln>
        </p:spPr>
      </p:sp>
      <p:sp>
        <p:nvSpPr>
          <p:cNvPr id="169" name="wire-1115">
            <a:extLst xmlns:a="http://schemas.openxmlformats.org/drawingml/2006/main">
              <a:ext uri="{FF2B5EF4-FFF2-40B4-BE49-F238E27FC236}">
                <a16:creationId xmlns:a16="http://schemas.microsoft.com/office/drawing/2014/main" id="{EAFB0F63-9C4A-4C63-B60E-73A11AEEFE10}"/>
              </a:ext>
            </a:extLst>
          </p:cNvPr>
          <p:cNvSpPr>
            <a:spLocks xmlns:a="http://schemas.openxmlformats.org/drawingml/2006/main" noGrp="1"/>
          </p:cNvSpPr>
          <p:nvPr/>
        </p:nvSpPr>
        <p:spPr>
          <a:xfrm xmlns:a="http://schemas.openxmlformats.org/drawingml/2006/main">
            <a:off x="2512886" y="5558790"/>
            <a:ext cx="98108" cy="9525"/>
          </a:xfrm>
          <a:custGeom xmlns:a="http://schemas.openxmlformats.org/drawingml/2006/main">
            <a:pathLst>
              <a:path w="98108" h="9525">
                <a:moveTo>
                  <a:pt x="0" y="0"/>
                </a:moveTo>
                <a:lnTo>
                  <a:pt x="98108" y="0"/>
                </a:lnTo>
              </a:path>
            </a:pathLst>
          </a:custGeom>
          <a:noFill xmlns:a="http://schemas.openxmlformats.org/drawingml/2006/main"/>
          <a:ln xmlns:a="http://schemas.openxmlformats.org/drawingml/2006/main" w="13335">
            <a:solidFill>
              <a:srgbClr val="231F20"/>
            </a:solidFill>
          </a:ln>
        </p:spPr>
      </p:sp>
      <p:sp>
        <p:nvSpPr>
          <p:cNvPr id="170" name="circuit-1116">
            <a:extLst xmlns:a="http://schemas.openxmlformats.org/drawingml/2006/main">
              <a:ext uri="{FF2B5EF4-FFF2-40B4-BE49-F238E27FC236}">
                <a16:creationId xmlns:a16="http://schemas.microsoft.com/office/drawing/2014/main" id="{CAB8C4FB-CEF5-4FED-83AF-EA4195546C55}"/>
              </a:ext>
            </a:extLst>
          </p:cNvPr>
          <p:cNvSpPr>
            <a:spLocks xmlns:a="http://schemas.openxmlformats.org/drawingml/2006/main" noGrp="1"/>
          </p:cNvSpPr>
          <p:nvPr/>
        </p:nvSpPr>
        <p:spPr>
          <a:xfrm xmlns:a="http://schemas.openxmlformats.org/drawingml/2006/main">
            <a:off x="2561939" y="5539988"/>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71" name="">
            <a:extLst xmlns:a="http://schemas.openxmlformats.org/drawingml/2006/main">
              <a:ext uri="{FF2B5EF4-FFF2-40B4-BE49-F238E27FC236}">
                <a16:creationId xmlns:a16="http://schemas.microsoft.com/office/drawing/2014/main" id="{B5840C3C-3D9C-4CAD-AD06-E6ED2E90582E}"/>
              </a:ext>
            </a:extLst>
          </p:cNvPr>
          <p:cNvSpPr>
            <a:spLocks xmlns:a="http://schemas.openxmlformats.org/drawingml/2006/main" noGrp="1"/>
          </p:cNvSpPr>
          <p:nvPr/>
        </p:nvSpPr>
        <p:spPr>
          <a:xfrm xmlns:a="http://schemas.openxmlformats.org/drawingml/2006/main">
            <a:off x="2498598" y="4792409"/>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72" name="wire-1117">
            <a:extLst xmlns:a="http://schemas.openxmlformats.org/drawingml/2006/main">
              <a:ext uri="{FF2B5EF4-FFF2-40B4-BE49-F238E27FC236}">
                <a16:creationId xmlns:a16="http://schemas.microsoft.com/office/drawing/2014/main" id="{622DA605-5ABF-4889-8DED-E4FD343E76D2}"/>
              </a:ext>
            </a:extLst>
          </p:cNvPr>
          <p:cNvSpPr>
            <a:spLocks xmlns:a="http://schemas.openxmlformats.org/drawingml/2006/main" noGrp="1"/>
          </p:cNvSpPr>
          <p:nvPr/>
        </p:nvSpPr>
        <p:spPr>
          <a:xfrm xmlns:a="http://schemas.openxmlformats.org/drawingml/2006/main">
            <a:off x="2512886" y="4081463"/>
            <a:ext cx="9525" cy="546163"/>
          </a:xfrm>
          <a:custGeom xmlns:a="http://schemas.openxmlformats.org/drawingml/2006/main">
            <a:pathLst>
              <a:path w="9525" h="546163">
                <a:moveTo>
                  <a:pt x="0" y="546163"/>
                </a:moveTo>
                <a:lnTo>
                  <a:pt x="0" y="0"/>
                </a:lnTo>
              </a:path>
            </a:pathLst>
          </a:custGeom>
          <a:noFill xmlns:a="http://schemas.openxmlformats.org/drawingml/2006/main"/>
          <a:ln xmlns:a="http://schemas.openxmlformats.org/drawingml/2006/main" w="10478">
            <a:solidFill>
              <a:srgbClr val="231F20"/>
            </a:solidFill>
          </a:ln>
        </p:spPr>
      </p:sp>
      <p:sp>
        <p:nvSpPr>
          <p:cNvPr id="173" name="wire-1118">
            <a:extLst xmlns:a="http://schemas.openxmlformats.org/drawingml/2006/main">
              <a:ext uri="{FF2B5EF4-FFF2-40B4-BE49-F238E27FC236}">
                <a16:creationId xmlns:a16="http://schemas.microsoft.com/office/drawing/2014/main" id="{5BAA566F-3177-467B-8315-652C509D2147}"/>
              </a:ext>
            </a:extLst>
          </p:cNvPr>
          <p:cNvSpPr>
            <a:spLocks xmlns:a="http://schemas.openxmlformats.org/drawingml/2006/main" noGrp="1"/>
          </p:cNvSpPr>
          <p:nvPr/>
        </p:nvSpPr>
        <p:spPr>
          <a:xfrm xmlns:a="http://schemas.openxmlformats.org/drawingml/2006/main">
            <a:off x="2512886" y="4081463"/>
            <a:ext cx="107918" cy="9525"/>
          </a:xfrm>
          <a:custGeom xmlns:a="http://schemas.openxmlformats.org/drawingml/2006/main">
            <a:pathLst>
              <a:path w="107918" h="9525">
                <a:moveTo>
                  <a:pt x="0" y="0"/>
                </a:moveTo>
                <a:lnTo>
                  <a:pt x="107918" y="0"/>
                </a:lnTo>
              </a:path>
            </a:pathLst>
          </a:custGeom>
          <a:noFill xmlns:a="http://schemas.openxmlformats.org/drawingml/2006/main"/>
          <a:ln xmlns:a="http://schemas.openxmlformats.org/drawingml/2006/main" w="10478">
            <a:solidFill>
              <a:srgbClr val="231F20"/>
            </a:solidFill>
          </a:ln>
        </p:spPr>
      </p:sp>
      <p:sp>
        <p:nvSpPr>
          <p:cNvPr id="174" name="circuit-1119">
            <a:extLst xmlns:a="http://schemas.openxmlformats.org/drawingml/2006/main">
              <a:ext uri="{FF2B5EF4-FFF2-40B4-BE49-F238E27FC236}">
                <a16:creationId xmlns:a16="http://schemas.microsoft.com/office/drawing/2014/main" id="{12DECA2B-A0C5-435D-9CC9-6C9E98930102}"/>
              </a:ext>
            </a:extLst>
          </p:cNvPr>
          <p:cNvSpPr>
            <a:spLocks xmlns:a="http://schemas.openxmlformats.org/drawingml/2006/main" noGrp="1"/>
          </p:cNvSpPr>
          <p:nvPr/>
        </p:nvSpPr>
        <p:spPr>
          <a:xfrm xmlns:a="http://schemas.openxmlformats.org/drawingml/2006/main">
            <a:off x="2571750" y="4062660"/>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75" name="">
            <a:extLst xmlns:a="http://schemas.openxmlformats.org/drawingml/2006/main">
              <a:ext uri="{FF2B5EF4-FFF2-40B4-BE49-F238E27FC236}">
                <a16:creationId xmlns:a16="http://schemas.microsoft.com/office/drawing/2014/main" id="{49110F31-7E3E-42D1-99BA-3D6A138606D8}"/>
              </a:ext>
            </a:extLst>
          </p:cNvPr>
          <p:cNvSpPr>
            <a:spLocks xmlns:a="http://schemas.openxmlformats.org/drawingml/2006/main" noGrp="1"/>
          </p:cNvSpPr>
          <p:nvPr/>
        </p:nvSpPr>
        <p:spPr>
          <a:xfrm xmlns:a="http://schemas.openxmlformats.org/drawingml/2006/main">
            <a:off x="2498598" y="4613339"/>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76" name="block-1120">
            <a:extLst xmlns:a="http://schemas.openxmlformats.org/drawingml/2006/main">
              <a:ext uri="{FF2B5EF4-FFF2-40B4-BE49-F238E27FC236}">
                <a16:creationId xmlns:a16="http://schemas.microsoft.com/office/drawing/2014/main" id="{C3CCD32B-EEAD-481C-89B0-7B0060025FC8}"/>
              </a:ext>
            </a:extLst>
          </p:cNvPr>
          <p:cNvSpPr>
            <a:spLocks xmlns:a="http://schemas.openxmlformats.org/drawingml/2006/main" noGrp="1"/>
          </p:cNvSpPr>
          <p:nvPr/>
        </p:nvSpPr>
        <p:spPr>
          <a:xfrm xmlns:a="http://schemas.openxmlformats.org/drawingml/2006/main">
            <a:off x="2620804" y="3947160"/>
            <a:ext cx="990886" cy="304419"/>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77" name="text-1121">
            <a:extLst xmlns:a="http://schemas.openxmlformats.org/drawingml/2006/main">
              <a:ext uri="{FF2B5EF4-FFF2-40B4-BE49-F238E27FC236}">
                <a16:creationId xmlns:a16="http://schemas.microsoft.com/office/drawing/2014/main" id="{D8753DEF-1D77-43A2-A81D-E27537A0D815}"/>
              </a:ext>
            </a:extLst>
          </p:cNvPr>
          <p:cNvSpPr>
            <a:spLocks xmlns:a="http://schemas.openxmlformats.org/drawingml/2006/main" noGrp="1"/>
          </p:cNvSpPr>
          <p:nvPr/>
        </p:nvSpPr>
        <p:spPr>
          <a:xfrm xmlns:a="http://schemas.openxmlformats.org/drawingml/2006/main">
            <a:off x="2650236" y="3956113"/>
            <a:ext cx="93202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231F20"/>
                </a:solidFill>
                <a:latin typeface="Arial"/>
                <a:ea typeface="Arial"/>
                <a:cs typeface="Arial"/>
              </a:defRPr>
            </a:defPPr>
            <a:lvl1pPr algn="ctr">
              <a:defRPr sz="1200" b="1">
                <a:solidFill>
                  <a:srgbClr val="231F20"/>
                </a:solidFill>
                <a:latin typeface="Arial"/>
                <a:ea typeface="Arial"/>
                <a:cs typeface="Arial"/>
              </a:defRPr>
            </a:lvl1pPr>
            <a:lvl2pPr algn="ctr">
              <a:defRPr sz="1200" b="1">
                <a:solidFill>
                  <a:srgbClr val="231F20"/>
                </a:solidFill>
                <a:latin typeface="Arial"/>
                <a:ea typeface="Arial"/>
                <a:cs typeface="Arial"/>
              </a:defRPr>
            </a:lvl2pPr>
            <a:lvl3pPr algn="ctr">
              <a:defRPr sz="1200" b="1">
                <a:solidFill>
                  <a:srgbClr val="231F20"/>
                </a:solidFill>
                <a:latin typeface="Arial"/>
                <a:ea typeface="Arial"/>
                <a:cs typeface="Arial"/>
              </a:defRPr>
            </a:lvl3pPr>
            <a:lvl4pPr algn="ctr">
              <a:defRPr sz="1200" b="1">
                <a:solidFill>
                  <a:srgbClr val="231F20"/>
                </a:solidFill>
                <a:latin typeface="Arial"/>
                <a:ea typeface="Arial"/>
                <a:cs typeface="Arial"/>
              </a:defRPr>
            </a:lvl4pPr>
            <a:lvl5pPr algn="ctr">
              <a:defRPr sz="1200" b="1">
                <a:solidFill>
                  <a:srgbClr val="231F20"/>
                </a:solidFill>
                <a:latin typeface="Arial"/>
                <a:ea typeface="Arial"/>
                <a:cs typeface="Arial"/>
              </a:defRPr>
            </a:lvl5pPr>
            <a:lvl6pPr algn="ctr">
              <a:defRPr sz="1200" b="1">
                <a:solidFill>
                  <a:srgbClr val="231F20"/>
                </a:solidFill>
                <a:latin typeface="Arial"/>
                <a:ea typeface="Arial"/>
                <a:cs typeface="Arial"/>
              </a:defRPr>
            </a:lvl6pPr>
            <a:lvl7pPr algn="ctr">
              <a:defRPr sz="1200" b="1">
                <a:solidFill>
                  <a:srgbClr val="231F20"/>
                </a:solidFill>
                <a:latin typeface="Arial"/>
                <a:ea typeface="Arial"/>
                <a:cs typeface="Arial"/>
              </a:defRPr>
            </a:lvl7pPr>
            <a:lvl8pPr algn="ctr">
              <a:defRPr sz="1200" b="1">
                <a:solidFill>
                  <a:srgbClr val="231F20"/>
                </a:solidFill>
                <a:latin typeface="Arial"/>
                <a:ea typeface="Arial"/>
                <a:cs typeface="Arial"/>
              </a:defRPr>
            </a:lvl8pPr>
            <a:lvl9pPr algn="ctr">
              <a:defRPr sz="1200" b="1">
                <a:solidFill>
                  <a:srgbClr val="231F20"/>
                </a:solidFill>
                <a:latin typeface="Arial"/>
                <a:ea typeface="Arial"/>
                <a:cs typeface="Arial"/>
              </a:defRPr>
            </a:lvl9pPr>
          </a:lstStyle>
          <a:p xmlns:a="http://schemas.openxmlformats.org/drawingml/2006/main">
            <a:pPr algn="ctr">
              <a:defRPr sz="1200" b="1">
                <a:solidFill>
                  <a:srgbClr val="231F20"/>
                </a:solidFill>
                <a:latin typeface="Arial"/>
                <a:ea typeface="Arial"/>
                <a:cs typeface="Arial"/>
              </a:defRPr>
            </a:pPr>
            <a:r>
              <a:rPr sz="1200" b="1">
                <a:solidFill>
                  <a:srgbClr val="231F20"/>
                </a:solidFill>
                <a:latin typeface="Arial"/>
                <a:ea typeface="Arial"/>
                <a:cs typeface="Arial"/>
              </a:rPr>
              <a:t>controller</a:t>
            </a:r>
          </a:p>
        </p:txBody>
      </p:sp>
      <p:sp>
        <p:nvSpPr>
          <p:cNvPr id="178" name="text-1122">
            <a:extLst xmlns:a="http://schemas.openxmlformats.org/drawingml/2006/main">
              <a:ext uri="{FF2B5EF4-FFF2-40B4-BE49-F238E27FC236}">
                <a16:creationId xmlns:a16="http://schemas.microsoft.com/office/drawing/2014/main" id="{1963CA5A-7247-463B-A3DE-711040859813}"/>
              </a:ext>
            </a:extLst>
          </p:cNvPr>
          <p:cNvSpPr>
            <a:spLocks xmlns:a="http://schemas.openxmlformats.org/drawingml/2006/main" noGrp="1"/>
          </p:cNvSpPr>
          <p:nvPr/>
        </p:nvSpPr>
        <p:spPr>
          <a:xfrm xmlns:a="http://schemas.openxmlformats.org/drawingml/2006/main">
            <a:off x="7104317" y="3714369"/>
            <a:ext cx="1059561"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ResultSrcW</a:t>
            </a:r>
          </a:p>
        </p:txBody>
      </p:sp>
      <p:sp>
        <p:nvSpPr>
          <p:cNvPr id="179" name="wire-1123">
            <a:extLst xmlns:a="http://schemas.openxmlformats.org/drawingml/2006/main">
              <a:ext uri="{FF2B5EF4-FFF2-40B4-BE49-F238E27FC236}">
                <a16:creationId xmlns:a16="http://schemas.microsoft.com/office/drawing/2014/main" id="{5BC1ABE5-FD9D-4E45-99C1-7784460A06A7}"/>
              </a:ext>
            </a:extLst>
          </p:cNvPr>
          <p:cNvSpPr>
            <a:spLocks xmlns:a="http://schemas.openxmlformats.org/drawingml/2006/main" noGrp="1"/>
          </p:cNvSpPr>
          <p:nvPr/>
        </p:nvSpPr>
        <p:spPr>
          <a:xfrm xmlns:a="http://schemas.openxmlformats.org/drawingml/2006/main">
            <a:off x="3611690" y="4018788"/>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9525">
            <a:solidFill>
              <a:srgbClr val="231F20"/>
            </a:solidFill>
          </a:ln>
        </p:spPr>
      </p:sp>
      <p:sp>
        <p:nvSpPr>
          <p:cNvPr id="180" name="wire-1124">
            <a:extLst xmlns:a="http://schemas.openxmlformats.org/drawingml/2006/main">
              <a:ext uri="{FF2B5EF4-FFF2-40B4-BE49-F238E27FC236}">
                <a16:creationId xmlns:a16="http://schemas.microsoft.com/office/drawing/2014/main" id="{57135B95-83F0-408E-ACB0-E8CABD0D988B}"/>
              </a:ext>
            </a:extLst>
          </p:cNvPr>
          <p:cNvSpPr>
            <a:spLocks xmlns:a="http://schemas.openxmlformats.org/drawingml/2006/main" noGrp="1"/>
          </p:cNvSpPr>
          <p:nvPr/>
        </p:nvSpPr>
        <p:spPr>
          <a:xfrm xmlns:a="http://schemas.openxmlformats.org/drawingml/2006/main">
            <a:off x="3915823" y="4018788"/>
            <a:ext cx="2070068" cy="9525"/>
          </a:xfrm>
          <a:custGeom xmlns:a="http://schemas.openxmlformats.org/drawingml/2006/main">
            <a:pathLst>
              <a:path w="2070068" h="9525">
                <a:moveTo>
                  <a:pt x="0" y="0"/>
                </a:moveTo>
                <a:lnTo>
                  <a:pt x="2070068" y="0"/>
                </a:lnTo>
              </a:path>
            </a:pathLst>
          </a:custGeom>
          <a:noFill xmlns:a="http://schemas.openxmlformats.org/drawingml/2006/main"/>
          <a:ln xmlns:a="http://schemas.openxmlformats.org/drawingml/2006/main" w="9525">
            <a:solidFill>
              <a:srgbClr val="231F20"/>
            </a:solidFill>
          </a:ln>
        </p:spPr>
      </p:sp>
      <p:sp>
        <p:nvSpPr>
          <p:cNvPr id="181" name="wire-1125">
            <a:extLst xmlns:a="http://schemas.openxmlformats.org/drawingml/2006/main">
              <a:ext uri="{FF2B5EF4-FFF2-40B4-BE49-F238E27FC236}">
                <a16:creationId xmlns:a16="http://schemas.microsoft.com/office/drawing/2014/main" id="{7C73DC0F-3764-451C-B836-683EDF841EEE}"/>
              </a:ext>
            </a:extLst>
          </p:cNvPr>
          <p:cNvSpPr>
            <a:spLocks xmlns:a="http://schemas.openxmlformats.org/drawingml/2006/main" noGrp="1"/>
          </p:cNvSpPr>
          <p:nvPr/>
        </p:nvSpPr>
        <p:spPr>
          <a:xfrm xmlns:a="http://schemas.openxmlformats.org/drawingml/2006/main">
            <a:off x="6103620" y="4018788"/>
            <a:ext cx="2266283" cy="9525"/>
          </a:xfrm>
          <a:custGeom xmlns:a="http://schemas.openxmlformats.org/drawingml/2006/main">
            <a:pathLst>
              <a:path w="2266283" h="9525">
                <a:moveTo>
                  <a:pt x="0" y="0"/>
                </a:moveTo>
                <a:lnTo>
                  <a:pt x="2266283" y="0"/>
                </a:lnTo>
              </a:path>
            </a:pathLst>
          </a:custGeom>
          <a:noFill xmlns:a="http://schemas.openxmlformats.org/drawingml/2006/main"/>
          <a:ln xmlns:a="http://schemas.openxmlformats.org/drawingml/2006/main" w="9525">
            <a:solidFill>
              <a:srgbClr val="231F20"/>
            </a:solidFill>
          </a:ln>
        </p:spPr>
      </p:sp>
      <p:sp>
        <p:nvSpPr>
          <p:cNvPr id="182" name="wire-1126">
            <a:extLst xmlns:a="http://schemas.openxmlformats.org/drawingml/2006/main">
              <a:ext uri="{FF2B5EF4-FFF2-40B4-BE49-F238E27FC236}">
                <a16:creationId xmlns:a16="http://schemas.microsoft.com/office/drawing/2014/main" id="{594323C0-C961-46B1-8E27-FADF0C478D35}"/>
              </a:ext>
            </a:extLst>
          </p:cNvPr>
          <p:cNvSpPr>
            <a:spLocks xmlns:a="http://schemas.openxmlformats.org/drawingml/2006/main" noGrp="1"/>
          </p:cNvSpPr>
          <p:nvPr/>
        </p:nvSpPr>
        <p:spPr>
          <a:xfrm xmlns:a="http://schemas.openxmlformats.org/drawingml/2006/main">
            <a:off x="8487632" y="4018788"/>
            <a:ext cx="245269" cy="9525"/>
          </a:xfrm>
          <a:custGeom xmlns:a="http://schemas.openxmlformats.org/drawingml/2006/main">
            <a:pathLst>
              <a:path w="245269" h="9525">
                <a:moveTo>
                  <a:pt x="0" y="0"/>
                </a:moveTo>
                <a:lnTo>
                  <a:pt x="245269" y="0"/>
                </a:lnTo>
              </a:path>
            </a:pathLst>
          </a:custGeom>
          <a:noFill xmlns:a="http://schemas.openxmlformats.org/drawingml/2006/main"/>
          <a:ln xmlns:a="http://schemas.openxmlformats.org/drawingml/2006/main" w="9525">
            <a:solidFill>
              <a:srgbClr val="231F20"/>
            </a:solidFill>
          </a:ln>
        </p:spPr>
      </p:sp>
      <p:sp>
        <p:nvSpPr>
          <p:cNvPr id="183" name="wire-1127">
            <a:extLst xmlns:a="http://schemas.openxmlformats.org/drawingml/2006/main">
              <a:ext uri="{FF2B5EF4-FFF2-40B4-BE49-F238E27FC236}">
                <a16:creationId xmlns:a16="http://schemas.microsoft.com/office/drawing/2014/main" id="{5A2AE780-5522-448A-A32A-16CE52FA6ADE}"/>
              </a:ext>
            </a:extLst>
          </p:cNvPr>
          <p:cNvSpPr>
            <a:spLocks xmlns:a="http://schemas.openxmlformats.org/drawingml/2006/main" noGrp="1"/>
          </p:cNvSpPr>
          <p:nvPr/>
        </p:nvSpPr>
        <p:spPr>
          <a:xfrm xmlns:a="http://schemas.openxmlformats.org/drawingml/2006/main">
            <a:off x="8732901" y="4018788"/>
            <a:ext cx="9525" cy="277559"/>
          </a:xfrm>
          <a:custGeom xmlns:a="http://schemas.openxmlformats.org/drawingml/2006/main">
            <a:pathLst>
              <a:path w="9525" h="277559">
                <a:moveTo>
                  <a:pt x="0" y="0"/>
                </a:moveTo>
                <a:lnTo>
                  <a:pt x="0" y="277559"/>
                </a:lnTo>
              </a:path>
            </a:pathLst>
          </a:custGeom>
          <a:noFill xmlns:a="http://schemas.openxmlformats.org/drawingml/2006/main"/>
          <a:ln xmlns:a="http://schemas.openxmlformats.org/drawingml/2006/main" w="9525">
            <a:solidFill>
              <a:srgbClr val="231F20"/>
            </a:solidFill>
          </a:ln>
        </p:spPr>
      </p:sp>
      <p:sp>
        <p:nvSpPr>
          <p:cNvPr id="184" name="circuit-1128">
            <a:extLst xmlns:a="http://schemas.openxmlformats.org/drawingml/2006/main">
              <a:ext uri="{FF2B5EF4-FFF2-40B4-BE49-F238E27FC236}">
                <a16:creationId xmlns:a16="http://schemas.microsoft.com/office/drawing/2014/main" id="{04FDD82F-E323-402C-8FED-F1E5501BD5A0}"/>
              </a:ext>
            </a:extLst>
          </p:cNvPr>
          <p:cNvSpPr>
            <a:spLocks xmlns:a="http://schemas.openxmlformats.org/drawingml/2006/main" noGrp="1"/>
          </p:cNvSpPr>
          <p:nvPr/>
        </p:nvSpPr>
        <p:spPr>
          <a:xfrm xmlns:a="http://schemas.openxmlformats.org/drawingml/2006/main">
            <a:off x="8712298" y="4251579"/>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185" name="wire-1129">
            <a:extLst xmlns:a="http://schemas.openxmlformats.org/drawingml/2006/main">
              <a:ext uri="{FF2B5EF4-FFF2-40B4-BE49-F238E27FC236}">
                <a16:creationId xmlns:a16="http://schemas.microsoft.com/office/drawing/2014/main" id="{F399A5F1-4E35-4434-832C-13DBE852E225}"/>
              </a:ext>
            </a:extLst>
          </p:cNvPr>
          <p:cNvSpPr>
            <a:spLocks xmlns:a="http://schemas.openxmlformats.org/drawingml/2006/main" noGrp="1"/>
          </p:cNvSpPr>
          <p:nvPr/>
        </p:nvSpPr>
        <p:spPr>
          <a:xfrm xmlns:a="http://schemas.openxmlformats.org/drawingml/2006/main">
            <a:off x="3611690" y="4117277"/>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9525">
            <a:solidFill>
              <a:srgbClr val="231F20"/>
            </a:solidFill>
          </a:ln>
        </p:spPr>
      </p:sp>
      <p:sp>
        <p:nvSpPr>
          <p:cNvPr id="186" name="wire-1130">
            <a:extLst xmlns:a="http://schemas.openxmlformats.org/drawingml/2006/main">
              <a:ext uri="{FF2B5EF4-FFF2-40B4-BE49-F238E27FC236}">
                <a16:creationId xmlns:a16="http://schemas.microsoft.com/office/drawing/2014/main" id="{E07BE0B3-342D-4AF1-A5B1-D331A13E9BB4}"/>
              </a:ext>
            </a:extLst>
          </p:cNvPr>
          <p:cNvSpPr>
            <a:spLocks xmlns:a="http://schemas.openxmlformats.org/drawingml/2006/main" noGrp="1"/>
          </p:cNvSpPr>
          <p:nvPr/>
        </p:nvSpPr>
        <p:spPr>
          <a:xfrm xmlns:a="http://schemas.openxmlformats.org/drawingml/2006/main">
            <a:off x="3915823" y="4117277"/>
            <a:ext cx="539591" cy="9525"/>
          </a:xfrm>
          <a:custGeom xmlns:a="http://schemas.openxmlformats.org/drawingml/2006/main">
            <a:pathLst>
              <a:path w="539591" h="9525">
                <a:moveTo>
                  <a:pt x="0" y="0"/>
                </a:moveTo>
                <a:lnTo>
                  <a:pt x="539591" y="0"/>
                </a:lnTo>
              </a:path>
            </a:pathLst>
          </a:custGeom>
          <a:noFill xmlns:a="http://schemas.openxmlformats.org/drawingml/2006/main"/>
          <a:ln xmlns:a="http://schemas.openxmlformats.org/drawingml/2006/main" w="9525">
            <a:solidFill>
              <a:srgbClr val="231F20"/>
            </a:solidFill>
          </a:ln>
        </p:spPr>
      </p:sp>
      <p:sp>
        <p:nvSpPr>
          <p:cNvPr id="187" name="wire-1131">
            <a:extLst xmlns:a="http://schemas.openxmlformats.org/drawingml/2006/main">
              <a:ext uri="{FF2B5EF4-FFF2-40B4-BE49-F238E27FC236}">
                <a16:creationId xmlns:a16="http://schemas.microsoft.com/office/drawing/2014/main" id="{D8DE4B9D-5294-43BF-90D5-298071607C33}"/>
              </a:ext>
            </a:extLst>
          </p:cNvPr>
          <p:cNvSpPr>
            <a:spLocks xmlns:a="http://schemas.openxmlformats.org/drawingml/2006/main" noGrp="1"/>
          </p:cNvSpPr>
          <p:nvPr/>
        </p:nvSpPr>
        <p:spPr>
          <a:xfrm xmlns:a="http://schemas.openxmlformats.org/drawingml/2006/main">
            <a:off x="4455414" y="4117277"/>
            <a:ext cx="9525" cy="196977"/>
          </a:xfrm>
          <a:custGeom xmlns:a="http://schemas.openxmlformats.org/drawingml/2006/main">
            <a:pathLst>
              <a:path w="9525" h="196977">
                <a:moveTo>
                  <a:pt x="0" y="0"/>
                </a:moveTo>
                <a:lnTo>
                  <a:pt x="0" y="196977"/>
                </a:lnTo>
              </a:path>
            </a:pathLst>
          </a:custGeom>
          <a:noFill xmlns:a="http://schemas.openxmlformats.org/drawingml/2006/main"/>
          <a:ln xmlns:a="http://schemas.openxmlformats.org/drawingml/2006/main" w="9525">
            <a:solidFill>
              <a:srgbClr val="231F20"/>
            </a:solidFill>
          </a:ln>
        </p:spPr>
      </p:sp>
      <p:sp>
        <p:nvSpPr>
          <p:cNvPr id="188" name="wire-1132">
            <a:extLst xmlns:a="http://schemas.openxmlformats.org/drawingml/2006/main">
              <a:ext uri="{FF2B5EF4-FFF2-40B4-BE49-F238E27FC236}">
                <a16:creationId xmlns:a16="http://schemas.microsoft.com/office/drawing/2014/main" id="{C17428A1-872E-413A-8685-0D8BA80247AE}"/>
              </a:ext>
            </a:extLst>
          </p:cNvPr>
          <p:cNvSpPr>
            <a:spLocks xmlns:a="http://schemas.openxmlformats.org/drawingml/2006/main" noGrp="1"/>
          </p:cNvSpPr>
          <p:nvPr/>
        </p:nvSpPr>
        <p:spPr>
          <a:xfrm xmlns:a="http://schemas.openxmlformats.org/drawingml/2006/main">
            <a:off x="4455414" y="4314254"/>
            <a:ext cx="215837" cy="9525"/>
          </a:xfrm>
          <a:custGeom xmlns:a="http://schemas.openxmlformats.org/drawingml/2006/main">
            <a:pathLst>
              <a:path w="215837" h="9525">
                <a:moveTo>
                  <a:pt x="0" y="0"/>
                </a:moveTo>
                <a:lnTo>
                  <a:pt x="215837" y="0"/>
                </a:lnTo>
              </a:path>
            </a:pathLst>
          </a:custGeom>
          <a:noFill xmlns:a="http://schemas.openxmlformats.org/drawingml/2006/main"/>
          <a:ln xmlns:a="http://schemas.openxmlformats.org/drawingml/2006/main" w="9525">
            <a:solidFill>
              <a:srgbClr val="231F20"/>
            </a:solidFill>
          </a:ln>
        </p:spPr>
      </p:sp>
      <p:sp>
        <p:nvSpPr>
          <p:cNvPr id="189" name="wire-1133">
            <a:extLst xmlns:a="http://schemas.openxmlformats.org/drawingml/2006/main">
              <a:ext uri="{FF2B5EF4-FFF2-40B4-BE49-F238E27FC236}">
                <a16:creationId xmlns:a16="http://schemas.microsoft.com/office/drawing/2014/main" id="{63E035F5-5BE6-43FD-BE49-DE2CF4AAC544}"/>
              </a:ext>
            </a:extLst>
          </p:cNvPr>
          <p:cNvSpPr>
            <a:spLocks xmlns:a="http://schemas.openxmlformats.org/drawingml/2006/main" noGrp="1"/>
          </p:cNvSpPr>
          <p:nvPr/>
        </p:nvSpPr>
        <p:spPr>
          <a:xfrm xmlns:a="http://schemas.openxmlformats.org/drawingml/2006/main">
            <a:off x="4671251" y="4314254"/>
            <a:ext cx="9525" cy="71628"/>
          </a:xfrm>
          <a:custGeom xmlns:a="http://schemas.openxmlformats.org/drawingml/2006/main">
            <a:pathLst>
              <a:path w="9525" h="71628">
                <a:moveTo>
                  <a:pt x="0" y="0"/>
                </a:moveTo>
                <a:lnTo>
                  <a:pt x="0" y="71628"/>
                </a:lnTo>
              </a:path>
            </a:pathLst>
          </a:custGeom>
          <a:noFill xmlns:a="http://schemas.openxmlformats.org/drawingml/2006/main"/>
          <a:ln xmlns:a="http://schemas.openxmlformats.org/drawingml/2006/main" w="9525">
            <a:solidFill>
              <a:srgbClr val="231F20"/>
            </a:solidFill>
          </a:ln>
        </p:spPr>
      </p:sp>
      <p:sp>
        <p:nvSpPr>
          <p:cNvPr id="190" name="circuit-1134">
            <a:extLst xmlns:a="http://schemas.openxmlformats.org/drawingml/2006/main">
              <a:ext uri="{FF2B5EF4-FFF2-40B4-BE49-F238E27FC236}">
                <a16:creationId xmlns:a16="http://schemas.microsoft.com/office/drawing/2014/main" id="{E26DA7B1-0A1C-48C4-9716-DFDFDDEEB17F}"/>
              </a:ext>
            </a:extLst>
          </p:cNvPr>
          <p:cNvSpPr>
            <a:spLocks xmlns:a="http://schemas.openxmlformats.org/drawingml/2006/main" noGrp="1"/>
          </p:cNvSpPr>
          <p:nvPr/>
        </p:nvSpPr>
        <p:spPr>
          <a:xfrm xmlns:a="http://schemas.openxmlformats.org/drawingml/2006/main">
            <a:off x="4650648" y="4341114"/>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191" name="wire-1135">
            <a:extLst xmlns:a="http://schemas.openxmlformats.org/drawingml/2006/main">
              <a:ext uri="{FF2B5EF4-FFF2-40B4-BE49-F238E27FC236}">
                <a16:creationId xmlns:a16="http://schemas.microsoft.com/office/drawing/2014/main" id="{DBCC025A-4952-46A9-9A5C-71BC4BEB6284}"/>
              </a:ext>
            </a:extLst>
          </p:cNvPr>
          <p:cNvSpPr>
            <a:spLocks xmlns:a="http://schemas.openxmlformats.org/drawingml/2006/main" noGrp="1"/>
          </p:cNvSpPr>
          <p:nvPr/>
        </p:nvSpPr>
        <p:spPr>
          <a:xfrm xmlns:a="http://schemas.openxmlformats.org/drawingml/2006/main">
            <a:off x="3611690" y="4206812"/>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9525">
            <a:solidFill>
              <a:srgbClr val="231F20"/>
            </a:solidFill>
          </a:ln>
        </p:spPr>
      </p:sp>
      <p:sp>
        <p:nvSpPr>
          <p:cNvPr id="192" name="wire-1136">
            <a:extLst xmlns:a="http://schemas.openxmlformats.org/drawingml/2006/main">
              <a:ext uri="{FF2B5EF4-FFF2-40B4-BE49-F238E27FC236}">
                <a16:creationId xmlns:a16="http://schemas.microsoft.com/office/drawing/2014/main" id="{FA288752-64A8-49B9-87F6-D6F6AA05067F}"/>
              </a:ext>
            </a:extLst>
          </p:cNvPr>
          <p:cNvSpPr>
            <a:spLocks xmlns:a="http://schemas.openxmlformats.org/drawingml/2006/main" noGrp="1"/>
          </p:cNvSpPr>
          <p:nvPr/>
        </p:nvSpPr>
        <p:spPr>
          <a:xfrm xmlns:a="http://schemas.openxmlformats.org/drawingml/2006/main">
            <a:off x="3915823" y="4206812"/>
            <a:ext cx="49054" cy="9525"/>
          </a:xfrm>
          <a:custGeom xmlns:a="http://schemas.openxmlformats.org/drawingml/2006/main">
            <a:pathLst>
              <a:path w="49054" h="9525">
                <a:moveTo>
                  <a:pt x="0" y="0"/>
                </a:moveTo>
                <a:lnTo>
                  <a:pt x="49054" y="0"/>
                </a:lnTo>
              </a:path>
            </a:pathLst>
          </a:custGeom>
          <a:noFill xmlns:a="http://schemas.openxmlformats.org/drawingml/2006/main"/>
          <a:ln xmlns:a="http://schemas.openxmlformats.org/drawingml/2006/main" w="9525">
            <a:solidFill>
              <a:srgbClr val="231F20"/>
            </a:solidFill>
          </a:ln>
        </p:spPr>
      </p:sp>
      <p:sp>
        <p:nvSpPr>
          <p:cNvPr id="193" name="wire-1137">
            <a:extLst xmlns:a="http://schemas.openxmlformats.org/drawingml/2006/main">
              <a:ext uri="{FF2B5EF4-FFF2-40B4-BE49-F238E27FC236}">
                <a16:creationId xmlns:a16="http://schemas.microsoft.com/office/drawing/2014/main" id="{51BAF643-2B21-4E91-AA37-2F020B26FE7D}"/>
              </a:ext>
            </a:extLst>
          </p:cNvPr>
          <p:cNvSpPr>
            <a:spLocks xmlns:a="http://schemas.openxmlformats.org/drawingml/2006/main" noGrp="1"/>
          </p:cNvSpPr>
          <p:nvPr/>
        </p:nvSpPr>
        <p:spPr>
          <a:xfrm xmlns:a="http://schemas.openxmlformats.org/drawingml/2006/main">
            <a:off x="3964877" y="4206812"/>
            <a:ext cx="9525" cy="1208722"/>
          </a:xfrm>
          <a:custGeom xmlns:a="http://schemas.openxmlformats.org/drawingml/2006/main">
            <a:pathLst>
              <a:path w="9525" h="1208722">
                <a:moveTo>
                  <a:pt x="0" y="0"/>
                </a:moveTo>
                <a:lnTo>
                  <a:pt x="0" y="1208722"/>
                </a:lnTo>
              </a:path>
            </a:pathLst>
          </a:custGeom>
          <a:noFill xmlns:a="http://schemas.openxmlformats.org/drawingml/2006/main"/>
          <a:ln xmlns:a="http://schemas.openxmlformats.org/drawingml/2006/main" w="9525">
            <a:solidFill>
              <a:srgbClr val="231F20"/>
            </a:solidFill>
          </a:ln>
        </p:spPr>
      </p:sp>
      <p:sp>
        <p:nvSpPr>
          <p:cNvPr id="194" name="wire-1138">
            <a:extLst xmlns:a="http://schemas.openxmlformats.org/drawingml/2006/main">
              <a:ext uri="{FF2B5EF4-FFF2-40B4-BE49-F238E27FC236}">
                <a16:creationId xmlns:a16="http://schemas.microsoft.com/office/drawing/2014/main" id="{F7AA2488-FD09-497C-B41D-B904D66463E6}"/>
              </a:ext>
            </a:extLst>
          </p:cNvPr>
          <p:cNvSpPr>
            <a:spLocks xmlns:a="http://schemas.openxmlformats.org/drawingml/2006/main" noGrp="1"/>
          </p:cNvSpPr>
          <p:nvPr/>
        </p:nvSpPr>
        <p:spPr>
          <a:xfrm xmlns:a="http://schemas.openxmlformats.org/drawingml/2006/main">
            <a:off x="3964877" y="5415534"/>
            <a:ext cx="706374" cy="9525"/>
          </a:xfrm>
          <a:custGeom xmlns:a="http://schemas.openxmlformats.org/drawingml/2006/main">
            <a:pathLst>
              <a:path w="706374" h="9525">
                <a:moveTo>
                  <a:pt x="0" y="0"/>
                </a:moveTo>
                <a:lnTo>
                  <a:pt x="706374" y="0"/>
                </a:lnTo>
              </a:path>
            </a:pathLst>
          </a:custGeom>
          <a:noFill xmlns:a="http://schemas.openxmlformats.org/drawingml/2006/main"/>
          <a:ln xmlns:a="http://schemas.openxmlformats.org/drawingml/2006/main" w="9525">
            <a:solidFill>
              <a:srgbClr val="231F20"/>
            </a:solidFill>
          </a:ln>
        </p:spPr>
      </p:sp>
      <p:sp>
        <p:nvSpPr>
          <p:cNvPr id="195" name="wire-1139">
            <a:extLst xmlns:a="http://schemas.openxmlformats.org/drawingml/2006/main">
              <a:ext uri="{FF2B5EF4-FFF2-40B4-BE49-F238E27FC236}">
                <a16:creationId xmlns:a16="http://schemas.microsoft.com/office/drawing/2014/main" id="{DDBCBEFC-393E-42CC-B425-4BF8569D49D1}"/>
              </a:ext>
            </a:extLst>
          </p:cNvPr>
          <p:cNvSpPr>
            <a:spLocks xmlns:a="http://schemas.openxmlformats.org/drawingml/2006/main" noGrp="1"/>
          </p:cNvSpPr>
          <p:nvPr/>
        </p:nvSpPr>
        <p:spPr>
          <a:xfrm xmlns:a="http://schemas.openxmlformats.org/drawingml/2006/main">
            <a:off x="4671251" y="5361813"/>
            <a:ext cx="9525" cy="53721"/>
          </a:xfrm>
          <a:custGeom xmlns:a="http://schemas.openxmlformats.org/drawingml/2006/main">
            <a:pathLst>
              <a:path w="9525" h="53721">
                <a:moveTo>
                  <a:pt x="0" y="53721"/>
                </a:moveTo>
                <a:lnTo>
                  <a:pt x="0" y="0"/>
                </a:lnTo>
              </a:path>
            </a:pathLst>
          </a:custGeom>
          <a:noFill xmlns:a="http://schemas.openxmlformats.org/drawingml/2006/main"/>
          <a:ln xmlns:a="http://schemas.openxmlformats.org/drawingml/2006/main" w="9525">
            <a:solidFill>
              <a:srgbClr val="231F20"/>
            </a:solidFill>
          </a:ln>
        </p:spPr>
      </p:sp>
      <p:sp>
        <p:nvSpPr>
          <p:cNvPr id="196" name="circuit-1140">
            <a:extLst xmlns:a="http://schemas.openxmlformats.org/drawingml/2006/main">
              <a:ext uri="{FF2B5EF4-FFF2-40B4-BE49-F238E27FC236}">
                <a16:creationId xmlns:a16="http://schemas.microsoft.com/office/drawing/2014/main" id="{0A8EA780-CB97-4691-A8CA-DFD5A04C766E}"/>
              </a:ext>
            </a:extLst>
          </p:cNvPr>
          <p:cNvSpPr>
            <a:spLocks xmlns:a="http://schemas.openxmlformats.org/drawingml/2006/main" noGrp="1"/>
          </p:cNvSpPr>
          <p:nvPr/>
        </p:nvSpPr>
        <p:spPr>
          <a:xfrm xmlns:a="http://schemas.openxmlformats.org/drawingml/2006/main">
            <a:off x="4650648" y="5361813"/>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197" name="block-1141">
            <a:extLst xmlns:a="http://schemas.openxmlformats.org/drawingml/2006/main">
              <a:ext uri="{FF2B5EF4-FFF2-40B4-BE49-F238E27FC236}">
                <a16:creationId xmlns:a16="http://schemas.microsoft.com/office/drawing/2014/main" id="{F8D1390E-1983-4811-9D37-0791B9B215DF}"/>
              </a:ext>
            </a:extLst>
          </p:cNvPr>
          <p:cNvSpPr>
            <a:spLocks xmlns:a="http://schemas.openxmlformats.org/drawingml/2006/main" noGrp="1"/>
          </p:cNvSpPr>
          <p:nvPr/>
        </p:nvSpPr>
        <p:spPr>
          <a:xfrm xmlns:a="http://schemas.openxmlformats.org/drawingml/2006/main">
            <a:off x="2610993" y="4439603"/>
            <a:ext cx="1000697" cy="913257"/>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198" name="text-1142">
            <a:extLst xmlns:a="http://schemas.openxmlformats.org/drawingml/2006/main">
              <a:ext uri="{FF2B5EF4-FFF2-40B4-BE49-F238E27FC236}">
                <a16:creationId xmlns:a16="http://schemas.microsoft.com/office/drawing/2014/main" id="{E1D55155-4210-4562-BE3E-EADE25B0894A}"/>
              </a:ext>
            </a:extLst>
          </p:cNvPr>
          <p:cNvSpPr>
            <a:spLocks xmlns:a="http://schemas.openxmlformats.org/drawingml/2006/main" noGrp="1"/>
          </p:cNvSpPr>
          <p:nvPr/>
        </p:nvSpPr>
        <p:spPr>
          <a:xfrm xmlns:a="http://schemas.openxmlformats.org/drawingml/2006/main">
            <a:off x="2728722" y="4681347"/>
            <a:ext cx="765239" cy="161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Arial"/>
                <a:ea typeface="Arial"/>
                <a:cs typeface="Arial"/>
              </a:defRPr>
            </a:defPPr>
            <a:lvl1pPr algn="ctr">
              <a:defRPr sz="1275" b="1">
                <a:solidFill>
                  <a:srgbClr val="231F20"/>
                </a:solidFill>
                <a:latin typeface="Arial"/>
                <a:ea typeface="Arial"/>
                <a:cs typeface="Arial"/>
              </a:defRPr>
            </a:lvl1pPr>
            <a:lvl2pPr algn="ctr">
              <a:defRPr sz="1275" b="1">
                <a:solidFill>
                  <a:srgbClr val="231F20"/>
                </a:solidFill>
                <a:latin typeface="Arial"/>
                <a:ea typeface="Arial"/>
                <a:cs typeface="Arial"/>
              </a:defRPr>
            </a:lvl2pPr>
            <a:lvl3pPr algn="ctr">
              <a:defRPr sz="1275" b="1">
                <a:solidFill>
                  <a:srgbClr val="231F20"/>
                </a:solidFill>
                <a:latin typeface="Arial"/>
                <a:ea typeface="Arial"/>
                <a:cs typeface="Arial"/>
              </a:defRPr>
            </a:lvl3pPr>
            <a:lvl4pPr algn="ctr">
              <a:defRPr sz="1275" b="1">
                <a:solidFill>
                  <a:srgbClr val="231F20"/>
                </a:solidFill>
                <a:latin typeface="Arial"/>
                <a:ea typeface="Arial"/>
                <a:cs typeface="Arial"/>
              </a:defRPr>
            </a:lvl4pPr>
            <a:lvl5pPr algn="ctr">
              <a:defRPr sz="1275" b="1">
                <a:solidFill>
                  <a:srgbClr val="231F20"/>
                </a:solidFill>
                <a:latin typeface="Arial"/>
                <a:ea typeface="Arial"/>
                <a:cs typeface="Arial"/>
              </a:defRPr>
            </a:lvl5pPr>
            <a:lvl6pPr algn="ctr">
              <a:defRPr sz="1275" b="1">
                <a:solidFill>
                  <a:srgbClr val="231F20"/>
                </a:solidFill>
                <a:latin typeface="Arial"/>
                <a:ea typeface="Arial"/>
                <a:cs typeface="Arial"/>
              </a:defRPr>
            </a:lvl6pPr>
            <a:lvl7pPr algn="ctr">
              <a:defRPr sz="1275" b="1">
                <a:solidFill>
                  <a:srgbClr val="231F20"/>
                </a:solidFill>
                <a:latin typeface="Arial"/>
                <a:ea typeface="Arial"/>
                <a:cs typeface="Arial"/>
              </a:defRPr>
            </a:lvl7pPr>
            <a:lvl8pPr algn="ctr">
              <a:defRPr sz="1275" b="1">
                <a:solidFill>
                  <a:srgbClr val="231F20"/>
                </a:solidFill>
                <a:latin typeface="Arial"/>
                <a:ea typeface="Arial"/>
                <a:cs typeface="Arial"/>
              </a:defRPr>
            </a:lvl8pPr>
            <a:lvl9pPr algn="ctr">
              <a:defRPr sz="1275" b="1">
                <a:solidFill>
                  <a:srgbClr val="231F20"/>
                </a:solidFill>
                <a:latin typeface="Arial"/>
                <a:ea typeface="Arial"/>
                <a:cs typeface="Arial"/>
              </a:defRPr>
            </a:lvl9pPr>
          </a:lstStyle>
          <a:p xmlns:a="http://schemas.openxmlformats.org/drawingml/2006/main">
            <a:pPr algn="ctr">
              <a:defRPr sz="1275" b="1">
                <a:solidFill>
                  <a:srgbClr val="231F20"/>
                </a:solidFill>
                <a:latin typeface="Arial"/>
                <a:ea typeface="Arial"/>
                <a:cs typeface="Arial"/>
              </a:defRPr>
            </a:pPr>
            <a:r>
              <a:rPr sz="1275" b="1">
                <a:solidFill>
                  <a:srgbClr val="231F20"/>
                </a:solidFill>
                <a:latin typeface="Arial"/>
                <a:ea typeface="Arial"/>
                <a:cs typeface="Arial"/>
              </a:rPr>
              <a:t>regfile</a:t>
            </a:r>
          </a:p>
        </p:txBody>
      </p:sp>
      <p:sp>
        <p:nvSpPr>
          <p:cNvPr id="199" name="text-1143">
            <a:extLst xmlns:a="http://schemas.openxmlformats.org/drawingml/2006/main">
              <a:ext uri="{FF2B5EF4-FFF2-40B4-BE49-F238E27FC236}">
                <a16:creationId xmlns:a16="http://schemas.microsoft.com/office/drawing/2014/main" id="{3FCFB167-D94F-43A3-811F-35CC03721BEF}"/>
              </a:ext>
            </a:extLst>
          </p:cNvPr>
          <p:cNvSpPr>
            <a:spLocks xmlns:a="http://schemas.openxmlformats.org/drawingml/2006/main" noGrp="1"/>
          </p:cNvSpPr>
          <p:nvPr/>
        </p:nvSpPr>
        <p:spPr>
          <a:xfrm xmlns:a="http://schemas.openxmlformats.org/drawingml/2006/main">
            <a:off x="2640425" y="4520184"/>
            <a:ext cx="264890"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A1</a:t>
            </a:r>
          </a:p>
        </p:txBody>
      </p:sp>
      <p:sp>
        <p:nvSpPr>
          <p:cNvPr id="200" name="text-1144">
            <a:extLst xmlns:a="http://schemas.openxmlformats.org/drawingml/2006/main">
              <a:ext uri="{FF2B5EF4-FFF2-40B4-BE49-F238E27FC236}">
                <a16:creationId xmlns:a16="http://schemas.microsoft.com/office/drawing/2014/main" id="{0537D243-0CA0-4C9D-8217-538B698E192F}"/>
              </a:ext>
            </a:extLst>
          </p:cNvPr>
          <p:cNvSpPr>
            <a:spLocks xmlns:a="http://schemas.openxmlformats.org/drawingml/2006/main" noGrp="1"/>
          </p:cNvSpPr>
          <p:nvPr/>
        </p:nvSpPr>
        <p:spPr>
          <a:xfrm xmlns:a="http://schemas.openxmlformats.org/drawingml/2006/main">
            <a:off x="2640425" y="4851464"/>
            <a:ext cx="264890"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A2</a:t>
            </a:r>
          </a:p>
        </p:txBody>
      </p:sp>
      <p:sp>
        <p:nvSpPr>
          <p:cNvPr id="201" name="text-1145">
            <a:extLst xmlns:a="http://schemas.openxmlformats.org/drawingml/2006/main">
              <a:ext uri="{FF2B5EF4-FFF2-40B4-BE49-F238E27FC236}">
                <a16:creationId xmlns:a16="http://schemas.microsoft.com/office/drawing/2014/main" id="{78DA189C-45A4-471A-BE81-03C576389902}"/>
              </a:ext>
            </a:extLst>
          </p:cNvPr>
          <p:cNvSpPr>
            <a:spLocks xmlns:a="http://schemas.openxmlformats.org/drawingml/2006/main" noGrp="1"/>
          </p:cNvSpPr>
          <p:nvPr/>
        </p:nvSpPr>
        <p:spPr>
          <a:xfrm xmlns:a="http://schemas.openxmlformats.org/drawingml/2006/main">
            <a:off x="2640425" y="5021580"/>
            <a:ext cx="264890" cy="1432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A3</a:t>
            </a:r>
          </a:p>
        </p:txBody>
      </p:sp>
      <p:sp>
        <p:nvSpPr>
          <p:cNvPr id="202" name="text-1146">
            <a:extLst xmlns:a="http://schemas.openxmlformats.org/drawingml/2006/main">
              <a:ext uri="{FF2B5EF4-FFF2-40B4-BE49-F238E27FC236}">
                <a16:creationId xmlns:a16="http://schemas.microsoft.com/office/drawing/2014/main" id="{2B1CC6E0-D41F-4A13-BF91-72EDE88BCA2F}"/>
              </a:ext>
            </a:extLst>
          </p:cNvPr>
          <p:cNvSpPr>
            <a:spLocks xmlns:a="http://schemas.openxmlformats.org/drawingml/2006/main" noGrp="1"/>
          </p:cNvSpPr>
          <p:nvPr/>
        </p:nvSpPr>
        <p:spPr>
          <a:xfrm xmlns:a="http://schemas.openxmlformats.org/drawingml/2006/main">
            <a:off x="2640425" y="5182743"/>
            <a:ext cx="402241"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Arial"/>
                <a:ea typeface="Arial"/>
                <a:cs typeface="Arial"/>
              </a:defRPr>
            </a:defPPr>
            <a:lvl1pPr algn="l">
              <a:defRPr sz="900" b="0">
                <a:solidFill>
                  <a:srgbClr val="231F20"/>
                </a:solidFill>
                <a:latin typeface="Arial"/>
                <a:ea typeface="Arial"/>
                <a:cs typeface="Arial"/>
              </a:defRPr>
            </a:lvl1pPr>
            <a:lvl2pPr algn="l">
              <a:defRPr sz="900" b="0">
                <a:solidFill>
                  <a:srgbClr val="231F20"/>
                </a:solidFill>
                <a:latin typeface="Arial"/>
                <a:ea typeface="Arial"/>
                <a:cs typeface="Arial"/>
              </a:defRPr>
            </a:lvl2pPr>
            <a:lvl3pPr algn="l">
              <a:defRPr sz="900" b="0">
                <a:solidFill>
                  <a:srgbClr val="231F20"/>
                </a:solidFill>
                <a:latin typeface="Arial"/>
                <a:ea typeface="Arial"/>
                <a:cs typeface="Arial"/>
              </a:defRPr>
            </a:lvl3pPr>
            <a:lvl4pPr algn="l">
              <a:defRPr sz="900" b="0">
                <a:solidFill>
                  <a:srgbClr val="231F20"/>
                </a:solidFill>
                <a:latin typeface="Arial"/>
                <a:ea typeface="Arial"/>
                <a:cs typeface="Arial"/>
              </a:defRPr>
            </a:lvl4pPr>
            <a:lvl5pPr algn="l">
              <a:defRPr sz="900" b="0">
                <a:solidFill>
                  <a:srgbClr val="231F20"/>
                </a:solidFill>
                <a:latin typeface="Arial"/>
                <a:ea typeface="Arial"/>
                <a:cs typeface="Arial"/>
              </a:defRPr>
            </a:lvl5pPr>
            <a:lvl6pPr algn="l">
              <a:defRPr sz="900" b="0">
                <a:solidFill>
                  <a:srgbClr val="231F20"/>
                </a:solidFill>
                <a:latin typeface="Arial"/>
                <a:ea typeface="Arial"/>
                <a:cs typeface="Arial"/>
              </a:defRPr>
            </a:lvl6pPr>
            <a:lvl7pPr algn="l">
              <a:defRPr sz="900" b="0">
                <a:solidFill>
                  <a:srgbClr val="231F20"/>
                </a:solidFill>
                <a:latin typeface="Arial"/>
                <a:ea typeface="Arial"/>
                <a:cs typeface="Arial"/>
              </a:defRPr>
            </a:lvl7pPr>
            <a:lvl8pPr algn="l">
              <a:defRPr sz="900" b="0">
                <a:solidFill>
                  <a:srgbClr val="231F20"/>
                </a:solidFill>
                <a:latin typeface="Arial"/>
                <a:ea typeface="Arial"/>
                <a:cs typeface="Arial"/>
              </a:defRPr>
            </a:lvl8pPr>
            <a:lvl9pPr algn="l">
              <a:defRPr sz="900" b="0">
                <a:solidFill>
                  <a:srgbClr val="231F20"/>
                </a:solidFill>
                <a:latin typeface="Arial"/>
                <a:ea typeface="Arial"/>
                <a:cs typeface="Arial"/>
              </a:defRPr>
            </a:lvl9pPr>
          </a:lstStyle>
          <a:p xmlns:a="http://schemas.openxmlformats.org/drawingml/2006/main">
            <a:pPr algn="l">
              <a:defRPr sz="900" b="0">
                <a:solidFill>
                  <a:srgbClr val="231F20"/>
                </a:solidFill>
                <a:latin typeface="Arial"/>
                <a:ea typeface="Arial"/>
                <a:cs typeface="Arial"/>
              </a:defRPr>
            </a:pPr>
            <a:r>
              <a:rPr sz="900" b="0">
                <a:solidFill>
                  <a:srgbClr val="231F20"/>
                </a:solidFill>
                <a:latin typeface="Arial"/>
                <a:ea typeface="Arial"/>
                <a:cs typeface="Arial"/>
              </a:rPr>
              <a:t>WD3</a:t>
            </a:r>
          </a:p>
        </p:txBody>
      </p:sp>
      <p:sp>
        <p:nvSpPr>
          <p:cNvPr id="203" name="text-1147">
            <a:extLst xmlns:a="http://schemas.openxmlformats.org/drawingml/2006/main">
              <a:ext uri="{FF2B5EF4-FFF2-40B4-BE49-F238E27FC236}">
                <a16:creationId xmlns:a16="http://schemas.microsoft.com/office/drawing/2014/main" id="{9504576B-21F4-4C83-BD1F-B20E4217FF5E}"/>
              </a:ext>
            </a:extLst>
          </p:cNvPr>
          <p:cNvSpPr>
            <a:spLocks xmlns:a="http://schemas.openxmlformats.org/drawingml/2006/main" noGrp="1"/>
          </p:cNvSpPr>
          <p:nvPr/>
        </p:nvSpPr>
        <p:spPr>
          <a:xfrm xmlns:a="http://schemas.openxmlformats.org/drawingml/2006/main">
            <a:off x="3268313" y="4520184"/>
            <a:ext cx="333566"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RD1</a:t>
            </a:r>
          </a:p>
        </p:txBody>
      </p:sp>
      <p:sp>
        <p:nvSpPr>
          <p:cNvPr id="204" name="text-1148">
            <a:extLst xmlns:a="http://schemas.openxmlformats.org/drawingml/2006/main">
              <a:ext uri="{FF2B5EF4-FFF2-40B4-BE49-F238E27FC236}">
                <a16:creationId xmlns:a16="http://schemas.microsoft.com/office/drawing/2014/main" id="{325703CE-4A44-455A-B0FC-450768387A6B}"/>
              </a:ext>
            </a:extLst>
          </p:cNvPr>
          <p:cNvSpPr>
            <a:spLocks xmlns:a="http://schemas.openxmlformats.org/drawingml/2006/main" noGrp="1"/>
          </p:cNvSpPr>
          <p:nvPr/>
        </p:nvSpPr>
        <p:spPr>
          <a:xfrm xmlns:a="http://schemas.openxmlformats.org/drawingml/2006/main">
            <a:off x="3268313" y="4851464"/>
            <a:ext cx="333566"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RD2</a:t>
            </a:r>
          </a:p>
        </p:txBody>
      </p:sp>
      <p:sp>
        <p:nvSpPr>
          <p:cNvPr id="205" name="text-1149">
            <a:extLst xmlns:a="http://schemas.openxmlformats.org/drawingml/2006/main">
              <a:ext uri="{FF2B5EF4-FFF2-40B4-BE49-F238E27FC236}">
                <a16:creationId xmlns:a16="http://schemas.microsoft.com/office/drawing/2014/main" id="{AACBDB05-B86E-4E27-BE8D-2194AFCE200A}"/>
              </a:ext>
            </a:extLst>
          </p:cNvPr>
          <p:cNvSpPr>
            <a:spLocks xmlns:a="http://schemas.openxmlformats.org/drawingml/2006/main" noGrp="1"/>
          </p:cNvSpPr>
          <p:nvPr/>
        </p:nvSpPr>
        <p:spPr>
          <a:xfrm xmlns:a="http://schemas.openxmlformats.org/drawingml/2006/main">
            <a:off x="2905316" y="4448556"/>
            <a:ext cx="362998"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WE3</a:t>
            </a:r>
          </a:p>
        </p:txBody>
      </p:sp>
      <p:sp>
        <p:nvSpPr>
          <p:cNvPr id="206" name="circuit-1150">
            <a:extLst xmlns:a="http://schemas.openxmlformats.org/drawingml/2006/main">
              <a:ext uri="{FF2B5EF4-FFF2-40B4-BE49-F238E27FC236}">
                <a16:creationId xmlns:a16="http://schemas.microsoft.com/office/drawing/2014/main" id="{5B6B892F-34DD-4727-9FA0-96D5053DC32B}"/>
              </a:ext>
            </a:extLst>
          </p:cNvPr>
          <p:cNvSpPr>
            <a:spLocks xmlns:a="http://schemas.openxmlformats.org/drawingml/2006/main" noGrp="1"/>
          </p:cNvSpPr>
          <p:nvPr/>
        </p:nvSpPr>
        <p:spPr>
          <a:xfrm xmlns:a="http://schemas.openxmlformats.org/drawingml/2006/main">
            <a:off x="3170206" y="4439603"/>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207" name="circuit-1151">
            <a:extLst xmlns:a="http://schemas.openxmlformats.org/drawingml/2006/main">
              <a:ext uri="{FF2B5EF4-FFF2-40B4-BE49-F238E27FC236}">
                <a16:creationId xmlns:a16="http://schemas.microsoft.com/office/drawing/2014/main" id="{513B63FB-87EB-44E9-A09C-D52CFEE49698}"/>
              </a:ext>
            </a:extLst>
          </p:cNvPr>
          <p:cNvSpPr>
            <a:spLocks xmlns:a="http://schemas.openxmlformats.org/drawingml/2006/main" noGrp="1"/>
          </p:cNvSpPr>
          <p:nvPr/>
        </p:nvSpPr>
        <p:spPr>
          <a:xfrm xmlns:a="http://schemas.openxmlformats.org/drawingml/2006/main">
            <a:off x="2610993" y="5442395"/>
            <a:ext cx="1000697" cy="259651"/>
          </a:xfrm>
          <a:custGeom xmlns:a="http://schemas.openxmlformats.org/drawingml/2006/main">
            <a:pathLst>
              <a:path w="1000697" h="259651">
                <a:moveTo>
                  <a:pt x="0" y="98489"/>
                </a:moveTo>
                <a:lnTo>
                  <a:pt x="1000697" y="0"/>
                </a:lnTo>
                <a:lnTo>
                  <a:pt x="1000697" y="259651"/>
                </a:lnTo>
                <a:lnTo>
                  <a:pt x="0" y="259651"/>
                </a:lnTo>
                <a:close/>
              </a:path>
            </a:pathLst>
          </a:custGeom>
          <a:solidFill xmlns:a="http://schemas.openxmlformats.org/drawingml/2006/main">
            <a:srgbClr val="77A3DC"/>
          </a:solidFill>
          <a:ln xmlns:a="http://schemas.openxmlformats.org/drawingml/2006/main" w="14288">
            <a:solidFill>
              <a:srgbClr val="231F20"/>
            </a:solidFill>
          </a:ln>
        </p:spPr>
      </p:sp>
      <p:sp>
        <p:nvSpPr>
          <p:cNvPr id="208" name="text-1152">
            <a:extLst xmlns:a="http://schemas.openxmlformats.org/drawingml/2006/main">
              <a:ext uri="{FF2B5EF4-FFF2-40B4-BE49-F238E27FC236}">
                <a16:creationId xmlns:a16="http://schemas.microsoft.com/office/drawing/2014/main" id="{AB374358-3151-41B9-88A7-151001812CF4}"/>
              </a:ext>
            </a:extLst>
          </p:cNvPr>
          <p:cNvSpPr>
            <a:spLocks xmlns:a="http://schemas.openxmlformats.org/drawingml/2006/main" noGrp="1"/>
          </p:cNvSpPr>
          <p:nvPr/>
        </p:nvSpPr>
        <p:spPr>
          <a:xfrm xmlns:a="http://schemas.openxmlformats.org/drawingml/2006/main">
            <a:off x="2885694" y="5505069"/>
            <a:ext cx="706374" cy="1701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1">
                <a:solidFill>
                  <a:srgbClr val="231F20"/>
                </a:solidFill>
                <a:latin typeface="Arial"/>
                <a:ea typeface="Arial"/>
                <a:cs typeface="Arial"/>
              </a:defRPr>
            </a:defPPr>
            <a:lvl1pPr algn="l">
              <a:defRPr sz="1050" b="1">
                <a:solidFill>
                  <a:srgbClr val="231F20"/>
                </a:solidFill>
                <a:latin typeface="Arial"/>
                <a:ea typeface="Arial"/>
                <a:cs typeface="Arial"/>
              </a:defRPr>
            </a:lvl1pPr>
            <a:lvl2pPr algn="l">
              <a:defRPr sz="1050" b="1">
                <a:solidFill>
                  <a:srgbClr val="231F20"/>
                </a:solidFill>
                <a:latin typeface="Arial"/>
                <a:ea typeface="Arial"/>
                <a:cs typeface="Arial"/>
              </a:defRPr>
            </a:lvl2pPr>
            <a:lvl3pPr algn="l">
              <a:defRPr sz="1050" b="1">
                <a:solidFill>
                  <a:srgbClr val="231F20"/>
                </a:solidFill>
                <a:latin typeface="Arial"/>
                <a:ea typeface="Arial"/>
                <a:cs typeface="Arial"/>
              </a:defRPr>
            </a:lvl3pPr>
            <a:lvl4pPr algn="l">
              <a:defRPr sz="1050" b="1">
                <a:solidFill>
                  <a:srgbClr val="231F20"/>
                </a:solidFill>
                <a:latin typeface="Arial"/>
                <a:ea typeface="Arial"/>
                <a:cs typeface="Arial"/>
              </a:defRPr>
            </a:lvl4pPr>
            <a:lvl5pPr algn="l">
              <a:defRPr sz="1050" b="1">
                <a:solidFill>
                  <a:srgbClr val="231F20"/>
                </a:solidFill>
                <a:latin typeface="Arial"/>
                <a:ea typeface="Arial"/>
                <a:cs typeface="Arial"/>
              </a:defRPr>
            </a:lvl5pPr>
            <a:lvl6pPr algn="l">
              <a:defRPr sz="1050" b="1">
                <a:solidFill>
                  <a:srgbClr val="231F20"/>
                </a:solidFill>
                <a:latin typeface="Arial"/>
                <a:ea typeface="Arial"/>
                <a:cs typeface="Arial"/>
              </a:defRPr>
            </a:lvl6pPr>
            <a:lvl7pPr algn="l">
              <a:defRPr sz="1050" b="1">
                <a:solidFill>
                  <a:srgbClr val="231F20"/>
                </a:solidFill>
                <a:latin typeface="Arial"/>
                <a:ea typeface="Arial"/>
                <a:cs typeface="Arial"/>
              </a:defRPr>
            </a:lvl7pPr>
            <a:lvl8pPr algn="l">
              <a:defRPr sz="1050" b="1">
                <a:solidFill>
                  <a:srgbClr val="231F20"/>
                </a:solidFill>
                <a:latin typeface="Arial"/>
                <a:ea typeface="Arial"/>
                <a:cs typeface="Arial"/>
              </a:defRPr>
            </a:lvl8pPr>
            <a:lvl9pPr algn="l">
              <a:defRPr sz="1050" b="1">
                <a:solidFill>
                  <a:srgbClr val="231F20"/>
                </a:solidFill>
                <a:latin typeface="Arial"/>
                <a:ea typeface="Arial"/>
                <a:cs typeface="Arial"/>
              </a:defRPr>
            </a:lvl9pPr>
          </a:lstStyle>
          <a:p xmlns:a="http://schemas.openxmlformats.org/drawingml/2006/main">
            <a:pPr algn="l">
              <a:defRPr sz="1050" b="1">
                <a:solidFill>
                  <a:srgbClr val="231F20"/>
                </a:solidFill>
                <a:latin typeface="Arial"/>
                <a:ea typeface="Arial"/>
                <a:cs typeface="Arial"/>
              </a:defRPr>
            </a:pPr>
            <a:r>
              <a:rPr sz="1050" b="1">
                <a:solidFill>
                  <a:srgbClr val="231F20"/>
                </a:solidFill>
                <a:latin typeface="Arial"/>
                <a:ea typeface="Arial"/>
                <a:cs typeface="Arial"/>
              </a:rPr>
              <a:t>extend</a:t>
            </a:r>
          </a:p>
        </p:txBody>
      </p:sp>
      <p:sp>
        <p:nvSpPr>
          <p:cNvPr id="209" name="block-1153">
            <a:extLst xmlns:a="http://schemas.openxmlformats.org/drawingml/2006/main">
              <a:ext uri="{FF2B5EF4-FFF2-40B4-BE49-F238E27FC236}">
                <a16:creationId xmlns:a16="http://schemas.microsoft.com/office/drawing/2014/main" id="{FE90854C-F78F-4644-A713-460F29B74004}"/>
              </a:ext>
            </a:extLst>
          </p:cNvPr>
          <p:cNvSpPr>
            <a:spLocks xmlns:a="http://schemas.openxmlformats.org/drawingml/2006/main" noGrp="1"/>
          </p:cNvSpPr>
          <p:nvPr/>
        </p:nvSpPr>
        <p:spPr>
          <a:xfrm xmlns:a="http://schemas.openxmlformats.org/drawingml/2006/main">
            <a:off x="3798094" y="3947160"/>
            <a:ext cx="117729" cy="1853374"/>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210" name="circuit-1154">
            <a:extLst xmlns:a="http://schemas.openxmlformats.org/drawingml/2006/main">
              <a:ext uri="{FF2B5EF4-FFF2-40B4-BE49-F238E27FC236}">
                <a16:creationId xmlns:a16="http://schemas.microsoft.com/office/drawing/2014/main" id="{7A4FF4C9-99EE-47E9-9F9B-9C13022814E6}"/>
              </a:ext>
            </a:extLst>
          </p:cNvPr>
          <p:cNvSpPr>
            <a:spLocks xmlns:a="http://schemas.openxmlformats.org/drawingml/2006/main" noGrp="1"/>
          </p:cNvSpPr>
          <p:nvPr/>
        </p:nvSpPr>
        <p:spPr>
          <a:xfrm xmlns:a="http://schemas.openxmlformats.org/drawingml/2006/main">
            <a:off x="3817715" y="3947160"/>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211" name="wire-1155">
            <a:extLst xmlns:a="http://schemas.openxmlformats.org/drawingml/2006/main">
              <a:ext uri="{FF2B5EF4-FFF2-40B4-BE49-F238E27FC236}">
                <a16:creationId xmlns:a16="http://schemas.microsoft.com/office/drawing/2014/main" id="{273369B9-BE2D-4516-BB12-6CD581089C47}"/>
              </a:ext>
            </a:extLst>
          </p:cNvPr>
          <p:cNvSpPr>
            <a:spLocks xmlns:a="http://schemas.openxmlformats.org/drawingml/2006/main" noGrp="1"/>
          </p:cNvSpPr>
          <p:nvPr/>
        </p:nvSpPr>
        <p:spPr>
          <a:xfrm xmlns:a="http://schemas.openxmlformats.org/drawingml/2006/main">
            <a:off x="3856958" y="3893439"/>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212" name="text-1156">
            <a:extLst xmlns:a="http://schemas.openxmlformats.org/drawingml/2006/main">
              <a:ext uri="{FF2B5EF4-FFF2-40B4-BE49-F238E27FC236}">
                <a16:creationId xmlns:a16="http://schemas.microsoft.com/office/drawing/2014/main" id="{12EC141C-DEDF-42BD-9E43-7CBF535F3D57}"/>
              </a:ext>
            </a:extLst>
          </p:cNvPr>
          <p:cNvSpPr>
            <a:spLocks xmlns:a="http://schemas.openxmlformats.org/drawingml/2006/main" noGrp="1"/>
          </p:cNvSpPr>
          <p:nvPr/>
        </p:nvSpPr>
        <p:spPr>
          <a:xfrm xmlns:a="http://schemas.openxmlformats.org/drawingml/2006/main">
            <a:off x="3601879" y="3687509"/>
            <a:ext cx="559213"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1">
                <a:solidFill>
                  <a:srgbClr val="231F20"/>
                </a:solidFill>
                <a:latin typeface="Arial"/>
                <a:ea typeface="Arial"/>
                <a:cs typeface="Arial"/>
              </a:defRPr>
            </a:defPPr>
            <a:lvl1pPr algn="l">
              <a:defRPr sz="1050" b="1">
                <a:solidFill>
                  <a:srgbClr val="231F20"/>
                </a:solidFill>
                <a:latin typeface="Arial"/>
                <a:ea typeface="Arial"/>
                <a:cs typeface="Arial"/>
              </a:defRPr>
            </a:lvl1pPr>
            <a:lvl2pPr algn="l">
              <a:defRPr sz="1050" b="1">
                <a:solidFill>
                  <a:srgbClr val="231F20"/>
                </a:solidFill>
                <a:latin typeface="Arial"/>
                <a:ea typeface="Arial"/>
                <a:cs typeface="Arial"/>
              </a:defRPr>
            </a:lvl2pPr>
            <a:lvl3pPr algn="l">
              <a:defRPr sz="1050" b="1">
                <a:solidFill>
                  <a:srgbClr val="231F20"/>
                </a:solidFill>
                <a:latin typeface="Arial"/>
                <a:ea typeface="Arial"/>
                <a:cs typeface="Arial"/>
              </a:defRPr>
            </a:lvl3pPr>
            <a:lvl4pPr algn="l">
              <a:defRPr sz="1050" b="1">
                <a:solidFill>
                  <a:srgbClr val="231F20"/>
                </a:solidFill>
                <a:latin typeface="Arial"/>
                <a:ea typeface="Arial"/>
                <a:cs typeface="Arial"/>
              </a:defRPr>
            </a:lvl4pPr>
            <a:lvl5pPr algn="l">
              <a:defRPr sz="1050" b="1">
                <a:solidFill>
                  <a:srgbClr val="231F20"/>
                </a:solidFill>
                <a:latin typeface="Arial"/>
                <a:ea typeface="Arial"/>
                <a:cs typeface="Arial"/>
              </a:defRPr>
            </a:lvl5pPr>
            <a:lvl6pPr algn="l">
              <a:defRPr sz="1050" b="1">
                <a:solidFill>
                  <a:srgbClr val="231F20"/>
                </a:solidFill>
                <a:latin typeface="Arial"/>
                <a:ea typeface="Arial"/>
                <a:cs typeface="Arial"/>
              </a:defRPr>
            </a:lvl6pPr>
            <a:lvl7pPr algn="l">
              <a:defRPr sz="1050" b="1">
                <a:solidFill>
                  <a:srgbClr val="231F20"/>
                </a:solidFill>
                <a:latin typeface="Arial"/>
                <a:ea typeface="Arial"/>
                <a:cs typeface="Arial"/>
              </a:defRPr>
            </a:lvl7pPr>
            <a:lvl8pPr algn="l">
              <a:defRPr sz="1050" b="1">
                <a:solidFill>
                  <a:srgbClr val="231F20"/>
                </a:solidFill>
                <a:latin typeface="Arial"/>
                <a:ea typeface="Arial"/>
                <a:cs typeface="Arial"/>
              </a:defRPr>
            </a:lvl8pPr>
            <a:lvl9pPr algn="l">
              <a:defRPr sz="1050" b="1">
                <a:solidFill>
                  <a:srgbClr val="231F20"/>
                </a:solidFill>
                <a:latin typeface="Arial"/>
                <a:ea typeface="Arial"/>
                <a:cs typeface="Arial"/>
              </a:defRPr>
            </a:lvl9pPr>
          </a:lstStyle>
          <a:p xmlns:a="http://schemas.openxmlformats.org/drawingml/2006/main">
            <a:pPr algn="l">
              <a:defRPr sz="1050" b="1">
                <a:solidFill>
                  <a:srgbClr val="231F20"/>
                </a:solidFill>
                <a:latin typeface="Arial"/>
                <a:ea typeface="Arial"/>
                <a:cs typeface="Arial"/>
              </a:defRPr>
            </a:pPr>
            <a:r>
              <a:rPr sz="1050" b="1">
                <a:solidFill>
                  <a:srgbClr val="231F20"/>
                </a:solidFill>
                <a:latin typeface="Arial"/>
                <a:ea typeface="Arial"/>
                <a:cs typeface="Arial"/>
              </a:rPr>
              <a:t>D / E</a:t>
            </a:r>
          </a:p>
        </p:txBody>
      </p:sp>
      <p:sp>
        <p:nvSpPr>
          <p:cNvPr id="213" name="wire-1157">
            <a:extLst xmlns:a="http://schemas.openxmlformats.org/drawingml/2006/main">
              <a:ext uri="{FF2B5EF4-FFF2-40B4-BE49-F238E27FC236}">
                <a16:creationId xmlns:a16="http://schemas.microsoft.com/office/drawing/2014/main" id="{F342B3B9-BFBF-4BA8-8174-CDC98A3F4E2D}"/>
              </a:ext>
            </a:extLst>
          </p:cNvPr>
          <p:cNvSpPr>
            <a:spLocks xmlns:a="http://schemas.openxmlformats.org/drawingml/2006/main" noGrp="1"/>
          </p:cNvSpPr>
          <p:nvPr/>
        </p:nvSpPr>
        <p:spPr>
          <a:xfrm xmlns:a="http://schemas.openxmlformats.org/drawingml/2006/main">
            <a:off x="3611690" y="4609719"/>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17145">
            <a:solidFill>
              <a:srgbClr val="1572C3"/>
            </a:solidFill>
          </a:ln>
        </p:spPr>
      </p:sp>
      <p:sp>
        <p:nvSpPr>
          <p:cNvPr id="214" name="wire-1158">
            <a:extLst xmlns:a="http://schemas.openxmlformats.org/drawingml/2006/main">
              <a:ext uri="{FF2B5EF4-FFF2-40B4-BE49-F238E27FC236}">
                <a16:creationId xmlns:a16="http://schemas.microsoft.com/office/drawing/2014/main" id="{156AE517-B852-4BCE-85AB-5909E4D3D377}"/>
              </a:ext>
            </a:extLst>
          </p:cNvPr>
          <p:cNvSpPr>
            <a:spLocks xmlns:a="http://schemas.openxmlformats.org/drawingml/2006/main" noGrp="1"/>
          </p:cNvSpPr>
          <p:nvPr/>
        </p:nvSpPr>
        <p:spPr>
          <a:xfrm xmlns:a="http://schemas.openxmlformats.org/drawingml/2006/main">
            <a:off x="3611690" y="4923091"/>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17145">
            <a:solidFill>
              <a:srgbClr val="1572C3"/>
            </a:solidFill>
          </a:ln>
        </p:spPr>
      </p:sp>
      <p:sp>
        <p:nvSpPr>
          <p:cNvPr id="215" name="wire-1159">
            <a:extLst xmlns:a="http://schemas.openxmlformats.org/drawingml/2006/main">
              <a:ext uri="{FF2B5EF4-FFF2-40B4-BE49-F238E27FC236}">
                <a16:creationId xmlns:a16="http://schemas.microsoft.com/office/drawing/2014/main" id="{78D826AF-437D-43DA-A942-EA617AEB1CE5}"/>
              </a:ext>
            </a:extLst>
          </p:cNvPr>
          <p:cNvSpPr>
            <a:spLocks xmlns:a="http://schemas.openxmlformats.org/drawingml/2006/main" noGrp="1"/>
          </p:cNvSpPr>
          <p:nvPr/>
        </p:nvSpPr>
        <p:spPr>
          <a:xfrm xmlns:a="http://schemas.openxmlformats.org/drawingml/2006/main">
            <a:off x="3611690" y="5603558"/>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17145">
            <a:solidFill>
              <a:srgbClr val="1572C3"/>
            </a:solidFill>
          </a:ln>
        </p:spPr>
      </p:sp>
      <p:sp>
        <p:nvSpPr>
          <p:cNvPr id="216" name="circuit-1160">
            <a:extLst xmlns:a="http://schemas.openxmlformats.org/drawingml/2006/main">
              <a:ext uri="{FF2B5EF4-FFF2-40B4-BE49-F238E27FC236}">
                <a16:creationId xmlns:a16="http://schemas.microsoft.com/office/drawing/2014/main" id="{CEF5FC9C-9FCB-4EDA-8CF1-B386C7BD9DAE}"/>
              </a:ext>
            </a:extLst>
          </p:cNvPr>
          <p:cNvSpPr>
            <a:spLocks xmlns:a="http://schemas.openxmlformats.org/drawingml/2006/main" noGrp="1"/>
          </p:cNvSpPr>
          <p:nvPr/>
        </p:nvSpPr>
        <p:spPr>
          <a:xfrm xmlns:a="http://schemas.openxmlformats.org/drawingml/2006/main">
            <a:off x="4141470" y="4448556"/>
            <a:ext cx="166783" cy="340233"/>
          </a:xfrm>
          <a:custGeom xmlns:a="http://schemas.openxmlformats.org/drawingml/2006/main">
            <a:pathLst>
              <a:path w="166783" h="340233">
                <a:moveTo>
                  <a:pt x="0" y="0"/>
                </a:moveTo>
                <a:lnTo>
                  <a:pt x="166783" y="53721"/>
                </a:lnTo>
                <a:lnTo>
                  <a:pt x="166783" y="286512"/>
                </a:lnTo>
                <a:lnTo>
                  <a:pt x="0" y="340233"/>
                </a:lnTo>
                <a:close/>
              </a:path>
            </a:pathLst>
          </a:custGeom>
          <a:solidFill xmlns:a="http://schemas.openxmlformats.org/drawingml/2006/main">
            <a:srgbClr val="FFFFFF"/>
          </a:solidFill>
          <a:ln xmlns:a="http://schemas.openxmlformats.org/drawingml/2006/main" w="14288">
            <a:solidFill>
              <a:srgbClr val="231F20"/>
            </a:solidFill>
          </a:ln>
        </p:spPr>
      </p:sp>
      <p:sp>
        <p:nvSpPr>
          <p:cNvPr id="217" name="text-1161">
            <a:extLst xmlns:a="http://schemas.openxmlformats.org/drawingml/2006/main">
              <a:ext uri="{FF2B5EF4-FFF2-40B4-BE49-F238E27FC236}">
                <a16:creationId xmlns:a16="http://schemas.microsoft.com/office/drawing/2014/main" id="{6E5DC26C-5CB0-4783-93CA-53E8D0ADF094}"/>
              </a:ext>
            </a:extLst>
          </p:cNvPr>
          <p:cNvSpPr>
            <a:spLocks xmlns:a="http://schemas.openxmlformats.org/drawingml/2006/main" noGrp="1"/>
          </p:cNvSpPr>
          <p:nvPr/>
        </p:nvSpPr>
        <p:spPr>
          <a:xfrm xmlns:a="http://schemas.openxmlformats.org/drawingml/2006/main">
            <a:off x="4151281" y="4475417"/>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218" name="text-1162">
            <a:extLst xmlns:a="http://schemas.openxmlformats.org/drawingml/2006/main">
              <a:ext uri="{FF2B5EF4-FFF2-40B4-BE49-F238E27FC236}">
                <a16:creationId xmlns:a16="http://schemas.microsoft.com/office/drawing/2014/main" id="{0E3F54AB-4002-43CF-952F-EFABE280D4B5}"/>
              </a:ext>
            </a:extLst>
          </p:cNvPr>
          <p:cNvSpPr>
            <a:spLocks xmlns:a="http://schemas.openxmlformats.org/drawingml/2006/main" noGrp="1"/>
          </p:cNvSpPr>
          <p:nvPr/>
        </p:nvSpPr>
        <p:spPr>
          <a:xfrm xmlns:a="http://schemas.openxmlformats.org/drawingml/2006/main">
            <a:off x="4151281" y="4627626"/>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219" name="circuit-1163">
            <a:extLst xmlns:a="http://schemas.openxmlformats.org/drawingml/2006/main">
              <a:ext uri="{FF2B5EF4-FFF2-40B4-BE49-F238E27FC236}">
                <a16:creationId xmlns:a16="http://schemas.microsoft.com/office/drawing/2014/main" id="{AFDA49EA-EA0C-45EC-9ED2-F93B79CDC381}"/>
              </a:ext>
            </a:extLst>
          </p:cNvPr>
          <p:cNvSpPr>
            <a:spLocks xmlns:a="http://schemas.openxmlformats.org/drawingml/2006/main" noGrp="1"/>
          </p:cNvSpPr>
          <p:nvPr/>
        </p:nvSpPr>
        <p:spPr>
          <a:xfrm xmlns:a="http://schemas.openxmlformats.org/drawingml/2006/main">
            <a:off x="4141470" y="4815650"/>
            <a:ext cx="166783" cy="402908"/>
          </a:xfrm>
          <a:custGeom xmlns:a="http://schemas.openxmlformats.org/drawingml/2006/main">
            <a:pathLst>
              <a:path w="166783" h="402908">
                <a:moveTo>
                  <a:pt x="0" y="0"/>
                </a:moveTo>
                <a:lnTo>
                  <a:pt x="166783" y="53721"/>
                </a:lnTo>
                <a:lnTo>
                  <a:pt x="166783" y="349187"/>
                </a:lnTo>
                <a:lnTo>
                  <a:pt x="0" y="402908"/>
                </a:lnTo>
                <a:close/>
              </a:path>
            </a:pathLst>
          </a:custGeom>
          <a:solidFill xmlns:a="http://schemas.openxmlformats.org/drawingml/2006/main">
            <a:srgbClr val="FFFFFF"/>
          </a:solidFill>
          <a:ln xmlns:a="http://schemas.openxmlformats.org/drawingml/2006/main" w="14288">
            <a:solidFill>
              <a:srgbClr val="231F20"/>
            </a:solidFill>
          </a:ln>
        </p:spPr>
      </p:sp>
      <p:sp>
        <p:nvSpPr>
          <p:cNvPr id="220" name="text-1164">
            <a:extLst xmlns:a="http://schemas.openxmlformats.org/drawingml/2006/main">
              <a:ext uri="{FF2B5EF4-FFF2-40B4-BE49-F238E27FC236}">
                <a16:creationId xmlns:a16="http://schemas.microsoft.com/office/drawing/2014/main" id="{28F72D05-B7D1-4F08-B7EB-38A44D518832}"/>
              </a:ext>
            </a:extLst>
          </p:cNvPr>
          <p:cNvSpPr>
            <a:spLocks xmlns:a="http://schemas.openxmlformats.org/drawingml/2006/main" noGrp="1"/>
          </p:cNvSpPr>
          <p:nvPr/>
        </p:nvSpPr>
        <p:spPr>
          <a:xfrm xmlns:a="http://schemas.openxmlformats.org/drawingml/2006/main">
            <a:off x="4151281" y="4842510"/>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221" name="text-1165">
            <a:extLst xmlns:a="http://schemas.openxmlformats.org/drawingml/2006/main">
              <a:ext uri="{FF2B5EF4-FFF2-40B4-BE49-F238E27FC236}">
                <a16:creationId xmlns:a16="http://schemas.microsoft.com/office/drawing/2014/main" id="{AED68E92-B18D-4432-ABB4-9AAF0D0DD1A9}"/>
              </a:ext>
            </a:extLst>
          </p:cNvPr>
          <p:cNvSpPr>
            <a:spLocks xmlns:a="http://schemas.openxmlformats.org/drawingml/2006/main" noGrp="1"/>
          </p:cNvSpPr>
          <p:nvPr/>
        </p:nvSpPr>
        <p:spPr>
          <a:xfrm xmlns:a="http://schemas.openxmlformats.org/drawingml/2006/main">
            <a:off x="4151281" y="5057394"/>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222" name="circuit-1166">
            <a:extLst xmlns:a="http://schemas.openxmlformats.org/drawingml/2006/main">
              <a:ext uri="{FF2B5EF4-FFF2-40B4-BE49-F238E27FC236}">
                <a16:creationId xmlns:a16="http://schemas.microsoft.com/office/drawing/2014/main" id="{B3F48480-1F13-4C47-8967-42428D62D698}"/>
              </a:ext>
            </a:extLst>
          </p:cNvPr>
          <p:cNvSpPr>
            <a:spLocks xmlns:a="http://schemas.openxmlformats.org/drawingml/2006/main" noGrp="1"/>
          </p:cNvSpPr>
          <p:nvPr/>
        </p:nvSpPr>
        <p:spPr>
          <a:xfrm xmlns:a="http://schemas.openxmlformats.org/drawingml/2006/main">
            <a:off x="4582954" y="4385882"/>
            <a:ext cx="166783" cy="429768"/>
          </a:xfrm>
          <a:custGeom xmlns:a="http://schemas.openxmlformats.org/drawingml/2006/main">
            <a:pathLst>
              <a:path w="166783" h="429768">
                <a:moveTo>
                  <a:pt x="0" y="0"/>
                </a:moveTo>
                <a:lnTo>
                  <a:pt x="166783" y="53721"/>
                </a:lnTo>
                <a:lnTo>
                  <a:pt x="166783" y="376047"/>
                </a:lnTo>
                <a:lnTo>
                  <a:pt x="0" y="429768"/>
                </a:lnTo>
                <a:close/>
              </a:path>
            </a:pathLst>
          </a:custGeom>
          <a:solidFill xmlns:a="http://schemas.openxmlformats.org/drawingml/2006/main">
            <a:srgbClr val="FFFFFF"/>
          </a:solidFill>
          <a:ln xmlns:a="http://schemas.openxmlformats.org/drawingml/2006/main" w="14288">
            <a:solidFill>
              <a:srgbClr val="231F20"/>
            </a:solidFill>
          </a:ln>
        </p:spPr>
      </p:sp>
      <p:sp>
        <p:nvSpPr>
          <p:cNvPr id="223" name="text-1167">
            <a:extLst xmlns:a="http://schemas.openxmlformats.org/drawingml/2006/main">
              <a:ext uri="{FF2B5EF4-FFF2-40B4-BE49-F238E27FC236}">
                <a16:creationId xmlns:a16="http://schemas.microsoft.com/office/drawing/2014/main" id="{08D38755-E51B-4E78-8858-08DFDC57F68D}"/>
              </a:ext>
            </a:extLst>
          </p:cNvPr>
          <p:cNvSpPr>
            <a:spLocks xmlns:a="http://schemas.openxmlformats.org/drawingml/2006/main" noGrp="1"/>
          </p:cNvSpPr>
          <p:nvPr/>
        </p:nvSpPr>
        <p:spPr>
          <a:xfrm xmlns:a="http://schemas.openxmlformats.org/drawingml/2006/main">
            <a:off x="4592765" y="4412742"/>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224" name="text-1168">
            <a:extLst xmlns:a="http://schemas.openxmlformats.org/drawingml/2006/main">
              <a:ext uri="{FF2B5EF4-FFF2-40B4-BE49-F238E27FC236}">
                <a16:creationId xmlns:a16="http://schemas.microsoft.com/office/drawing/2014/main" id="{7168BAE8-E004-4CD8-8226-4BBA07EA367C}"/>
              </a:ext>
            </a:extLst>
          </p:cNvPr>
          <p:cNvSpPr>
            <a:spLocks xmlns:a="http://schemas.openxmlformats.org/drawingml/2006/main" noGrp="1"/>
          </p:cNvSpPr>
          <p:nvPr/>
        </p:nvSpPr>
        <p:spPr>
          <a:xfrm xmlns:a="http://schemas.openxmlformats.org/drawingml/2006/main">
            <a:off x="4592765" y="4654487"/>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225" name="circuit-1169">
            <a:extLst xmlns:a="http://schemas.openxmlformats.org/drawingml/2006/main">
              <a:ext uri="{FF2B5EF4-FFF2-40B4-BE49-F238E27FC236}">
                <a16:creationId xmlns:a16="http://schemas.microsoft.com/office/drawing/2014/main" id="{36744E14-92D1-4A6E-90FC-183BFBC15071}"/>
              </a:ext>
            </a:extLst>
          </p:cNvPr>
          <p:cNvSpPr>
            <a:spLocks xmlns:a="http://schemas.openxmlformats.org/drawingml/2006/main" noGrp="1"/>
          </p:cNvSpPr>
          <p:nvPr/>
        </p:nvSpPr>
        <p:spPr>
          <a:xfrm xmlns:a="http://schemas.openxmlformats.org/drawingml/2006/main">
            <a:off x="4582954" y="4940999"/>
            <a:ext cx="166783" cy="420814"/>
          </a:xfrm>
          <a:custGeom xmlns:a="http://schemas.openxmlformats.org/drawingml/2006/main">
            <a:pathLst>
              <a:path w="166783" h="420814">
                <a:moveTo>
                  <a:pt x="0" y="0"/>
                </a:moveTo>
                <a:lnTo>
                  <a:pt x="166783" y="53721"/>
                </a:lnTo>
                <a:lnTo>
                  <a:pt x="166783" y="367093"/>
                </a:lnTo>
                <a:lnTo>
                  <a:pt x="0" y="420814"/>
                </a:lnTo>
                <a:close/>
              </a:path>
            </a:pathLst>
          </a:custGeom>
          <a:solidFill xmlns:a="http://schemas.openxmlformats.org/drawingml/2006/main">
            <a:srgbClr val="FFFFFF"/>
          </a:solidFill>
          <a:ln xmlns:a="http://schemas.openxmlformats.org/drawingml/2006/main" w="14288">
            <a:solidFill>
              <a:srgbClr val="231F20"/>
            </a:solidFill>
          </a:ln>
        </p:spPr>
      </p:sp>
      <p:sp>
        <p:nvSpPr>
          <p:cNvPr id="226" name="text-1170">
            <a:extLst xmlns:a="http://schemas.openxmlformats.org/drawingml/2006/main">
              <a:ext uri="{FF2B5EF4-FFF2-40B4-BE49-F238E27FC236}">
                <a16:creationId xmlns:a16="http://schemas.microsoft.com/office/drawing/2014/main" id="{48CFCC90-9D41-4203-819A-5E8AC0449AA4}"/>
              </a:ext>
            </a:extLst>
          </p:cNvPr>
          <p:cNvSpPr>
            <a:spLocks xmlns:a="http://schemas.openxmlformats.org/drawingml/2006/main" noGrp="1"/>
          </p:cNvSpPr>
          <p:nvPr/>
        </p:nvSpPr>
        <p:spPr>
          <a:xfrm xmlns:a="http://schemas.openxmlformats.org/drawingml/2006/main">
            <a:off x="4592765" y="4967859"/>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227" name="text-1171">
            <a:extLst xmlns:a="http://schemas.openxmlformats.org/drawingml/2006/main">
              <a:ext uri="{FF2B5EF4-FFF2-40B4-BE49-F238E27FC236}">
                <a16:creationId xmlns:a16="http://schemas.microsoft.com/office/drawing/2014/main" id="{A665BC7A-8E7C-43CE-A6F9-F87806131730}"/>
              </a:ext>
            </a:extLst>
          </p:cNvPr>
          <p:cNvSpPr>
            <a:spLocks xmlns:a="http://schemas.openxmlformats.org/drawingml/2006/main" noGrp="1"/>
          </p:cNvSpPr>
          <p:nvPr/>
        </p:nvSpPr>
        <p:spPr>
          <a:xfrm xmlns:a="http://schemas.openxmlformats.org/drawingml/2006/main">
            <a:off x="4592765" y="5200650"/>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228" name="wire-1172">
            <a:extLst xmlns:a="http://schemas.openxmlformats.org/drawingml/2006/main">
              <a:ext uri="{FF2B5EF4-FFF2-40B4-BE49-F238E27FC236}">
                <a16:creationId xmlns:a16="http://schemas.microsoft.com/office/drawing/2014/main" id="{AB6B9AA5-FE83-409D-87AF-3395C81FF547}"/>
              </a:ext>
            </a:extLst>
          </p:cNvPr>
          <p:cNvSpPr>
            <a:spLocks xmlns:a="http://schemas.openxmlformats.org/drawingml/2006/main" noGrp="1"/>
          </p:cNvSpPr>
          <p:nvPr/>
        </p:nvSpPr>
        <p:spPr>
          <a:xfrm xmlns:a="http://schemas.openxmlformats.org/drawingml/2006/main">
            <a:off x="3915823" y="4609719"/>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7145">
            <a:solidFill>
              <a:srgbClr val="1572C3"/>
            </a:solidFill>
          </a:ln>
        </p:spPr>
      </p:sp>
      <p:sp>
        <p:nvSpPr>
          <p:cNvPr id="229" name="wire-1173">
            <a:extLst xmlns:a="http://schemas.openxmlformats.org/drawingml/2006/main">
              <a:ext uri="{FF2B5EF4-FFF2-40B4-BE49-F238E27FC236}">
                <a16:creationId xmlns:a16="http://schemas.microsoft.com/office/drawing/2014/main" id="{B1818D1F-3FC7-4969-BF31-33666FC23A6E}"/>
              </a:ext>
            </a:extLst>
          </p:cNvPr>
          <p:cNvSpPr>
            <a:spLocks xmlns:a="http://schemas.openxmlformats.org/drawingml/2006/main" noGrp="1"/>
          </p:cNvSpPr>
          <p:nvPr/>
        </p:nvSpPr>
        <p:spPr>
          <a:xfrm xmlns:a="http://schemas.openxmlformats.org/drawingml/2006/main">
            <a:off x="4043363" y="4555998"/>
            <a:ext cx="9525" cy="53721"/>
          </a:xfrm>
          <a:custGeom xmlns:a="http://schemas.openxmlformats.org/drawingml/2006/main">
            <a:pathLst>
              <a:path w="9525" h="53721">
                <a:moveTo>
                  <a:pt x="0" y="53721"/>
                </a:moveTo>
                <a:lnTo>
                  <a:pt x="0" y="0"/>
                </a:lnTo>
              </a:path>
            </a:pathLst>
          </a:custGeom>
          <a:noFill xmlns:a="http://schemas.openxmlformats.org/drawingml/2006/main"/>
          <a:ln xmlns:a="http://schemas.openxmlformats.org/drawingml/2006/main" w="17145">
            <a:solidFill>
              <a:srgbClr val="1572C3"/>
            </a:solidFill>
          </a:ln>
        </p:spPr>
      </p:sp>
      <p:sp>
        <p:nvSpPr>
          <p:cNvPr id="230" name="wire-1174">
            <a:extLst xmlns:a="http://schemas.openxmlformats.org/drawingml/2006/main">
              <a:ext uri="{FF2B5EF4-FFF2-40B4-BE49-F238E27FC236}">
                <a16:creationId xmlns:a16="http://schemas.microsoft.com/office/drawing/2014/main" id="{B5326607-3C7F-46F0-B827-D6F4A2C14B7E}"/>
              </a:ext>
            </a:extLst>
          </p:cNvPr>
          <p:cNvSpPr>
            <a:spLocks xmlns:a="http://schemas.openxmlformats.org/drawingml/2006/main" noGrp="1"/>
          </p:cNvSpPr>
          <p:nvPr/>
        </p:nvSpPr>
        <p:spPr>
          <a:xfrm xmlns:a="http://schemas.openxmlformats.org/drawingml/2006/main">
            <a:off x="4043363" y="4555998"/>
            <a:ext cx="98108" cy="9525"/>
          </a:xfrm>
          <a:custGeom xmlns:a="http://schemas.openxmlformats.org/drawingml/2006/main">
            <a:pathLst>
              <a:path w="98108" h="9525">
                <a:moveTo>
                  <a:pt x="0" y="0"/>
                </a:moveTo>
                <a:lnTo>
                  <a:pt x="98108" y="0"/>
                </a:lnTo>
              </a:path>
            </a:pathLst>
          </a:custGeom>
          <a:noFill xmlns:a="http://schemas.openxmlformats.org/drawingml/2006/main"/>
          <a:ln xmlns:a="http://schemas.openxmlformats.org/drawingml/2006/main" w="17145">
            <a:solidFill>
              <a:srgbClr val="1572C3"/>
            </a:solidFill>
          </a:ln>
        </p:spPr>
      </p:sp>
      <p:sp>
        <p:nvSpPr>
          <p:cNvPr id="231" name="circuit-1175">
            <a:extLst xmlns:a="http://schemas.openxmlformats.org/drawingml/2006/main">
              <a:ext uri="{FF2B5EF4-FFF2-40B4-BE49-F238E27FC236}">
                <a16:creationId xmlns:a16="http://schemas.microsoft.com/office/drawing/2014/main" id="{6E8389F0-B7BE-4D02-9662-A52E0F92C085}"/>
              </a:ext>
            </a:extLst>
          </p:cNvPr>
          <p:cNvSpPr>
            <a:spLocks xmlns:a="http://schemas.openxmlformats.org/drawingml/2006/main" noGrp="1"/>
          </p:cNvSpPr>
          <p:nvPr/>
        </p:nvSpPr>
        <p:spPr>
          <a:xfrm xmlns:a="http://schemas.openxmlformats.org/drawingml/2006/main">
            <a:off x="4092416" y="4537196"/>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32" name="wire-1176">
            <a:extLst xmlns:a="http://schemas.openxmlformats.org/drawingml/2006/main">
              <a:ext uri="{FF2B5EF4-FFF2-40B4-BE49-F238E27FC236}">
                <a16:creationId xmlns:a16="http://schemas.microsoft.com/office/drawing/2014/main" id="{78C4E0FA-E044-40D4-87A4-61228711D8A6}"/>
              </a:ext>
            </a:extLst>
          </p:cNvPr>
          <p:cNvSpPr>
            <a:spLocks xmlns:a="http://schemas.openxmlformats.org/drawingml/2006/main" noGrp="1"/>
          </p:cNvSpPr>
          <p:nvPr/>
        </p:nvSpPr>
        <p:spPr>
          <a:xfrm xmlns:a="http://schemas.openxmlformats.org/drawingml/2006/main">
            <a:off x="3915823" y="4923091"/>
            <a:ext cx="225647" cy="9525"/>
          </a:xfrm>
          <a:custGeom xmlns:a="http://schemas.openxmlformats.org/drawingml/2006/main">
            <a:pathLst>
              <a:path w="225647" h="9525">
                <a:moveTo>
                  <a:pt x="0" y="0"/>
                </a:moveTo>
                <a:lnTo>
                  <a:pt x="225647" y="0"/>
                </a:lnTo>
              </a:path>
            </a:pathLst>
          </a:custGeom>
          <a:noFill xmlns:a="http://schemas.openxmlformats.org/drawingml/2006/main"/>
          <a:ln xmlns:a="http://schemas.openxmlformats.org/drawingml/2006/main" w="17145">
            <a:solidFill>
              <a:srgbClr val="1572C3"/>
            </a:solidFill>
          </a:ln>
        </p:spPr>
      </p:sp>
      <p:sp>
        <p:nvSpPr>
          <p:cNvPr id="233" name="circuit-1177">
            <a:extLst xmlns:a="http://schemas.openxmlformats.org/drawingml/2006/main">
              <a:ext uri="{FF2B5EF4-FFF2-40B4-BE49-F238E27FC236}">
                <a16:creationId xmlns:a16="http://schemas.microsoft.com/office/drawing/2014/main" id="{42D06147-64AE-4849-8815-FCDA0672B0AD}"/>
              </a:ext>
            </a:extLst>
          </p:cNvPr>
          <p:cNvSpPr>
            <a:spLocks xmlns:a="http://schemas.openxmlformats.org/drawingml/2006/main" noGrp="1"/>
          </p:cNvSpPr>
          <p:nvPr/>
        </p:nvSpPr>
        <p:spPr>
          <a:xfrm xmlns:a="http://schemas.openxmlformats.org/drawingml/2006/main">
            <a:off x="4092416" y="4904289"/>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34" name="wire-1178">
            <a:extLst xmlns:a="http://schemas.openxmlformats.org/drawingml/2006/main">
              <a:ext uri="{FF2B5EF4-FFF2-40B4-BE49-F238E27FC236}">
                <a16:creationId xmlns:a16="http://schemas.microsoft.com/office/drawing/2014/main" id="{443AD3A0-C816-48AB-AF9B-0221F800FA2C}"/>
              </a:ext>
            </a:extLst>
          </p:cNvPr>
          <p:cNvSpPr>
            <a:spLocks xmlns:a="http://schemas.openxmlformats.org/drawingml/2006/main" noGrp="1"/>
          </p:cNvSpPr>
          <p:nvPr/>
        </p:nvSpPr>
        <p:spPr>
          <a:xfrm xmlns:a="http://schemas.openxmlformats.org/drawingml/2006/main">
            <a:off x="4308253" y="4618673"/>
            <a:ext cx="156972" cy="9525"/>
          </a:xfrm>
          <a:custGeom xmlns:a="http://schemas.openxmlformats.org/drawingml/2006/main">
            <a:pathLst>
              <a:path w="156972" h="9525">
                <a:moveTo>
                  <a:pt x="0" y="0"/>
                </a:moveTo>
                <a:lnTo>
                  <a:pt x="156972" y="0"/>
                </a:lnTo>
              </a:path>
            </a:pathLst>
          </a:custGeom>
          <a:noFill xmlns:a="http://schemas.openxmlformats.org/drawingml/2006/main"/>
          <a:ln xmlns:a="http://schemas.openxmlformats.org/drawingml/2006/main" w="17145">
            <a:solidFill>
              <a:srgbClr val="1572C3"/>
            </a:solidFill>
          </a:ln>
        </p:spPr>
      </p:sp>
      <p:sp>
        <p:nvSpPr>
          <p:cNvPr id="235" name="wire-1179">
            <a:extLst xmlns:a="http://schemas.openxmlformats.org/drawingml/2006/main">
              <a:ext uri="{FF2B5EF4-FFF2-40B4-BE49-F238E27FC236}">
                <a16:creationId xmlns:a16="http://schemas.microsoft.com/office/drawing/2014/main" id="{C2F17C8D-5C6D-49C3-B80D-161BAF43B157}"/>
              </a:ext>
            </a:extLst>
          </p:cNvPr>
          <p:cNvSpPr>
            <a:spLocks xmlns:a="http://schemas.openxmlformats.org/drawingml/2006/main" noGrp="1"/>
          </p:cNvSpPr>
          <p:nvPr/>
        </p:nvSpPr>
        <p:spPr>
          <a:xfrm xmlns:a="http://schemas.openxmlformats.org/drawingml/2006/main">
            <a:off x="4465225" y="4502277"/>
            <a:ext cx="9525" cy="116395"/>
          </a:xfrm>
          <a:custGeom xmlns:a="http://schemas.openxmlformats.org/drawingml/2006/main">
            <a:pathLst>
              <a:path w="9525" h="116395">
                <a:moveTo>
                  <a:pt x="0" y="116395"/>
                </a:moveTo>
                <a:lnTo>
                  <a:pt x="0" y="0"/>
                </a:lnTo>
              </a:path>
            </a:pathLst>
          </a:custGeom>
          <a:noFill xmlns:a="http://schemas.openxmlformats.org/drawingml/2006/main"/>
          <a:ln xmlns:a="http://schemas.openxmlformats.org/drawingml/2006/main" w="17145">
            <a:solidFill>
              <a:srgbClr val="1572C3"/>
            </a:solidFill>
          </a:ln>
        </p:spPr>
      </p:sp>
      <p:sp>
        <p:nvSpPr>
          <p:cNvPr id="236" name="wire-1180">
            <a:extLst xmlns:a="http://schemas.openxmlformats.org/drawingml/2006/main">
              <a:ext uri="{FF2B5EF4-FFF2-40B4-BE49-F238E27FC236}">
                <a16:creationId xmlns:a16="http://schemas.microsoft.com/office/drawing/2014/main" id="{4BE94EF1-BB58-4F5F-B83C-8E1AAE1199FF}"/>
              </a:ext>
            </a:extLst>
          </p:cNvPr>
          <p:cNvSpPr>
            <a:spLocks xmlns:a="http://schemas.openxmlformats.org/drawingml/2006/main" noGrp="1"/>
          </p:cNvSpPr>
          <p:nvPr/>
        </p:nvSpPr>
        <p:spPr>
          <a:xfrm xmlns:a="http://schemas.openxmlformats.org/drawingml/2006/main">
            <a:off x="4465225" y="4502277"/>
            <a:ext cx="117729" cy="9525"/>
          </a:xfrm>
          <a:custGeom xmlns:a="http://schemas.openxmlformats.org/drawingml/2006/main">
            <a:pathLst>
              <a:path w="117729" h="9525">
                <a:moveTo>
                  <a:pt x="0" y="0"/>
                </a:moveTo>
                <a:lnTo>
                  <a:pt x="117729" y="0"/>
                </a:lnTo>
              </a:path>
            </a:pathLst>
          </a:custGeom>
          <a:noFill xmlns:a="http://schemas.openxmlformats.org/drawingml/2006/main"/>
          <a:ln xmlns:a="http://schemas.openxmlformats.org/drawingml/2006/main" w="17145">
            <a:solidFill>
              <a:srgbClr val="1572C3"/>
            </a:solidFill>
          </a:ln>
        </p:spPr>
      </p:sp>
      <p:sp>
        <p:nvSpPr>
          <p:cNvPr id="237" name="circuit-1181">
            <a:extLst xmlns:a="http://schemas.openxmlformats.org/drawingml/2006/main">
              <a:ext uri="{FF2B5EF4-FFF2-40B4-BE49-F238E27FC236}">
                <a16:creationId xmlns:a16="http://schemas.microsoft.com/office/drawing/2014/main" id="{F43ED5E9-DBC9-476F-9519-E4A3CC51CC13}"/>
              </a:ext>
            </a:extLst>
          </p:cNvPr>
          <p:cNvSpPr>
            <a:spLocks xmlns:a="http://schemas.openxmlformats.org/drawingml/2006/main" noGrp="1"/>
          </p:cNvSpPr>
          <p:nvPr/>
        </p:nvSpPr>
        <p:spPr>
          <a:xfrm xmlns:a="http://schemas.openxmlformats.org/drawingml/2006/main">
            <a:off x="4533900" y="4483475"/>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38" name="wire-1182">
            <a:extLst xmlns:a="http://schemas.openxmlformats.org/drawingml/2006/main">
              <a:ext uri="{FF2B5EF4-FFF2-40B4-BE49-F238E27FC236}">
                <a16:creationId xmlns:a16="http://schemas.microsoft.com/office/drawing/2014/main" id="{2E042F51-0081-43B9-8D2D-80F4118CCF2D}"/>
              </a:ext>
            </a:extLst>
          </p:cNvPr>
          <p:cNvSpPr>
            <a:spLocks xmlns:a="http://schemas.openxmlformats.org/drawingml/2006/main" noGrp="1"/>
          </p:cNvSpPr>
          <p:nvPr/>
        </p:nvSpPr>
        <p:spPr>
          <a:xfrm xmlns:a="http://schemas.openxmlformats.org/drawingml/2006/main">
            <a:off x="4308253" y="5021580"/>
            <a:ext cx="274701" cy="9525"/>
          </a:xfrm>
          <a:custGeom xmlns:a="http://schemas.openxmlformats.org/drawingml/2006/main">
            <a:pathLst>
              <a:path w="274701" h="9525">
                <a:moveTo>
                  <a:pt x="0" y="0"/>
                </a:moveTo>
                <a:lnTo>
                  <a:pt x="274701" y="0"/>
                </a:lnTo>
              </a:path>
            </a:pathLst>
          </a:custGeom>
          <a:noFill xmlns:a="http://schemas.openxmlformats.org/drawingml/2006/main"/>
          <a:ln xmlns:a="http://schemas.openxmlformats.org/drawingml/2006/main" w="17145">
            <a:solidFill>
              <a:srgbClr val="1572C3"/>
            </a:solidFill>
          </a:ln>
        </p:spPr>
      </p:sp>
      <p:sp>
        <p:nvSpPr>
          <p:cNvPr id="239" name="circuit-1183">
            <a:extLst xmlns:a="http://schemas.openxmlformats.org/drawingml/2006/main">
              <a:ext uri="{FF2B5EF4-FFF2-40B4-BE49-F238E27FC236}">
                <a16:creationId xmlns:a16="http://schemas.microsoft.com/office/drawing/2014/main" id="{E1761670-BE8B-4A74-9188-F4499F18AAC6}"/>
              </a:ext>
            </a:extLst>
          </p:cNvPr>
          <p:cNvSpPr>
            <a:spLocks xmlns:a="http://schemas.openxmlformats.org/drawingml/2006/main" noGrp="1"/>
          </p:cNvSpPr>
          <p:nvPr/>
        </p:nvSpPr>
        <p:spPr>
          <a:xfrm xmlns:a="http://schemas.openxmlformats.org/drawingml/2006/main">
            <a:off x="4533900" y="5002778"/>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40" name="wire-1184">
            <a:extLst xmlns:a="http://schemas.openxmlformats.org/drawingml/2006/main">
              <a:ext uri="{FF2B5EF4-FFF2-40B4-BE49-F238E27FC236}">
                <a16:creationId xmlns:a16="http://schemas.microsoft.com/office/drawing/2014/main" id="{E601D2E8-0422-4677-A6E1-8829EE535AA3}"/>
              </a:ext>
            </a:extLst>
          </p:cNvPr>
          <p:cNvSpPr>
            <a:spLocks xmlns:a="http://schemas.openxmlformats.org/drawingml/2006/main" noGrp="1"/>
          </p:cNvSpPr>
          <p:nvPr/>
        </p:nvSpPr>
        <p:spPr>
          <a:xfrm xmlns:a="http://schemas.openxmlformats.org/drawingml/2006/main">
            <a:off x="3915823" y="5603558"/>
            <a:ext cx="529781" cy="9525"/>
          </a:xfrm>
          <a:custGeom xmlns:a="http://schemas.openxmlformats.org/drawingml/2006/main">
            <a:pathLst>
              <a:path w="529781" h="9525">
                <a:moveTo>
                  <a:pt x="0" y="0"/>
                </a:moveTo>
                <a:lnTo>
                  <a:pt x="529781" y="0"/>
                </a:lnTo>
              </a:path>
            </a:pathLst>
          </a:custGeom>
          <a:noFill xmlns:a="http://schemas.openxmlformats.org/drawingml/2006/main"/>
          <a:ln xmlns:a="http://schemas.openxmlformats.org/drawingml/2006/main" w="17145">
            <a:solidFill>
              <a:srgbClr val="1572C3"/>
            </a:solidFill>
          </a:ln>
        </p:spPr>
      </p:sp>
      <p:sp>
        <p:nvSpPr>
          <p:cNvPr id="241" name="wire-1185">
            <a:extLst xmlns:a="http://schemas.openxmlformats.org/drawingml/2006/main">
              <a:ext uri="{FF2B5EF4-FFF2-40B4-BE49-F238E27FC236}">
                <a16:creationId xmlns:a16="http://schemas.microsoft.com/office/drawing/2014/main" id="{A133222D-0FC6-4C7C-AFA1-7562EA6AB2AC}"/>
              </a:ext>
            </a:extLst>
          </p:cNvPr>
          <p:cNvSpPr>
            <a:spLocks xmlns:a="http://schemas.openxmlformats.org/drawingml/2006/main" noGrp="1"/>
          </p:cNvSpPr>
          <p:nvPr/>
        </p:nvSpPr>
        <p:spPr>
          <a:xfrm xmlns:a="http://schemas.openxmlformats.org/drawingml/2006/main">
            <a:off x="4445603" y="5236464"/>
            <a:ext cx="9525" cy="367093"/>
          </a:xfrm>
          <a:custGeom xmlns:a="http://schemas.openxmlformats.org/drawingml/2006/main">
            <a:pathLst>
              <a:path w="9525" h="367093">
                <a:moveTo>
                  <a:pt x="0" y="367093"/>
                </a:moveTo>
                <a:lnTo>
                  <a:pt x="0" y="0"/>
                </a:lnTo>
              </a:path>
            </a:pathLst>
          </a:custGeom>
          <a:noFill xmlns:a="http://schemas.openxmlformats.org/drawingml/2006/main"/>
          <a:ln xmlns:a="http://schemas.openxmlformats.org/drawingml/2006/main" w="17145">
            <a:solidFill>
              <a:srgbClr val="1572C3"/>
            </a:solidFill>
          </a:ln>
        </p:spPr>
      </p:sp>
      <p:sp>
        <p:nvSpPr>
          <p:cNvPr id="242" name="wire-1186">
            <a:extLst xmlns:a="http://schemas.openxmlformats.org/drawingml/2006/main">
              <a:ext uri="{FF2B5EF4-FFF2-40B4-BE49-F238E27FC236}">
                <a16:creationId xmlns:a16="http://schemas.microsoft.com/office/drawing/2014/main" id="{DD286B09-E5CE-4EDC-A700-15ED252544BD}"/>
              </a:ext>
            </a:extLst>
          </p:cNvPr>
          <p:cNvSpPr>
            <a:spLocks xmlns:a="http://schemas.openxmlformats.org/drawingml/2006/main" noGrp="1"/>
          </p:cNvSpPr>
          <p:nvPr/>
        </p:nvSpPr>
        <p:spPr>
          <a:xfrm xmlns:a="http://schemas.openxmlformats.org/drawingml/2006/main">
            <a:off x="4445603" y="5236464"/>
            <a:ext cx="137351" cy="9525"/>
          </a:xfrm>
          <a:custGeom xmlns:a="http://schemas.openxmlformats.org/drawingml/2006/main">
            <a:pathLst>
              <a:path w="137351" h="9525">
                <a:moveTo>
                  <a:pt x="0" y="0"/>
                </a:moveTo>
                <a:lnTo>
                  <a:pt x="137351" y="0"/>
                </a:lnTo>
              </a:path>
            </a:pathLst>
          </a:custGeom>
          <a:noFill xmlns:a="http://schemas.openxmlformats.org/drawingml/2006/main"/>
          <a:ln xmlns:a="http://schemas.openxmlformats.org/drawingml/2006/main" w="17145">
            <a:solidFill>
              <a:srgbClr val="1572C3"/>
            </a:solidFill>
          </a:ln>
        </p:spPr>
      </p:sp>
      <p:sp>
        <p:nvSpPr>
          <p:cNvPr id="243" name="circuit-1187">
            <a:extLst xmlns:a="http://schemas.openxmlformats.org/drawingml/2006/main">
              <a:ext uri="{FF2B5EF4-FFF2-40B4-BE49-F238E27FC236}">
                <a16:creationId xmlns:a16="http://schemas.microsoft.com/office/drawing/2014/main" id="{59CF96AF-905E-43D8-A6C2-ACF03886CD2E}"/>
              </a:ext>
            </a:extLst>
          </p:cNvPr>
          <p:cNvSpPr>
            <a:spLocks xmlns:a="http://schemas.openxmlformats.org/drawingml/2006/main" noGrp="1"/>
          </p:cNvSpPr>
          <p:nvPr/>
        </p:nvSpPr>
        <p:spPr>
          <a:xfrm xmlns:a="http://schemas.openxmlformats.org/drawingml/2006/main">
            <a:off x="4533900" y="521766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44" name="wire-1188">
            <a:extLst xmlns:a="http://schemas.openxmlformats.org/drawingml/2006/main">
              <a:ext uri="{FF2B5EF4-FFF2-40B4-BE49-F238E27FC236}">
                <a16:creationId xmlns:a16="http://schemas.microsoft.com/office/drawing/2014/main" id="{851C82BD-E5EF-4278-9D04-B7FFA9E59F19}"/>
              </a:ext>
            </a:extLst>
          </p:cNvPr>
          <p:cNvSpPr>
            <a:spLocks xmlns:a="http://schemas.openxmlformats.org/drawingml/2006/main" noGrp="1"/>
          </p:cNvSpPr>
          <p:nvPr/>
        </p:nvSpPr>
        <p:spPr>
          <a:xfrm xmlns:a="http://schemas.openxmlformats.org/drawingml/2006/main">
            <a:off x="4376928" y="4708208"/>
            <a:ext cx="206026" cy="9525"/>
          </a:xfrm>
          <a:custGeom xmlns:a="http://schemas.openxmlformats.org/drawingml/2006/main">
            <a:pathLst>
              <a:path w="206026" h="9525">
                <a:moveTo>
                  <a:pt x="0" y="0"/>
                </a:moveTo>
                <a:lnTo>
                  <a:pt x="206026" y="0"/>
                </a:lnTo>
              </a:path>
            </a:pathLst>
          </a:custGeom>
          <a:noFill xmlns:a="http://schemas.openxmlformats.org/drawingml/2006/main"/>
          <a:ln xmlns:a="http://schemas.openxmlformats.org/drawingml/2006/main" w="11430">
            <a:solidFill>
              <a:srgbClr val="231F20"/>
            </a:solidFill>
          </a:ln>
        </p:spPr>
      </p:sp>
      <p:sp>
        <p:nvSpPr>
          <p:cNvPr id="245" name="circuit-1189">
            <a:extLst xmlns:a="http://schemas.openxmlformats.org/drawingml/2006/main">
              <a:ext uri="{FF2B5EF4-FFF2-40B4-BE49-F238E27FC236}">
                <a16:creationId xmlns:a16="http://schemas.microsoft.com/office/drawing/2014/main" id="{17A73CE7-6A3A-4A33-8F67-2CEC07ACCFDC}"/>
              </a:ext>
            </a:extLst>
          </p:cNvPr>
          <p:cNvSpPr>
            <a:spLocks xmlns:a="http://schemas.openxmlformats.org/drawingml/2006/main" noGrp="1"/>
          </p:cNvSpPr>
          <p:nvPr/>
        </p:nvSpPr>
        <p:spPr>
          <a:xfrm xmlns:a="http://schemas.openxmlformats.org/drawingml/2006/main">
            <a:off x="4533900" y="4689405"/>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246" name="text-1190">
            <a:extLst xmlns:a="http://schemas.openxmlformats.org/drawingml/2006/main">
              <a:ext uri="{FF2B5EF4-FFF2-40B4-BE49-F238E27FC236}">
                <a16:creationId xmlns:a16="http://schemas.microsoft.com/office/drawing/2014/main" id="{466405F8-DC9C-4C60-99C0-404D8CAE06F8}"/>
              </a:ext>
            </a:extLst>
          </p:cNvPr>
          <p:cNvSpPr>
            <a:spLocks xmlns:a="http://schemas.openxmlformats.org/drawingml/2006/main" noGrp="1"/>
          </p:cNvSpPr>
          <p:nvPr/>
        </p:nvSpPr>
        <p:spPr>
          <a:xfrm xmlns:a="http://schemas.openxmlformats.org/drawingml/2006/main">
            <a:off x="4229767" y="4744022"/>
            <a:ext cx="353187" cy="1701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PCE</a:t>
            </a:r>
          </a:p>
        </p:txBody>
      </p:sp>
      <p:sp>
        <p:nvSpPr>
          <p:cNvPr id="247" name="block-1191">
            <a:extLst xmlns:a="http://schemas.openxmlformats.org/drawingml/2006/main">
              <a:ext uri="{FF2B5EF4-FFF2-40B4-BE49-F238E27FC236}">
                <a16:creationId xmlns:a16="http://schemas.microsoft.com/office/drawing/2014/main" id="{5ECC71C2-5CCD-44A5-9EEF-E9109406DC59}"/>
              </a:ext>
            </a:extLst>
          </p:cNvPr>
          <p:cNvSpPr>
            <a:spLocks xmlns:a="http://schemas.openxmlformats.org/drawingml/2006/main" noGrp="1"/>
          </p:cNvSpPr>
          <p:nvPr/>
        </p:nvSpPr>
        <p:spPr>
          <a:xfrm xmlns:a="http://schemas.openxmlformats.org/drawingml/2006/main">
            <a:off x="5004816" y="4090416"/>
            <a:ext cx="647510" cy="241745"/>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248" name="text-1192">
            <a:extLst xmlns:a="http://schemas.openxmlformats.org/drawingml/2006/main">
              <a:ext uri="{FF2B5EF4-FFF2-40B4-BE49-F238E27FC236}">
                <a16:creationId xmlns:a16="http://schemas.microsoft.com/office/drawing/2014/main" id="{F743330F-5D30-4FAE-B6B6-F19CCF0ADBD0}"/>
              </a:ext>
            </a:extLst>
          </p:cNvPr>
          <p:cNvSpPr>
            <a:spLocks xmlns:a="http://schemas.openxmlformats.org/drawingml/2006/main" noGrp="1"/>
          </p:cNvSpPr>
          <p:nvPr/>
        </p:nvSpPr>
        <p:spPr>
          <a:xfrm xmlns:a="http://schemas.openxmlformats.org/drawingml/2006/main">
            <a:off x="5034248" y="4099370"/>
            <a:ext cx="588645" cy="223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1">
                <a:solidFill>
                  <a:srgbClr val="231F20"/>
                </a:solidFill>
                <a:latin typeface="Arial"/>
                <a:ea typeface="Arial"/>
                <a:cs typeface="Arial"/>
              </a:defRPr>
            </a:defPPr>
            <a:lvl1pPr algn="ctr">
              <a:defRPr sz="975" b="1">
                <a:solidFill>
                  <a:srgbClr val="231F20"/>
                </a:solidFill>
                <a:latin typeface="Arial"/>
                <a:ea typeface="Arial"/>
                <a:cs typeface="Arial"/>
              </a:defRPr>
            </a:lvl1pPr>
            <a:lvl2pPr algn="ctr">
              <a:defRPr sz="975" b="1">
                <a:solidFill>
                  <a:srgbClr val="231F20"/>
                </a:solidFill>
                <a:latin typeface="Arial"/>
                <a:ea typeface="Arial"/>
                <a:cs typeface="Arial"/>
              </a:defRPr>
            </a:lvl2pPr>
            <a:lvl3pPr algn="ctr">
              <a:defRPr sz="975" b="1">
                <a:solidFill>
                  <a:srgbClr val="231F20"/>
                </a:solidFill>
                <a:latin typeface="Arial"/>
                <a:ea typeface="Arial"/>
                <a:cs typeface="Arial"/>
              </a:defRPr>
            </a:lvl3pPr>
            <a:lvl4pPr algn="ctr">
              <a:defRPr sz="975" b="1">
                <a:solidFill>
                  <a:srgbClr val="231F20"/>
                </a:solidFill>
                <a:latin typeface="Arial"/>
                <a:ea typeface="Arial"/>
                <a:cs typeface="Arial"/>
              </a:defRPr>
            </a:lvl4pPr>
            <a:lvl5pPr algn="ctr">
              <a:defRPr sz="975" b="1">
                <a:solidFill>
                  <a:srgbClr val="231F20"/>
                </a:solidFill>
                <a:latin typeface="Arial"/>
                <a:ea typeface="Arial"/>
                <a:cs typeface="Arial"/>
              </a:defRPr>
            </a:lvl5pPr>
            <a:lvl6pPr algn="ctr">
              <a:defRPr sz="975" b="1">
                <a:solidFill>
                  <a:srgbClr val="231F20"/>
                </a:solidFill>
                <a:latin typeface="Arial"/>
                <a:ea typeface="Arial"/>
                <a:cs typeface="Arial"/>
              </a:defRPr>
            </a:lvl6pPr>
            <a:lvl7pPr algn="ctr">
              <a:defRPr sz="975" b="1">
                <a:solidFill>
                  <a:srgbClr val="231F20"/>
                </a:solidFill>
                <a:latin typeface="Arial"/>
                <a:ea typeface="Arial"/>
                <a:cs typeface="Arial"/>
              </a:defRPr>
            </a:lvl7pPr>
            <a:lvl8pPr algn="ctr">
              <a:defRPr sz="975" b="1">
                <a:solidFill>
                  <a:srgbClr val="231F20"/>
                </a:solidFill>
                <a:latin typeface="Arial"/>
                <a:ea typeface="Arial"/>
                <a:cs typeface="Arial"/>
              </a:defRPr>
            </a:lvl8pPr>
            <a:lvl9pPr algn="ctr">
              <a:defRPr sz="975" b="1">
                <a:solidFill>
                  <a:srgbClr val="231F20"/>
                </a:solidFill>
                <a:latin typeface="Arial"/>
                <a:ea typeface="Arial"/>
                <a:cs typeface="Arial"/>
              </a:defRPr>
            </a:lvl9pPr>
          </a:lstStyle>
          <a:p xmlns:a="http://schemas.openxmlformats.org/drawingml/2006/main">
            <a:pPr algn="ctr">
              <a:defRPr sz="975" b="1">
                <a:solidFill>
                  <a:srgbClr val="231F20"/>
                </a:solidFill>
                <a:latin typeface="Arial"/>
                <a:ea typeface="Arial"/>
                <a:cs typeface="Arial"/>
              </a:defRPr>
            </a:pPr>
            <a:r>
              <a:rPr sz="975" b="1">
                <a:solidFill>
                  <a:srgbClr val="231F20"/>
                </a:solidFill>
                <a:latin typeface="Arial"/>
                <a:ea typeface="Arial"/>
                <a:cs typeface="Arial"/>
              </a:rPr>
              <a:t>comp</a:t>
            </a:r>
          </a:p>
        </p:txBody>
      </p:sp>
      <p:sp>
        <p:nvSpPr>
          <p:cNvPr id="249" name="wire-1193">
            <a:extLst xmlns:a="http://schemas.openxmlformats.org/drawingml/2006/main">
              <a:ext uri="{FF2B5EF4-FFF2-40B4-BE49-F238E27FC236}">
                <a16:creationId xmlns:a16="http://schemas.microsoft.com/office/drawing/2014/main" id="{BA7B714C-02C4-46B4-99C1-1A1A98B9C42F}"/>
              </a:ext>
            </a:extLst>
          </p:cNvPr>
          <p:cNvSpPr>
            <a:spLocks xmlns:a="http://schemas.openxmlformats.org/drawingml/2006/main" noGrp="1"/>
          </p:cNvSpPr>
          <p:nvPr/>
        </p:nvSpPr>
        <p:spPr>
          <a:xfrm xmlns:a="http://schemas.openxmlformats.org/drawingml/2006/main">
            <a:off x="4406360" y="4188904"/>
            <a:ext cx="9525" cy="429768"/>
          </a:xfrm>
          <a:custGeom xmlns:a="http://schemas.openxmlformats.org/drawingml/2006/main">
            <a:pathLst>
              <a:path w="9525" h="429768">
                <a:moveTo>
                  <a:pt x="0" y="429768"/>
                </a:moveTo>
                <a:lnTo>
                  <a:pt x="0" y="0"/>
                </a:lnTo>
              </a:path>
            </a:pathLst>
          </a:custGeom>
          <a:noFill xmlns:a="http://schemas.openxmlformats.org/drawingml/2006/main"/>
          <a:ln xmlns:a="http://schemas.openxmlformats.org/drawingml/2006/main" w="9525">
            <a:solidFill>
              <a:srgbClr val="231F20"/>
            </a:solidFill>
          </a:ln>
        </p:spPr>
      </p:sp>
      <p:sp>
        <p:nvSpPr>
          <p:cNvPr id="250" name="wire-1194">
            <a:extLst xmlns:a="http://schemas.openxmlformats.org/drawingml/2006/main">
              <a:ext uri="{FF2B5EF4-FFF2-40B4-BE49-F238E27FC236}">
                <a16:creationId xmlns:a16="http://schemas.microsoft.com/office/drawing/2014/main" id="{66CA42A1-3F70-4386-A7A9-3F5B1E086AB0}"/>
              </a:ext>
            </a:extLst>
          </p:cNvPr>
          <p:cNvSpPr>
            <a:spLocks xmlns:a="http://schemas.openxmlformats.org/drawingml/2006/main" noGrp="1"/>
          </p:cNvSpPr>
          <p:nvPr/>
        </p:nvSpPr>
        <p:spPr>
          <a:xfrm xmlns:a="http://schemas.openxmlformats.org/drawingml/2006/main">
            <a:off x="4406360" y="4188904"/>
            <a:ext cx="598456" cy="9525"/>
          </a:xfrm>
          <a:custGeom xmlns:a="http://schemas.openxmlformats.org/drawingml/2006/main">
            <a:pathLst>
              <a:path w="598456" h="9525">
                <a:moveTo>
                  <a:pt x="0" y="0"/>
                </a:moveTo>
                <a:lnTo>
                  <a:pt x="598456" y="0"/>
                </a:lnTo>
              </a:path>
            </a:pathLst>
          </a:custGeom>
          <a:noFill xmlns:a="http://schemas.openxmlformats.org/drawingml/2006/main"/>
          <a:ln xmlns:a="http://schemas.openxmlformats.org/drawingml/2006/main" w="9525">
            <a:solidFill>
              <a:srgbClr val="231F20"/>
            </a:solidFill>
          </a:ln>
        </p:spPr>
      </p:sp>
      <p:sp>
        <p:nvSpPr>
          <p:cNvPr id="251" name="circuit-1195">
            <a:extLst xmlns:a="http://schemas.openxmlformats.org/drawingml/2006/main">
              <a:ext uri="{FF2B5EF4-FFF2-40B4-BE49-F238E27FC236}">
                <a16:creationId xmlns:a16="http://schemas.microsoft.com/office/drawing/2014/main" id="{96DE257C-23C6-4CFF-84CB-47C4141A0BA7}"/>
              </a:ext>
            </a:extLst>
          </p:cNvPr>
          <p:cNvSpPr>
            <a:spLocks xmlns:a="http://schemas.openxmlformats.org/drawingml/2006/main" noGrp="1"/>
          </p:cNvSpPr>
          <p:nvPr/>
        </p:nvSpPr>
        <p:spPr>
          <a:xfrm xmlns:a="http://schemas.openxmlformats.org/drawingml/2006/main">
            <a:off x="4955762" y="417010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252" name="wire-1196">
            <a:extLst xmlns:a="http://schemas.openxmlformats.org/drawingml/2006/main">
              <a:ext uri="{FF2B5EF4-FFF2-40B4-BE49-F238E27FC236}">
                <a16:creationId xmlns:a16="http://schemas.microsoft.com/office/drawing/2014/main" id="{95BC2675-545E-49E3-82DD-A04AE37059B3}"/>
              </a:ext>
            </a:extLst>
          </p:cNvPr>
          <p:cNvSpPr>
            <a:spLocks xmlns:a="http://schemas.openxmlformats.org/drawingml/2006/main" noGrp="1"/>
          </p:cNvSpPr>
          <p:nvPr/>
        </p:nvSpPr>
        <p:spPr>
          <a:xfrm xmlns:a="http://schemas.openxmlformats.org/drawingml/2006/main">
            <a:off x="4396550" y="4287393"/>
            <a:ext cx="9525" cy="734187"/>
          </a:xfrm>
          <a:custGeom xmlns:a="http://schemas.openxmlformats.org/drawingml/2006/main">
            <a:pathLst>
              <a:path w="9525" h="734187">
                <a:moveTo>
                  <a:pt x="0" y="734187"/>
                </a:moveTo>
                <a:lnTo>
                  <a:pt x="0" y="0"/>
                </a:lnTo>
              </a:path>
            </a:pathLst>
          </a:custGeom>
          <a:noFill xmlns:a="http://schemas.openxmlformats.org/drawingml/2006/main"/>
          <a:ln xmlns:a="http://schemas.openxmlformats.org/drawingml/2006/main" w="9525">
            <a:solidFill>
              <a:srgbClr val="231F20"/>
            </a:solidFill>
          </a:ln>
        </p:spPr>
      </p:sp>
      <p:sp>
        <p:nvSpPr>
          <p:cNvPr id="253" name="wire-1197">
            <a:extLst xmlns:a="http://schemas.openxmlformats.org/drawingml/2006/main">
              <a:ext uri="{FF2B5EF4-FFF2-40B4-BE49-F238E27FC236}">
                <a16:creationId xmlns:a16="http://schemas.microsoft.com/office/drawing/2014/main" id="{6833C474-A623-4C05-8A9B-A7C2BEF5A4B7}"/>
              </a:ext>
            </a:extLst>
          </p:cNvPr>
          <p:cNvSpPr>
            <a:spLocks xmlns:a="http://schemas.openxmlformats.org/drawingml/2006/main" noGrp="1"/>
          </p:cNvSpPr>
          <p:nvPr/>
        </p:nvSpPr>
        <p:spPr>
          <a:xfrm xmlns:a="http://schemas.openxmlformats.org/drawingml/2006/main">
            <a:off x="4396550" y="4287393"/>
            <a:ext cx="608267" cy="9525"/>
          </a:xfrm>
          <a:custGeom xmlns:a="http://schemas.openxmlformats.org/drawingml/2006/main">
            <a:pathLst>
              <a:path w="608267" h="9525">
                <a:moveTo>
                  <a:pt x="0" y="0"/>
                </a:moveTo>
                <a:lnTo>
                  <a:pt x="608267" y="0"/>
                </a:lnTo>
              </a:path>
            </a:pathLst>
          </a:custGeom>
          <a:noFill xmlns:a="http://schemas.openxmlformats.org/drawingml/2006/main"/>
          <a:ln xmlns:a="http://schemas.openxmlformats.org/drawingml/2006/main" w="9525">
            <a:solidFill>
              <a:srgbClr val="231F20"/>
            </a:solidFill>
          </a:ln>
        </p:spPr>
      </p:sp>
      <p:sp>
        <p:nvSpPr>
          <p:cNvPr id="254" name="circuit-1198">
            <a:extLst xmlns:a="http://schemas.openxmlformats.org/drawingml/2006/main">
              <a:ext uri="{FF2B5EF4-FFF2-40B4-BE49-F238E27FC236}">
                <a16:creationId xmlns:a16="http://schemas.microsoft.com/office/drawing/2014/main" id="{52540431-EE1C-4C16-B8E9-BCF19EAE64EC}"/>
              </a:ext>
            </a:extLst>
          </p:cNvPr>
          <p:cNvSpPr>
            <a:spLocks xmlns:a="http://schemas.openxmlformats.org/drawingml/2006/main" noGrp="1"/>
          </p:cNvSpPr>
          <p:nvPr/>
        </p:nvSpPr>
        <p:spPr>
          <a:xfrm xmlns:a="http://schemas.openxmlformats.org/drawingml/2006/main">
            <a:off x="4955762" y="4268591"/>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255" name="text-1199">
            <a:extLst xmlns:a="http://schemas.openxmlformats.org/drawingml/2006/main">
              <a:ext uri="{FF2B5EF4-FFF2-40B4-BE49-F238E27FC236}">
                <a16:creationId xmlns:a16="http://schemas.microsoft.com/office/drawing/2014/main" id="{3FF3EA41-7BDF-4694-A717-0AFB7047C2EE}"/>
              </a:ext>
            </a:extLst>
          </p:cNvPr>
          <p:cNvSpPr>
            <a:spLocks xmlns:a="http://schemas.openxmlformats.org/drawingml/2006/main" noGrp="1"/>
          </p:cNvSpPr>
          <p:nvPr/>
        </p:nvSpPr>
        <p:spPr>
          <a:xfrm xmlns:a="http://schemas.openxmlformats.org/drawingml/2006/main">
            <a:off x="5240274" y="3929253"/>
            <a:ext cx="657320" cy="1343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50" b="0">
                <a:solidFill>
                  <a:srgbClr val="231F20"/>
                </a:solidFill>
                <a:latin typeface="Arial"/>
                <a:ea typeface="Arial"/>
                <a:cs typeface="Arial"/>
              </a:defRPr>
            </a:defPPr>
            <a:lvl1pPr algn="l">
              <a:defRPr sz="750" b="0">
                <a:solidFill>
                  <a:srgbClr val="231F20"/>
                </a:solidFill>
                <a:latin typeface="Arial"/>
                <a:ea typeface="Arial"/>
                <a:cs typeface="Arial"/>
              </a:defRPr>
            </a:lvl1pPr>
            <a:lvl2pPr algn="l">
              <a:defRPr sz="750" b="0">
                <a:solidFill>
                  <a:srgbClr val="231F20"/>
                </a:solidFill>
                <a:latin typeface="Arial"/>
                <a:ea typeface="Arial"/>
                <a:cs typeface="Arial"/>
              </a:defRPr>
            </a:lvl2pPr>
            <a:lvl3pPr algn="l">
              <a:defRPr sz="750" b="0">
                <a:solidFill>
                  <a:srgbClr val="231F20"/>
                </a:solidFill>
                <a:latin typeface="Arial"/>
                <a:ea typeface="Arial"/>
                <a:cs typeface="Arial"/>
              </a:defRPr>
            </a:lvl3pPr>
            <a:lvl4pPr algn="l">
              <a:defRPr sz="750" b="0">
                <a:solidFill>
                  <a:srgbClr val="231F20"/>
                </a:solidFill>
                <a:latin typeface="Arial"/>
                <a:ea typeface="Arial"/>
                <a:cs typeface="Arial"/>
              </a:defRPr>
            </a:lvl4pPr>
            <a:lvl5pPr algn="l">
              <a:defRPr sz="750" b="0">
                <a:solidFill>
                  <a:srgbClr val="231F20"/>
                </a:solidFill>
                <a:latin typeface="Arial"/>
                <a:ea typeface="Arial"/>
                <a:cs typeface="Arial"/>
              </a:defRPr>
            </a:lvl5pPr>
            <a:lvl6pPr algn="l">
              <a:defRPr sz="750" b="0">
                <a:solidFill>
                  <a:srgbClr val="231F20"/>
                </a:solidFill>
                <a:latin typeface="Arial"/>
                <a:ea typeface="Arial"/>
                <a:cs typeface="Arial"/>
              </a:defRPr>
            </a:lvl6pPr>
            <a:lvl7pPr algn="l">
              <a:defRPr sz="750" b="0">
                <a:solidFill>
                  <a:srgbClr val="231F20"/>
                </a:solidFill>
                <a:latin typeface="Arial"/>
                <a:ea typeface="Arial"/>
                <a:cs typeface="Arial"/>
              </a:defRPr>
            </a:lvl7pPr>
            <a:lvl8pPr algn="l">
              <a:defRPr sz="750" b="0">
                <a:solidFill>
                  <a:srgbClr val="231F20"/>
                </a:solidFill>
                <a:latin typeface="Arial"/>
                <a:ea typeface="Arial"/>
                <a:cs typeface="Arial"/>
              </a:defRPr>
            </a:lvl8pPr>
            <a:lvl9pPr algn="l">
              <a:defRPr sz="750" b="0">
                <a:solidFill>
                  <a:srgbClr val="231F20"/>
                </a:solidFill>
                <a:latin typeface="Arial"/>
                <a:ea typeface="Arial"/>
                <a:cs typeface="Arial"/>
              </a:defRPr>
            </a:lvl9pPr>
          </a:lstStyle>
          <a:p xmlns:a="http://schemas.openxmlformats.org/drawingml/2006/main">
            <a:pPr algn="l">
              <a:defRPr sz="750" b="0">
                <a:solidFill>
                  <a:srgbClr val="231F20"/>
                </a:solidFill>
                <a:latin typeface="Arial"/>
                <a:ea typeface="Arial"/>
                <a:cs typeface="Arial"/>
              </a:defRPr>
            </a:pPr>
            <a:r>
              <a:rPr sz="750" b="0">
                <a:solidFill>
                  <a:srgbClr val="231F20"/>
                </a:solidFill>
                <a:latin typeface="Arial"/>
                <a:ea typeface="Arial"/>
                <a:cs typeface="Arial"/>
              </a:rPr>
              <a:t>FlagsE</a:t>
            </a:r>
          </a:p>
        </p:txBody>
      </p:sp>
      <p:sp>
        <p:nvSpPr>
          <p:cNvPr id="256" name="wire-1200">
            <a:extLst xmlns:a="http://schemas.openxmlformats.org/drawingml/2006/main">
              <a:ext uri="{FF2B5EF4-FFF2-40B4-BE49-F238E27FC236}">
                <a16:creationId xmlns:a16="http://schemas.microsoft.com/office/drawing/2014/main" id="{7E4B6C99-B9D4-4A7F-806C-E78AA8BF0006}"/>
              </a:ext>
            </a:extLst>
          </p:cNvPr>
          <p:cNvSpPr>
            <a:spLocks xmlns:a="http://schemas.openxmlformats.org/drawingml/2006/main" noGrp="1"/>
          </p:cNvSpPr>
          <p:nvPr/>
        </p:nvSpPr>
        <p:spPr>
          <a:xfrm xmlns:a="http://schemas.openxmlformats.org/drawingml/2006/main">
            <a:off x="5328571" y="4054602"/>
            <a:ext cx="9525" cy="35814"/>
          </a:xfrm>
          <a:custGeom xmlns:a="http://schemas.openxmlformats.org/drawingml/2006/main">
            <a:pathLst>
              <a:path w="9525" h="35814">
                <a:moveTo>
                  <a:pt x="0" y="35814"/>
                </a:moveTo>
                <a:lnTo>
                  <a:pt x="0" y="0"/>
                </a:lnTo>
              </a:path>
            </a:pathLst>
          </a:custGeom>
          <a:noFill xmlns:a="http://schemas.openxmlformats.org/drawingml/2006/main"/>
          <a:ln xmlns:a="http://schemas.openxmlformats.org/drawingml/2006/main" w="7620">
            <a:solidFill>
              <a:srgbClr val="231F20"/>
            </a:solidFill>
          </a:ln>
        </p:spPr>
      </p:sp>
      <p:sp>
        <p:nvSpPr>
          <p:cNvPr id="257" name="circuit-1201">
            <a:extLst xmlns:a="http://schemas.openxmlformats.org/drawingml/2006/main">
              <a:ext uri="{FF2B5EF4-FFF2-40B4-BE49-F238E27FC236}">
                <a16:creationId xmlns:a16="http://schemas.microsoft.com/office/drawing/2014/main" id="{C03FFD17-E08A-4F15-9AFF-B40347297FD0}"/>
              </a:ext>
            </a:extLst>
          </p:cNvPr>
          <p:cNvSpPr>
            <a:spLocks xmlns:a="http://schemas.openxmlformats.org/drawingml/2006/main" noGrp="1"/>
          </p:cNvSpPr>
          <p:nvPr/>
        </p:nvSpPr>
        <p:spPr>
          <a:xfrm xmlns:a="http://schemas.openxmlformats.org/drawingml/2006/main">
            <a:off x="5307968" y="4054602"/>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258" name="circuit-1202">
            <a:extLst xmlns:a="http://schemas.openxmlformats.org/drawingml/2006/main">
              <a:ext uri="{FF2B5EF4-FFF2-40B4-BE49-F238E27FC236}">
                <a16:creationId xmlns:a16="http://schemas.microsoft.com/office/drawing/2014/main" id="{2A5C1CEE-EBC3-4F52-8744-E9378A5FCA8A}"/>
              </a:ext>
            </a:extLst>
          </p:cNvPr>
          <p:cNvSpPr>
            <a:spLocks xmlns:a="http://schemas.openxmlformats.org/drawingml/2006/main" noGrp="1"/>
          </p:cNvSpPr>
          <p:nvPr/>
        </p:nvSpPr>
        <p:spPr>
          <a:xfrm xmlns:a="http://schemas.openxmlformats.org/drawingml/2006/main">
            <a:off x="5014627" y="4529138"/>
            <a:ext cx="608267" cy="725233"/>
          </a:xfrm>
          <a:custGeom xmlns:a="http://schemas.openxmlformats.org/drawingml/2006/main">
            <a:pathLst>
              <a:path w="608267" h="725233">
                <a:moveTo>
                  <a:pt x="0" y="0"/>
                </a:moveTo>
                <a:lnTo>
                  <a:pt x="608267" y="143256"/>
                </a:lnTo>
                <a:lnTo>
                  <a:pt x="608267" y="590931"/>
                </a:lnTo>
                <a:lnTo>
                  <a:pt x="0" y="725233"/>
                </a:lnTo>
                <a:lnTo>
                  <a:pt x="0" y="483489"/>
                </a:lnTo>
                <a:lnTo>
                  <a:pt x="166783" y="367093"/>
                </a:lnTo>
                <a:lnTo>
                  <a:pt x="0" y="250698"/>
                </a:lnTo>
                <a:close/>
              </a:path>
            </a:pathLst>
          </a:custGeom>
          <a:solidFill xmlns:a="http://schemas.openxmlformats.org/drawingml/2006/main">
            <a:srgbClr val="77A3DC"/>
          </a:solidFill>
          <a:ln xmlns:a="http://schemas.openxmlformats.org/drawingml/2006/main" w="14288">
            <a:solidFill>
              <a:srgbClr val="231F20"/>
            </a:solidFill>
          </a:ln>
        </p:spPr>
      </p:sp>
      <p:sp>
        <p:nvSpPr>
          <p:cNvPr id="259" name="text-1203">
            <a:extLst xmlns:a="http://schemas.openxmlformats.org/drawingml/2006/main">
              <a:ext uri="{FF2B5EF4-FFF2-40B4-BE49-F238E27FC236}">
                <a16:creationId xmlns:a16="http://schemas.microsoft.com/office/drawing/2014/main" id="{6188F42B-3A1E-4601-8074-0A037E88986B}"/>
              </a:ext>
            </a:extLst>
          </p:cNvPr>
          <p:cNvSpPr>
            <a:spLocks xmlns:a="http://schemas.openxmlformats.org/drawingml/2006/main" noGrp="1"/>
          </p:cNvSpPr>
          <p:nvPr/>
        </p:nvSpPr>
        <p:spPr>
          <a:xfrm xmlns:a="http://schemas.openxmlformats.org/drawingml/2006/main">
            <a:off x="5210842" y="4726115"/>
            <a:ext cx="392430" cy="2686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ALU</a:t>
            </a:r>
          </a:p>
        </p:txBody>
      </p:sp>
      <p:sp>
        <p:nvSpPr>
          <p:cNvPr id="260" name="wire-1204">
            <a:extLst xmlns:a="http://schemas.openxmlformats.org/drawingml/2006/main">
              <a:ext uri="{FF2B5EF4-FFF2-40B4-BE49-F238E27FC236}">
                <a16:creationId xmlns:a16="http://schemas.microsoft.com/office/drawing/2014/main" id="{6529AB03-5798-427C-A685-1C840F7D4FF6}"/>
              </a:ext>
            </a:extLst>
          </p:cNvPr>
          <p:cNvSpPr>
            <a:spLocks xmlns:a="http://schemas.openxmlformats.org/drawingml/2006/main" noGrp="1"/>
          </p:cNvSpPr>
          <p:nvPr/>
        </p:nvSpPr>
        <p:spPr>
          <a:xfrm xmlns:a="http://schemas.openxmlformats.org/drawingml/2006/main">
            <a:off x="4749737" y="4600766"/>
            <a:ext cx="264890" cy="62674"/>
          </a:xfrm>
          <a:custGeom xmlns:a="http://schemas.openxmlformats.org/drawingml/2006/main">
            <a:pathLst>
              <a:path w="264890" h="62674">
                <a:moveTo>
                  <a:pt x="0" y="0"/>
                </a:moveTo>
                <a:lnTo>
                  <a:pt x="264890" y="62674"/>
                </a:lnTo>
              </a:path>
            </a:pathLst>
          </a:custGeom>
          <a:noFill xmlns:a="http://schemas.openxmlformats.org/drawingml/2006/main"/>
          <a:ln xmlns:a="http://schemas.openxmlformats.org/drawingml/2006/main" w="17145">
            <a:solidFill>
              <a:srgbClr val="1572C3"/>
            </a:solidFill>
          </a:ln>
        </p:spPr>
      </p:sp>
      <p:sp>
        <p:nvSpPr>
          <p:cNvPr id="261" name="circuit-1205">
            <a:extLst xmlns:a="http://schemas.openxmlformats.org/drawingml/2006/main">
              <a:ext uri="{FF2B5EF4-FFF2-40B4-BE49-F238E27FC236}">
                <a16:creationId xmlns:a16="http://schemas.microsoft.com/office/drawing/2014/main" id="{CCC6DB39-1D3D-4238-B154-3C31986DC112}"/>
              </a:ext>
            </a:extLst>
          </p:cNvPr>
          <p:cNvSpPr>
            <a:spLocks xmlns:a="http://schemas.openxmlformats.org/drawingml/2006/main" noGrp="1"/>
          </p:cNvSpPr>
          <p:nvPr/>
        </p:nvSpPr>
        <p:spPr>
          <a:xfrm xmlns:a="http://schemas.openxmlformats.org/drawingml/2006/main">
            <a:off x="4961972" y="4634004"/>
            <a:ext cx="52654" cy="36401"/>
          </a:xfrm>
          <a:custGeom xmlns:a="http://schemas.openxmlformats.org/drawingml/2006/main">
            <a:pathLst>
              <a:path w="52654" h="36401">
                <a:moveTo>
                  <a:pt x="52654" y="29436"/>
                </a:moveTo>
                <a:lnTo>
                  <a:pt x="10341" y="0"/>
                </a:lnTo>
                <a:lnTo>
                  <a:pt x="0" y="36401"/>
                </a:lnTo>
                <a:close/>
              </a:path>
            </a:pathLst>
          </a:custGeom>
          <a:solidFill xmlns:a="http://schemas.openxmlformats.org/drawingml/2006/main">
            <a:srgbClr val="1572C3"/>
          </a:solidFill>
          <a:ln xmlns:a="http://schemas.openxmlformats.org/drawingml/2006/main" w="4763">
            <a:solidFill>
              <a:srgbClr val="1572C3"/>
            </a:solidFill>
          </a:ln>
        </p:spPr>
      </p:sp>
      <p:sp>
        <p:nvSpPr>
          <p:cNvPr id="262" name="wire-1206">
            <a:extLst xmlns:a="http://schemas.openxmlformats.org/drawingml/2006/main">
              <a:ext uri="{FF2B5EF4-FFF2-40B4-BE49-F238E27FC236}">
                <a16:creationId xmlns:a16="http://schemas.microsoft.com/office/drawing/2014/main" id="{35B46B3A-4090-43FF-B8B7-9BB120ED64E0}"/>
              </a:ext>
            </a:extLst>
          </p:cNvPr>
          <p:cNvSpPr>
            <a:spLocks xmlns:a="http://schemas.openxmlformats.org/drawingml/2006/main" noGrp="1"/>
          </p:cNvSpPr>
          <p:nvPr/>
        </p:nvSpPr>
        <p:spPr>
          <a:xfrm xmlns:a="http://schemas.openxmlformats.org/drawingml/2006/main">
            <a:off x="4749737" y="5146929"/>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7145">
            <a:solidFill>
              <a:srgbClr val="1572C3"/>
            </a:solidFill>
          </a:ln>
        </p:spPr>
      </p:sp>
      <p:sp>
        <p:nvSpPr>
          <p:cNvPr id="263" name="wire-1207">
            <a:extLst xmlns:a="http://schemas.openxmlformats.org/drawingml/2006/main">
              <a:ext uri="{FF2B5EF4-FFF2-40B4-BE49-F238E27FC236}">
                <a16:creationId xmlns:a16="http://schemas.microsoft.com/office/drawing/2014/main" id="{3B2BA136-1324-4ECE-8E63-0994FA348BC1}"/>
              </a:ext>
            </a:extLst>
          </p:cNvPr>
          <p:cNvSpPr>
            <a:spLocks xmlns:a="http://schemas.openxmlformats.org/drawingml/2006/main" noGrp="1"/>
          </p:cNvSpPr>
          <p:nvPr/>
        </p:nvSpPr>
        <p:spPr>
          <a:xfrm xmlns:a="http://schemas.openxmlformats.org/drawingml/2006/main">
            <a:off x="4877276" y="5111115"/>
            <a:ext cx="9525" cy="35814"/>
          </a:xfrm>
          <a:custGeom xmlns:a="http://schemas.openxmlformats.org/drawingml/2006/main">
            <a:pathLst>
              <a:path w="9525" h="35814">
                <a:moveTo>
                  <a:pt x="0" y="35814"/>
                </a:moveTo>
                <a:lnTo>
                  <a:pt x="0" y="0"/>
                </a:lnTo>
              </a:path>
            </a:pathLst>
          </a:custGeom>
          <a:noFill xmlns:a="http://schemas.openxmlformats.org/drawingml/2006/main"/>
          <a:ln xmlns:a="http://schemas.openxmlformats.org/drawingml/2006/main" w="17145">
            <a:solidFill>
              <a:srgbClr val="1572C3"/>
            </a:solidFill>
          </a:ln>
        </p:spPr>
      </p:sp>
      <p:sp>
        <p:nvSpPr>
          <p:cNvPr id="264" name="wire-1208">
            <a:extLst xmlns:a="http://schemas.openxmlformats.org/drawingml/2006/main">
              <a:ext uri="{FF2B5EF4-FFF2-40B4-BE49-F238E27FC236}">
                <a16:creationId xmlns:a16="http://schemas.microsoft.com/office/drawing/2014/main" id="{C0E1FB19-2D52-4554-AA44-4208D4A0AC77}"/>
              </a:ext>
            </a:extLst>
          </p:cNvPr>
          <p:cNvSpPr>
            <a:spLocks xmlns:a="http://schemas.openxmlformats.org/drawingml/2006/main" noGrp="1"/>
          </p:cNvSpPr>
          <p:nvPr/>
        </p:nvSpPr>
        <p:spPr>
          <a:xfrm xmlns:a="http://schemas.openxmlformats.org/drawingml/2006/main">
            <a:off x="4877276" y="5111115"/>
            <a:ext cx="137351" cy="9525"/>
          </a:xfrm>
          <a:custGeom xmlns:a="http://schemas.openxmlformats.org/drawingml/2006/main">
            <a:pathLst>
              <a:path w="137351" h="9525">
                <a:moveTo>
                  <a:pt x="0" y="0"/>
                </a:moveTo>
                <a:lnTo>
                  <a:pt x="137351" y="0"/>
                </a:lnTo>
              </a:path>
            </a:pathLst>
          </a:custGeom>
          <a:noFill xmlns:a="http://schemas.openxmlformats.org/drawingml/2006/main"/>
          <a:ln xmlns:a="http://schemas.openxmlformats.org/drawingml/2006/main" w="17145">
            <a:solidFill>
              <a:srgbClr val="1572C3"/>
            </a:solidFill>
          </a:ln>
        </p:spPr>
      </p:sp>
      <p:sp>
        <p:nvSpPr>
          <p:cNvPr id="265" name="circuit-1209">
            <a:extLst xmlns:a="http://schemas.openxmlformats.org/drawingml/2006/main">
              <a:ext uri="{FF2B5EF4-FFF2-40B4-BE49-F238E27FC236}">
                <a16:creationId xmlns:a16="http://schemas.microsoft.com/office/drawing/2014/main" id="{20BCEC43-E387-41D6-99C7-8F2ADAFDA8AF}"/>
              </a:ext>
            </a:extLst>
          </p:cNvPr>
          <p:cNvSpPr>
            <a:spLocks xmlns:a="http://schemas.openxmlformats.org/drawingml/2006/main" noGrp="1"/>
          </p:cNvSpPr>
          <p:nvPr/>
        </p:nvSpPr>
        <p:spPr>
          <a:xfrm xmlns:a="http://schemas.openxmlformats.org/drawingml/2006/main">
            <a:off x="4965573" y="5092313"/>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66" name="text-1210">
            <a:extLst xmlns:a="http://schemas.openxmlformats.org/drawingml/2006/main">
              <a:ext uri="{FF2B5EF4-FFF2-40B4-BE49-F238E27FC236}">
                <a16:creationId xmlns:a16="http://schemas.microsoft.com/office/drawing/2014/main" id="{D8E6F669-5814-4FC6-9E71-E93DDA021267}"/>
              </a:ext>
            </a:extLst>
          </p:cNvPr>
          <p:cNvSpPr>
            <a:spLocks xmlns:a="http://schemas.openxmlformats.org/drawingml/2006/main" noGrp="1"/>
          </p:cNvSpPr>
          <p:nvPr/>
        </p:nvSpPr>
        <p:spPr>
          <a:xfrm xmlns:a="http://schemas.openxmlformats.org/drawingml/2006/main">
            <a:off x="4759547" y="4367975"/>
            <a:ext cx="637699"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SrcAE</a:t>
            </a:r>
          </a:p>
        </p:txBody>
      </p:sp>
      <p:sp>
        <p:nvSpPr>
          <p:cNvPr id="267" name="text-1211">
            <a:extLst xmlns:a="http://schemas.openxmlformats.org/drawingml/2006/main">
              <a:ext uri="{FF2B5EF4-FFF2-40B4-BE49-F238E27FC236}">
                <a16:creationId xmlns:a16="http://schemas.microsoft.com/office/drawing/2014/main" id="{C7533378-5B67-4A93-A4A9-EB6E033B3FE0}"/>
              </a:ext>
            </a:extLst>
          </p:cNvPr>
          <p:cNvSpPr>
            <a:spLocks xmlns:a="http://schemas.openxmlformats.org/drawingml/2006/main" noGrp="1"/>
          </p:cNvSpPr>
          <p:nvPr/>
        </p:nvSpPr>
        <p:spPr>
          <a:xfrm xmlns:a="http://schemas.openxmlformats.org/drawingml/2006/main">
            <a:off x="4759547" y="5272278"/>
            <a:ext cx="637699"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SrcBE</a:t>
            </a:r>
          </a:p>
        </p:txBody>
      </p:sp>
      <p:sp>
        <p:nvSpPr>
          <p:cNvPr id="268" name="block-1212">
            <a:extLst xmlns:a="http://schemas.openxmlformats.org/drawingml/2006/main">
              <a:ext uri="{FF2B5EF4-FFF2-40B4-BE49-F238E27FC236}">
                <a16:creationId xmlns:a16="http://schemas.microsoft.com/office/drawing/2014/main" id="{7A9C3206-A913-4979-86FE-B86FC93480AA}"/>
              </a:ext>
            </a:extLst>
          </p:cNvPr>
          <p:cNvSpPr>
            <a:spLocks xmlns:a="http://schemas.openxmlformats.org/drawingml/2006/main" noGrp="1"/>
          </p:cNvSpPr>
          <p:nvPr/>
        </p:nvSpPr>
        <p:spPr>
          <a:xfrm xmlns:a="http://schemas.openxmlformats.org/drawingml/2006/main">
            <a:off x="5985891" y="3938207"/>
            <a:ext cx="117729" cy="1862328"/>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269" name="circuit-1213">
            <a:extLst xmlns:a="http://schemas.openxmlformats.org/drawingml/2006/main">
              <a:ext uri="{FF2B5EF4-FFF2-40B4-BE49-F238E27FC236}">
                <a16:creationId xmlns:a16="http://schemas.microsoft.com/office/drawing/2014/main" id="{EF0DBF95-A48B-4104-9BA7-D0DEECE3E2BB}"/>
              </a:ext>
            </a:extLst>
          </p:cNvPr>
          <p:cNvSpPr>
            <a:spLocks xmlns:a="http://schemas.openxmlformats.org/drawingml/2006/main" noGrp="1"/>
          </p:cNvSpPr>
          <p:nvPr/>
        </p:nvSpPr>
        <p:spPr>
          <a:xfrm xmlns:a="http://schemas.openxmlformats.org/drawingml/2006/main">
            <a:off x="6005513" y="3938207"/>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270" name="wire-1214">
            <a:extLst xmlns:a="http://schemas.openxmlformats.org/drawingml/2006/main">
              <a:ext uri="{FF2B5EF4-FFF2-40B4-BE49-F238E27FC236}">
                <a16:creationId xmlns:a16="http://schemas.microsoft.com/office/drawing/2014/main" id="{F8BCF8AF-A2D2-4C3E-B594-DF14FE2728FC}"/>
              </a:ext>
            </a:extLst>
          </p:cNvPr>
          <p:cNvSpPr>
            <a:spLocks xmlns:a="http://schemas.openxmlformats.org/drawingml/2006/main" noGrp="1"/>
          </p:cNvSpPr>
          <p:nvPr/>
        </p:nvSpPr>
        <p:spPr>
          <a:xfrm xmlns:a="http://schemas.openxmlformats.org/drawingml/2006/main">
            <a:off x="6044756" y="3884486"/>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271" name="text-1215">
            <a:extLst xmlns:a="http://schemas.openxmlformats.org/drawingml/2006/main">
              <a:ext uri="{FF2B5EF4-FFF2-40B4-BE49-F238E27FC236}">
                <a16:creationId xmlns:a16="http://schemas.microsoft.com/office/drawing/2014/main" id="{8F504421-BFE3-420C-BD90-69AC48EC144B}"/>
              </a:ext>
            </a:extLst>
          </p:cNvPr>
          <p:cNvSpPr>
            <a:spLocks xmlns:a="http://schemas.openxmlformats.org/drawingml/2006/main" noGrp="1"/>
          </p:cNvSpPr>
          <p:nvPr/>
        </p:nvSpPr>
        <p:spPr>
          <a:xfrm xmlns:a="http://schemas.openxmlformats.org/drawingml/2006/main">
            <a:off x="5799487" y="3687509"/>
            <a:ext cx="559213"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1">
                <a:solidFill>
                  <a:srgbClr val="231F20"/>
                </a:solidFill>
                <a:latin typeface="Arial"/>
                <a:ea typeface="Arial"/>
                <a:cs typeface="Arial"/>
              </a:defRPr>
            </a:defPPr>
            <a:lvl1pPr algn="l">
              <a:defRPr sz="1050" b="1">
                <a:solidFill>
                  <a:srgbClr val="231F20"/>
                </a:solidFill>
                <a:latin typeface="Arial"/>
                <a:ea typeface="Arial"/>
                <a:cs typeface="Arial"/>
              </a:defRPr>
            </a:lvl1pPr>
            <a:lvl2pPr algn="l">
              <a:defRPr sz="1050" b="1">
                <a:solidFill>
                  <a:srgbClr val="231F20"/>
                </a:solidFill>
                <a:latin typeface="Arial"/>
                <a:ea typeface="Arial"/>
                <a:cs typeface="Arial"/>
              </a:defRPr>
            </a:lvl2pPr>
            <a:lvl3pPr algn="l">
              <a:defRPr sz="1050" b="1">
                <a:solidFill>
                  <a:srgbClr val="231F20"/>
                </a:solidFill>
                <a:latin typeface="Arial"/>
                <a:ea typeface="Arial"/>
                <a:cs typeface="Arial"/>
              </a:defRPr>
            </a:lvl3pPr>
            <a:lvl4pPr algn="l">
              <a:defRPr sz="1050" b="1">
                <a:solidFill>
                  <a:srgbClr val="231F20"/>
                </a:solidFill>
                <a:latin typeface="Arial"/>
                <a:ea typeface="Arial"/>
                <a:cs typeface="Arial"/>
              </a:defRPr>
            </a:lvl4pPr>
            <a:lvl5pPr algn="l">
              <a:defRPr sz="1050" b="1">
                <a:solidFill>
                  <a:srgbClr val="231F20"/>
                </a:solidFill>
                <a:latin typeface="Arial"/>
                <a:ea typeface="Arial"/>
                <a:cs typeface="Arial"/>
              </a:defRPr>
            </a:lvl5pPr>
            <a:lvl6pPr algn="l">
              <a:defRPr sz="1050" b="1">
                <a:solidFill>
                  <a:srgbClr val="231F20"/>
                </a:solidFill>
                <a:latin typeface="Arial"/>
                <a:ea typeface="Arial"/>
                <a:cs typeface="Arial"/>
              </a:defRPr>
            </a:lvl6pPr>
            <a:lvl7pPr algn="l">
              <a:defRPr sz="1050" b="1">
                <a:solidFill>
                  <a:srgbClr val="231F20"/>
                </a:solidFill>
                <a:latin typeface="Arial"/>
                <a:ea typeface="Arial"/>
                <a:cs typeface="Arial"/>
              </a:defRPr>
            </a:lvl7pPr>
            <a:lvl8pPr algn="l">
              <a:defRPr sz="1050" b="1">
                <a:solidFill>
                  <a:srgbClr val="231F20"/>
                </a:solidFill>
                <a:latin typeface="Arial"/>
                <a:ea typeface="Arial"/>
                <a:cs typeface="Arial"/>
              </a:defRPr>
            </a:lvl8pPr>
            <a:lvl9pPr algn="l">
              <a:defRPr sz="1050" b="1">
                <a:solidFill>
                  <a:srgbClr val="231F20"/>
                </a:solidFill>
                <a:latin typeface="Arial"/>
                <a:ea typeface="Arial"/>
                <a:cs typeface="Arial"/>
              </a:defRPr>
            </a:lvl9pPr>
          </a:lstStyle>
          <a:p xmlns:a="http://schemas.openxmlformats.org/drawingml/2006/main">
            <a:pPr algn="l">
              <a:defRPr sz="1050" b="1">
                <a:solidFill>
                  <a:srgbClr val="231F20"/>
                </a:solidFill>
                <a:latin typeface="Arial"/>
                <a:ea typeface="Arial"/>
                <a:cs typeface="Arial"/>
              </a:defRPr>
            </a:pPr>
            <a:r>
              <a:rPr sz="1050" b="1">
                <a:solidFill>
                  <a:srgbClr val="231F20"/>
                </a:solidFill>
                <a:latin typeface="Arial"/>
                <a:ea typeface="Arial"/>
                <a:cs typeface="Arial"/>
              </a:rPr>
              <a:t>E / M</a:t>
            </a:r>
          </a:p>
        </p:txBody>
      </p:sp>
      <p:sp>
        <p:nvSpPr>
          <p:cNvPr id="272" name="wire-1216">
            <a:extLst xmlns:a="http://schemas.openxmlformats.org/drawingml/2006/main">
              <a:ext uri="{FF2B5EF4-FFF2-40B4-BE49-F238E27FC236}">
                <a16:creationId xmlns:a16="http://schemas.microsoft.com/office/drawing/2014/main" id="{BD8E8844-1D14-436E-8954-7C354575DD60}"/>
              </a:ext>
            </a:extLst>
          </p:cNvPr>
          <p:cNvSpPr>
            <a:spLocks xmlns:a="http://schemas.openxmlformats.org/drawingml/2006/main" noGrp="1"/>
          </p:cNvSpPr>
          <p:nvPr/>
        </p:nvSpPr>
        <p:spPr>
          <a:xfrm xmlns:a="http://schemas.openxmlformats.org/drawingml/2006/main">
            <a:off x="5622893" y="4735068"/>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17145">
            <a:solidFill>
              <a:srgbClr val="1572C3"/>
            </a:solidFill>
          </a:ln>
        </p:spPr>
      </p:sp>
      <p:sp>
        <p:nvSpPr>
          <p:cNvPr id="273" name="wire-1217">
            <a:extLst xmlns:a="http://schemas.openxmlformats.org/drawingml/2006/main">
              <a:ext uri="{FF2B5EF4-FFF2-40B4-BE49-F238E27FC236}">
                <a16:creationId xmlns:a16="http://schemas.microsoft.com/office/drawing/2014/main" id="{B151CC85-528B-4133-8FAC-EA66F61394D9}"/>
              </a:ext>
            </a:extLst>
          </p:cNvPr>
          <p:cNvSpPr>
            <a:spLocks xmlns:a="http://schemas.openxmlformats.org/drawingml/2006/main" noGrp="1"/>
          </p:cNvSpPr>
          <p:nvPr/>
        </p:nvSpPr>
        <p:spPr>
          <a:xfrm xmlns:a="http://schemas.openxmlformats.org/drawingml/2006/main">
            <a:off x="5809298" y="4296347"/>
            <a:ext cx="9525" cy="438722"/>
          </a:xfrm>
          <a:custGeom xmlns:a="http://schemas.openxmlformats.org/drawingml/2006/main">
            <a:pathLst>
              <a:path w="9525" h="438722">
                <a:moveTo>
                  <a:pt x="0" y="438722"/>
                </a:moveTo>
                <a:lnTo>
                  <a:pt x="0" y="0"/>
                </a:lnTo>
              </a:path>
            </a:pathLst>
          </a:custGeom>
          <a:noFill xmlns:a="http://schemas.openxmlformats.org/drawingml/2006/main"/>
          <a:ln xmlns:a="http://schemas.openxmlformats.org/drawingml/2006/main" w="17145">
            <a:solidFill>
              <a:srgbClr val="1572C3"/>
            </a:solidFill>
          </a:ln>
        </p:spPr>
      </p:sp>
      <p:sp>
        <p:nvSpPr>
          <p:cNvPr id="274" name="wire-1218">
            <a:extLst xmlns:a="http://schemas.openxmlformats.org/drawingml/2006/main">
              <a:ext uri="{FF2B5EF4-FFF2-40B4-BE49-F238E27FC236}">
                <a16:creationId xmlns:a16="http://schemas.microsoft.com/office/drawing/2014/main" id="{FDB2A211-B42C-44FF-8CD8-BFF2727CA575}"/>
              </a:ext>
            </a:extLst>
          </p:cNvPr>
          <p:cNvSpPr>
            <a:spLocks xmlns:a="http://schemas.openxmlformats.org/drawingml/2006/main" noGrp="1"/>
          </p:cNvSpPr>
          <p:nvPr/>
        </p:nvSpPr>
        <p:spPr>
          <a:xfrm xmlns:a="http://schemas.openxmlformats.org/drawingml/2006/main">
            <a:off x="5809298" y="4296347"/>
            <a:ext cx="176594" cy="9525"/>
          </a:xfrm>
          <a:custGeom xmlns:a="http://schemas.openxmlformats.org/drawingml/2006/main">
            <a:pathLst>
              <a:path w="176594" h="9525">
                <a:moveTo>
                  <a:pt x="0" y="0"/>
                </a:moveTo>
                <a:lnTo>
                  <a:pt x="176594" y="0"/>
                </a:lnTo>
              </a:path>
            </a:pathLst>
          </a:custGeom>
          <a:noFill xmlns:a="http://schemas.openxmlformats.org/drawingml/2006/main"/>
          <a:ln xmlns:a="http://schemas.openxmlformats.org/drawingml/2006/main" w="17145">
            <a:solidFill>
              <a:srgbClr val="1572C3"/>
            </a:solidFill>
          </a:ln>
        </p:spPr>
      </p:sp>
      <p:sp>
        <p:nvSpPr>
          <p:cNvPr id="275" name="circuit-1219">
            <a:extLst xmlns:a="http://schemas.openxmlformats.org/drawingml/2006/main">
              <a:ext uri="{FF2B5EF4-FFF2-40B4-BE49-F238E27FC236}">
                <a16:creationId xmlns:a16="http://schemas.microsoft.com/office/drawing/2014/main" id="{16DECCB3-0999-4F86-B492-C9FCD2692ADD}"/>
              </a:ext>
            </a:extLst>
          </p:cNvPr>
          <p:cNvSpPr>
            <a:spLocks xmlns:a="http://schemas.openxmlformats.org/drawingml/2006/main" noGrp="1"/>
          </p:cNvSpPr>
          <p:nvPr/>
        </p:nvSpPr>
        <p:spPr>
          <a:xfrm xmlns:a="http://schemas.openxmlformats.org/drawingml/2006/main">
            <a:off x="5936837" y="427754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76" name="text-1220">
            <a:extLst xmlns:a="http://schemas.openxmlformats.org/drawingml/2006/main">
              <a:ext uri="{FF2B5EF4-FFF2-40B4-BE49-F238E27FC236}">
                <a16:creationId xmlns:a16="http://schemas.microsoft.com/office/drawing/2014/main" id="{E88FC204-EEFB-4F2C-8784-BE5ADD5E0430}"/>
              </a:ext>
            </a:extLst>
          </p:cNvPr>
          <p:cNvSpPr>
            <a:spLocks xmlns:a="http://schemas.openxmlformats.org/drawingml/2006/main" noGrp="1"/>
          </p:cNvSpPr>
          <p:nvPr/>
        </p:nvSpPr>
        <p:spPr>
          <a:xfrm xmlns:a="http://schemas.openxmlformats.org/drawingml/2006/main">
            <a:off x="5328571" y="4350068"/>
            <a:ext cx="618077" cy="1432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1572C3"/>
                </a:solidFill>
                <a:latin typeface="Arial"/>
                <a:ea typeface="Arial"/>
                <a:cs typeface="Arial"/>
              </a:defRPr>
            </a:defPPr>
            <a:lvl1pPr algn="l">
              <a:defRPr sz="825" b="0">
                <a:solidFill>
                  <a:srgbClr val="1572C3"/>
                </a:solidFill>
                <a:latin typeface="Arial"/>
                <a:ea typeface="Arial"/>
                <a:cs typeface="Arial"/>
              </a:defRPr>
            </a:lvl1pPr>
            <a:lvl2pPr algn="l">
              <a:defRPr sz="825" b="0">
                <a:solidFill>
                  <a:srgbClr val="1572C3"/>
                </a:solidFill>
                <a:latin typeface="Arial"/>
                <a:ea typeface="Arial"/>
                <a:cs typeface="Arial"/>
              </a:defRPr>
            </a:lvl2pPr>
            <a:lvl3pPr algn="l">
              <a:defRPr sz="825" b="0">
                <a:solidFill>
                  <a:srgbClr val="1572C3"/>
                </a:solidFill>
                <a:latin typeface="Arial"/>
                <a:ea typeface="Arial"/>
                <a:cs typeface="Arial"/>
              </a:defRPr>
            </a:lvl3pPr>
            <a:lvl4pPr algn="l">
              <a:defRPr sz="825" b="0">
                <a:solidFill>
                  <a:srgbClr val="1572C3"/>
                </a:solidFill>
                <a:latin typeface="Arial"/>
                <a:ea typeface="Arial"/>
                <a:cs typeface="Arial"/>
              </a:defRPr>
            </a:lvl4pPr>
            <a:lvl5pPr algn="l">
              <a:defRPr sz="825" b="0">
                <a:solidFill>
                  <a:srgbClr val="1572C3"/>
                </a:solidFill>
                <a:latin typeface="Arial"/>
                <a:ea typeface="Arial"/>
                <a:cs typeface="Arial"/>
              </a:defRPr>
            </a:lvl5pPr>
            <a:lvl6pPr algn="l">
              <a:defRPr sz="825" b="0">
                <a:solidFill>
                  <a:srgbClr val="1572C3"/>
                </a:solidFill>
                <a:latin typeface="Arial"/>
                <a:ea typeface="Arial"/>
                <a:cs typeface="Arial"/>
              </a:defRPr>
            </a:lvl6pPr>
            <a:lvl7pPr algn="l">
              <a:defRPr sz="825" b="0">
                <a:solidFill>
                  <a:srgbClr val="1572C3"/>
                </a:solidFill>
                <a:latin typeface="Arial"/>
                <a:ea typeface="Arial"/>
                <a:cs typeface="Arial"/>
              </a:defRPr>
            </a:lvl7pPr>
            <a:lvl8pPr algn="l">
              <a:defRPr sz="825" b="0">
                <a:solidFill>
                  <a:srgbClr val="1572C3"/>
                </a:solidFill>
                <a:latin typeface="Arial"/>
                <a:ea typeface="Arial"/>
                <a:cs typeface="Arial"/>
              </a:defRPr>
            </a:lvl8pPr>
            <a:lvl9pPr algn="l">
              <a:defRPr sz="825" b="0">
                <a:solidFill>
                  <a:srgbClr val="1572C3"/>
                </a:solidFill>
                <a:latin typeface="Arial"/>
                <a:ea typeface="Arial"/>
                <a:cs typeface="Arial"/>
              </a:defRPr>
            </a:lvl9pPr>
          </a:lstStyle>
          <a:p xmlns:a="http://schemas.openxmlformats.org/drawingml/2006/main">
            <a:pPr algn="l">
              <a:defRPr sz="825" b="0">
                <a:solidFill>
                  <a:srgbClr val="1572C3"/>
                </a:solidFill>
                <a:latin typeface="Arial"/>
                <a:ea typeface="Arial"/>
                <a:cs typeface="Arial"/>
              </a:defRPr>
            </a:pPr>
            <a:r>
              <a:rPr sz="825" b="0">
                <a:solidFill>
                  <a:srgbClr val="1572C3"/>
                </a:solidFill>
                <a:latin typeface="Arial"/>
                <a:ea typeface="Arial"/>
                <a:cs typeface="Arial"/>
              </a:rPr>
              <a:t>IEUAdrE</a:t>
            </a:r>
          </a:p>
        </p:txBody>
      </p:sp>
      <p:sp>
        <p:nvSpPr>
          <p:cNvPr id="277" name="wire-1221">
            <a:extLst xmlns:a="http://schemas.openxmlformats.org/drawingml/2006/main">
              <a:ext uri="{FF2B5EF4-FFF2-40B4-BE49-F238E27FC236}">
                <a16:creationId xmlns:a16="http://schemas.microsoft.com/office/drawing/2014/main" id="{36CD4244-DB45-4B9B-9672-56DB0C4CE81C}"/>
              </a:ext>
            </a:extLst>
          </p:cNvPr>
          <p:cNvSpPr>
            <a:spLocks xmlns:a="http://schemas.openxmlformats.org/drawingml/2006/main" noGrp="1"/>
          </p:cNvSpPr>
          <p:nvPr/>
        </p:nvSpPr>
        <p:spPr>
          <a:xfrm xmlns:a="http://schemas.openxmlformats.org/drawingml/2006/main">
            <a:off x="6103620" y="4296347"/>
            <a:ext cx="196215" cy="9525"/>
          </a:xfrm>
          <a:custGeom xmlns:a="http://schemas.openxmlformats.org/drawingml/2006/main">
            <a:pathLst>
              <a:path w="196215" h="9525">
                <a:moveTo>
                  <a:pt x="0" y="0"/>
                </a:moveTo>
                <a:lnTo>
                  <a:pt x="196215" y="0"/>
                </a:lnTo>
              </a:path>
            </a:pathLst>
          </a:custGeom>
          <a:noFill xmlns:a="http://schemas.openxmlformats.org/drawingml/2006/main"/>
          <a:ln xmlns:a="http://schemas.openxmlformats.org/drawingml/2006/main" w="17145">
            <a:solidFill>
              <a:srgbClr val="1572C3"/>
            </a:solidFill>
          </a:ln>
        </p:spPr>
      </p:sp>
      <p:sp>
        <p:nvSpPr>
          <p:cNvPr id="278" name="circuit-1222">
            <a:extLst xmlns:a="http://schemas.openxmlformats.org/drawingml/2006/main">
              <a:ext uri="{FF2B5EF4-FFF2-40B4-BE49-F238E27FC236}">
                <a16:creationId xmlns:a16="http://schemas.microsoft.com/office/drawing/2014/main" id="{A46798BF-C60E-4E77-B340-4588E890FF95}"/>
              </a:ext>
            </a:extLst>
          </p:cNvPr>
          <p:cNvSpPr>
            <a:spLocks xmlns:a="http://schemas.openxmlformats.org/drawingml/2006/main" noGrp="1"/>
          </p:cNvSpPr>
          <p:nvPr/>
        </p:nvSpPr>
        <p:spPr>
          <a:xfrm xmlns:a="http://schemas.openxmlformats.org/drawingml/2006/main">
            <a:off x="6250781" y="427754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79" name="block-1223">
            <a:extLst xmlns:a="http://schemas.openxmlformats.org/drawingml/2006/main">
              <a:ext uri="{FF2B5EF4-FFF2-40B4-BE49-F238E27FC236}">
                <a16:creationId xmlns:a16="http://schemas.microsoft.com/office/drawing/2014/main" id="{6EC85A52-98DA-4F5F-875F-3013C7B86358}"/>
              </a:ext>
            </a:extLst>
          </p:cNvPr>
          <p:cNvSpPr>
            <a:spLocks xmlns:a="http://schemas.openxmlformats.org/drawingml/2006/main" noGrp="1"/>
          </p:cNvSpPr>
          <p:nvPr/>
        </p:nvSpPr>
        <p:spPr>
          <a:xfrm xmlns:a="http://schemas.openxmlformats.org/drawingml/2006/main">
            <a:off x="6299835" y="4153091"/>
            <a:ext cx="1569720" cy="268605"/>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280" name="text-1224">
            <a:extLst xmlns:a="http://schemas.openxmlformats.org/drawingml/2006/main">
              <a:ext uri="{FF2B5EF4-FFF2-40B4-BE49-F238E27FC236}">
                <a16:creationId xmlns:a16="http://schemas.microsoft.com/office/drawing/2014/main" id="{5C0603D4-5D98-428D-98AE-A93B0FF315A7}"/>
              </a:ext>
            </a:extLst>
          </p:cNvPr>
          <p:cNvSpPr>
            <a:spLocks xmlns:a="http://schemas.openxmlformats.org/drawingml/2006/main" noGrp="1"/>
          </p:cNvSpPr>
          <p:nvPr/>
        </p:nvSpPr>
        <p:spPr>
          <a:xfrm xmlns:a="http://schemas.openxmlformats.org/drawingml/2006/main">
            <a:off x="6329267" y="4162044"/>
            <a:ext cx="1510856"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MMU</a:t>
            </a:r>
          </a:p>
        </p:txBody>
      </p:sp>
      <p:sp>
        <p:nvSpPr>
          <p:cNvPr id="281" name="text-1225">
            <a:extLst xmlns:a="http://schemas.openxmlformats.org/drawingml/2006/main">
              <a:ext uri="{FF2B5EF4-FFF2-40B4-BE49-F238E27FC236}">
                <a16:creationId xmlns:a16="http://schemas.microsoft.com/office/drawing/2014/main" id="{90C4CC8F-B7F2-4504-954A-D7BD90B3CAA2}"/>
              </a:ext>
            </a:extLst>
          </p:cNvPr>
          <p:cNvSpPr>
            <a:spLocks xmlns:a="http://schemas.openxmlformats.org/drawingml/2006/main" noGrp="1"/>
          </p:cNvSpPr>
          <p:nvPr/>
        </p:nvSpPr>
        <p:spPr>
          <a:xfrm xmlns:a="http://schemas.openxmlformats.org/drawingml/2006/main">
            <a:off x="7359396" y="4529138"/>
            <a:ext cx="686753"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Arial"/>
                <a:ea typeface="Arial"/>
                <a:cs typeface="Arial"/>
              </a:defRPr>
            </a:defPPr>
            <a:lvl1pPr algn="l">
              <a:defRPr sz="900" b="0">
                <a:solidFill>
                  <a:srgbClr val="231F20"/>
                </a:solidFill>
                <a:latin typeface="Arial"/>
                <a:ea typeface="Arial"/>
                <a:cs typeface="Arial"/>
              </a:defRPr>
            </a:lvl1pPr>
            <a:lvl2pPr algn="l">
              <a:defRPr sz="900" b="0">
                <a:solidFill>
                  <a:srgbClr val="231F20"/>
                </a:solidFill>
                <a:latin typeface="Arial"/>
                <a:ea typeface="Arial"/>
                <a:cs typeface="Arial"/>
              </a:defRPr>
            </a:lvl2pPr>
            <a:lvl3pPr algn="l">
              <a:defRPr sz="900" b="0">
                <a:solidFill>
                  <a:srgbClr val="231F20"/>
                </a:solidFill>
                <a:latin typeface="Arial"/>
                <a:ea typeface="Arial"/>
                <a:cs typeface="Arial"/>
              </a:defRPr>
            </a:lvl3pPr>
            <a:lvl4pPr algn="l">
              <a:defRPr sz="900" b="0">
                <a:solidFill>
                  <a:srgbClr val="231F20"/>
                </a:solidFill>
                <a:latin typeface="Arial"/>
                <a:ea typeface="Arial"/>
                <a:cs typeface="Arial"/>
              </a:defRPr>
            </a:lvl4pPr>
            <a:lvl5pPr algn="l">
              <a:defRPr sz="900" b="0">
                <a:solidFill>
                  <a:srgbClr val="231F20"/>
                </a:solidFill>
                <a:latin typeface="Arial"/>
                <a:ea typeface="Arial"/>
                <a:cs typeface="Arial"/>
              </a:defRPr>
            </a:lvl5pPr>
            <a:lvl6pPr algn="l">
              <a:defRPr sz="900" b="0">
                <a:solidFill>
                  <a:srgbClr val="231F20"/>
                </a:solidFill>
                <a:latin typeface="Arial"/>
                <a:ea typeface="Arial"/>
                <a:cs typeface="Arial"/>
              </a:defRPr>
            </a:lvl6pPr>
            <a:lvl7pPr algn="l">
              <a:defRPr sz="900" b="0">
                <a:solidFill>
                  <a:srgbClr val="231F20"/>
                </a:solidFill>
                <a:latin typeface="Arial"/>
                <a:ea typeface="Arial"/>
                <a:cs typeface="Arial"/>
              </a:defRPr>
            </a:lvl7pPr>
            <a:lvl8pPr algn="l">
              <a:defRPr sz="900" b="0">
                <a:solidFill>
                  <a:srgbClr val="231F20"/>
                </a:solidFill>
                <a:latin typeface="Arial"/>
                <a:ea typeface="Arial"/>
                <a:cs typeface="Arial"/>
              </a:defRPr>
            </a:lvl8pPr>
            <a:lvl9pPr algn="l">
              <a:defRPr sz="900" b="0">
                <a:solidFill>
                  <a:srgbClr val="231F20"/>
                </a:solidFill>
                <a:latin typeface="Arial"/>
                <a:ea typeface="Arial"/>
                <a:cs typeface="Arial"/>
              </a:defRPr>
            </a:lvl9pPr>
          </a:lstStyle>
          <a:p xmlns:a="http://schemas.openxmlformats.org/drawingml/2006/main">
            <a:pPr algn="l">
              <a:defRPr sz="900" b="0">
                <a:solidFill>
                  <a:srgbClr val="231F20"/>
                </a:solidFill>
                <a:latin typeface="Arial"/>
                <a:ea typeface="Arial"/>
                <a:cs typeface="Arial"/>
              </a:defRPr>
            </a:pPr>
            <a:r>
              <a:rPr sz="900" b="0">
                <a:solidFill>
                  <a:srgbClr val="231F20"/>
                </a:solidFill>
                <a:latin typeface="Arial"/>
                <a:ea typeface="Arial"/>
                <a:cs typeface="Arial"/>
              </a:rPr>
              <a:t>PAdrM</a:t>
            </a:r>
          </a:p>
        </p:txBody>
      </p:sp>
      <p:sp>
        <p:nvSpPr>
          <p:cNvPr id="282" name="wire-1226">
            <a:extLst xmlns:a="http://schemas.openxmlformats.org/drawingml/2006/main">
              <a:ext uri="{FF2B5EF4-FFF2-40B4-BE49-F238E27FC236}">
                <a16:creationId xmlns:a16="http://schemas.microsoft.com/office/drawing/2014/main" id="{9EF6EBDF-6CA9-4EB6-BB26-EC495609F45E}"/>
              </a:ext>
            </a:extLst>
          </p:cNvPr>
          <p:cNvSpPr>
            <a:spLocks xmlns:a="http://schemas.openxmlformats.org/drawingml/2006/main" noGrp="1"/>
          </p:cNvSpPr>
          <p:nvPr/>
        </p:nvSpPr>
        <p:spPr>
          <a:xfrm xmlns:a="http://schemas.openxmlformats.org/drawingml/2006/main">
            <a:off x="5622893" y="5030534"/>
            <a:ext cx="362998" cy="9525"/>
          </a:xfrm>
          <a:custGeom xmlns:a="http://schemas.openxmlformats.org/drawingml/2006/main">
            <a:pathLst>
              <a:path w="362998" h="9525">
                <a:moveTo>
                  <a:pt x="0" y="0"/>
                </a:moveTo>
                <a:lnTo>
                  <a:pt x="362998" y="0"/>
                </a:lnTo>
              </a:path>
            </a:pathLst>
          </a:custGeom>
          <a:noFill xmlns:a="http://schemas.openxmlformats.org/drawingml/2006/main"/>
          <a:ln xmlns:a="http://schemas.openxmlformats.org/drawingml/2006/main" w="14288">
            <a:solidFill>
              <a:srgbClr val="231F20"/>
            </a:solidFill>
          </a:ln>
        </p:spPr>
      </p:sp>
      <p:sp>
        <p:nvSpPr>
          <p:cNvPr id="283" name="wire-1227">
            <a:extLst xmlns:a="http://schemas.openxmlformats.org/drawingml/2006/main">
              <a:ext uri="{FF2B5EF4-FFF2-40B4-BE49-F238E27FC236}">
                <a16:creationId xmlns:a16="http://schemas.microsoft.com/office/drawing/2014/main" id="{197058A3-8037-4DC3-A778-E4E7A5B8EDB9}"/>
              </a:ext>
            </a:extLst>
          </p:cNvPr>
          <p:cNvSpPr>
            <a:spLocks xmlns:a="http://schemas.openxmlformats.org/drawingml/2006/main" noGrp="1"/>
          </p:cNvSpPr>
          <p:nvPr/>
        </p:nvSpPr>
        <p:spPr>
          <a:xfrm xmlns:a="http://schemas.openxmlformats.org/drawingml/2006/main">
            <a:off x="6103620" y="5030534"/>
            <a:ext cx="68675" cy="9525"/>
          </a:xfrm>
          <a:custGeom xmlns:a="http://schemas.openxmlformats.org/drawingml/2006/main">
            <a:pathLst>
              <a:path w="68675" h="9525">
                <a:moveTo>
                  <a:pt x="0" y="0"/>
                </a:moveTo>
                <a:lnTo>
                  <a:pt x="68675" y="0"/>
                </a:lnTo>
              </a:path>
            </a:pathLst>
          </a:custGeom>
          <a:noFill xmlns:a="http://schemas.openxmlformats.org/drawingml/2006/main"/>
          <a:ln xmlns:a="http://schemas.openxmlformats.org/drawingml/2006/main" w="12383">
            <a:solidFill>
              <a:srgbClr val="231F20"/>
            </a:solidFill>
          </a:ln>
        </p:spPr>
      </p:sp>
      <p:sp>
        <p:nvSpPr>
          <p:cNvPr id="284" name="wire-1228">
            <a:extLst xmlns:a="http://schemas.openxmlformats.org/drawingml/2006/main">
              <a:ext uri="{FF2B5EF4-FFF2-40B4-BE49-F238E27FC236}">
                <a16:creationId xmlns:a16="http://schemas.microsoft.com/office/drawing/2014/main" id="{36128734-6B84-4127-83A3-513BC978E2B7}"/>
              </a:ext>
            </a:extLst>
          </p:cNvPr>
          <p:cNvSpPr>
            <a:spLocks xmlns:a="http://schemas.openxmlformats.org/drawingml/2006/main" noGrp="1"/>
          </p:cNvSpPr>
          <p:nvPr/>
        </p:nvSpPr>
        <p:spPr>
          <a:xfrm xmlns:a="http://schemas.openxmlformats.org/drawingml/2006/main">
            <a:off x="6172295" y="4018788"/>
            <a:ext cx="9525" cy="1011746"/>
          </a:xfrm>
          <a:custGeom xmlns:a="http://schemas.openxmlformats.org/drawingml/2006/main">
            <a:pathLst>
              <a:path w="9525" h="1011746">
                <a:moveTo>
                  <a:pt x="0" y="1011746"/>
                </a:moveTo>
                <a:lnTo>
                  <a:pt x="0" y="0"/>
                </a:lnTo>
              </a:path>
            </a:pathLst>
          </a:custGeom>
          <a:noFill xmlns:a="http://schemas.openxmlformats.org/drawingml/2006/main"/>
          <a:ln xmlns:a="http://schemas.openxmlformats.org/drawingml/2006/main" w="12383">
            <a:solidFill>
              <a:srgbClr val="231F20"/>
            </a:solidFill>
          </a:ln>
        </p:spPr>
      </p:sp>
      <p:sp>
        <p:nvSpPr>
          <p:cNvPr id="285" name="wire-1229">
            <a:extLst xmlns:a="http://schemas.openxmlformats.org/drawingml/2006/main">
              <a:ext uri="{FF2B5EF4-FFF2-40B4-BE49-F238E27FC236}">
                <a16:creationId xmlns:a16="http://schemas.microsoft.com/office/drawing/2014/main" id="{45F1F8F3-6AA2-4DDF-A3F0-ADE8DD2C6D39}"/>
              </a:ext>
            </a:extLst>
          </p:cNvPr>
          <p:cNvSpPr>
            <a:spLocks xmlns:a="http://schemas.openxmlformats.org/drawingml/2006/main" noGrp="1"/>
          </p:cNvSpPr>
          <p:nvPr/>
        </p:nvSpPr>
        <p:spPr>
          <a:xfrm xmlns:a="http://schemas.openxmlformats.org/drawingml/2006/main">
            <a:off x="6172295" y="4018788"/>
            <a:ext cx="2079879" cy="9525"/>
          </a:xfrm>
          <a:custGeom xmlns:a="http://schemas.openxmlformats.org/drawingml/2006/main">
            <a:pathLst>
              <a:path w="2079879" h="9525">
                <a:moveTo>
                  <a:pt x="0" y="0"/>
                </a:moveTo>
                <a:lnTo>
                  <a:pt x="2079879" y="0"/>
                </a:lnTo>
              </a:path>
            </a:pathLst>
          </a:custGeom>
          <a:noFill xmlns:a="http://schemas.openxmlformats.org/drawingml/2006/main"/>
          <a:ln xmlns:a="http://schemas.openxmlformats.org/drawingml/2006/main" w="12383">
            <a:solidFill>
              <a:srgbClr val="231F20"/>
            </a:solidFill>
          </a:ln>
        </p:spPr>
      </p:sp>
      <p:sp>
        <p:nvSpPr>
          <p:cNvPr id="286" name="wire-1230">
            <a:extLst xmlns:a="http://schemas.openxmlformats.org/drawingml/2006/main">
              <a:ext uri="{FF2B5EF4-FFF2-40B4-BE49-F238E27FC236}">
                <a16:creationId xmlns:a16="http://schemas.microsoft.com/office/drawing/2014/main" id="{858887FA-A6A0-406E-BBA2-C525D4CE4517}"/>
              </a:ext>
            </a:extLst>
          </p:cNvPr>
          <p:cNvSpPr>
            <a:spLocks xmlns:a="http://schemas.openxmlformats.org/drawingml/2006/main" noGrp="1"/>
          </p:cNvSpPr>
          <p:nvPr/>
        </p:nvSpPr>
        <p:spPr>
          <a:xfrm xmlns:a="http://schemas.openxmlformats.org/drawingml/2006/main">
            <a:off x="8252174" y="4018788"/>
            <a:ext cx="235458" cy="9525"/>
          </a:xfrm>
          <a:custGeom xmlns:a="http://schemas.openxmlformats.org/drawingml/2006/main">
            <a:pathLst>
              <a:path w="235458" h="9525">
                <a:moveTo>
                  <a:pt x="0" y="0"/>
                </a:moveTo>
                <a:lnTo>
                  <a:pt x="235458" y="0"/>
                </a:lnTo>
              </a:path>
            </a:pathLst>
          </a:custGeom>
          <a:noFill xmlns:a="http://schemas.openxmlformats.org/drawingml/2006/main"/>
          <a:ln xmlns:a="http://schemas.openxmlformats.org/drawingml/2006/main" w="12383">
            <a:solidFill>
              <a:srgbClr val="231F20"/>
            </a:solidFill>
          </a:ln>
        </p:spPr>
      </p:sp>
      <p:sp>
        <p:nvSpPr>
          <p:cNvPr id="287" name="wire-1231">
            <a:extLst xmlns:a="http://schemas.openxmlformats.org/drawingml/2006/main">
              <a:ext uri="{FF2B5EF4-FFF2-40B4-BE49-F238E27FC236}">
                <a16:creationId xmlns:a16="http://schemas.microsoft.com/office/drawing/2014/main" id="{2D90D0E0-6FD5-47D3-9ADE-B470823E45F1}"/>
              </a:ext>
            </a:extLst>
          </p:cNvPr>
          <p:cNvSpPr>
            <a:spLocks xmlns:a="http://schemas.openxmlformats.org/drawingml/2006/main" noGrp="1"/>
          </p:cNvSpPr>
          <p:nvPr/>
        </p:nvSpPr>
        <p:spPr>
          <a:xfrm xmlns:a="http://schemas.openxmlformats.org/drawingml/2006/main">
            <a:off x="8487632" y="4018788"/>
            <a:ext cx="9525" cy="376047"/>
          </a:xfrm>
          <a:custGeom xmlns:a="http://schemas.openxmlformats.org/drawingml/2006/main">
            <a:pathLst>
              <a:path w="9525" h="376047">
                <a:moveTo>
                  <a:pt x="0" y="0"/>
                </a:moveTo>
                <a:lnTo>
                  <a:pt x="0" y="376047"/>
                </a:lnTo>
              </a:path>
            </a:pathLst>
          </a:custGeom>
          <a:noFill xmlns:a="http://schemas.openxmlformats.org/drawingml/2006/main"/>
          <a:ln xmlns:a="http://schemas.openxmlformats.org/drawingml/2006/main" w="12383">
            <a:solidFill>
              <a:srgbClr val="231F20"/>
            </a:solidFill>
          </a:ln>
        </p:spPr>
      </p:sp>
      <p:sp>
        <p:nvSpPr>
          <p:cNvPr id="288" name="wire-1232">
            <a:extLst xmlns:a="http://schemas.openxmlformats.org/drawingml/2006/main">
              <a:ext uri="{FF2B5EF4-FFF2-40B4-BE49-F238E27FC236}">
                <a16:creationId xmlns:a16="http://schemas.microsoft.com/office/drawing/2014/main" id="{13117A65-0345-405A-98D9-F7E13C71C3A1}"/>
              </a:ext>
            </a:extLst>
          </p:cNvPr>
          <p:cNvSpPr>
            <a:spLocks xmlns:a="http://schemas.openxmlformats.org/drawingml/2006/main" noGrp="1"/>
          </p:cNvSpPr>
          <p:nvPr/>
        </p:nvSpPr>
        <p:spPr>
          <a:xfrm xmlns:a="http://schemas.openxmlformats.org/drawingml/2006/main">
            <a:off x="8487632" y="4394835"/>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2383">
            <a:solidFill>
              <a:srgbClr val="231F20"/>
            </a:solidFill>
          </a:ln>
        </p:spPr>
      </p:sp>
      <p:sp>
        <p:nvSpPr>
          <p:cNvPr id="289" name="circuit-1233">
            <a:extLst xmlns:a="http://schemas.openxmlformats.org/drawingml/2006/main">
              <a:ext uri="{FF2B5EF4-FFF2-40B4-BE49-F238E27FC236}">
                <a16:creationId xmlns:a16="http://schemas.microsoft.com/office/drawing/2014/main" id="{E1ED7871-27A2-47AB-AE49-C2646F6E3A53}"/>
              </a:ext>
            </a:extLst>
          </p:cNvPr>
          <p:cNvSpPr>
            <a:spLocks xmlns:a="http://schemas.openxmlformats.org/drawingml/2006/main" noGrp="1"/>
          </p:cNvSpPr>
          <p:nvPr/>
        </p:nvSpPr>
        <p:spPr>
          <a:xfrm xmlns:a="http://schemas.openxmlformats.org/drawingml/2006/main">
            <a:off x="8566118" y="4376033"/>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290" name="text-1234">
            <a:extLst xmlns:a="http://schemas.openxmlformats.org/drawingml/2006/main">
              <a:ext uri="{FF2B5EF4-FFF2-40B4-BE49-F238E27FC236}">
                <a16:creationId xmlns:a16="http://schemas.microsoft.com/office/drawing/2014/main" id="{CF684EAD-21D2-4981-BFFC-A1D4F74AA40A}"/>
              </a:ext>
            </a:extLst>
          </p:cNvPr>
          <p:cNvSpPr>
            <a:spLocks xmlns:a="http://schemas.openxmlformats.org/drawingml/2006/main" noGrp="1"/>
          </p:cNvSpPr>
          <p:nvPr/>
        </p:nvSpPr>
        <p:spPr>
          <a:xfrm xmlns:a="http://schemas.openxmlformats.org/drawingml/2006/main">
            <a:off x="6348889" y="3991927"/>
            <a:ext cx="1775746"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Arial"/>
                <a:ea typeface="Arial"/>
                <a:cs typeface="Arial"/>
              </a:defRPr>
            </a:defPPr>
            <a:lvl1pPr algn="l">
              <a:defRPr sz="900" b="0">
                <a:solidFill>
                  <a:srgbClr val="231F20"/>
                </a:solidFill>
                <a:latin typeface="Arial"/>
                <a:ea typeface="Arial"/>
                <a:cs typeface="Arial"/>
              </a:defRPr>
            </a:lvl1pPr>
            <a:lvl2pPr algn="l">
              <a:defRPr sz="900" b="0">
                <a:solidFill>
                  <a:srgbClr val="231F20"/>
                </a:solidFill>
                <a:latin typeface="Arial"/>
                <a:ea typeface="Arial"/>
                <a:cs typeface="Arial"/>
              </a:defRPr>
            </a:lvl2pPr>
            <a:lvl3pPr algn="l">
              <a:defRPr sz="900" b="0">
                <a:solidFill>
                  <a:srgbClr val="231F20"/>
                </a:solidFill>
                <a:latin typeface="Arial"/>
                <a:ea typeface="Arial"/>
                <a:cs typeface="Arial"/>
              </a:defRPr>
            </a:lvl3pPr>
            <a:lvl4pPr algn="l">
              <a:defRPr sz="900" b="0">
                <a:solidFill>
                  <a:srgbClr val="231F20"/>
                </a:solidFill>
                <a:latin typeface="Arial"/>
                <a:ea typeface="Arial"/>
                <a:cs typeface="Arial"/>
              </a:defRPr>
            </a:lvl4pPr>
            <a:lvl5pPr algn="l">
              <a:defRPr sz="900" b="0">
                <a:solidFill>
                  <a:srgbClr val="231F20"/>
                </a:solidFill>
                <a:latin typeface="Arial"/>
                <a:ea typeface="Arial"/>
                <a:cs typeface="Arial"/>
              </a:defRPr>
            </a:lvl5pPr>
            <a:lvl6pPr algn="l">
              <a:defRPr sz="900" b="0">
                <a:solidFill>
                  <a:srgbClr val="231F20"/>
                </a:solidFill>
                <a:latin typeface="Arial"/>
                <a:ea typeface="Arial"/>
                <a:cs typeface="Arial"/>
              </a:defRPr>
            </a:lvl6pPr>
            <a:lvl7pPr algn="l">
              <a:defRPr sz="900" b="0">
                <a:solidFill>
                  <a:srgbClr val="231F20"/>
                </a:solidFill>
                <a:latin typeface="Arial"/>
                <a:ea typeface="Arial"/>
                <a:cs typeface="Arial"/>
              </a:defRPr>
            </a:lvl7pPr>
            <a:lvl8pPr algn="l">
              <a:defRPr sz="900" b="0">
                <a:solidFill>
                  <a:srgbClr val="231F20"/>
                </a:solidFill>
                <a:latin typeface="Arial"/>
                <a:ea typeface="Arial"/>
                <a:cs typeface="Arial"/>
              </a:defRPr>
            </a:lvl8pPr>
            <a:lvl9pPr algn="l">
              <a:defRPr sz="900" b="0">
                <a:solidFill>
                  <a:srgbClr val="231F20"/>
                </a:solidFill>
                <a:latin typeface="Arial"/>
                <a:ea typeface="Arial"/>
                <a:cs typeface="Arial"/>
              </a:defRPr>
            </a:lvl9pPr>
          </a:lstStyle>
          <a:p xmlns:a="http://schemas.openxmlformats.org/drawingml/2006/main">
            <a:pPr algn="l">
              <a:defRPr sz="900" b="0">
                <a:solidFill>
                  <a:srgbClr val="231F20"/>
                </a:solidFill>
                <a:latin typeface="Arial"/>
                <a:ea typeface="Arial"/>
                <a:cs typeface="Arial"/>
              </a:defRPr>
            </a:pPr>
            <a:r>
              <a:rPr sz="900" b="0">
                <a:solidFill>
                  <a:srgbClr val="231F20"/>
                </a:solidFill>
                <a:latin typeface="Arial"/>
                <a:ea typeface="Arial"/>
                <a:cs typeface="Arial"/>
              </a:rPr>
              <a:t>IEUResultM / IFResultW</a:t>
            </a:r>
          </a:p>
        </p:txBody>
      </p:sp>
      <p:sp>
        <p:nvSpPr>
          <p:cNvPr id="291" name="wire-1235">
            <a:extLst xmlns:a="http://schemas.openxmlformats.org/drawingml/2006/main">
              <a:ext uri="{FF2B5EF4-FFF2-40B4-BE49-F238E27FC236}">
                <a16:creationId xmlns:a16="http://schemas.microsoft.com/office/drawing/2014/main" id="{88BEA601-8649-4984-AB47-C5B18544F44B}"/>
              </a:ext>
            </a:extLst>
          </p:cNvPr>
          <p:cNvSpPr>
            <a:spLocks xmlns:a="http://schemas.openxmlformats.org/drawingml/2006/main" noGrp="1"/>
          </p:cNvSpPr>
          <p:nvPr/>
        </p:nvSpPr>
        <p:spPr>
          <a:xfrm xmlns:a="http://schemas.openxmlformats.org/drawingml/2006/main">
            <a:off x="4396550" y="5021580"/>
            <a:ext cx="9525" cy="778954"/>
          </a:xfrm>
          <a:custGeom xmlns:a="http://schemas.openxmlformats.org/drawingml/2006/main">
            <a:pathLst>
              <a:path w="9525" h="778954">
                <a:moveTo>
                  <a:pt x="0" y="0"/>
                </a:moveTo>
                <a:lnTo>
                  <a:pt x="0" y="778954"/>
                </a:lnTo>
              </a:path>
            </a:pathLst>
          </a:custGeom>
          <a:noFill xmlns:a="http://schemas.openxmlformats.org/drawingml/2006/main"/>
          <a:ln xmlns:a="http://schemas.openxmlformats.org/drawingml/2006/main" w="20003">
            <a:solidFill>
              <a:srgbClr val="1572C3"/>
            </a:solidFill>
          </a:ln>
        </p:spPr>
      </p:sp>
      <p:sp>
        <p:nvSpPr>
          <p:cNvPr id="292" name="wire-1236">
            <a:extLst xmlns:a="http://schemas.openxmlformats.org/drawingml/2006/main">
              <a:ext uri="{FF2B5EF4-FFF2-40B4-BE49-F238E27FC236}">
                <a16:creationId xmlns:a16="http://schemas.microsoft.com/office/drawing/2014/main" id="{CE748D1F-3103-4216-B743-49347EB85553}"/>
              </a:ext>
            </a:extLst>
          </p:cNvPr>
          <p:cNvSpPr>
            <a:spLocks xmlns:a="http://schemas.openxmlformats.org/drawingml/2006/main" noGrp="1"/>
          </p:cNvSpPr>
          <p:nvPr/>
        </p:nvSpPr>
        <p:spPr>
          <a:xfrm xmlns:a="http://schemas.openxmlformats.org/drawingml/2006/main">
            <a:off x="4396550" y="5800535"/>
            <a:ext cx="1402937" cy="9525"/>
          </a:xfrm>
          <a:custGeom xmlns:a="http://schemas.openxmlformats.org/drawingml/2006/main">
            <a:pathLst>
              <a:path w="1402937" h="9525">
                <a:moveTo>
                  <a:pt x="0" y="0"/>
                </a:moveTo>
                <a:lnTo>
                  <a:pt x="1402937" y="0"/>
                </a:lnTo>
              </a:path>
            </a:pathLst>
          </a:custGeom>
          <a:noFill xmlns:a="http://schemas.openxmlformats.org/drawingml/2006/main"/>
          <a:ln xmlns:a="http://schemas.openxmlformats.org/drawingml/2006/main" w="20003">
            <a:solidFill>
              <a:srgbClr val="1572C3"/>
            </a:solidFill>
          </a:ln>
        </p:spPr>
      </p:sp>
      <p:sp>
        <p:nvSpPr>
          <p:cNvPr id="293" name="wire-1237">
            <a:extLst xmlns:a="http://schemas.openxmlformats.org/drawingml/2006/main">
              <a:ext uri="{FF2B5EF4-FFF2-40B4-BE49-F238E27FC236}">
                <a16:creationId xmlns:a16="http://schemas.microsoft.com/office/drawing/2014/main" id="{CAF9D14D-0288-44CC-A185-D2CE5954C517}"/>
              </a:ext>
            </a:extLst>
          </p:cNvPr>
          <p:cNvSpPr>
            <a:spLocks xmlns:a="http://schemas.openxmlformats.org/drawingml/2006/main" noGrp="1"/>
          </p:cNvSpPr>
          <p:nvPr/>
        </p:nvSpPr>
        <p:spPr>
          <a:xfrm xmlns:a="http://schemas.openxmlformats.org/drawingml/2006/main">
            <a:off x="5799487" y="5675185"/>
            <a:ext cx="9525" cy="125349"/>
          </a:xfrm>
          <a:custGeom xmlns:a="http://schemas.openxmlformats.org/drawingml/2006/main">
            <a:pathLst>
              <a:path w="9525" h="125349">
                <a:moveTo>
                  <a:pt x="0" y="125349"/>
                </a:moveTo>
                <a:lnTo>
                  <a:pt x="0" y="0"/>
                </a:lnTo>
              </a:path>
            </a:pathLst>
          </a:custGeom>
          <a:noFill xmlns:a="http://schemas.openxmlformats.org/drawingml/2006/main"/>
          <a:ln xmlns:a="http://schemas.openxmlformats.org/drawingml/2006/main" w="20003">
            <a:solidFill>
              <a:srgbClr val="1572C3"/>
            </a:solidFill>
          </a:ln>
        </p:spPr>
      </p:sp>
      <p:sp>
        <p:nvSpPr>
          <p:cNvPr id="294" name="wire-1238">
            <a:extLst xmlns:a="http://schemas.openxmlformats.org/drawingml/2006/main">
              <a:ext uri="{FF2B5EF4-FFF2-40B4-BE49-F238E27FC236}">
                <a16:creationId xmlns:a16="http://schemas.microsoft.com/office/drawing/2014/main" id="{E5E202D3-1353-443B-8280-A0C580AE2D0E}"/>
              </a:ext>
            </a:extLst>
          </p:cNvPr>
          <p:cNvSpPr>
            <a:spLocks xmlns:a="http://schemas.openxmlformats.org/drawingml/2006/main" noGrp="1"/>
          </p:cNvSpPr>
          <p:nvPr/>
        </p:nvSpPr>
        <p:spPr>
          <a:xfrm xmlns:a="http://schemas.openxmlformats.org/drawingml/2006/main">
            <a:off x="5799487" y="5675185"/>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20003">
            <a:solidFill>
              <a:srgbClr val="1572C3"/>
            </a:solidFill>
          </a:ln>
        </p:spPr>
      </p:sp>
      <p:sp>
        <p:nvSpPr>
          <p:cNvPr id="295" name="wire-1239">
            <a:extLst xmlns:a="http://schemas.openxmlformats.org/drawingml/2006/main">
              <a:ext uri="{FF2B5EF4-FFF2-40B4-BE49-F238E27FC236}">
                <a16:creationId xmlns:a16="http://schemas.microsoft.com/office/drawing/2014/main" id="{F201E2AD-9EB9-4115-8C48-3B2E48257E19}"/>
              </a:ext>
            </a:extLst>
          </p:cNvPr>
          <p:cNvSpPr>
            <a:spLocks xmlns:a="http://schemas.openxmlformats.org/drawingml/2006/main" noGrp="1"/>
          </p:cNvSpPr>
          <p:nvPr/>
        </p:nvSpPr>
        <p:spPr>
          <a:xfrm xmlns:a="http://schemas.openxmlformats.org/drawingml/2006/main">
            <a:off x="6103620" y="5675185"/>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20003">
            <a:solidFill>
              <a:srgbClr val="1572C3"/>
            </a:solidFill>
          </a:ln>
        </p:spPr>
      </p:sp>
      <p:sp>
        <p:nvSpPr>
          <p:cNvPr id="296" name="wire-1240">
            <a:extLst xmlns:a="http://schemas.openxmlformats.org/drawingml/2006/main">
              <a:ext uri="{FF2B5EF4-FFF2-40B4-BE49-F238E27FC236}">
                <a16:creationId xmlns:a16="http://schemas.microsoft.com/office/drawing/2014/main" id="{C2B1F3B7-1655-4796-AC38-0FDF53887D3E}"/>
              </a:ext>
            </a:extLst>
          </p:cNvPr>
          <p:cNvSpPr>
            <a:spLocks xmlns:a="http://schemas.openxmlformats.org/drawingml/2006/main" noGrp="1"/>
          </p:cNvSpPr>
          <p:nvPr/>
        </p:nvSpPr>
        <p:spPr>
          <a:xfrm xmlns:a="http://schemas.openxmlformats.org/drawingml/2006/main">
            <a:off x="6231160" y="5522976"/>
            <a:ext cx="9525" cy="152210"/>
          </a:xfrm>
          <a:custGeom xmlns:a="http://schemas.openxmlformats.org/drawingml/2006/main">
            <a:pathLst>
              <a:path w="9525" h="152210">
                <a:moveTo>
                  <a:pt x="0" y="152210"/>
                </a:moveTo>
                <a:lnTo>
                  <a:pt x="0" y="0"/>
                </a:lnTo>
              </a:path>
            </a:pathLst>
          </a:custGeom>
          <a:noFill xmlns:a="http://schemas.openxmlformats.org/drawingml/2006/main"/>
          <a:ln xmlns:a="http://schemas.openxmlformats.org/drawingml/2006/main" w="20003">
            <a:solidFill>
              <a:srgbClr val="1572C3"/>
            </a:solidFill>
          </a:ln>
        </p:spPr>
      </p:sp>
      <p:sp>
        <p:nvSpPr>
          <p:cNvPr id="297" name="wire-1241">
            <a:extLst xmlns:a="http://schemas.openxmlformats.org/drawingml/2006/main">
              <a:ext uri="{FF2B5EF4-FFF2-40B4-BE49-F238E27FC236}">
                <a16:creationId xmlns:a16="http://schemas.microsoft.com/office/drawing/2014/main" id="{0F546C6D-2D60-4C75-8BC2-96C756C73A66}"/>
              </a:ext>
            </a:extLst>
          </p:cNvPr>
          <p:cNvSpPr>
            <a:spLocks xmlns:a="http://schemas.openxmlformats.org/drawingml/2006/main" noGrp="1"/>
          </p:cNvSpPr>
          <p:nvPr/>
        </p:nvSpPr>
        <p:spPr>
          <a:xfrm xmlns:a="http://schemas.openxmlformats.org/drawingml/2006/main">
            <a:off x="6231160" y="5522976"/>
            <a:ext cx="68675" cy="9525"/>
          </a:xfrm>
          <a:custGeom xmlns:a="http://schemas.openxmlformats.org/drawingml/2006/main">
            <a:pathLst>
              <a:path w="68675" h="9525">
                <a:moveTo>
                  <a:pt x="0" y="0"/>
                </a:moveTo>
                <a:lnTo>
                  <a:pt x="68675" y="0"/>
                </a:lnTo>
              </a:path>
            </a:pathLst>
          </a:custGeom>
          <a:noFill xmlns:a="http://schemas.openxmlformats.org/drawingml/2006/main"/>
          <a:ln xmlns:a="http://schemas.openxmlformats.org/drawingml/2006/main" w="20003">
            <a:solidFill>
              <a:srgbClr val="1572C3"/>
            </a:solidFill>
          </a:ln>
        </p:spPr>
      </p:sp>
      <p:sp>
        <p:nvSpPr>
          <p:cNvPr id="298" name="circuit-1242">
            <a:extLst xmlns:a="http://schemas.openxmlformats.org/drawingml/2006/main">
              <a:ext uri="{FF2B5EF4-FFF2-40B4-BE49-F238E27FC236}">
                <a16:creationId xmlns:a16="http://schemas.microsoft.com/office/drawing/2014/main" id="{F0C6DE78-1BA9-478E-B3BD-36E7CD231F5A}"/>
              </a:ext>
            </a:extLst>
          </p:cNvPr>
          <p:cNvSpPr>
            <a:spLocks xmlns:a="http://schemas.openxmlformats.org/drawingml/2006/main" noGrp="1"/>
          </p:cNvSpPr>
          <p:nvPr/>
        </p:nvSpPr>
        <p:spPr>
          <a:xfrm xmlns:a="http://schemas.openxmlformats.org/drawingml/2006/main">
            <a:off x="6250781" y="550417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99" name="text-1243">
            <a:extLst xmlns:a="http://schemas.openxmlformats.org/drawingml/2006/main">
              <a:ext uri="{FF2B5EF4-FFF2-40B4-BE49-F238E27FC236}">
                <a16:creationId xmlns:a16="http://schemas.microsoft.com/office/drawing/2014/main" id="{568D4599-6F40-4018-997E-2A61751A084B}"/>
              </a:ext>
            </a:extLst>
          </p:cNvPr>
          <p:cNvSpPr>
            <a:spLocks xmlns:a="http://schemas.openxmlformats.org/drawingml/2006/main" noGrp="1"/>
          </p:cNvSpPr>
          <p:nvPr/>
        </p:nvSpPr>
        <p:spPr>
          <a:xfrm xmlns:a="http://schemas.openxmlformats.org/drawingml/2006/main">
            <a:off x="4926330" y="5621464"/>
            <a:ext cx="912400"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1572C3"/>
                </a:solidFill>
                <a:latin typeface="Arial"/>
                <a:ea typeface="Arial"/>
                <a:cs typeface="Arial"/>
              </a:defRPr>
            </a:defPPr>
            <a:lvl1pPr algn="l">
              <a:defRPr sz="825" b="0">
                <a:solidFill>
                  <a:srgbClr val="1572C3"/>
                </a:solidFill>
                <a:latin typeface="Arial"/>
                <a:ea typeface="Arial"/>
                <a:cs typeface="Arial"/>
              </a:defRPr>
            </a:lvl1pPr>
            <a:lvl2pPr algn="l">
              <a:defRPr sz="825" b="0">
                <a:solidFill>
                  <a:srgbClr val="1572C3"/>
                </a:solidFill>
                <a:latin typeface="Arial"/>
                <a:ea typeface="Arial"/>
                <a:cs typeface="Arial"/>
              </a:defRPr>
            </a:lvl2pPr>
            <a:lvl3pPr algn="l">
              <a:defRPr sz="825" b="0">
                <a:solidFill>
                  <a:srgbClr val="1572C3"/>
                </a:solidFill>
                <a:latin typeface="Arial"/>
                <a:ea typeface="Arial"/>
                <a:cs typeface="Arial"/>
              </a:defRPr>
            </a:lvl3pPr>
            <a:lvl4pPr algn="l">
              <a:defRPr sz="825" b="0">
                <a:solidFill>
                  <a:srgbClr val="1572C3"/>
                </a:solidFill>
                <a:latin typeface="Arial"/>
                <a:ea typeface="Arial"/>
                <a:cs typeface="Arial"/>
              </a:defRPr>
            </a:lvl4pPr>
            <a:lvl5pPr algn="l">
              <a:defRPr sz="825" b="0">
                <a:solidFill>
                  <a:srgbClr val="1572C3"/>
                </a:solidFill>
                <a:latin typeface="Arial"/>
                <a:ea typeface="Arial"/>
                <a:cs typeface="Arial"/>
              </a:defRPr>
            </a:lvl5pPr>
            <a:lvl6pPr algn="l">
              <a:defRPr sz="825" b="0">
                <a:solidFill>
                  <a:srgbClr val="1572C3"/>
                </a:solidFill>
                <a:latin typeface="Arial"/>
                <a:ea typeface="Arial"/>
                <a:cs typeface="Arial"/>
              </a:defRPr>
            </a:lvl6pPr>
            <a:lvl7pPr algn="l">
              <a:defRPr sz="825" b="0">
                <a:solidFill>
                  <a:srgbClr val="1572C3"/>
                </a:solidFill>
                <a:latin typeface="Arial"/>
                <a:ea typeface="Arial"/>
                <a:cs typeface="Arial"/>
              </a:defRPr>
            </a:lvl7pPr>
            <a:lvl8pPr algn="l">
              <a:defRPr sz="825" b="0">
                <a:solidFill>
                  <a:srgbClr val="1572C3"/>
                </a:solidFill>
                <a:latin typeface="Arial"/>
                <a:ea typeface="Arial"/>
                <a:cs typeface="Arial"/>
              </a:defRPr>
            </a:lvl8pPr>
            <a:lvl9pPr algn="l">
              <a:defRPr sz="825" b="0">
                <a:solidFill>
                  <a:srgbClr val="1572C3"/>
                </a:solidFill>
                <a:latin typeface="Arial"/>
                <a:ea typeface="Arial"/>
                <a:cs typeface="Arial"/>
              </a:defRPr>
            </a:lvl9pPr>
          </a:lstStyle>
          <a:p xmlns:a="http://schemas.openxmlformats.org/drawingml/2006/main">
            <a:pPr algn="l">
              <a:defRPr sz="825" b="0">
                <a:solidFill>
                  <a:srgbClr val="1572C3"/>
                </a:solidFill>
                <a:latin typeface="Arial"/>
                <a:ea typeface="Arial"/>
                <a:cs typeface="Arial"/>
              </a:defRPr>
            </a:pPr>
            <a:r>
              <a:rPr sz="825" b="0">
                <a:solidFill>
                  <a:srgbClr val="1572C3"/>
                </a:solidFill>
                <a:latin typeface="Arial"/>
                <a:ea typeface="Arial"/>
                <a:cs typeface="Arial"/>
              </a:rPr>
              <a:t>WriteDataM</a:t>
            </a:r>
          </a:p>
        </p:txBody>
      </p:sp>
      <p:sp>
        <p:nvSpPr>
          <p:cNvPr id="300" name="block-1244">
            <a:extLst xmlns:a="http://schemas.openxmlformats.org/drawingml/2006/main">
              <a:ext uri="{FF2B5EF4-FFF2-40B4-BE49-F238E27FC236}">
                <a16:creationId xmlns:a16="http://schemas.microsoft.com/office/drawing/2014/main" id="{43019FCC-2171-4C32-A009-F02449564CCD}"/>
              </a:ext>
            </a:extLst>
          </p:cNvPr>
          <p:cNvSpPr>
            <a:spLocks xmlns:a="http://schemas.openxmlformats.org/drawingml/2006/main" noGrp="1"/>
          </p:cNvSpPr>
          <p:nvPr/>
        </p:nvSpPr>
        <p:spPr>
          <a:xfrm xmlns:a="http://schemas.openxmlformats.org/drawingml/2006/main">
            <a:off x="6299835" y="4708208"/>
            <a:ext cx="814292" cy="456629"/>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301" name="text-1245">
            <a:extLst xmlns:a="http://schemas.openxmlformats.org/drawingml/2006/main">
              <a:ext uri="{FF2B5EF4-FFF2-40B4-BE49-F238E27FC236}">
                <a16:creationId xmlns:a16="http://schemas.microsoft.com/office/drawing/2014/main" id="{A9A6F239-70EF-4F44-B7F7-60CC5859ADB4}"/>
              </a:ext>
            </a:extLst>
          </p:cNvPr>
          <p:cNvSpPr>
            <a:spLocks xmlns:a="http://schemas.openxmlformats.org/drawingml/2006/main" noGrp="1"/>
          </p:cNvSpPr>
          <p:nvPr/>
        </p:nvSpPr>
        <p:spPr>
          <a:xfrm xmlns:a="http://schemas.openxmlformats.org/drawingml/2006/main">
            <a:off x="6329267" y="4717161"/>
            <a:ext cx="755428" cy="4387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Arial"/>
                <a:ea typeface="Arial"/>
                <a:cs typeface="Arial"/>
              </a:defRPr>
            </a:defPPr>
            <a:lvl1pPr algn="ctr">
              <a:defRPr sz="1275" b="1">
                <a:solidFill>
                  <a:srgbClr val="231F20"/>
                </a:solidFill>
                <a:latin typeface="Arial"/>
                <a:ea typeface="Arial"/>
                <a:cs typeface="Arial"/>
              </a:defRPr>
            </a:lvl1pPr>
            <a:lvl2pPr algn="ctr">
              <a:defRPr sz="1275" b="1">
                <a:solidFill>
                  <a:srgbClr val="231F20"/>
                </a:solidFill>
                <a:latin typeface="Arial"/>
                <a:ea typeface="Arial"/>
                <a:cs typeface="Arial"/>
              </a:defRPr>
            </a:lvl2pPr>
            <a:lvl3pPr algn="ctr">
              <a:defRPr sz="1275" b="1">
                <a:solidFill>
                  <a:srgbClr val="231F20"/>
                </a:solidFill>
                <a:latin typeface="Arial"/>
                <a:ea typeface="Arial"/>
                <a:cs typeface="Arial"/>
              </a:defRPr>
            </a:lvl3pPr>
            <a:lvl4pPr algn="ctr">
              <a:defRPr sz="1275" b="1">
                <a:solidFill>
                  <a:srgbClr val="231F20"/>
                </a:solidFill>
                <a:latin typeface="Arial"/>
                <a:ea typeface="Arial"/>
                <a:cs typeface="Arial"/>
              </a:defRPr>
            </a:lvl4pPr>
            <a:lvl5pPr algn="ctr">
              <a:defRPr sz="1275" b="1">
                <a:solidFill>
                  <a:srgbClr val="231F20"/>
                </a:solidFill>
                <a:latin typeface="Arial"/>
                <a:ea typeface="Arial"/>
                <a:cs typeface="Arial"/>
              </a:defRPr>
            </a:lvl5pPr>
            <a:lvl6pPr algn="ctr">
              <a:defRPr sz="1275" b="1">
                <a:solidFill>
                  <a:srgbClr val="231F20"/>
                </a:solidFill>
                <a:latin typeface="Arial"/>
                <a:ea typeface="Arial"/>
                <a:cs typeface="Arial"/>
              </a:defRPr>
            </a:lvl6pPr>
            <a:lvl7pPr algn="ctr">
              <a:defRPr sz="1275" b="1">
                <a:solidFill>
                  <a:srgbClr val="231F20"/>
                </a:solidFill>
                <a:latin typeface="Arial"/>
                <a:ea typeface="Arial"/>
                <a:cs typeface="Arial"/>
              </a:defRPr>
            </a:lvl7pPr>
            <a:lvl8pPr algn="ctr">
              <a:defRPr sz="1275" b="1">
                <a:solidFill>
                  <a:srgbClr val="231F20"/>
                </a:solidFill>
                <a:latin typeface="Arial"/>
                <a:ea typeface="Arial"/>
                <a:cs typeface="Arial"/>
              </a:defRPr>
            </a:lvl8pPr>
            <a:lvl9pPr algn="ctr">
              <a:defRPr sz="1275" b="1">
                <a:solidFill>
                  <a:srgbClr val="231F20"/>
                </a:solidFill>
                <a:latin typeface="Arial"/>
                <a:ea typeface="Arial"/>
                <a:cs typeface="Arial"/>
              </a:defRPr>
            </a:lvl9pPr>
          </a:lstStyle>
          <a:p xmlns:a="http://schemas.openxmlformats.org/drawingml/2006/main">
            <a:pPr algn="ctr">
              <a:defRPr sz="1275" b="1">
                <a:solidFill>
                  <a:srgbClr val="231F20"/>
                </a:solidFill>
                <a:latin typeface="Arial"/>
                <a:ea typeface="Arial"/>
                <a:cs typeface="Arial"/>
              </a:defRPr>
            </a:pPr>
            <a:r>
              <a:rPr sz="1275" b="1">
                <a:solidFill>
                  <a:srgbClr val="231F20"/>
                </a:solidFill>
                <a:latin typeface="Arial"/>
                <a:ea typeface="Arial"/>
                <a:cs typeface="Arial"/>
              </a:rPr>
              <a:t>D-cache</a:t>
            </a:r>
          </a:p>
        </p:txBody>
      </p:sp>
      <p:sp>
        <p:nvSpPr>
          <p:cNvPr id="302" name="block-1246">
            <a:extLst xmlns:a="http://schemas.openxmlformats.org/drawingml/2006/main">
              <a:ext uri="{FF2B5EF4-FFF2-40B4-BE49-F238E27FC236}">
                <a16:creationId xmlns:a16="http://schemas.microsoft.com/office/drawing/2014/main" id="{397A023B-0CB8-4166-965D-84DD17FA84B6}"/>
              </a:ext>
            </a:extLst>
          </p:cNvPr>
          <p:cNvSpPr>
            <a:spLocks xmlns:a="http://schemas.openxmlformats.org/drawingml/2006/main" noGrp="1"/>
          </p:cNvSpPr>
          <p:nvPr/>
        </p:nvSpPr>
        <p:spPr>
          <a:xfrm xmlns:a="http://schemas.openxmlformats.org/drawingml/2006/main">
            <a:off x="6299835" y="5424488"/>
            <a:ext cx="1569720" cy="295466"/>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303" name="text-1247">
            <a:extLst xmlns:a="http://schemas.openxmlformats.org/drawingml/2006/main">
              <a:ext uri="{FF2B5EF4-FFF2-40B4-BE49-F238E27FC236}">
                <a16:creationId xmlns:a16="http://schemas.microsoft.com/office/drawing/2014/main" id="{C0F8FC97-A0E2-47BA-A4D4-F9DC64B14EB0}"/>
              </a:ext>
            </a:extLst>
          </p:cNvPr>
          <p:cNvSpPr>
            <a:spLocks xmlns:a="http://schemas.openxmlformats.org/drawingml/2006/main" noGrp="1"/>
          </p:cNvSpPr>
          <p:nvPr/>
        </p:nvSpPr>
        <p:spPr>
          <a:xfrm xmlns:a="http://schemas.openxmlformats.org/drawingml/2006/main">
            <a:off x="6329267" y="5433441"/>
            <a:ext cx="1510856" cy="2775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ahbcacheinterface</a:t>
            </a:r>
          </a:p>
        </p:txBody>
      </p:sp>
      <p:sp>
        <p:nvSpPr>
          <p:cNvPr id="304" name="wire-1248">
            <a:extLst xmlns:a="http://schemas.openxmlformats.org/drawingml/2006/main">
              <a:ext uri="{FF2B5EF4-FFF2-40B4-BE49-F238E27FC236}">
                <a16:creationId xmlns:a16="http://schemas.microsoft.com/office/drawing/2014/main" id="{AA1213A1-F8B5-4B02-9712-538DA654AE48}"/>
              </a:ext>
            </a:extLst>
          </p:cNvPr>
          <p:cNvSpPr>
            <a:spLocks xmlns:a="http://schemas.openxmlformats.org/drawingml/2006/main" noGrp="1"/>
          </p:cNvSpPr>
          <p:nvPr/>
        </p:nvSpPr>
        <p:spPr>
          <a:xfrm xmlns:a="http://schemas.openxmlformats.org/drawingml/2006/main">
            <a:off x="7084695" y="4421696"/>
            <a:ext cx="9525" cy="107442"/>
          </a:xfrm>
          <a:custGeom xmlns:a="http://schemas.openxmlformats.org/drawingml/2006/main">
            <a:pathLst>
              <a:path w="9525" h="107442">
                <a:moveTo>
                  <a:pt x="0" y="0"/>
                </a:moveTo>
                <a:lnTo>
                  <a:pt x="0" y="107442"/>
                </a:lnTo>
              </a:path>
            </a:pathLst>
          </a:custGeom>
          <a:noFill xmlns:a="http://schemas.openxmlformats.org/drawingml/2006/main"/>
          <a:ln xmlns:a="http://schemas.openxmlformats.org/drawingml/2006/main" w="13335">
            <a:solidFill>
              <a:srgbClr val="231F20"/>
            </a:solidFill>
          </a:ln>
        </p:spPr>
      </p:sp>
      <p:sp>
        <p:nvSpPr>
          <p:cNvPr id="305" name="wire-1249">
            <a:extLst xmlns:a="http://schemas.openxmlformats.org/drawingml/2006/main">
              <a:ext uri="{FF2B5EF4-FFF2-40B4-BE49-F238E27FC236}">
                <a16:creationId xmlns:a16="http://schemas.microsoft.com/office/drawing/2014/main" id="{D5E96D82-EB76-4B7E-AB04-970C74AB767B}"/>
              </a:ext>
            </a:extLst>
          </p:cNvPr>
          <p:cNvSpPr>
            <a:spLocks xmlns:a="http://schemas.openxmlformats.org/drawingml/2006/main" noGrp="1"/>
          </p:cNvSpPr>
          <p:nvPr/>
        </p:nvSpPr>
        <p:spPr>
          <a:xfrm xmlns:a="http://schemas.openxmlformats.org/drawingml/2006/main">
            <a:off x="6672644" y="4529138"/>
            <a:ext cx="412052" cy="9525"/>
          </a:xfrm>
          <a:custGeom xmlns:a="http://schemas.openxmlformats.org/drawingml/2006/main">
            <a:pathLst>
              <a:path w="412052" h="9525">
                <a:moveTo>
                  <a:pt x="412052" y="0"/>
                </a:moveTo>
                <a:lnTo>
                  <a:pt x="0" y="0"/>
                </a:lnTo>
              </a:path>
            </a:pathLst>
          </a:custGeom>
          <a:noFill xmlns:a="http://schemas.openxmlformats.org/drawingml/2006/main"/>
          <a:ln xmlns:a="http://schemas.openxmlformats.org/drawingml/2006/main" w="13335">
            <a:solidFill>
              <a:srgbClr val="231F20"/>
            </a:solidFill>
          </a:ln>
        </p:spPr>
      </p:sp>
      <p:sp>
        <p:nvSpPr>
          <p:cNvPr id="306" name="wire-1250">
            <a:extLst xmlns:a="http://schemas.openxmlformats.org/drawingml/2006/main">
              <a:ext uri="{FF2B5EF4-FFF2-40B4-BE49-F238E27FC236}">
                <a16:creationId xmlns:a16="http://schemas.microsoft.com/office/drawing/2014/main" id="{E905FC8A-E45D-4077-BB3C-2A60519BD88D}"/>
              </a:ext>
            </a:extLst>
          </p:cNvPr>
          <p:cNvSpPr>
            <a:spLocks xmlns:a="http://schemas.openxmlformats.org/drawingml/2006/main" noGrp="1"/>
          </p:cNvSpPr>
          <p:nvPr/>
        </p:nvSpPr>
        <p:spPr>
          <a:xfrm xmlns:a="http://schemas.openxmlformats.org/drawingml/2006/main">
            <a:off x="6672644" y="4529138"/>
            <a:ext cx="9525" cy="179070"/>
          </a:xfrm>
          <a:custGeom xmlns:a="http://schemas.openxmlformats.org/drawingml/2006/main">
            <a:pathLst>
              <a:path w="9525" h="179070">
                <a:moveTo>
                  <a:pt x="0" y="0"/>
                </a:moveTo>
                <a:lnTo>
                  <a:pt x="0" y="179070"/>
                </a:lnTo>
              </a:path>
            </a:pathLst>
          </a:custGeom>
          <a:noFill xmlns:a="http://schemas.openxmlformats.org/drawingml/2006/main"/>
          <a:ln xmlns:a="http://schemas.openxmlformats.org/drawingml/2006/main" w="13335">
            <a:solidFill>
              <a:srgbClr val="231F20"/>
            </a:solidFill>
          </a:ln>
        </p:spPr>
      </p:sp>
      <p:sp>
        <p:nvSpPr>
          <p:cNvPr id="307" name="circuit-1251">
            <a:extLst xmlns:a="http://schemas.openxmlformats.org/drawingml/2006/main">
              <a:ext uri="{FF2B5EF4-FFF2-40B4-BE49-F238E27FC236}">
                <a16:creationId xmlns:a16="http://schemas.microsoft.com/office/drawing/2014/main" id="{74BC8AEC-B412-405A-A8F9-B3D47A14FA95}"/>
              </a:ext>
            </a:extLst>
          </p:cNvPr>
          <p:cNvSpPr>
            <a:spLocks xmlns:a="http://schemas.openxmlformats.org/drawingml/2006/main" noGrp="1"/>
          </p:cNvSpPr>
          <p:nvPr/>
        </p:nvSpPr>
        <p:spPr>
          <a:xfrm xmlns:a="http://schemas.openxmlformats.org/drawingml/2006/main">
            <a:off x="6652041" y="4663440"/>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308" name="wire-1252">
            <a:extLst xmlns:a="http://schemas.openxmlformats.org/drawingml/2006/main">
              <a:ext uri="{FF2B5EF4-FFF2-40B4-BE49-F238E27FC236}">
                <a16:creationId xmlns:a16="http://schemas.microsoft.com/office/drawing/2014/main" id="{7502C0DB-C352-4D99-9460-17A21766C4FD}"/>
              </a:ext>
            </a:extLst>
          </p:cNvPr>
          <p:cNvSpPr>
            <a:spLocks xmlns:a="http://schemas.openxmlformats.org/drawingml/2006/main" noGrp="1"/>
          </p:cNvSpPr>
          <p:nvPr/>
        </p:nvSpPr>
        <p:spPr>
          <a:xfrm xmlns:a="http://schemas.openxmlformats.org/drawingml/2006/main">
            <a:off x="7084695" y="4529138"/>
            <a:ext cx="892778" cy="9525"/>
          </a:xfrm>
          <a:custGeom xmlns:a="http://schemas.openxmlformats.org/drawingml/2006/main">
            <a:pathLst>
              <a:path w="892778" h="9525">
                <a:moveTo>
                  <a:pt x="0" y="0"/>
                </a:moveTo>
                <a:lnTo>
                  <a:pt x="892778" y="0"/>
                </a:lnTo>
              </a:path>
            </a:pathLst>
          </a:custGeom>
          <a:noFill xmlns:a="http://schemas.openxmlformats.org/drawingml/2006/main"/>
          <a:ln xmlns:a="http://schemas.openxmlformats.org/drawingml/2006/main" w="16193">
            <a:solidFill>
              <a:srgbClr val="1572C3"/>
            </a:solidFill>
          </a:ln>
        </p:spPr>
      </p:sp>
      <p:sp>
        <p:nvSpPr>
          <p:cNvPr id="309" name="wire-1253">
            <a:extLst xmlns:a="http://schemas.openxmlformats.org/drawingml/2006/main">
              <a:ext uri="{FF2B5EF4-FFF2-40B4-BE49-F238E27FC236}">
                <a16:creationId xmlns:a16="http://schemas.microsoft.com/office/drawing/2014/main" id="{E8C097C5-56CB-46B1-8C19-48E0A13E2E75}"/>
              </a:ext>
            </a:extLst>
          </p:cNvPr>
          <p:cNvSpPr>
            <a:spLocks xmlns:a="http://schemas.openxmlformats.org/drawingml/2006/main" noGrp="1"/>
          </p:cNvSpPr>
          <p:nvPr/>
        </p:nvSpPr>
        <p:spPr>
          <a:xfrm xmlns:a="http://schemas.openxmlformats.org/drawingml/2006/main">
            <a:off x="7977473" y="4529138"/>
            <a:ext cx="9525" cy="975932"/>
          </a:xfrm>
          <a:custGeom xmlns:a="http://schemas.openxmlformats.org/drawingml/2006/main">
            <a:pathLst>
              <a:path w="9525" h="975932">
                <a:moveTo>
                  <a:pt x="0" y="0"/>
                </a:moveTo>
                <a:lnTo>
                  <a:pt x="0" y="975932"/>
                </a:lnTo>
              </a:path>
            </a:pathLst>
          </a:custGeom>
          <a:noFill xmlns:a="http://schemas.openxmlformats.org/drawingml/2006/main"/>
          <a:ln xmlns:a="http://schemas.openxmlformats.org/drawingml/2006/main" w="16193">
            <a:solidFill>
              <a:srgbClr val="1572C3"/>
            </a:solidFill>
          </a:ln>
        </p:spPr>
      </p:sp>
      <p:sp>
        <p:nvSpPr>
          <p:cNvPr id="310" name="wire-1254">
            <a:extLst xmlns:a="http://schemas.openxmlformats.org/drawingml/2006/main">
              <a:ext uri="{FF2B5EF4-FFF2-40B4-BE49-F238E27FC236}">
                <a16:creationId xmlns:a16="http://schemas.microsoft.com/office/drawing/2014/main" id="{F38EDE8B-187D-4D16-BD9E-EE7053353D67}"/>
              </a:ext>
            </a:extLst>
          </p:cNvPr>
          <p:cNvSpPr>
            <a:spLocks xmlns:a="http://schemas.openxmlformats.org/drawingml/2006/main" noGrp="1"/>
          </p:cNvSpPr>
          <p:nvPr/>
        </p:nvSpPr>
        <p:spPr>
          <a:xfrm xmlns:a="http://schemas.openxmlformats.org/drawingml/2006/main">
            <a:off x="7869555" y="5505069"/>
            <a:ext cx="107918" cy="9525"/>
          </a:xfrm>
          <a:custGeom xmlns:a="http://schemas.openxmlformats.org/drawingml/2006/main">
            <a:pathLst>
              <a:path w="107918" h="9525">
                <a:moveTo>
                  <a:pt x="107918" y="0"/>
                </a:moveTo>
                <a:lnTo>
                  <a:pt x="0" y="0"/>
                </a:lnTo>
              </a:path>
            </a:pathLst>
          </a:custGeom>
          <a:noFill xmlns:a="http://schemas.openxmlformats.org/drawingml/2006/main"/>
          <a:ln xmlns:a="http://schemas.openxmlformats.org/drawingml/2006/main" w="16193">
            <a:solidFill>
              <a:srgbClr val="1572C3"/>
            </a:solidFill>
          </a:ln>
        </p:spPr>
      </p:sp>
      <p:sp>
        <p:nvSpPr>
          <p:cNvPr id="311" name="circuit-1255">
            <a:extLst xmlns:a="http://schemas.openxmlformats.org/drawingml/2006/main">
              <a:ext uri="{FF2B5EF4-FFF2-40B4-BE49-F238E27FC236}">
                <a16:creationId xmlns:a16="http://schemas.microsoft.com/office/drawing/2014/main" id="{A1828453-0910-4BCB-BC6E-51822749D417}"/>
              </a:ext>
            </a:extLst>
          </p:cNvPr>
          <p:cNvSpPr>
            <a:spLocks xmlns:a="http://schemas.openxmlformats.org/drawingml/2006/main" noGrp="1"/>
          </p:cNvSpPr>
          <p:nvPr/>
        </p:nvSpPr>
        <p:spPr>
          <a:xfrm xmlns:a="http://schemas.openxmlformats.org/drawingml/2006/main">
            <a:off x="7869555" y="5486267"/>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312" name="">
            <a:extLst xmlns:a="http://schemas.openxmlformats.org/drawingml/2006/main">
              <a:ext uri="{FF2B5EF4-FFF2-40B4-BE49-F238E27FC236}">
                <a16:creationId xmlns:a16="http://schemas.microsoft.com/office/drawing/2014/main" id="{161BF055-CA70-4CDC-8256-78D3DF2B138B}"/>
              </a:ext>
            </a:extLst>
          </p:cNvPr>
          <p:cNvSpPr>
            <a:spLocks xmlns:a="http://schemas.openxmlformats.org/drawingml/2006/main" noGrp="1"/>
          </p:cNvSpPr>
          <p:nvPr/>
        </p:nvSpPr>
        <p:spPr>
          <a:xfrm xmlns:a="http://schemas.openxmlformats.org/drawingml/2006/main">
            <a:off x="7070408" y="4514850"/>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13" name="text-1256">
            <a:extLst xmlns:a="http://schemas.openxmlformats.org/drawingml/2006/main">
              <a:ext uri="{FF2B5EF4-FFF2-40B4-BE49-F238E27FC236}">
                <a16:creationId xmlns:a16="http://schemas.microsoft.com/office/drawing/2014/main" id="{55D98F1C-132A-4D74-8ADC-C6FC5DDC0617}"/>
              </a:ext>
            </a:extLst>
          </p:cNvPr>
          <p:cNvSpPr>
            <a:spLocks xmlns:a="http://schemas.openxmlformats.org/drawingml/2006/main" noGrp="1"/>
          </p:cNvSpPr>
          <p:nvPr/>
        </p:nvSpPr>
        <p:spPr>
          <a:xfrm xmlns:a="http://schemas.openxmlformats.org/drawingml/2006/main">
            <a:off x="7388828" y="4717161"/>
            <a:ext cx="608267"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1572C3"/>
                </a:solidFill>
                <a:latin typeface="Arial"/>
                <a:ea typeface="Arial"/>
                <a:cs typeface="Arial"/>
              </a:defRPr>
            </a:defPPr>
            <a:lvl1pPr algn="l">
              <a:defRPr sz="825" b="0">
                <a:solidFill>
                  <a:srgbClr val="1572C3"/>
                </a:solidFill>
                <a:latin typeface="Arial"/>
                <a:ea typeface="Arial"/>
                <a:cs typeface="Arial"/>
              </a:defRPr>
            </a:lvl1pPr>
            <a:lvl2pPr algn="l">
              <a:defRPr sz="825" b="0">
                <a:solidFill>
                  <a:srgbClr val="1572C3"/>
                </a:solidFill>
                <a:latin typeface="Arial"/>
                <a:ea typeface="Arial"/>
                <a:cs typeface="Arial"/>
              </a:defRPr>
            </a:lvl2pPr>
            <a:lvl3pPr algn="l">
              <a:defRPr sz="825" b="0">
                <a:solidFill>
                  <a:srgbClr val="1572C3"/>
                </a:solidFill>
                <a:latin typeface="Arial"/>
                <a:ea typeface="Arial"/>
                <a:cs typeface="Arial"/>
              </a:defRPr>
            </a:lvl3pPr>
            <a:lvl4pPr algn="l">
              <a:defRPr sz="825" b="0">
                <a:solidFill>
                  <a:srgbClr val="1572C3"/>
                </a:solidFill>
                <a:latin typeface="Arial"/>
                <a:ea typeface="Arial"/>
                <a:cs typeface="Arial"/>
              </a:defRPr>
            </a:lvl4pPr>
            <a:lvl5pPr algn="l">
              <a:defRPr sz="825" b="0">
                <a:solidFill>
                  <a:srgbClr val="1572C3"/>
                </a:solidFill>
                <a:latin typeface="Arial"/>
                <a:ea typeface="Arial"/>
                <a:cs typeface="Arial"/>
              </a:defRPr>
            </a:lvl5pPr>
            <a:lvl6pPr algn="l">
              <a:defRPr sz="825" b="0">
                <a:solidFill>
                  <a:srgbClr val="1572C3"/>
                </a:solidFill>
                <a:latin typeface="Arial"/>
                <a:ea typeface="Arial"/>
                <a:cs typeface="Arial"/>
              </a:defRPr>
            </a:lvl6pPr>
            <a:lvl7pPr algn="l">
              <a:defRPr sz="825" b="0">
                <a:solidFill>
                  <a:srgbClr val="1572C3"/>
                </a:solidFill>
                <a:latin typeface="Arial"/>
                <a:ea typeface="Arial"/>
                <a:cs typeface="Arial"/>
              </a:defRPr>
            </a:lvl7pPr>
            <a:lvl8pPr algn="l">
              <a:defRPr sz="825" b="0">
                <a:solidFill>
                  <a:srgbClr val="1572C3"/>
                </a:solidFill>
                <a:latin typeface="Arial"/>
                <a:ea typeface="Arial"/>
                <a:cs typeface="Arial"/>
              </a:defRPr>
            </a:lvl8pPr>
            <a:lvl9pPr algn="l">
              <a:defRPr sz="825" b="0">
                <a:solidFill>
                  <a:srgbClr val="1572C3"/>
                </a:solidFill>
                <a:latin typeface="Arial"/>
                <a:ea typeface="Arial"/>
                <a:cs typeface="Arial"/>
              </a:defRPr>
            </a:lvl9pPr>
          </a:lstStyle>
          <a:p xmlns:a="http://schemas.openxmlformats.org/drawingml/2006/main">
            <a:pPr algn="l">
              <a:defRPr sz="825" b="0">
                <a:solidFill>
                  <a:srgbClr val="1572C3"/>
                </a:solidFill>
                <a:latin typeface="Arial"/>
                <a:ea typeface="Arial"/>
                <a:cs typeface="Arial"/>
              </a:defRPr>
            </a:pPr>
            <a:r>
              <a:rPr sz="825" b="0">
                <a:solidFill>
                  <a:srgbClr val="1572C3"/>
                </a:solidFill>
                <a:latin typeface="Arial"/>
                <a:ea typeface="Arial"/>
                <a:cs typeface="Arial"/>
              </a:rPr>
              <a:t>MMIO</a:t>
            </a:r>
          </a:p>
        </p:txBody>
      </p:sp>
      <p:sp>
        <p:nvSpPr>
          <p:cNvPr id="314" name="wire-1257">
            <a:extLst xmlns:a="http://schemas.openxmlformats.org/drawingml/2006/main">
              <a:ext uri="{FF2B5EF4-FFF2-40B4-BE49-F238E27FC236}">
                <a16:creationId xmlns:a16="http://schemas.microsoft.com/office/drawing/2014/main" id="{E7AFE6E7-61A1-45CF-AEE9-49065E65FB57}"/>
              </a:ext>
            </a:extLst>
          </p:cNvPr>
          <p:cNvSpPr>
            <a:spLocks xmlns:a="http://schemas.openxmlformats.org/drawingml/2006/main" noGrp="1"/>
          </p:cNvSpPr>
          <p:nvPr/>
        </p:nvSpPr>
        <p:spPr>
          <a:xfrm xmlns:a="http://schemas.openxmlformats.org/drawingml/2006/main">
            <a:off x="6711887" y="5164836"/>
            <a:ext cx="9525" cy="259651"/>
          </a:xfrm>
          <a:custGeom xmlns:a="http://schemas.openxmlformats.org/drawingml/2006/main">
            <a:pathLst>
              <a:path w="9525" h="259651">
                <a:moveTo>
                  <a:pt x="0" y="0"/>
                </a:moveTo>
                <a:lnTo>
                  <a:pt x="0" y="259651"/>
                </a:lnTo>
              </a:path>
            </a:pathLst>
          </a:custGeom>
          <a:noFill xmlns:a="http://schemas.openxmlformats.org/drawingml/2006/main"/>
          <a:ln xmlns:a="http://schemas.openxmlformats.org/drawingml/2006/main" w="14288">
            <a:solidFill>
              <a:srgbClr val="231F20"/>
            </a:solidFill>
          </a:ln>
        </p:spPr>
      </p:sp>
      <p:sp>
        <p:nvSpPr>
          <p:cNvPr id="315" name="circuit-1258">
            <a:extLst xmlns:a="http://schemas.openxmlformats.org/drawingml/2006/main">
              <a:ext uri="{FF2B5EF4-FFF2-40B4-BE49-F238E27FC236}">
                <a16:creationId xmlns:a16="http://schemas.microsoft.com/office/drawing/2014/main" id="{946E32E5-3795-401F-B45D-C01A1D45E953}"/>
              </a:ext>
            </a:extLst>
          </p:cNvPr>
          <p:cNvSpPr>
            <a:spLocks xmlns:a="http://schemas.openxmlformats.org/drawingml/2006/main" noGrp="1"/>
          </p:cNvSpPr>
          <p:nvPr/>
        </p:nvSpPr>
        <p:spPr>
          <a:xfrm xmlns:a="http://schemas.openxmlformats.org/drawingml/2006/main">
            <a:off x="6691284" y="5379720"/>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316" name="wire-1259">
            <a:extLst xmlns:a="http://schemas.openxmlformats.org/drawingml/2006/main">
              <a:ext uri="{FF2B5EF4-FFF2-40B4-BE49-F238E27FC236}">
                <a16:creationId xmlns:a16="http://schemas.microsoft.com/office/drawing/2014/main" id="{8E39B39A-3CA0-4DFC-9BC4-E1C5D3D32FA5}"/>
              </a:ext>
            </a:extLst>
          </p:cNvPr>
          <p:cNvSpPr>
            <a:spLocks xmlns:a="http://schemas.openxmlformats.org/drawingml/2006/main" noGrp="1"/>
          </p:cNvSpPr>
          <p:nvPr/>
        </p:nvSpPr>
        <p:spPr>
          <a:xfrm xmlns:a="http://schemas.openxmlformats.org/drawingml/2006/main">
            <a:off x="6711887" y="5164836"/>
            <a:ext cx="9525" cy="259651"/>
          </a:xfrm>
          <a:custGeom xmlns:a="http://schemas.openxmlformats.org/drawingml/2006/main">
            <a:pathLst>
              <a:path w="9525" h="259651">
                <a:moveTo>
                  <a:pt x="0" y="259651"/>
                </a:moveTo>
                <a:lnTo>
                  <a:pt x="0" y="0"/>
                </a:lnTo>
              </a:path>
            </a:pathLst>
          </a:custGeom>
          <a:noFill xmlns:a="http://schemas.openxmlformats.org/drawingml/2006/main"/>
          <a:ln xmlns:a="http://schemas.openxmlformats.org/drawingml/2006/main" w="14288">
            <a:solidFill>
              <a:srgbClr val="231F20"/>
            </a:solidFill>
          </a:ln>
        </p:spPr>
      </p:sp>
      <p:sp>
        <p:nvSpPr>
          <p:cNvPr id="317" name="circuit-1260">
            <a:extLst xmlns:a="http://schemas.openxmlformats.org/drawingml/2006/main">
              <a:ext uri="{FF2B5EF4-FFF2-40B4-BE49-F238E27FC236}">
                <a16:creationId xmlns:a16="http://schemas.microsoft.com/office/drawing/2014/main" id="{9C5CB068-F474-40F4-B2A9-669055078A55}"/>
              </a:ext>
            </a:extLst>
          </p:cNvPr>
          <p:cNvSpPr>
            <a:spLocks xmlns:a="http://schemas.openxmlformats.org/drawingml/2006/main" noGrp="1"/>
          </p:cNvSpPr>
          <p:nvPr/>
        </p:nvSpPr>
        <p:spPr>
          <a:xfrm xmlns:a="http://schemas.openxmlformats.org/drawingml/2006/main">
            <a:off x="6691284" y="5164836"/>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231F20"/>
          </a:solidFill>
          <a:ln xmlns:a="http://schemas.openxmlformats.org/drawingml/2006/main" w="4763">
            <a:solidFill>
              <a:srgbClr val="231F20"/>
            </a:solidFill>
          </a:ln>
        </p:spPr>
      </p:sp>
      <p:sp>
        <p:nvSpPr>
          <p:cNvPr id="318" name="circuit-1261">
            <a:extLst xmlns:a="http://schemas.openxmlformats.org/drawingml/2006/main">
              <a:ext uri="{FF2B5EF4-FFF2-40B4-BE49-F238E27FC236}">
                <a16:creationId xmlns:a16="http://schemas.microsoft.com/office/drawing/2014/main" id="{6E09810B-0061-4FBD-92D1-FAE609C7ADF3}"/>
              </a:ext>
            </a:extLst>
          </p:cNvPr>
          <p:cNvSpPr>
            <a:spLocks xmlns:a="http://schemas.openxmlformats.org/drawingml/2006/main" noGrp="1"/>
          </p:cNvSpPr>
          <p:nvPr/>
        </p:nvSpPr>
        <p:spPr>
          <a:xfrm xmlns:a="http://schemas.openxmlformats.org/drawingml/2006/main">
            <a:off x="8006906" y="4869371"/>
            <a:ext cx="166783" cy="420815"/>
          </a:xfrm>
          <a:custGeom xmlns:a="http://schemas.openxmlformats.org/drawingml/2006/main">
            <a:pathLst>
              <a:path w="166783" h="420815">
                <a:moveTo>
                  <a:pt x="0" y="0"/>
                </a:moveTo>
                <a:lnTo>
                  <a:pt x="166783" y="53721"/>
                </a:lnTo>
                <a:lnTo>
                  <a:pt x="166783" y="367094"/>
                </a:lnTo>
                <a:lnTo>
                  <a:pt x="0" y="420815"/>
                </a:lnTo>
                <a:close/>
              </a:path>
            </a:pathLst>
          </a:custGeom>
          <a:solidFill xmlns:a="http://schemas.openxmlformats.org/drawingml/2006/main">
            <a:srgbClr val="FFFFFF"/>
          </a:solidFill>
          <a:ln xmlns:a="http://schemas.openxmlformats.org/drawingml/2006/main" w="14288">
            <a:solidFill>
              <a:srgbClr val="231F20"/>
            </a:solidFill>
          </a:ln>
        </p:spPr>
      </p:sp>
      <p:sp>
        <p:nvSpPr>
          <p:cNvPr id="319" name="text-1262">
            <a:extLst xmlns:a="http://schemas.openxmlformats.org/drawingml/2006/main">
              <a:ext uri="{FF2B5EF4-FFF2-40B4-BE49-F238E27FC236}">
                <a16:creationId xmlns:a16="http://schemas.microsoft.com/office/drawing/2014/main" id="{82B133D6-86AB-4DA9-A087-484410497874}"/>
              </a:ext>
            </a:extLst>
          </p:cNvPr>
          <p:cNvSpPr>
            <a:spLocks xmlns:a="http://schemas.openxmlformats.org/drawingml/2006/main" noGrp="1"/>
          </p:cNvSpPr>
          <p:nvPr/>
        </p:nvSpPr>
        <p:spPr>
          <a:xfrm xmlns:a="http://schemas.openxmlformats.org/drawingml/2006/main">
            <a:off x="8016716" y="4896231"/>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320" name="text-1263">
            <a:extLst xmlns:a="http://schemas.openxmlformats.org/drawingml/2006/main">
              <a:ext uri="{FF2B5EF4-FFF2-40B4-BE49-F238E27FC236}">
                <a16:creationId xmlns:a16="http://schemas.microsoft.com/office/drawing/2014/main" id="{3FC4C50C-4B1D-45F9-8CAB-641A0BA4BFA6}"/>
              </a:ext>
            </a:extLst>
          </p:cNvPr>
          <p:cNvSpPr>
            <a:spLocks xmlns:a="http://schemas.openxmlformats.org/drawingml/2006/main" noGrp="1"/>
          </p:cNvSpPr>
          <p:nvPr/>
        </p:nvSpPr>
        <p:spPr>
          <a:xfrm xmlns:a="http://schemas.openxmlformats.org/drawingml/2006/main">
            <a:off x="8016716" y="5129022"/>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321" name="wire-1264">
            <a:extLst xmlns:a="http://schemas.openxmlformats.org/drawingml/2006/main">
              <a:ext uri="{FF2B5EF4-FFF2-40B4-BE49-F238E27FC236}">
                <a16:creationId xmlns:a16="http://schemas.microsoft.com/office/drawing/2014/main" id="{0EF5383A-CC6E-4858-8E07-0EF89532DA5C}"/>
              </a:ext>
            </a:extLst>
          </p:cNvPr>
          <p:cNvSpPr>
            <a:spLocks xmlns:a="http://schemas.openxmlformats.org/drawingml/2006/main" noGrp="1"/>
          </p:cNvSpPr>
          <p:nvPr/>
        </p:nvSpPr>
        <p:spPr>
          <a:xfrm xmlns:a="http://schemas.openxmlformats.org/drawingml/2006/main">
            <a:off x="7114127" y="4932045"/>
            <a:ext cx="892778" cy="35814"/>
          </a:xfrm>
          <a:custGeom xmlns:a="http://schemas.openxmlformats.org/drawingml/2006/main">
            <a:pathLst>
              <a:path w="892778" h="35814">
                <a:moveTo>
                  <a:pt x="0" y="0"/>
                </a:moveTo>
                <a:lnTo>
                  <a:pt x="892778" y="35814"/>
                </a:lnTo>
              </a:path>
            </a:pathLst>
          </a:custGeom>
          <a:noFill xmlns:a="http://schemas.openxmlformats.org/drawingml/2006/main"/>
          <a:ln xmlns:a="http://schemas.openxmlformats.org/drawingml/2006/main" w="14288">
            <a:solidFill>
              <a:srgbClr val="231F20"/>
            </a:solidFill>
          </a:ln>
        </p:spPr>
      </p:sp>
      <p:sp>
        <p:nvSpPr>
          <p:cNvPr id="322" name="circuit-1265">
            <a:extLst xmlns:a="http://schemas.openxmlformats.org/drawingml/2006/main">
              <a:ext uri="{FF2B5EF4-FFF2-40B4-BE49-F238E27FC236}">
                <a16:creationId xmlns:a16="http://schemas.microsoft.com/office/drawing/2014/main" id="{F44FC28F-861F-4AE9-B156-E17CD767340E}"/>
              </a:ext>
            </a:extLst>
          </p:cNvPr>
          <p:cNvSpPr>
            <a:spLocks xmlns:a="http://schemas.openxmlformats.org/drawingml/2006/main" noGrp="1"/>
          </p:cNvSpPr>
          <p:nvPr/>
        </p:nvSpPr>
        <p:spPr>
          <a:xfrm xmlns:a="http://schemas.openxmlformats.org/drawingml/2006/main">
            <a:off x="7956994" y="4947109"/>
            <a:ext cx="49911" cy="37568"/>
          </a:xfrm>
          <a:custGeom xmlns:a="http://schemas.openxmlformats.org/drawingml/2006/main">
            <a:pathLst>
              <a:path w="49911" h="37568">
                <a:moveTo>
                  <a:pt x="49911" y="20750"/>
                </a:moveTo>
                <a:lnTo>
                  <a:pt x="1809" y="0"/>
                </a:lnTo>
                <a:lnTo>
                  <a:pt x="0" y="37568"/>
                </a:lnTo>
                <a:close/>
              </a:path>
            </a:pathLst>
          </a:custGeom>
          <a:solidFill xmlns:a="http://schemas.openxmlformats.org/drawingml/2006/main">
            <a:srgbClr val="231F20"/>
          </a:solidFill>
          <a:ln xmlns:a="http://schemas.openxmlformats.org/drawingml/2006/main" w="4763">
            <a:solidFill>
              <a:srgbClr val="231F20"/>
            </a:solidFill>
          </a:ln>
        </p:spPr>
      </p:sp>
      <p:sp>
        <p:nvSpPr>
          <p:cNvPr id="323" name="wire-1266">
            <a:extLst xmlns:a="http://schemas.openxmlformats.org/drawingml/2006/main">
              <a:ext uri="{FF2B5EF4-FFF2-40B4-BE49-F238E27FC236}">
                <a16:creationId xmlns:a16="http://schemas.microsoft.com/office/drawing/2014/main" id="{88ED8492-C45A-4229-935E-98C0C5EFF98E}"/>
              </a:ext>
            </a:extLst>
          </p:cNvPr>
          <p:cNvSpPr>
            <a:spLocks xmlns:a="http://schemas.openxmlformats.org/drawingml/2006/main" noGrp="1"/>
          </p:cNvSpPr>
          <p:nvPr/>
        </p:nvSpPr>
        <p:spPr>
          <a:xfrm xmlns:a="http://schemas.openxmlformats.org/drawingml/2006/main">
            <a:off x="7467314" y="5182743"/>
            <a:ext cx="9525" cy="241744"/>
          </a:xfrm>
          <a:custGeom xmlns:a="http://schemas.openxmlformats.org/drawingml/2006/main">
            <a:pathLst>
              <a:path w="9525" h="241744">
                <a:moveTo>
                  <a:pt x="0" y="241744"/>
                </a:moveTo>
                <a:lnTo>
                  <a:pt x="0" y="0"/>
                </a:lnTo>
              </a:path>
            </a:pathLst>
          </a:custGeom>
          <a:noFill xmlns:a="http://schemas.openxmlformats.org/drawingml/2006/main"/>
          <a:ln xmlns:a="http://schemas.openxmlformats.org/drawingml/2006/main" w="14288">
            <a:solidFill>
              <a:srgbClr val="231F20"/>
            </a:solidFill>
          </a:ln>
        </p:spPr>
      </p:sp>
      <p:sp>
        <p:nvSpPr>
          <p:cNvPr id="324" name="wire-1267">
            <a:extLst xmlns:a="http://schemas.openxmlformats.org/drawingml/2006/main">
              <a:ext uri="{FF2B5EF4-FFF2-40B4-BE49-F238E27FC236}">
                <a16:creationId xmlns:a16="http://schemas.microsoft.com/office/drawing/2014/main" id="{AD3F0C97-931E-4C07-99CB-478D14E2739E}"/>
              </a:ext>
            </a:extLst>
          </p:cNvPr>
          <p:cNvSpPr>
            <a:spLocks xmlns:a="http://schemas.openxmlformats.org/drawingml/2006/main" noGrp="1"/>
          </p:cNvSpPr>
          <p:nvPr/>
        </p:nvSpPr>
        <p:spPr>
          <a:xfrm xmlns:a="http://schemas.openxmlformats.org/drawingml/2006/main">
            <a:off x="7467314" y="5182743"/>
            <a:ext cx="539591" cy="9525"/>
          </a:xfrm>
          <a:custGeom xmlns:a="http://schemas.openxmlformats.org/drawingml/2006/main">
            <a:pathLst>
              <a:path w="539591" h="9525">
                <a:moveTo>
                  <a:pt x="0" y="0"/>
                </a:moveTo>
                <a:lnTo>
                  <a:pt x="539591" y="0"/>
                </a:lnTo>
              </a:path>
            </a:pathLst>
          </a:custGeom>
          <a:noFill xmlns:a="http://schemas.openxmlformats.org/drawingml/2006/main"/>
          <a:ln xmlns:a="http://schemas.openxmlformats.org/drawingml/2006/main" w="14288">
            <a:solidFill>
              <a:srgbClr val="231F20"/>
            </a:solidFill>
          </a:ln>
        </p:spPr>
      </p:sp>
      <p:sp>
        <p:nvSpPr>
          <p:cNvPr id="325" name="circuit-1268">
            <a:extLst xmlns:a="http://schemas.openxmlformats.org/drawingml/2006/main">
              <a:ext uri="{FF2B5EF4-FFF2-40B4-BE49-F238E27FC236}">
                <a16:creationId xmlns:a16="http://schemas.microsoft.com/office/drawing/2014/main" id="{31FDBB20-A762-40BB-930A-C23F5FE99C92}"/>
              </a:ext>
            </a:extLst>
          </p:cNvPr>
          <p:cNvSpPr>
            <a:spLocks xmlns:a="http://schemas.openxmlformats.org/drawingml/2006/main" noGrp="1"/>
          </p:cNvSpPr>
          <p:nvPr/>
        </p:nvSpPr>
        <p:spPr>
          <a:xfrm xmlns:a="http://schemas.openxmlformats.org/drawingml/2006/main">
            <a:off x="7957852" y="5163941"/>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326" name="block-1269">
            <a:extLst xmlns:a="http://schemas.openxmlformats.org/drawingml/2006/main">
              <a:ext uri="{FF2B5EF4-FFF2-40B4-BE49-F238E27FC236}">
                <a16:creationId xmlns:a16="http://schemas.microsoft.com/office/drawing/2014/main" id="{50630253-44F7-44B7-AF68-0670ECCF3C6A}"/>
              </a:ext>
            </a:extLst>
          </p:cNvPr>
          <p:cNvSpPr>
            <a:spLocks xmlns:a="http://schemas.openxmlformats.org/drawingml/2006/main" noGrp="1"/>
          </p:cNvSpPr>
          <p:nvPr/>
        </p:nvSpPr>
        <p:spPr>
          <a:xfrm xmlns:a="http://schemas.openxmlformats.org/drawingml/2006/main">
            <a:off x="8369903" y="3938207"/>
            <a:ext cx="117729" cy="1862328"/>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327" name="circuit-1270">
            <a:extLst xmlns:a="http://schemas.openxmlformats.org/drawingml/2006/main">
              <a:ext uri="{FF2B5EF4-FFF2-40B4-BE49-F238E27FC236}">
                <a16:creationId xmlns:a16="http://schemas.microsoft.com/office/drawing/2014/main" id="{3DA2BB8C-CF53-4E4D-8D14-C3C45A8E048F}"/>
              </a:ext>
            </a:extLst>
          </p:cNvPr>
          <p:cNvSpPr>
            <a:spLocks xmlns:a="http://schemas.openxmlformats.org/drawingml/2006/main" noGrp="1"/>
          </p:cNvSpPr>
          <p:nvPr/>
        </p:nvSpPr>
        <p:spPr>
          <a:xfrm xmlns:a="http://schemas.openxmlformats.org/drawingml/2006/main">
            <a:off x="8389525" y="3938207"/>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328" name="wire-1271">
            <a:extLst xmlns:a="http://schemas.openxmlformats.org/drawingml/2006/main">
              <a:ext uri="{FF2B5EF4-FFF2-40B4-BE49-F238E27FC236}">
                <a16:creationId xmlns:a16="http://schemas.microsoft.com/office/drawing/2014/main" id="{116D786E-EB2B-40EF-A91E-90A83CDEDB36}"/>
              </a:ext>
            </a:extLst>
          </p:cNvPr>
          <p:cNvSpPr>
            <a:spLocks xmlns:a="http://schemas.openxmlformats.org/drawingml/2006/main" noGrp="1"/>
          </p:cNvSpPr>
          <p:nvPr/>
        </p:nvSpPr>
        <p:spPr>
          <a:xfrm xmlns:a="http://schemas.openxmlformats.org/drawingml/2006/main">
            <a:off x="8428768" y="3884486"/>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329" name="text-1272">
            <a:extLst xmlns:a="http://schemas.openxmlformats.org/drawingml/2006/main">
              <a:ext uri="{FF2B5EF4-FFF2-40B4-BE49-F238E27FC236}">
                <a16:creationId xmlns:a16="http://schemas.microsoft.com/office/drawing/2014/main" id="{A09B4DF3-EB4A-47EB-B059-0699B6E38D46}"/>
              </a:ext>
            </a:extLst>
          </p:cNvPr>
          <p:cNvSpPr>
            <a:spLocks xmlns:a="http://schemas.openxmlformats.org/drawingml/2006/main" noGrp="1"/>
          </p:cNvSpPr>
          <p:nvPr/>
        </p:nvSpPr>
        <p:spPr>
          <a:xfrm xmlns:a="http://schemas.openxmlformats.org/drawingml/2006/main">
            <a:off x="8154067" y="3687509"/>
            <a:ext cx="608267"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1">
                <a:solidFill>
                  <a:srgbClr val="231F20"/>
                </a:solidFill>
                <a:latin typeface="Arial"/>
                <a:ea typeface="Arial"/>
                <a:cs typeface="Arial"/>
              </a:defRPr>
            </a:defPPr>
            <a:lvl1pPr algn="l">
              <a:defRPr sz="1050" b="1">
                <a:solidFill>
                  <a:srgbClr val="231F20"/>
                </a:solidFill>
                <a:latin typeface="Arial"/>
                <a:ea typeface="Arial"/>
                <a:cs typeface="Arial"/>
              </a:defRPr>
            </a:lvl1pPr>
            <a:lvl2pPr algn="l">
              <a:defRPr sz="1050" b="1">
                <a:solidFill>
                  <a:srgbClr val="231F20"/>
                </a:solidFill>
                <a:latin typeface="Arial"/>
                <a:ea typeface="Arial"/>
                <a:cs typeface="Arial"/>
              </a:defRPr>
            </a:lvl2pPr>
            <a:lvl3pPr algn="l">
              <a:defRPr sz="1050" b="1">
                <a:solidFill>
                  <a:srgbClr val="231F20"/>
                </a:solidFill>
                <a:latin typeface="Arial"/>
                <a:ea typeface="Arial"/>
                <a:cs typeface="Arial"/>
              </a:defRPr>
            </a:lvl3pPr>
            <a:lvl4pPr algn="l">
              <a:defRPr sz="1050" b="1">
                <a:solidFill>
                  <a:srgbClr val="231F20"/>
                </a:solidFill>
                <a:latin typeface="Arial"/>
                <a:ea typeface="Arial"/>
                <a:cs typeface="Arial"/>
              </a:defRPr>
            </a:lvl4pPr>
            <a:lvl5pPr algn="l">
              <a:defRPr sz="1050" b="1">
                <a:solidFill>
                  <a:srgbClr val="231F20"/>
                </a:solidFill>
                <a:latin typeface="Arial"/>
                <a:ea typeface="Arial"/>
                <a:cs typeface="Arial"/>
              </a:defRPr>
            </a:lvl5pPr>
            <a:lvl6pPr algn="l">
              <a:defRPr sz="1050" b="1">
                <a:solidFill>
                  <a:srgbClr val="231F20"/>
                </a:solidFill>
                <a:latin typeface="Arial"/>
                <a:ea typeface="Arial"/>
                <a:cs typeface="Arial"/>
              </a:defRPr>
            </a:lvl6pPr>
            <a:lvl7pPr algn="l">
              <a:defRPr sz="1050" b="1">
                <a:solidFill>
                  <a:srgbClr val="231F20"/>
                </a:solidFill>
                <a:latin typeface="Arial"/>
                <a:ea typeface="Arial"/>
                <a:cs typeface="Arial"/>
              </a:defRPr>
            </a:lvl7pPr>
            <a:lvl8pPr algn="l">
              <a:defRPr sz="1050" b="1">
                <a:solidFill>
                  <a:srgbClr val="231F20"/>
                </a:solidFill>
                <a:latin typeface="Arial"/>
                <a:ea typeface="Arial"/>
                <a:cs typeface="Arial"/>
              </a:defRPr>
            </a:lvl8pPr>
            <a:lvl9pPr algn="l">
              <a:defRPr sz="1050" b="1">
                <a:solidFill>
                  <a:srgbClr val="231F20"/>
                </a:solidFill>
                <a:latin typeface="Arial"/>
                <a:ea typeface="Arial"/>
                <a:cs typeface="Arial"/>
              </a:defRPr>
            </a:lvl9pPr>
          </a:lstStyle>
          <a:p xmlns:a="http://schemas.openxmlformats.org/drawingml/2006/main">
            <a:pPr algn="l">
              <a:defRPr sz="1050" b="1">
                <a:solidFill>
                  <a:srgbClr val="231F20"/>
                </a:solidFill>
                <a:latin typeface="Arial"/>
                <a:ea typeface="Arial"/>
                <a:cs typeface="Arial"/>
              </a:defRPr>
            </a:pPr>
            <a:r>
              <a:rPr sz="1050" b="1">
                <a:solidFill>
                  <a:srgbClr val="231F20"/>
                </a:solidFill>
                <a:latin typeface="Arial"/>
                <a:ea typeface="Arial"/>
                <a:cs typeface="Arial"/>
              </a:rPr>
              <a:t>M / W</a:t>
            </a:r>
          </a:p>
        </p:txBody>
      </p:sp>
      <p:sp>
        <p:nvSpPr>
          <p:cNvPr id="330" name="wire-1273">
            <a:extLst xmlns:a="http://schemas.openxmlformats.org/drawingml/2006/main">
              <a:ext uri="{FF2B5EF4-FFF2-40B4-BE49-F238E27FC236}">
                <a16:creationId xmlns:a16="http://schemas.microsoft.com/office/drawing/2014/main" id="{4CF027C9-112D-4189-B8FA-6B835B19EA6F}"/>
              </a:ext>
            </a:extLst>
          </p:cNvPr>
          <p:cNvSpPr>
            <a:spLocks xmlns:a="http://schemas.openxmlformats.org/drawingml/2006/main" noGrp="1"/>
          </p:cNvSpPr>
          <p:nvPr/>
        </p:nvSpPr>
        <p:spPr>
          <a:xfrm xmlns:a="http://schemas.openxmlformats.org/drawingml/2006/main">
            <a:off x="8173688" y="5084255"/>
            <a:ext cx="196215" cy="9525"/>
          </a:xfrm>
          <a:custGeom xmlns:a="http://schemas.openxmlformats.org/drawingml/2006/main">
            <a:pathLst>
              <a:path w="196215" h="9525">
                <a:moveTo>
                  <a:pt x="0" y="0"/>
                </a:moveTo>
                <a:lnTo>
                  <a:pt x="196215" y="0"/>
                </a:lnTo>
              </a:path>
            </a:pathLst>
          </a:custGeom>
          <a:noFill xmlns:a="http://schemas.openxmlformats.org/drawingml/2006/main"/>
          <a:ln xmlns:a="http://schemas.openxmlformats.org/drawingml/2006/main" w="15240">
            <a:solidFill>
              <a:srgbClr val="231F20"/>
            </a:solidFill>
          </a:ln>
        </p:spPr>
      </p:sp>
      <p:sp>
        <p:nvSpPr>
          <p:cNvPr id="331" name="wire-1274">
            <a:extLst xmlns:a="http://schemas.openxmlformats.org/drawingml/2006/main">
              <a:ext uri="{FF2B5EF4-FFF2-40B4-BE49-F238E27FC236}">
                <a16:creationId xmlns:a16="http://schemas.microsoft.com/office/drawing/2014/main" id="{60009148-9289-4066-8644-318347B12735}"/>
              </a:ext>
            </a:extLst>
          </p:cNvPr>
          <p:cNvSpPr>
            <a:spLocks xmlns:a="http://schemas.openxmlformats.org/drawingml/2006/main" noGrp="1"/>
          </p:cNvSpPr>
          <p:nvPr/>
        </p:nvSpPr>
        <p:spPr>
          <a:xfrm xmlns:a="http://schemas.openxmlformats.org/drawingml/2006/main">
            <a:off x="8487632" y="5084255"/>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5240">
            <a:solidFill>
              <a:srgbClr val="231F20"/>
            </a:solidFill>
          </a:ln>
        </p:spPr>
      </p:sp>
      <p:sp>
        <p:nvSpPr>
          <p:cNvPr id="332" name="circuit-1275">
            <a:extLst xmlns:a="http://schemas.openxmlformats.org/drawingml/2006/main">
              <a:ext uri="{FF2B5EF4-FFF2-40B4-BE49-F238E27FC236}">
                <a16:creationId xmlns:a16="http://schemas.microsoft.com/office/drawing/2014/main" id="{809537E2-B609-4F6F-8005-24B91A559D4C}"/>
              </a:ext>
            </a:extLst>
          </p:cNvPr>
          <p:cNvSpPr>
            <a:spLocks xmlns:a="http://schemas.openxmlformats.org/drawingml/2006/main" noGrp="1"/>
          </p:cNvSpPr>
          <p:nvPr/>
        </p:nvSpPr>
        <p:spPr>
          <a:xfrm xmlns:a="http://schemas.openxmlformats.org/drawingml/2006/main">
            <a:off x="8566118" y="506545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333" name="text-1276">
            <a:extLst xmlns:a="http://schemas.openxmlformats.org/drawingml/2006/main">
              <a:ext uri="{FF2B5EF4-FFF2-40B4-BE49-F238E27FC236}">
                <a16:creationId xmlns:a16="http://schemas.microsoft.com/office/drawing/2014/main" id="{8F51B0B5-9DE3-4404-BEF8-FACD35B63490}"/>
              </a:ext>
            </a:extLst>
          </p:cNvPr>
          <p:cNvSpPr>
            <a:spLocks xmlns:a="http://schemas.openxmlformats.org/drawingml/2006/main" noGrp="1"/>
          </p:cNvSpPr>
          <p:nvPr/>
        </p:nvSpPr>
        <p:spPr>
          <a:xfrm xmlns:a="http://schemas.openxmlformats.org/drawingml/2006/main">
            <a:off x="7624286" y="5272278"/>
            <a:ext cx="1088993" cy="1701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ReadDataW</a:t>
            </a:r>
          </a:p>
        </p:txBody>
      </p:sp>
      <p:sp>
        <p:nvSpPr>
          <p:cNvPr id="334" name="wire-1277">
            <a:extLst xmlns:a="http://schemas.openxmlformats.org/drawingml/2006/main">
              <a:ext uri="{FF2B5EF4-FFF2-40B4-BE49-F238E27FC236}">
                <a16:creationId xmlns:a16="http://schemas.microsoft.com/office/drawing/2014/main" id="{38C906DE-AB08-4E46-A7EE-75AC0853BAEA}"/>
              </a:ext>
            </a:extLst>
          </p:cNvPr>
          <p:cNvSpPr>
            <a:spLocks xmlns:a="http://schemas.openxmlformats.org/drawingml/2006/main" noGrp="1"/>
          </p:cNvSpPr>
          <p:nvPr/>
        </p:nvSpPr>
        <p:spPr>
          <a:xfrm xmlns:a="http://schemas.openxmlformats.org/drawingml/2006/main">
            <a:off x="7869555" y="5603558"/>
            <a:ext cx="412051" cy="9525"/>
          </a:xfrm>
          <a:custGeom xmlns:a="http://schemas.openxmlformats.org/drawingml/2006/main">
            <a:pathLst>
              <a:path w="412051" h="9525">
                <a:moveTo>
                  <a:pt x="0" y="0"/>
                </a:moveTo>
                <a:lnTo>
                  <a:pt x="412051" y="0"/>
                </a:lnTo>
              </a:path>
            </a:pathLst>
          </a:custGeom>
          <a:noFill xmlns:a="http://schemas.openxmlformats.org/drawingml/2006/main"/>
          <a:ln xmlns:a="http://schemas.openxmlformats.org/drawingml/2006/main" w="20003">
            <a:solidFill>
              <a:srgbClr val="1572C3"/>
            </a:solidFill>
          </a:ln>
        </p:spPr>
      </p:sp>
      <p:sp>
        <p:nvSpPr>
          <p:cNvPr id="335" name="wire-1278">
            <a:extLst xmlns:a="http://schemas.openxmlformats.org/drawingml/2006/main">
              <a:ext uri="{FF2B5EF4-FFF2-40B4-BE49-F238E27FC236}">
                <a16:creationId xmlns:a16="http://schemas.microsoft.com/office/drawing/2014/main" id="{FBE914F5-8B6D-45A1-8B09-D11F3AEF5AF7}"/>
              </a:ext>
            </a:extLst>
          </p:cNvPr>
          <p:cNvSpPr>
            <a:spLocks xmlns:a="http://schemas.openxmlformats.org/drawingml/2006/main" noGrp="1"/>
          </p:cNvSpPr>
          <p:nvPr/>
        </p:nvSpPr>
        <p:spPr>
          <a:xfrm xmlns:a="http://schemas.openxmlformats.org/drawingml/2006/main">
            <a:off x="8281607" y="3651695"/>
            <a:ext cx="9525" cy="1951863"/>
          </a:xfrm>
          <a:custGeom xmlns:a="http://schemas.openxmlformats.org/drawingml/2006/main">
            <a:pathLst>
              <a:path w="9525" h="1951863">
                <a:moveTo>
                  <a:pt x="0" y="1951863"/>
                </a:moveTo>
                <a:lnTo>
                  <a:pt x="0" y="0"/>
                </a:lnTo>
              </a:path>
            </a:pathLst>
          </a:custGeom>
          <a:noFill xmlns:a="http://schemas.openxmlformats.org/drawingml/2006/main"/>
          <a:ln xmlns:a="http://schemas.openxmlformats.org/drawingml/2006/main" w="20003">
            <a:solidFill>
              <a:srgbClr val="1572C3"/>
            </a:solidFill>
          </a:ln>
        </p:spPr>
      </p:sp>
      <p:sp>
        <p:nvSpPr>
          <p:cNvPr id="336" name="wire-1279">
            <a:extLst xmlns:a="http://schemas.openxmlformats.org/drawingml/2006/main">
              <a:ext uri="{FF2B5EF4-FFF2-40B4-BE49-F238E27FC236}">
                <a16:creationId xmlns:a16="http://schemas.microsoft.com/office/drawing/2014/main" id="{701C0338-D109-4C76-82B8-EE559EB998BA}"/>
              </a:ext>
            </a:extLst>
          </p:cNvPr>
          <p:cNvSpPr>
            <a:spLocks xmlns:a="http://schemas.openxmlformats.org/drawingml/2006/main" noGrp="1"/>
          </p:cNvSpPr>
          <p:nvPr/>
        </p:nvSpPr>
        <p:spPr>
          <a:xfrm xmlns:a="http://schemas.openxmlformats.org/drawingml/2006/main">
            <a:off x="8281607" y="3651695"/>
            <a:ext cx="147161" cy="9525"/>
          </a:xfrm>
          <a:custGeom xmlns:a="http://schemas.openxmlformats.org/drawingml/2006/main">
            <a:pathLst>
              <a:path w="147161" h="9525">
                <a:moveTo>
                  <a:pt x="0" y="0"/>
                </a:moveTo>
                <a:lnTo>
                  <a:pt x="147161" y="0"/>
                </a:lnTo>
              </a:path>
            </a:pathLst>
          </a:custGeom>
          <a:noFill xmlns:a="http://schemas.openxmlformats.org/drawingml/2006/main"/>
          <a:ln xmlns:a="http://schemas.openxmlformats.org/drawingml/2006/main" w="20003">
            <a:solidFill>
              <a:srgbClr val="1572C3"/>
            </a:solidFill>
          </a:ln>
        </p:spPr>
      </p:sp>
      <p:sp>
        <p:nvSpPr>
          <p:cNvPr id="337" name="circuit-1280">
            <a:extLst xmlns:a="http://schemas.openxmlformats.org/drawingml/2006/main">
              <a:ext uri="{FF2B5EF4-FFF2-40B4-BE49-F238E27FC236}">
                <a16:creationId xmlns:a16="http://schemas.microsoft.com/office/drawing/2014/main" id="{8F0E40BB-12F2-42F3-9FC9-733DDF700AB6}"/>
              </a:ext>
            </a:extLst>
          </p:cNvPr>
          <p:cNvSpPr>
            <a:spLocks xmlns:a="http://schemas.openxmlformats.org/drawingml/2006/main" noGrp="1"/>
          </p:cNvSpPr>
          <p:nvPr/>
        </p:nvSpPr>
        <p:spPr>
          <a:xfrm xmlns:a="http://schemas.openxmlformats.org/drawingml/2006/main">
            <a:off x="8379714" y="363289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338" name="wire-1281">
            <a:extLst xmlns:a="http://schemas.openxmlformats.org/drawingml/2006/main">
              <a:ext uri="{FF2B5EF4-FFF2-40B4-BE49-F238E27FC236}">
                <a16:creationId xmlns:a16="http://schemas.microsoft.com/office/drawing/2014/main" id="{7C57E642-E83C-4F62-A892-7F4DCA31AA9F}"/>
              </a:ext>
            </a:extLst>
          </p:cNvPr>
          <p:cNvSpPr>
            <a:spLocks xmlns:a="http://schemas.openxmlformats.org/drawingml/2006/main" noGrp="1"/>
          </p:cNvSpPr>
          <p:nvPr/>
        </p:nvSpPr>
        <p:spPr>
          <a:xfrm xmlns:a="http://schemas.openxmlformats.org/drawingml/2006/main">
            <a:off x="7869555" y="5603558"/>
            <a:ext cx="412051" cy="9525"/>
          </a:xfrm>
          <a:custGeom xmlns:a="http://schemas.openxmlformats.org/drawingml/2006/main">
            <a:pathLst>
              <a:path w="412051" h="9525">
                <a:moveTo>
                  <a:pt x="412051" y="0"/>
                </a:moveTo>
                <a:lnTo>
                  <a:pt x="0" y="0"/>
                </a:lnTo>
              </a:path>
            </a:pathLst>
          </a:custGeom>
          <a:noFill xmlns:a="http://schemas.openxmlformats.org/drawingml/2006/main"/>
          <a:ln xmlns:a="http://schemas.openxmlformats.org/drawingml/2006/main" w="20003">
            <a:solidFill>
              <a:srgbClr val="1572C3"/>
            </a:solidFill>
          </a:ln>
        </p:spPr>
      </p:sp>
      <p:sp>
        <p:nvSpPr>
          <p:cNvPr id="339" name="circuit-1282">
            <a:extLst xmlns:a="http://schemas.openxmlformats.org/drawingml/2006/main">
              <a:ext uri="{FF2B5EF4-FFF2-40B4-BE49-F238E27FC236}">
                <a16:creationId xmlns:a16="http://schemas.microsoft.com/office/drawing/2014/main" id="{4BCE9CC4-958F-4E26-B9D5-C34F02835903}"/>
              </a:ext>
            </a:extLst>
          </p:cNvPr>
          <p:cNvSpPr>
            <a:spLocks xmlns:a="http://schemas.openxmlformats.org/drawingml/2006/main" noGrp="1"/>
          </p:cNvSpPr>
          <p:nvPr/>
        </p:nvSpPr>
        <p:spPr>
          <a:xfrm xmlns:a="http://schemas.openxmlformats.org/drawingml/2006/main">
            <a:off x="7869555" y="5584755"/>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340" name="circuit-1283">
            <a:extLst xmlns:a="http://schemas.openxmlformats.org/drawingml/2006/main">
              <a:ext uri="{FF2B5EF4-FFF2-40B4-BE49-F238E27FC236}">
                <a16:creationId xmlns:a16="http://schemas.microsoft.com/office/drawing/2014/main" id="{063FD664-BDDC-4C5D-8C14-0F268CB227AF}"/>
              </a:ext>
            </a:extLst>
          </p:cNvPr>
          <p:cNvSpPr>
            <a:spLocks xmlns:a="http://schemas.openxmlformats.org/drawingml/2006/main" noGrp="1"/>
          </p:cNvSpPr>
          <p:nvPr/>
        </p:nvSpPr>
        <p:spPr>
          <a:xfrm xmlns:a="http://schemas.openxmlformats.org/drawingml/2006/main">
            <a:off x="8615172" y="4296347"/>
            <a:ext cx="166783" cy="922210"/>
          </a:xfrm>
          <a:custGeom xmlns:a="http://schemas.openxmlformats.org/drawingml/2006/main">
            <a:pathLst>
              <a:path w="166783" h="922210">
                <a:moveTo>
                  <a:pt x="0" y="0"/>
                </a:moveTo>
                <a:lnTo>
                  <a:pt x="166783" y="53721"/>
                </a:lnTo>
                <a:lnTo>
                  <a:pt x="166783" y="868490"/>
                </a:lnTo>
                <a:lnTo>
                  <a:pt x="0" y="922210"/>
                </a:lnTo>
                <a:close/>
              </a:path>
            </a:pathLst>
          </a:custGeom>
          <a:solidFill xmlns:a="http://schemas.openxmlformats.org/drawingml/2006/main">
            <a:srgbClr val="FFFFFF"/>
          </a:solidFill>
          <a:ln xmlns:a="http://schemas.openxmlformats.org/drawingml/2006/main" w="14288">
            <a:solidFill>
              <a:srgbClr val="231F20"/>
            </a:solidFill>
          </a:ln>
        </p:spPr>
      </p:sp>
      <p:sp>
        <p:nvSpPr>
          <p:cNvPr id="341" name="text-1284">
            <a:extLst xmlns:a="http://schemas.openxmlformats.org/drawingml/2006/main">
              <a:ext uri="{FF2B5EF4-FFF2-40B4-BE49-F238E27FC236}">
                <a16:creationId xmlns:a16="http://schemas.microsoft.com/office/drawing/2014/main" id="{7EE70579-64EB-40A8-A2C7-92CBA73579AE}"/>
              </a:ext>
            </a:extLst>
          </p:cNvPr>
          <p:cNvSpPr>
            <a:spLocks xmlns:a="http://schemas.openxmlformats.org/drawingml/2006/main" noGrp="1"/>
          </p:cNvSpPr>
          <p:nvPr/>
        </p:nvSpPr>
        <p:spPr>
          <a:xfrm xmlns:a="http://schemas.openxmlformats.org/drawingml/2006/main">
            <a:off x="8624983" y="4323207"/>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342" name="text-1285">
            <a:extLst xmlns:a="http://schemas.openxmlformats.org/drawingml/2006/main">
              <a:ext uri="{FF2B5EF4-FFF2-40B4-BE49-F238E27FC236}">
                <a16:creationId xmlns:a16="http://schemas.microsoft.com/office/drawing/2014/main" id="{8E68A58A-DF45-4418-AF3B-4FB0A4F425BB}"/>
              </a:ext>
            </a:extLst>
          </p:cNvPr>
          <p:cNvSpPr>
            <a:spLocks xmlns:a="http://schemas.openxmlformats.org/drawingml/2006/main" noGrp="1"/>
          </p:cNvSpPr>
          <p:nvPr/>
        </p:nvSpPr>
        <p:spPr>
          <a:xfrm xmlns:a="http://schemas.openxmlformats.org/drawingml/2006/main">
            <a:off x="8624983" y="5057394"/>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343" name="text-1286">
            <a:extLst xmlns:a="http://schemas.openxmlformats.org/drawingml/2006/main">
              <a:ext uri="{FF2B5EF4-FFF2-40B4-BE49-F238E27FC236}">
                <a16:creationId xmlns:a16="http://schemas.microsoft.com/office/drawing/2014/main" id="{3139F62B-676D-4A66-B13B-15139EA111BF}"/>
              </a:ext>
            </a:extLst>
          </p:cNvPr>
          <p:cNvSpPr>
            <a:spLocks xmlns:a="http://schemas.openxmlformats.org/drawingml/2006/main" noGrp="1"/>
          </p:cNvSpPr>
          <p:nvPr/>
        </p:nvSpPr>
        <p:spPr>
          <a:xfrm xmlns:a="http://schemas.openxmlformats.org/drawingml/2006/main">
            <a:off x="8644604" y="4645533"/>
            <a:ext cx="127540" cy="161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Yu Gothic"/>
                <a:ea typeface="Yu Gothic"/>
                <a:cs typeface="Yu Gothic"/>
              </a:defRPr>
            </a:defPPr>
            <a:lvl1pPr algn="l">
              <a:defRPr sz="900" b="0">
                <a:solidFill>
                  <a:srgbClr val="231F20"/>
                </a:solidFill>
                <a:latin typeface="Yu Gothic"/>
                <a:ea typeface="Yu Gothic"/>
                <a:cs typeface="Yu Gothic"/>
              </a:defRPr>
            </a:lvl1pPr>
            <a:lvl2pPr algn="l">
              <a:defRPr sz="900" b="0">
                <a:solidFill>
                  <a:srgbClr val="231F20"/>
                </a:solidFill>
                <a:latin typeface="Yu Gothic"/>
                <a:ea typeface="Yu Gothic"/>
                <a:cs typeface="Yu Gothic"/>
              </a:defRPr>
            </a:lvl2pPr>
            <a:lvl3pPr algn="l">
              <a:defRPr sz="900" b="0">
                <a:solidFill>
                  <a:srgbClr val="231F20"/>
                </a:solidFill>
                <a:latin typeface="Yu Gothic"/>
                <a:ea typeface="Yu Gothic"/>
                <a:cs typeface="Yu Gothic"/>
              </a:defRPr>
            </a:lvl3pPr>
            <a:lvl4pPr algn="l">
              <a:defRPr sz="900" b="0">
                <a:solidFill>
                  <a:srgbClr val="231F20"/>
                </a:solidFill>
                <a:latin typeface="Yu Gothic"/>
                <a:ea typeface="Yu Gothic"/>
                <a:cs typeface="Yu Gothic"/>
              </a:defRPr>
            </a:lvl4pPr>
            <a:lvl5pPr algn="l">
              <a:defRPr sz="900" b="0">
                <a:solidFill>
                  <a:srgbClr val="231F20"/>
                </a:solidFill>
                <a:latin typeface="Yu Gothic"/>
                <a:ea typeface="Yu Gothic"/>
                <a:cs typeface="Yu Gothic"/>
              </a:defRPr>
            </a:lvl5pPr>
            <a:lvl6pPr algn="l">
              <a:defRPr sz="900" b="0">
                <a:solidFill>
                  <a:srgbClr val="231F20"/>
                </a:solidFill>
                <a:latin typeface="Yu Gothic"/>
                <a:ea typeface="Yu Gothic"/>
                <a:cs typeface="Yu Gothic"/>
              </a:defRPr>
            </a:lvl6pPr>
            <a:lvl7pPr algn="l">
              <a:defRPr sz="900" b="0">
                <a:solidFill>
                  <a:srgbClr val="231F20"/>
                </a:solidFill>
                <a:latin typeface="Yu Gothic"/>
                <a:ea typeface="Yu Gothic"/>
                <a:cs typeface="Yu Gothic"/>
              </a:defRPr>
            </a:lvl7pPr>
            <a:lvl8pPr algn="l">
              <a:defRPr sz="900" b="0">
                <a:solidFill>
                  <a:srgbClr val="231F20"/>
                </a:solidFill>
                <a:latin typeface="Yu Gothic"/>
                <a:ea typeface="Yu Gothic"/>
                <a:cs typeface="Yu Gothic"/>
              </a:defRPr>
            </a:lvl8pPr>
            <a:lvl9pPr algn="l">
              <a:defRPr sz="900" b="0">
                <a:solidFill>
                  <a:srgbClr val="231F20"/>
                </a:solidFill>
                <a:latin typeface="Yu Gothic"/>
                <a:ea typeface="Yu Gothic"/>
                <a:cs typeface="Yu Gothic"/>
              </a:defRPr>
            </a:lvl9pPr>
          </a:lstStyle>
          <a:p xmlns:a="http://schemas.openxmlformats.org/drawingml/2006/main">
            <a:pPr algn="l">
              <a:defRPr sz="900" b="0">
                <a:solidFill>
                  <a:srgbClr val="231F20"/>
                </a:solidFill>
                <a:latin typeface="Yu Gothic"/>
                <a:ea typeface="Yu Gothic"/>
                <a:cs typeface="Yu Gothic"/>
              </a:defRPr>
            </a:pPr>
            <a:r>
              <a:rPr sz="900" b="0">
                <a:solidFill>
                  <a:srgbClr val="231F20"/>
                </a:solidFill>
                <a:latin typeface="Yu Gothic"/>
                <a:ea typeface="Yu Gothic"/>
                <a:cs typeface="Yu Gothic"/>
              </a:rPr>
              <a:t>…</a:t>
            </a:r>
          </a:p>
        </p:txBody>
      </p:sp>
      <p:sp>
        <p:nvSpPr>
          <p:cNvPr id="344" name="text-1287">
            <a:extLst xmlns:a="http://schemas.openxmlformats.org/drawingml/2006/main">
              <a:ext uri="{FF2B5EF4-FFF2-40B4-BE49-F238E27FC236}">
                <a16:creationId xmlns:a16="http://schemas.microsoft.com/office/drawing/2014/main" id="{FA9A7FC0-13EE-4141-8D06-580B28EFC0FF}"/>
              </a:ext>
            </a:extLst>
          </p:cNvPr>
          <p:cNvSpPr>
            <a:spLocks xmlns:a="http://schemas.openxmlformats.org/drawingml/2006/main" noGrp="1"/>
          </p:cNvSpPr>
          <p:nvPr/>
        </p:nvSpPr>
        <p:spPr>
          <a:xfrm xmlns:a="http://schemas.openxmlformats.org/drawingml/2006/main">
            <a:off x="8311039" y="5334952"/>
            <a:ext cx="794671" cy="161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Arial"/>
                <a:ea typeface="Arial"/>
                <a:cs typeface="Arial"/>
              </a:defRPr>
            </a:defPPr>
            <a:lvl1pPr algn="l">
              <a:defRPr sz="900" b="0">
                <a:solidFill>
                  <a:srgbClr val="231F20"/>
                </a:solidFill>
                <a:latin typeface="Arial"/>
                <a:ea typeface="Arial"/>
                <a:cs typeface="Arial"/>
              </a:defRPr>
            </a:lvl1pPr>
            <a:lvl2pPr algn="l">
              <a:defRPr sz="900" b="0">
                <a:solidFill>
                  <a:srgbClr val="231F20"/>
                </a:solidFill>
                <a:latin typeface="Arial"/>
                <a:ea typeface="Arial"/>
                <a:cs typeface="Arial"/>
              </a:defRPr>
            </a:lvl2pPr>
            <a:lvl3pPr algn="l">
              <a:defRPr sz="900" b="0">
                <a:solidFill>
                  <a:srgbClr val="231F20"/>
                </a:solidFill>
                <a:latin typeface="Arial"/>
                <a:ea typeface="Arial"/>
                <a:cs typeface="Arial"/>
              </a:defRPr>
            </a:lvl3pPr>
            <a:lvl4pPr algn="l">
              <a:defRPr sz="900" b="0">
                <a:solidFill>
                  <a:srgbClr val="231F20"/>
                </a:solidFill>
                <a:latin typeface="Arial"/>
                <a:ea typeface="Arial"/>
                <a:cs typeface="Arial"/>
              </a:defRPr>
            </a:lvl4pPr>
            <a:lvl5pPr algn="l">
              <a:defRPr sz="900" b="0">
                <a:solidFill>
                  <a:srgbClr val="231F20"/>
                </a:solidFill>
                <a:latin typeface="Arial"/>
                <a:ea typeface="Arial"/>
                <a:cs typeface="Arial"/>
              </a:defRPr>
            </a:lvl5pPr>
            <a:lvl6pPr algn="l">
              <a:defRPr sz="900" b="0">
                <a:solidFill>
                  <a:srgbClr val="231F20"/>
                </a:solidFill>
                <a:latin typeface="Arial"/>
                <a:ea typeface="Arial"/>
                <a:cs typeface="Arial"/>
              </a:defRPr>
            </a:lvl6pPr>
            <a:lvl7pPr algn="l">
              <a:defRPr sz="900" b="0">
                <a:solidFill>
                  <a:srgbClr val="231F20"/>
                </a:solidFill>
                <a:latin typeface="Arial"/>
                <a:ea typeface="Arial"/>
                <a:cs typeface="Arial"/>
              </a:defRPr>
            </a:lvl7pPr>
            <a:lvl8pPr algn="l">
              <a:defRPr sz="900" b="0">
                <a:solidFill>
                  <a:srgbClr val="231F20"/>
                </a:solidFill>
                <a:latin typeface="Arial"/>
                <a:ea typeface="Arial"/>
                <a:cs typeface="Arial"/>
              </a:defRPr>
            </a:lvl8pPr>
            <a:lvl9pPr algn="l">
              <a:defRPr sz="900" b="0">
                <a:solidFill>
                  <a:srgbClr val="231F20"/>
                </a:solidFill>
                <a:latin typeface="Arial"/>
                <a:ea typeface="Arial"/>
                <a:cs typeface="Arial"/>
              </a:defRPr>
            </a:lvl9pPr>
          </a:lstStyle>
          <a:p xmlns:a="http://schemas.openxmlformats.org/drawingml/2006/main">
            <a:pPr algn="l">
              <a:defRPr sz="900" b="0">
                <a:solidFill>
                  <a:srgbClr val="231F20"/>
                </a:solidFill>
                <a:latin typeface="Arial"/>
                <a:ea typeface="Arial"/>
                <a:cs typeface="Arial"/>
              </a:defRPr>
            </a:pPr>
            <a:r>
              <a:rPr sz="900" b="0">
                <a:solidFill>
                  <a:srgbClr val="231F20"/>
                </a:solidFill>
                <a:latin typeface="Arial"/>
                <a:ea typeface="Arial"/>
                <a:cs typeface="Arial"/>
              </a:rPr>
              <a:t>resultmuxW</a:t>
            </a:r>
          </a:p>
        </p:txBody>
      </p:sp>
      <p:sp>
        <p:nvSpPr>
          <p:cNvPr id="345" name="wire-1288">
            <a:extLst xmlns:a="http://schemas.openxmlformats.org/drawingml/2006/main">
              <a:ext uri="{FF2B5EF4-FFF2-40B4-BE49-F238E27FC236}">
                <a16:creationId xmlns:a16="http://schemas.microsoft.com/office/drawing/2014/main" id="{563139FA-6FA5-4CF7-A52D-A73A28753C21}"/>
              </a:ext>
            </a:extLst>
          </p:cNvPr>
          <p:cNvSpPr>
            <a:spLocks xmlns:a="http://schemas.openxmlformats.org/drawingml/2006/main" noGrp="1"/>
          </p:cNvSpPr>
          <p:nvPr/>
        </p:nvSpPr>
        <p:spPr>
          <a:xfrm xmlns:a="http://schemas.openxmlformats.org/drawingml/2006/main">
            <a:off x="8781955" y="4752975"/>
            <a:ext cx="245269" cy="9525"/>
          </a:xfrm>
          <a:custGeom xmlns:a="http://schemas.openxmlformats.org/drawingml/2006/main">
            <a:pathLst>
              <a:path w="245269" h="9525">
                <a:moveTo>
                  <a:pt x="0" y="0"/>
                </a:moveTo>
                <a:lnTo>
                  <a:pt x="245269" y="0"/>
                </a:lnTo>
              </a:path>
            </a:pathLst>
          </a:custGeom>
          <a:noFill xmlns:a="http://schemas.openxmlformats.org/drawingml/2006/main"/>
          <a:ln xmlns:a="http://schemas.openxmlformats.org/drawingml/2006/main" w="19050">
            <a:solidFill>
              <a:srgbClr val="1572C3"/>
            </a:solidFill>
          </a:ln>
        </p:spPr>
      </p:sp>
      <p:sp>
        <p:nvSpPr>
          <p:cNvPr id="346" name="wire-1289">
            <a:extLst xmlns:a="http://schemas.openxmlformats.org/drawingml/2006/main">
              <a:ext uri="{FF2B5EF4-FFF2-40B4-BE49-F238E27FC236}">
                <a16:creationId xmlns:a16="http://schemas.microsoft.com/office/drawing/2014/main" id="{AD4A5F43-AB16-43CC-92DE-09A6992FAC04}"/>
              </a:ext>
            </a:extLst>
          </p:cNvPr>
          <p:cNvSpPr>
            <a:spLocks xmlns:a="http://schemas.openxmlformats.org/drawingml/2006/main" noGrp="1"/>
          </p:cNvSpPr>
          <p:nvPr/>
        </p:nvSpPr>
        <p:spPr>
          <a:xfrm xmlns:a="http://schemas.openxmlformats.org/drawingml/2006/main">
            <a:off x="9027224" y="4752975"/>
            <a:ext cx="9525" cy="1199769"/>
          </a:xfrm>
          <a:custGeom xmlns:a="http://schemas.openxmlformats.org/drawingml/2006/main">
            <a:pathLst>
              <a:path w="9525" h="1199769">
                <a:moveTo>
                  <a:pt x="0" y="0"/>
                </a:moveTo>
                <a:lnTo>
                  <a:pt x="0" y="1199769"/>
                </a:lnTo>
              </a:path>
            </a:pathLst>
          </a:custGeom>
          <a:noFill xmlns:a="http://schemas.openxmlformats.org/drawingml/2006/main"/>
          <a:ln xmlns:a="http://schemas.openxmlformats.org/drawingml/2006/main" w="19050">
            <a:solidFill>
              <a:srgbClr val="1572C3"/>
            </a:solidFill>
          </a:ln>
        </p:spPr>
      </p:sp>
      <p:sp>
        <p:nvSpPr>
          <p:cNvPr id="347" name="wire-1290">
            <a:extLst xmlns:a="http://schemas.openxmlformats.org/drawingml/2006/main">
              <a:ext uri="{FF2B5EF4-FFF2-40B4-BE49-F238E27FC236}">
                <a16:creationId xmlns:a16="http://schemas.microsoft.com/office/drawing/2014/main" id="{A153B5C3-B982-447B-AFD7-65DF5B6334D1}"/>
              </a:ext>
            </a:extLst>
          </p:cNvPr>
          <p:cNvSpPr>
            <a:spLocks xmlns:a="http://schemas.openxmlformats.org/drawingml/2006/main" noGrp="1"/>
          </p:cNvSpPr>
          <p:nvPr/>
        </p:nvSpPr>
        <p:spPr>
          <a:xfrm xmlns:a="http://schemas.openxmlformats.org/drawingml/2006/main">
            <a:off x="2552129" y="5952744"/>
            <a:ext cx="6475095" cy="9525"/>
          </a:xfrm>
          <a:custGeom xmlns:a="http://schemas.openxmlformats.org/drawingml/2006/main">
            <a:pathLst>
              <a:path w="6475095" h="9525">
                <a:moveTo>
                  <a:pt x="6475095" y="0"/>
                </a:moveTo>
                <a:lnTo>
                  <a:pt x="0" y="0"/>
                </a:lnTo>
              </a:path>
            </a:pathLst>
          </a:custGeom>
          <a:noFill xmlns:a="http://schemas.openxmlformats.org/drawingml/2006/main"/>
          <a:ln xmlns:a="http://schemas.openxmlformats.org/drawingml/2006/main" w="19050">
            <a:solidFill>
              <a:srgbClr val="1572C3"/>
            </a:solidFill>
          </a:ln>
        </p:spPr>
      </p:sp>
      <p:sp>
        <p:nvSpPr>
          <p:cNvPr id="348" name="wire-1291">
            <a:extLst xmlns:a="http://schemas.openxmlformats.org/drawingml/2006/main">
              <a:ext uri="{FF2B5EF4-FFF2-40B4-BE49-F238E27FC236}">
                <a16:creationId xmlns:a16="http://schemas.microsoft.com/office/drawing/2014/main" id="{2B21E1BF-BFBF-45FD-9E00-D0E2BB1335D6}"/>
              </a:ext>
            </a:extLst>
          </p:cNvPr>
          <p:cNvSpPr>
            <a:spLocks xmlns:a="http://schemas.openxmlformats.org/drawingml/2006/main" noGrp="1"/>
          </p:cNvSpPr>
          <p:nvPr/>
        </p:nvSpPr>
        <p:spPr>
          <a:xfrm xmlns:a="http://schemas.openxmlformats.org/drawingml/2006/main">
            <a:off x="2552129" y="5200650"/>
            <a:ext cx="9525" cy="752094"/>
          </a:xfrm>
          <a:custGeom xmlns:a="http://schemas.openxmlformats.org/drawingml/2006/main">
            <a:pathLst>
              <a:path w="9525" h="752094">
                <a:moveTo>
                  <a:pt x="0" y="752094"/>
                </a:moveTo>
                <a:lnTo>
                  <a:pt x="0" y="0"/>
                </a:lnTo>
              </a:path>
            </a:pathLst>
          </a:custGeom>
          <a:noFill xmlns:a="http://schemas.openxmlformats.org/drawingml/2006/main"/>
          <a:ln xmlns:a="http://schemas.openxmlformats.org/drawingml/2006/main" w="19050">
            <a:solidFill>
              <a:srgbClr val="1572C3"/>
            </a:solidFill>
          </a:ln>
        </p:spPr>
      </p:sp>
      <p:sp>
        <p:nvSpPr>
          <p:cNvPr id="349" name="wire-1292">
            <a:extLst xmlns:a="http://schemas.openxmlformats.org/drawingml/2006/main">
              <a:ext uri="{FF2B5EF4-FFF2-40B4-BE49-F238E27FC236}">
                <a16:creationId xmlns:a16="http://schemas.microsoft.com/office/drawing/2014/main" id="{0B6B98C0-879E-47A8-9407-1AE9874C490F}"/>
              </a:ext>
            </a:extLst>
          </p:cNvPr>
          <p:cNvSpPr>
            <a:spLocks xmlns:a="http://schemas.openxmlformats.org/drawingml/2006/main" noGrp="1"/>
          </p:cNvSpPr>
          <p:nvPr/>
        </p:nvSpPr>
        <p:spPr>
          <a:xfrm xmlns:a="http://schemas.openxmlformats.org/drawingml/2006/main">
            <a:off x="2552129" y="5200650"/>
            <a:ext cx="58865" cy="9525"/>
          </a:xfrm>
          <a:custGeom xmlns:a="http://schemas.openxmlformats.org/drawingml/2006/main">
            <a:pathLst>
              <a:path w="58865" h="9525">
                <a:moveTo>
                  <a:pt x="0" y="0"/>
                </a:moveTo>
                <a:lnTo>
                  <a:pt x="58865" y="0"/>
                </a:lnTo>
              </a:path>
            </a:pathLst>
          </a:custGeom>
          <a:noFill xmlns:a="http://schemas.openxmlformats.org/drawingml/2006/main"/>
          <a:ln xmlns:a="http://schemas.openxmlformats.org/drawingml/2006/main" w="19050">
            <a:solidFill>
              <a:srgbClr val="1572C3"/>
            </a:solidFill>
          </a:ln>
        </p:spPr>
      </p:sp>
      <p:sp>
        <p:nvSpPr>
          <p:cNvPr id="350" name="circuit-1293">
            <a:extLst xmlns:a="http://schemas.openxmlformats.org/drawingml/2006/main">
              <a:ext uri="{FF2B5EF4-FFF2-40B4-BE49-F238E27FC236}">
                <a16:creationId xmlns:a16="http://schemas.microsoft.com/office/drawing/2014/main" id="{E41AF2BB-AB9F-4FA0-9579-5614920139B1}"/>
              </a:ext>
            </a:extLst>
          </p:cNvPr>
          <p:cNvSpPr>
            <a:spLocks xmlns:a="http://schemas.openxmlformats.org/drawingml/2006/main" noGrp="1"/>
          </p:cNvSpPr>
          <p:nvPr/>
        </p:nvSpPr>
        <p:spPr>
          <a:xfrm xmlns:a="http://schemas.openxmlformats.org/drawingml/2006/main">
            <a:off x="2561939" y="5181848"/>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351" name="text-1294">
            <a:extLst xmlns:a="http://schemas.openxmlformats.org/drawingml/2006/main">
              <a:ext uri="{FF2B5EF4-FFF2-40B4-BE49-F238E27FC236}">
                <a16:creationId xmlns:a16="http://schemas.microsoft.com/office/drawing/2014/main" id="{B054125D-6DFB-4654-94AB-33043C76C0E5}"/>
              </a:ext>
            </a:extLst>
          </p:cNvPr>
          <p:cNvSpPr>
            <a:spLocks xmlns:a="http://schemas.openxmlformats.org/drawingml/2006/main" noGrp="1"/>
          </p:cNvSpPr>
          <p:nvPr/>
        </p:nvSpPr>
        <p:spPr>
          <a:xfrm xmlns:a="http://schemas.openxmlformats.org/drawingml/2006/main">
            <a:off x="8154067" y="5764721"/>
            <a:ext cx="863346" cy="161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1572C3"/>
                </a:solidFill>
                <a:latin typeface="Arial"/>
                <a:ea typeface="Arial"/>
                <a:cs typeface="Arial"/>
              </a:defRPr>
            </a:defPPr>
            <a:lvl1pPr algn="l">
              <a:defRPr sz="900" b="0">
                <a:solidFill>
                  <a:srgbClr val="1572C3"/>
                </a:solidFill>
                <a:latin typeface="Arial"/>
                <a:ea typeface="Arial"/>
                <a:cs typeface="Arial"/>
              </a:defRPr>
            </a:lvl1pPr>
            <a:lvl2pPr algn="l">
              <a:defRPr sz="900" b="0">
                <a:solidFill>
                  <a:srgbClr val="1572C3"/>
                </a:solidFill>
                <a:latin typeface="Arial"/>
                <a:ea typeface="Arial"/>
                <a:cs typeface="Arial"/>
              </a:defRPr>
            </a:lvl2pPr>
            <a:lvl3pPr algn="l">
              <a:defRPr sz="900" b="0">
                <a:solidFill>
                  <a:srgbClr val="1572C3"/>
                </a:solidFill>
                <a:latin typeface="Arial"/>
                <a:ea typeface="Arial"/>
                <a:cs typeface="Arial"/>
              </a:defRPr>
            </a:lvl3pPr>
            <a:lvl4pPr algn="l">
              <a:defRPr sz="900" b="0">
                <a:solidFill>
                  <a:srgbClr val="1572C3"/>
                </a:solidFill>
                <a:latin typeface="Arial"/>
                <a:ea typeface="Arial"/>
                <a:cs typeface="Arial"/>
              </a:defRPr>
            </a:lvl4pPr>
            <a:lvl5pPr algn="l">
              <a:defRPr sz="900" b="0">
                <a:solidFill>
                  <a:srgbClr val="1572C3"/>
                </a:solidFill>
                <a:latin typeface="Arial"/>
                <a:ea typeface="Arial"/>
                <a:cs typeface="Arial"/>
              </a:defRPr>
            </a:lvl5pPr>
            <a:lvl6pPr algn="l">
              <a:defRPr sz="900" b="0">
                <a:solidFill>
                  <a:srgbClr val="1572C3"/>
                </a:solidFill>
                <a:latin typeface="Arial"/>
                <a:ea typeface="Arial"/>
                <a:cs typeface="Arial"/>
              </a:defRPr>
            </a:lvl6pPr>
            <a:lvl7pPr algn="l">
              <a:defRPr sz="900" b="0">
                <a:solidFill>
                  <a:srgbClr val="1572C3"/>
                </a:solidFill>
                <a:latin typeface="Arial"/>
                <a:ea typeface="Arial"/>
                <a:cs typeface="Arial"/>
              </a:defRPr>
            </a:lvl7pPr>
            <a:lvl8pPr algn="l">
              <a:defRPr sz="900" b="0">
                <a:solidFill>
                  <a:srgbClr val="1572C3"/>
                </a:solidFill>
                <a:latin typeface="Arial"/>
                <a:ea typeface="Arial"/>
                <a:cs typeface="Arial"/>
              </a:defRPr>
            </a:lvl8pPr>
            <a:lvl9pPr algn="l">
              <a:defRPr sz="900" b="0">
                <a:solidFill>
                  <a:srgbClr val="1572C3"/>
                </a:solidFill>
                <a:latin typeface="Arial"/>
                <a:ea typeface="Arial"/>
                <a:cs typeface="Arial"/>
              </a:defRPr>
            </a:lvl9pPr>
          </a:lstStyle>
          <a:p xmlns:a="http://schemas.openxmlformats.org/drawingml/2006/main">
            <a:pPr algn="l">
              <a:defRPr sz="900" b="0">
                <a:solidFill>
                  <a:srgbClr val="1572C3"/>
                </a:solidFill>
                <a:latin typeface="Arial"/>
                <a:ea typeface="Arial"/>
                <a:cs typeface="Arial"/>
              </a:defRPr>
            </a:pPr>
            <a:r>
              <a:rPr sz="900" b="0">
                <a:solidFill>
                  <a:srgbClr val="1572C3"/>
                </a:solidFill>
                <a:latin typeface="Arial"/>
                <a:ea typeface="Arial"/>
                <a:cs typeface="Arial"/>
              </a:rPr>
              <a:t>ResultW</a:t>
            </a:r>
          </a:p>
        </p:txBody>
      </p:sp>
      <p:sp>
        <p:nvSpPr>
          <p:cNvPr id="352" name="wire-1295">
            <a:extLst xmlns:a="http://schemas.openxmlformats.org/drawingml/2006/main">
              <a:ext uri="{FF2B5EF4-FFF2-40B4-BE49-F238E27FC236}">
                <a16:creationId xmlns:a16="http://schemas.microsoft.com/office/drawing/2014/main" id="{9A0FEB44-5730-4960-9468-8A55AC060651}"/>
              </a:ext>
            </a:extLst>
          </p:cNvPr>
          <p:cNvSpPr>
            <a:spLocks xmlns:a="http://schemas.openxmlformats.org/drawingml/2006/main" noGrp="1"/>
          </p:cNvSpPr>
          <p:nvPr/>
        </p:nvSpPr>
        <p:spPr>
          <a:xfrm xmlns:a="http://schemas.openxmlformats.org/drawingml/2006/main">
            <a:off x="4013930" y="5146929"/>
            <a:ext cx="9525" cy="805815"/>
          </a:xfrm>
          <a:custGeom xmlns:a="http://schemas.openxmlformats.org/drawingml/2006/main">
            <a:pathLst>
              <a:path w="9525" h="805815">
                <a:moveTo>
                  <a:pt x="0" y="805815"/>
                </a:moveTo>
                <a:lnTo>
                  <a:pt x="0" y="0"/>
                </a:lnTo>
              </a:path>
            </a:pathLst>
          </a:custGeom>
          <a:noFill xmlns:a="http://schemas.openxmlformats.org/drawingml/2006/main"/>
          <a:ln xmlns:a="http://schemas.openxmlformats.org/drawingml/2006/main" w="11430">
            <a:solidFill>
              <a:srgbClr val="231F20"/>
            </a:solidFill>
          </a:ln>
        </p:spPr>
      </p:sp>
      <p:sp>
        <p:nvSpPr>
          <p:cNvPr id="353" name="wire-1296">
            <a:extLst xmlns:a="http://schemas.openxmlformats.org/drawingml/2006/main">
              <a:ext uri="{FF2B5EF4-FFF2-40B4-BE49-F238E27FC236}">
                <a16:creationId xmlns:a16="http://schemas.microsoft.com/office/drawing/2014/main" id="{8D881F00-251E-45ED-8B74-AB9483170880}"/>
              </a:ext>
            </a:extLst>
          </p:cNvPr>
          <p:cNvSpPr>
            <a:spLocks xmlns:a="http://schemas.openxmlformats.org/drawingml/2006/main" noGrp="1"/>
          </p:cNvSpPr>
          <p:nvPr/>
        </p:nvSpPr>
        <p:spPr>
          <a:xfrm xmlns:a="http://schemas.openxmlformats.org/drawingml/2006/main">
            <a:off x="4013930" y="5146929"/>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1430">
            <a:solidFill>
              <a:srgbClr val="231F20"/>
            </a:solidFill>
          </a:ln>
        </p:spPr>
      </p:sp>
      <p:sp>
        <p:nvSpPr>
          <p:cNvPr id="354" name="circuit-1297">
            <a:extLst xmlns:a="http://schemas.openxmlformats.org/drawingml/2006/main">
              <a:ext uri="{FF2B5EF4-FFF2-40B4-BE49-F238E27FC236}">
                <a16:creationId xmlns:a16="http://schemas.microsoft.com/office/drawing/2014/main" id="{83195BF7-6E30-4E91-8E3D-4DB599A36F83}"/>
              </a:ext>
            </a:extLst>
          </p:cNvPr>
          <p:cNvSpPr>
            <a:spLocks xmlns:a="http://schemas.openxmlformats.org/drawingml/2006/main" noGrp="1"/>
          </p:cNvSpPr>
          <p:nvPr/>
        </p:nvSpPr>
        <p:spPr>
          <a:xfrm xmlns:a="http://schemas.openxmlformats.org/drawingml/2006/main">
            <a:off x="4092416" y="5128127"/>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355" name="">
            <a:extLst xmlns:a="http://schemas.openxmlformats.org/drawingml/2006/main">
              <a:ext uri="{FF2B5EF4-FFF2-40B4-BE49-F238E27FC236}">
                <a16:creationId xmlns:a16="http://schemas.microsoft.com/office/drawing/2014/main" id="{ED95CEAD-883D-40CF-B093-4DA30861CE11}"/>
              </a:ext>
            </a:extLst>
          </p:cNvPr>
          <p:cNvSpPr>
            <a:spLocks xmlns:a="http://schemas.openxmlformats.org/drawingml/2006/main" noGrp="1"/>
          </p:cNvSpPr>
          <p:nvPr/>
        </p:nvSpPr>
        <p:spPr>
          <a:xfrm xmlns:a="http://schemas.openxmlformats.org/drawingml/2006/main">
            <a:off x="3999643" y="5938457"/>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56" name="wire-1298">
            <a:extLst xmlns:a="http://schemas.openxmlformats.org/drawingml/2006/main">
              <a:ext uri="{FF2B5EF4-FFF2-40B4-BE49-F238E27FC236}">
                <a16:creationId xmlns:a16="http://schemas.microsoft.com/office/drawing/2014/main" id="{250836B9-29C9-4233-9E71-0D4F615260E2}"/>
              </a:ext>
            </a:extLst>
          </p:cNvPr>
          <p:cNvSpPr>
            <a:spLocks xmlns:a="http://schemas.openxmlformats.org/drawingml/2006/main" noGrp="1"/>
          </p:cNvSpPr>
          <p:nvPr/>
        </p:nvSpPr>
        <p:spPr>
          <a:xfrm xmlns:a="http://schemas.openxmlformats.org/drawingml/2006/main">
            <a:off x="4013930" y="4699254"/>
            <a:ext cx="9525" cy="447675"/>
          </a:xfrm>
          <a:custGeom xmlns:a="http://schemas.openxmlformats.org/drawingml/2006/main">
            <a:pathLst>
              <a:path w="9525" h="447675">
                <a:moveTo>
                  <a:pt x="0" y="447675"/>
                </a:moveTo>
                <a:lnTo>
                  <a:pt x="0" y="0"/>
                </a:lnTo>
              </a:path>
            </a:pathLst>
          </a:custGeom>
          <a:noFill xmlns:a="http://schemas.openxmlformats.org/drawingml/2006/main"/>
          <a:ln xmlns:a="http://schemas.openxmlformats.org/drawingml/2006/main" w="11430">
            <a:solidFill>
              <a:srgbClr val="231F20"/>
            </a:solidFill>
          </a:ln>
        </p:spPr>
      </p:sp>
      <p:sp>
        <p:nvSpPr>
          <p:cNvPr id="357" name="wire-1299">
            <a:extLst xmlns:a="http://schemas.openxmlformats.org/drawingml/2006/main">
              <a:ext uri="{FF2B5EF4-FFF2-40B4-BE49-F238E27FC236}">
                <a16:creationId xmlns:a16="http://schemas.microsoft.com/office/drawing/2014/main" id="{0A833AA1-C274-476E-B6CD-65385364B15D}"/>
              </a:ext>
            </a:extLst>
          </p:cNvPr>
          <p:cNvSpPr>
            <a:spLocks xmlns:a="http://schemas.openxmlformats.org/drawingml/2006/main" noGrp="1"/>
          </p:cNvSpPr>
          <p:nvPr/>
        </p:nvSpPr>
        <p:spPr>
          <a:xfrm xmlns:a="http://schemas.openxmlformats.org/drawingml/2006/main">
            <a:off x="4013930" y="4699254"/>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1430">
            <a:solidFill>
              <a:srgbClr val="231F20"/>
            </a:solidFill>
          </a:ln>
        </p:spPr>
      </p:sp>
      <p:sp>
        <p:nvSpPr>
          <p:cNvPr id="358" name="circuit-1300">
            <a:extLst xmlns:a="http://schemas.openxmlformats.org/drawingml/2006/main">
              <a:ext uri="{FF2B5EF4-FFF2-40B4-BE49-F238E27FC236}">
                <a16:creationId xmlns:a16="http://schemas.microsoft.com/office/drawing/2014/main" id="{BC9D9F66-6333-4A60-8612-DBBF297A7C7A}"/>
              </a:ext>
            </a:extLst>
          </p:cNvPr>
          <p:cNvSpPr>
            <a:spLocks xmlns:a="http://schemas.openxmlformats.org/drawingml/2006/main" noGrp="1"/>
          </p:cNvSpPr>
          <p:nvPr/>
        </p:nvSpPr>
        <p:spPr>
          <a:xfrm xmlns:a="http://schemas.openxmlformats.org/drawingml/2006/main">
            <a:off x="4092416" y="468045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359" name="">
            <a:extLst xmlns:a="http://schemas.openxmlformats.org/drawingml/2006/main">
              <a:ext uri="{FF2B5EF4-FFF2-40B4-BE49-F238E27FC236}">
                <a16:creationId xmlns:a16="http://schemas.microsoft.com/office/drawing/2014/main" id="{9CD5D903-6809-48AE-951A-94A5485218E6}"/>
              </a:ext>
            </a:extLst>
          </p:cNvPr>
          <p:cNvSpPr>
            <a:spLocks xmlns:a="http://schemas.openxmlformats.org/drawingml/2006/main" noGrp="1"/>
          </p:cNvSpPr>
          <p:nvPr/>
        </p:nvSpPr>
        <p:spPr>
          <a:xfrm xmlns:a="http://schemas.openxmlformats.org/drawingml/2006/main">
            <a:off x="3999643" y="5132641"/>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60" name="block-1301">
            <a:extLst xmlns:a="http://schemas.openxmlformats.org/drawingml/2006/main">
              <a:ext uri="{FF2B5EF4-FFF2-40B4-BE49-F238E27FC236}">
                <a16:creationId xmlns:a16="http://schemas.microsoft.com/office/drawing/2014/main" id="{FB647BBE-2643-4BF1-BEB1-8DC6F31F7435}"/>
              </a:ext>
            </a:extLst>
          </p:cNvPr>
          <p:cNvSpPr>
            <a:spLocks xmlns:a="http://schemas.openxmlformats.org/drawingml/2006/main" noGrp="1"/>
          </p:cNvSpPr>
          <p:nvPr/>
        </p:nvSpPr>
        <p:spPr>
          <a:xfrm xmlns:a="http://schemas.openxmlformats.org/drawingml/2006/main">
            <a:off x="1090327" y="6033326"/>
            <a:ext cx="6808661" cy="205930"/>
          </a:xfrm>
          <a:prstGeom xmlns:a="http://schemas.openxmlformats.org/drawingml/2006/main" prst="rect">
            <a:avLst/>
          </a:prstGeom>
          <a:solidFill xmlns:a="http://schemas.openxmlformats.org/drawingml/2006/main">
            <a:srgbClr val="FFFFFF"/>
          </a:solidFill>
          <a:ln xmlns:a="http://schemas.openxmlformats.org/drawingml/2006/main" w="13335">
            <a:solidFill>
              <a:srgbClr val="231F20"/>
            </a:solidFill>
          </a:ln>
        </p:spPr>
      </p:sp>
      <p:sp>
        <p:nvSpPr>
          <p:cNvPr id="361" name="text-1302">
            <a:extLst xmlns:a="http://schemas.openxmlformats.org/drawingml/2006/main">
              <a:ext uri="{FF2B5EF4-FFF2-40B4-BE49-F238E27FC236}">
                <a16:creationId xmlns:a16="http://schemas.microsoft.com/office/drawing/2014/main" id="{A817ADA4-BFB1-4514-B1CA-2B9EC225CABE}"/>
              </a:ext>
            </a:extLst>
          </p:cNvPr>
          <p:cNvSpPr>
            <a:spLocks xmlns:a="http://schemas.openxmlformats.org/drawingml/2006/main" noGrp="1"/>
          </p:cNvSpPr>
          <p:nvPr/>
        </p:nvSpPr>
        <p:spPr>
          <a:xfrm xmlns:a="http://schemas.openxmlformats.org/drawingml/2006/main">
            <a:off x="1119759" y="6042279"/>
            <a:ext cx="6749796"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hazard  (Stall / Flush)</a:t>
            </a:r>
          </a:p>
        </p:txBody>
      </p:sp>
      <p:sp>
        <p:nvSpPr>
          <p:cNvPr id="362" name="wire-1303">
            <a:extLst xmlns:a="http://schemas.openxmlformats.org/drawingml/2006/main">
              <a:ext uri="{FF2B5EF4-FFF2-40B4-BE49-F238E27FC236}">
                <a16:creationId xmlns:a16="http://schemas.microsoft.com/office/drawing/2014/main" id="{6380B43C-76C6-4178-91CA-82D3CE3DFF47}"/>
              </a:ext>
            </a:extLst>
          </p:cNvPr>
          <p:cNvSpPr>
            <a:spLocks xmlns:a="http://schemas.openxmlformats.org/drawingml/2006/main" noGrp="1"/>
          </p:cNvSpPr>
          <p:nvPr/>
        </p:nvSpPr>
        <p:spPr>
          <a:xfrm xmlns:a="http://schemas.openxmlformats.org/drawingml/2006/main">
            <a:off x="2404967" y="5997512"/>
            <a:ext cx="9525" cy="35814"/>
          </a:xfrm>
          <a:custGeom xmlns:a="http://schemas.openxmlformats.org/drawingml/2006/main">
            <a:pathLst>
              <a:path w="9525" h="35814">
                <a:moveTo>
                  <a:pt x="0" y="35814"/>
                </a:moveTo>
                <a:lnTo>
                  <a:pt x="0" y="0"/>
                </a:lnTo>
              </a:path>
            </a:pathLst>
          </a:custGeom>
          <a:noFill xmlns:a="http://schemas.openxmlformats.org/drawingml/2006/main"/>
          <a:ln xmlns:a="http://schemas.openxmlformats.org/drawingml/2006/main" w="8573">
            <a:solidFill>
              <a:srgbClr val="231F20"/>
            </a:solidFill>
          </a:ln>
        </p:spPr>
      </p:sp>
      <p:sp>
        <p:nvSpPr>
          <p:cNvPr id="363" name="wire-1304">
            <a:extLst xmlns:a="http://schemas.openxmlformats.org/drawingml/2006/main">
              <a:ext uri="{FF2B5EF4-FFF2-40B4-BE49-F238E27FC236}">
                <a16:creationId xmlns:a16="http://schemas.microsoft.com/office/drawing/2014/main" id="{E488BFA2-8C7F-4967-9497-30DFD26E024A}"/>
              </a:ext>
            </a:extLst>
          </p:cNvPr>
          <p:cNvSpPr>
            <a:spLocks xmlns:a="http://schemas.openxmlformats.org/drawingml/2006/main" noGrp="1"/>
          </p:cNvSpPr>
          <p:nvPr/>
        </p:nvSpPr>
        <p:spPr>
          <a:xfrm xmlns:a="http://schemas.openxmlformats.org/drawingml/2006/main">
            <a:off x="2404967" y="5997512"/>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8573">
            <a:solidFill>
              <a:srgbClr val="231F20"/>
            </a:solidFill>
          </a:ln>
        </p:spPr>
      </p:sp>
      <p:sp>
        <p:nvSpPr>
          <p:cNvPr id="364" name="wire-1305">
            <a:extLst xmlns:a="http://schemas.openxmlformats.org/drawingml/2006/main">
              <a:ext uri="{FF2B5EF4-FFF2-40B4-BE49-F238E27FC236}">
                <a16:creationId xmlns:a16="http://schemas.microsoft.com/office/drawing/2014/main" id="{040F42D2-6258-4680-9387-71DC68307657}"/>
              </a:ext>
            </a:extLst>
          </p:cNvPr>
          <p:cNvSpPr>
            <a:spLocks xmlns:a="http://schemas.openxmlformats.org/drawingml/2006/main" noGrp="1"/>
          </p:cNvSpPr>
          <p:nvPr/>
        </p:nvSpPr>
        <p:spPr>
          <a:xfrm xmlns:a="http://schemas.openxmlformats.org/drawingml/2006/main">
            <a:off x="2404967" y="5845302"/>
            <a:ext cx="9525" cy="152210"/>
          </a:xfrm>
          <a:custGeom xmlns:a="http://schemas.openxmlformats.org/drawingml/2006/main">
            <a:pathLst>
              <a:path w="9525" h="152210">
                <a:moveTo>
                  <a:pt x="0" y="152210"/>
                </a:moveTo>
                <a:lnTo>
                  <a:pt x="0" y="0"/>
                </a:lnTo>
              </a:path>
            </a:pathLst>
          </a:custGeom>
          <a:noFill xmlns:a="http://schemas.openxmlformats.org/drawingml/2006/main"/>
          <a:ln xmlns:a="http://schemas.openxmlformats.org/drawingml/2006/main" w="8573">
            <a:solidFill>
              <a:srgbClr val="231F20"/>
            </a:solidFill>
          </a:ln>
        </p:spPr>
      </p:sp>
      <p:sp>
        <p:nvSpPr>
          <p:cNvPr id="365" name="circuit-1306">
            <a:extLst xmlns:a="http://schemas.openxmlformats.org/drawingml/2006/main">
              <a:ext uri="{FF2B5EF4-FFF2-40B4-BE49-F238E27FC236}">
                <a16:creationId xmlns:a16="http://schemas.microsoft.com/office/drawing/2014/main" id="{47462458-2AAC-4368-B47C-1966E758C6FE}"/>
              </a:ext>
            </a:extLst>
          </p:cNvPr>
          <p:cNvSpPr>
            <a:spLocks xmlns:a="http://schemas.openxmlformats.org/drawingml/2006/main" noGrp="1"/>
          </p:cNvSpPr>
          <p:nvPr/>
        </p:nvSpPr>
        <p:spPr>
          <a:xfrm xmlns:a="http://schemas.openxmlformats.org/drawingml/2006/main">
            <a:off x="2384365" y="5845302"/>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231F20"/>
          </a:solidFill>
          <a:ln xmlns:a="http://schemas.openxmlformats.org/drawingml/2006/main" w="4763">
            <a:solidFill>
              <a:srgbClr val="231F20"/>
            </a:solidFill>
          </a:ln>
        </p:spPr>
      </p:sp>
      <p:sp>
        <p:nvSpPr>
          <p:cNvPr id="366" name="wire-1307">
            <a:extLst xmlns:a="http://schemas.openxmlformats.org/drawingml/2006/main">
              <a:ext uri="{FF2B5EF4-FFF2-40B4-BE49-F238E27FC236}">
                <a16:creationId xmlns:a16="http://schemas.microsoft.com/office/drawing/2014/main" id="{C49EF17C-53C9-4753-B325-2DBD6C2A5C95}"/>
              </a:ext>
            </a:extLst>
          </p:cNvPr>
          <p:cNvSpPr>
            <a:spLocks xmlns:a="http://schemas.openxmlformats.org/drawingml/2006/main" noGrp="1"/>
          </p:cNvSpPr>
          <p:nvPr/>
        </p:nvSpPr>
        <p:spPr>
          <a:xfrm xmlns:a="http://schemas.openxmlformats.org/drawingml/2006/main">
            <a:off x="3856958" y="5988558"/>
            <a:ext cx="9525" cy="44767"/>
          </a:xfrm>
          <a:custGeom xmlns:a="http://schemas.openxmlformats.org/drawingml/2006/main">
            <a:pathLst>
              <a:path w="9525" h="44767">
                <a:moveTo>
                  <a:pt x="0" y="44767"/>
                </a:moveTo>
                <a:lnTo>
                  <a:pt x="0" y="0"/>
                </a:lnTo>
              </a:path>
            </a:pathLst>
          </a:custGeom>
          <a:noFill xmlns:a="http://schemas.openxmlformats.org/drawingml/2006/main"/>
          <a:ln xmlns:a="http://schemas.openxmlformats.org/drawingml/2006/main" w="8573">
            <a:solidFill>
              <a:srgbClr val="231F20"/>
            </a:solidFill>
          </a:ln>
        </p:spPr>
      </p:sp>
      <p:sp>
        <p:nvSpPr>
          <p:cNvPr id="367" name="wire-1308">
            <a:extLst xmlns:a="http://schemas.openxmlformats.org/drawingml/2006/main">
              <a:ext uri="{FF2B5EF4-FFF2-40B4-BE49-F238E27FC236}">
                <a16:creationId xmlns:a16="http://schemas.microsoft.com/office/drawing/2014/main" id="{230F92D7-1149-4973-B4B3-92A5B3E202D1}"/>
              </a:ext>
            </a:extLst>
          </p:cNvPr>
          <p:cNvSpPr>
            <a:spLocks xmlns:a="http://schemas.openxmlformats.org/drawingml/2006/main" noGrp="1"/>
          </p:cNvSpPr>
          <p:nvPr/>
        </p:nvSpPr>
        <p:spPr>
          <a:xfrm xmlns:a="http://schemas.openxmlformats.org/drawingml/2006/main">
            <a:off x="3856958" y="5988558"/>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8573">
            <a:solidFill>
              <a:srgbClr val="231F20"/>
            </a:solidFill>
          </a:ln>
        </p:spPr>
      </p:sp>
      <p:sp>
        <p:nvSpPr>
          <p:cNvPr id="368" name="wire-1309">
            <a:extLst xmlns:a="http://schemas.openxmlformats.org/drawingml/2006/main">
              <a:ext uri="{FF2B5EF4-FFF2-40B4-BE49-F238E27FC236}">
                <a16:creationId xmlns:a16="http://schemas.microsoft.com/office/drawing/2014/main" id="{820D18AA-FD63-4BA9-ADA4-1AA609EC4E53}"/>
              </a:ext>
            </a:extLst>
          </p:cNvPr>
          <p:cNvSpPr>
            <a:spLocks xmlns:a="http://schemas.openxmlformats.org/drawingml/2006/main" noGrp="1"/>
          </p:cNvSpPr>
          <p:nvPr/>
        </p:nvSpPr>
        <p:spPr>
          <a:xfrm xmlns:a="http://schemas.openxmlformats.org/drawingml/2006/main">
            <a:off x="3856958" y="5800535"/>
            <a:ext cx="9525" cy="188024"/>
          </a:xfrm>
          <a:custGeom xmlns:a="http://schemas.openxmlformats.org/drawingml/2006/main">
            <a:pathLst>
              <a:path w="9525" h="188024">
                <a:moveTo>
                  <a:pt x="0" y="188024"/>
                </a:moveTo>
                <a:lnTo>
                  <a:pt x="0" y="0"/>
                </a:lnTo>
              </a:path>
            </a:pathLst>
          </a:custGeom>
          <a:noFill xmlns:a="http://schemas.openxmlformats.org/drawingml/2006/main"/>
          <a:ln xmlns:a="http://schemas.openxmlformats.org/drawingml/2006/main" w="8573">
            <a:solidFill>
              <a:srgbClr val="231F20"/>
            </a:solidFill>
          </a:ln>
        </p:spPr>
      </p:sp>
      <p:sp>
        <p:nvSpPr>
          <p:cNvPr id="369" name="circuit-1310">
            <a:extLst xmlns:a="http://schemas.openxmlformats.org/drawingml/2006/main">
              <a:ext uri="{FF2B5EF4-FFF2-40B4-BE49-F238E27FC236}">
                <a16:creationId xmlns:a16="http://schemas.microsoft.com/office/drawing/2014/main" id="{5C536F51-730F-48FA-963C-6CC2F5834681}"/>
              </a:ext>
            </a:extLst>
          </p:cNvPr>
          <p:cNvSpPr>
            <a:spLocks xmlns:a="http://schemas.openxmlformats.org/drawingml/2006/main" noGrp="1"/>
          </p:cNvSpPr>
          <p:nvPr/>
        </p:nvSpPr>
        <p:spPr>
          <a:xfrm xmlns:a="http://schemas.openxmlformats.org/drawingml/2006/main">
            <a:off x="3836356" y="5800535"/>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370" name="wire-1311">
            <a:extLst xmlns:a="http://schemas.openxmlformats.org/drawingml/2006/main">
              <a:ext uri="{FF2B5EF4-FFF2-40B4-BE49-F238E27FC236}">
                <a16:creationId xmlns:a16="http://schemas.microsoft.com/office/drawing/2014/main" id="{76782C7B-AB6B-4A19-8DFD-E54B54F208B7}"/>
              </a:ext>
            </a:extLst>
          </p:cNvPr>
          <p:cNvSpPr>
            <a:spLocks xmlns:a="http://schemas.openxmlformats.org/drawingml/2006/main" noGrp="1"/>
          </p:cNvSpPr>
          <p:nvPr/>
        </p:nvSpPr>
        <p:spPr>
          <a:xfrm xmlns:a="http://schemas.openxmlformats.org/drawingml/2006/main">
            <a:off x="6044756" y="5979605"/>
            <a:ext cx="9525" cy="53721"/>
          </a:xfrm>
          <a:custGeom xmlns:a="http://schemas.openxmlformats.org/drawingml/2006/main">
            <a:pathLst>
              <a:path w="9525" h="53721">
                <a:moveTo>
                  <a:pt x="0" y="53721"/>
                </a:moveTo>
                <a:lnTo>
                  <a:pt x="0" y="0"/>
                </a:lnTo>
              </a:path>
            </a:pathLst>
          </a:custGeom>
          <a:noFill xmlns:a="http://schemas.openxmlformats.org/drawingml/2006/main"/>
          <a:ln xmlns:a="http://schemas.openxmlformats.org/drawingml/2006/main" w="8573">
            <a:solidFill>
              <a:srgbClr val="231F20"/>
            </a:solidFill>
          </a:ln>
        </p:spPr>
      </p:sp>
      <p:sp>
        <p:nvSpPr>
          <p:cNvPr id="371" name="wire-1312">
            <a:extLst xmlns:a="http://schemas.openxmlformats.org/drawingml/2006/main">
              <a:ext uri="{FF2B5EF4-FFF2-40B4-BE49-F238E27FC236}">
                <a16:creationId xmlns:a16="http://schemas.microsoft.com/office/drawing/2014/main" id="{652B5B6F-2F0F-45EE-8680-DED604630BD3}"/>
              </a:ext>
            </a:extLst>
          </p:cNvPr>
          <p:cNvSpPr>
            <a:spLocks xmlns:a="http://schemas.openxmlformats.org/drawingml/2006/main" noGrp="1"/>
          </p:cNvSpPr>
          <p:nvPr/>
        </p:nvSpPr>
        <p:spPr>
          <a:xfrm xmlns:a="http://schemas.openxmlformats.org/drawingml/2006/main">
            <a:off x="6044756" y="5979605"/>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8573">
            <a:solidFill>
              <a:srgbClr val="231F20"/>
            </a:solidFill>
          </a:ln>
        </p:spPr>
      </p:sp>
      <p:sp>
        <p:nvSpPr>
          <p:cNvPr id="372" name="wire-1313">
            <a:extLst xmlns:a="http://schemas.openxmlformats.org/drawingml/2006/main">
              <a:ext uri="{FF2B5EF4-FFF2-40B4-BE49-F238E27FC236}">
                <a16:creationId xmlns:a16="http://schemas.microsoft.com/office/drawing/2014/main" id="{54B92646-87F4-4C66-87B1-B1491C9BC9FD}"/>
              </a:ext>
            </a:extLst>
          </p:cNvPr>
          <p:cNvSpPr>
            <a:spLocks xmlns:a="http://schemas.openxmlformats.org/drawingml/2006/main" noGrp="1"/>
          </p:cNvSpPr>
          <p:nvPr/>
        </p:nvSpPr>
        <p:spPr>
          <a:xfrm xmlns:a="http://schemas.openxmlformats.org/drawingml/2006/main">
            <a:off x="6044756" y="5800535"/>
            <a:ext cx="9525" cy="179070"/>
          </a:xfrm>
          <a:custGeom xmlns:a="http://schemas.openxmlformats.org/drawingml/2006/main">
            <a:pathLst>
              <a:path w="9525" h="179070">
                <a:moveTo>
                  <a:pt x="0" y="179070"/>
                </a:moveTo>
                <a:lnTo>
                  <a:pt x="0" y="0"/>
                </a:lnTo>
              </a:path>
            </a:pathLst>
          </a:custGeom>
          <a:noFill xmlns:a="http://schemas.openxmlformats.org/drawingml/2006/main"/>
          <a:ln xmlns:a="http://schemas.openxmlformats.org/drawingml/2006/main" w="8573">
            <a:solidFill>
              <a:srgbClr val="231F20"/>
            </a:solidFill>
          </a:ln>
        </p:spPr>
      </p:sp>
      <p:sp>
        <p:nvSpPr>
          <p:cNvPr id="373" name="circuit-1314">
            <a:extLst xmlns:a="http://schemas.openxmlformats.org/drawingml/2006/main">
              <a:ext uri="{FF2B5EF4-FFF2-40B4-BE49-F238E27FC236}">
                <a16:creationId xmlns:a16="http://schemas.microsoft.com/office/drawing/2014/main" id="{716B4F03-1254-48D5-835F-222FB78C154D}"/>
              </a:ext>
            </a:extLst>
          </p:cNvPr>
          <p:cNvSpPr>
            <a:spLocks xmlns:a="http://schemas.openxmlformats.org/drawingml/2006/main" noGrp="1"/>
          </p:cNvSpPr>
          <p:nvPr/>
        </p:nvSpPr>
        <p:spPr>
          <a:xfrm xmlns:a="http://schemas.openxmlformats.org/drawingml/2006/main">
            <a:off x="6024153" y="5800535"/>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374" name="wire-1315">
            <a:extLst xmlns:a="http://schemas.openxmlformats.org/drawingml/2006/main">
              <a:ext uri="{FF2B5EF4-FFF2-40B4-BE49-F238E27FC236}">
                <a16:creationId xmlns:a16="http://schemas.microsoft.com/office/drawing/2014/main" id="{BB6A0EE2-A22E-4D94-964A-F76F03C89C05}"/>
              </a:ext>
            </a:extLst>
          </p:cNvPr>
          <p:cNvSpPr>
            <a:spLocks xmlns:a="http://schemas.openxmlformats.org/drawingml/2006/main" noGrp="1"/>
          </p:cNvSpPr>
          <p:nvPr/>
        </p:nvSpPr>
        <p:spPr>
          <a:xfrm xmlns:a="http://schemas.openxmlformats.org/drawingml/2006/main">
            <a:off x="7840123" y="5970651"/>
            <a:ext cx="9525" cy="62675"/>
          </a:xfrm>
          <a:custGeom xmlns:a="http://schemas.openxmlformats.org/drawingml/2006/main">
            <a:pathLst>
              <a:path w="9525" h="62675">
                <a:moveTo>
                  <a:pt x="0" y="62675"/>
                </a:moveTo>
                <a:lnTo>
                  <a:pt x="0" y="0"/>
                </a:lnTo>
              </a:path>
            </a:pathLst>
          </a:custGeom>
          <a:noFill xmlns:a="http://schemas.openxmlformats.org/drawingml/2006/main"/>
          <a:ln xmlns:a="http://schemas.openxmlformats.org/drawingml/2006/main" w="8573">
            <a:solidFill>
              <a:srgbClr val="231F20"/>
            </a:solidFill>
          </a:ln>
        </p:spPr>
      </p:sp>
      <p:sp>
        <p:nvSpPr>
          <p:cNvPr id="375" name="wire-1316">
            <a:extLst xmlns:a="http://schemas.openxmlformats.org/drawingml/2006/main">
              <a:ext uri="{FF2B5EF4-FFF2-40B4-BE49-F238E27FC236}">
                <a16:creationId xmlns:a16="http://schemas.microsoft.com/office/drawing/2014/main" id="{57F8B837-A11D-4CAC-AECD-AE1E49EC8AD4}"/>
              </a:ext>
            </a:extLst>
          </p:cNvPr>
          <p:cNvSpPr>
            <a:spLocks xmlns:a="http://schemas.openxmlformats.org/drawingml/2006/main" noGrp="1"/>
          </p:cNvSpPr>
          <p:nvPr/>
        </p:nvSpPr>
        <p:spPr>
          <a:xfrm xmlns:a="http://schemas.openxmlformats.org/drawingml/2006/main">
            <a:off x="7840123" y="5970651"/>
            <a:ext cx="588645" cy="9525"/>
          </a:xfrm>
          <a:custGeom xmlns:a="http://schemas.openxmlformats.org/drawingml/2006/main">
            <a:pathLst>
              <a:path w="588645" h="9525">
                <a:moveTo>
                  <a:pt x="0" y="0"/>
                </a:moveTo>
                <a:lnTo>
                  <a:pt x="588645" y="0"/>
                </a:lnTo>
              </a:path>
            </a:pathLst>
          </a:custGeom>
          <a:noFill xmlns:a="http://schemas.openxmlformats.org/drawingml/2006/main"/>
          <a:ln xmlns:a="http://schemas.openxmlformats.org/drawingml/2006/main" w="8573">
            <a:solidFill>
              <a:srgbClr val="231F20"/>
            </a:solidFill>
          </a:ln>
        </p:spPr>
      </p:sp>
      <p:sp>
        <p:nvSpPr>
          <p:cNvPr id="376" name="wire-1317">
            <a:extLst xmlns:a="http://schemas.openxmlformats.org/drawingml/2006/main">
              <a:ext uri="{FF2B5EF4-FFF2-40B4-BE49-F238E27FC236}">
                <a16:creationId xmlns:a16="http://schemas.microsoft.com/office/drawing/2014/main" id="{C21B108D-0F2A-4083-8386-CC34573759CC}"/>
              </a:ext>
            </a:extLst>
          </p:cNvPr>
          <p:cNvSpPr>
            <a:spLocks xmlns:a="http://schemas.openxmlformats.org/drawingml/2006/main" noGrp="1"/>
          </p:cNvSpPr>
          <p:nvPr/>
        </p:nvSpPr>
        <p:spPr>
          <a:xfrm xmlns:a="http://schemas.openxmlformats.org/drawingml/2006/main">
            <a:off x="8428768" y="5800535"/>
            <a:ext cx="9525" cy="170116"/>
          </a:xfrm>
          <a:custGeom xmlns:a="http://schemas.openxmlformats.org/drawingml/2006/main">
            <a:pathLst>
              <a:path w="9525" h="170116">
                <a:moveTo>
                  <a:pt x="0" y="170116"/>
                </a:moveTo>
                <a:lnTo>
                  <a:pt x="0" y="0"/>
                </a:lnTo>
              </a:path>
            </a:pathLst>
          </a:custGeom>
          <a:noFill xmlns:a="http://schemas.openxmlformats.org/drawingml/2006/main"/>
          <a:ln xmlns:a="http://schemas.openxmlformats.org/drawingml/2006/main" w="8573">
            <a:solidFill>
              <a:srgbClr val="231F20"/>
            </a:solidFill>
          </a:ln>
        </p:spPr>
      </p:sp>
      <p:sp>
        <p:nvSpPr>
          <p:cNvPr id="377" name="circuit-1318">
            <a:extLst xmlns:a="http://schemas.openxmlformats.org/drawingml/2006/main">
              <a:ext uri="{FF2B5EF4-FFF2-40B4-BE49-F238E27FC236}">
                <a16:creationId xmlns:a16="http://schemas.microsoft.com/office/drawing/2014/main" id="{868AC1E3-AF02-41AB-8B46-556B4E3C7284}"/>
              </a:ext>
            </a:extLst>
          </p:cNvPr>
          <p:cNvSpPr>
            <a:spLocks xmlns:a="http://schemas.openxmlformats.org/drawingml/2006/main" noGrp="1"/>
          </p:cNvSpPr>
          <p:nvPr/>
        </p:nvSpPr>
        <p:spPr>
          <a:xfrm xmlns:a="http://schemas.openxmlformats.org/drawingml/2006/main">
            <a:off x="8408165" y="5800535"/>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378" name="text-1319">
            <a:extLst xmlns:a="http://schemas.openxmlformats.org/drawingml/2006/main">
              <a:ext uri="{FF2B5EF4-FFF2-40B4-BE49-F238E27FC236}">
                <a16:creationId xmlns:a16="http://schemas.microsoft.com/office/drawing/2014/main" id="{DCBAC73B-3C15-4AC8-9A60-D592E6705FC2}"/>
              </a:ext>
            </a:extLst>
          </p:cNvPr>
          <p:cNvSpPr>
            <a:spLocks xmlns:a="http://schemas.openxmlformats.org/drawingml/2006/main" noGrp="1"/>
          </p:cNvSpPr>
          <p:nvPr/>
        </p:nvSpPr>
        <p:spPr>
          <a:xfrm xmlns:a="http://schemas.openxmlformats.org/drawingml/2006/main">
            <a:off x="9821894" y="3732276"/>
            <a:ext cx="1520666" cy="2059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1572C3"/>
                </a:solidFill>
                <a:latin typeface="Arial"/>
                <a:ea typeface="Arial"/>
                <a:cs typeface="Arial"/>
              </a:defRPr>
            </a:defPPr>
            <a:lvl1pPr algn="ctr">
              <a:defRPr sz="1275" b="1">
                <a:solidFill>
                  <a:srgbClr val="1572C3"/>
                </a:solidFill>
                <a:latin typeface="Arial"/>
                <a:ea typeface="Arial"/>
                <a:cs typeface="Arial"/>
              </a:defRPr>
            </a:lvl1pPr>
            <a:lvl2pPr algn="ctr">
              <a:defRPr sz="1275" b="1">
                <a:solidFill>
                  <a:srgbClr val="1572C3"/>
                </a:solidFill>
                <a:latin typeface="Arial"/>
                <a:ea typeface="Arial"/>
                <a:cs typeface="Arial"/>
              </a:defRPr>
            </a:lvl2pPr>
            <a:lvl3pPr algn="ctr">
              <a:defRPr sz="1275" b="1">
                <a:solidFill>
                  <a:srgbClr val="1572C3"/>
                </a:solidFill>
                <a:latin typeface="Arial"/>
                <a:ea typeface="Arial"/>
                <a:cs typeface="Arial"/>
              </a:defRPr>
            </a:lvl3pPr>
            <a:lvl4pPr algn="ctr">
              <a:defRPr sz="1275" b="1">
                <a:solidFill>
                  <a:srgbClr val="1572C3"/>
                </a:solidFill>
                <a:latin typeface="Arial"/>
                <a:ea typeface="Arial"/>
                <a:cs typeface="Arial"/>
              </a:defRPr>
            </a:lvl4pPr>
            <a:lvl5pPr algn="ctr">
              <a:defRPr sz="1275" b="1">
                <a:solidFill>
                  <a:srgbClr val="1572C3"/>
                </a:solidFill>
                <a:latin typeface="Arial"/>
                <a:ea typeface="Arial"/>
                <a:cs typeface="Arial"/>
              </a:defRPr>
            </a:lvl5pPr>
            <a:lvl6pPr algn="ctr">
              <a:defRPr sz="1275" b="1">
                <a:solidFill>
                  <a:srgbClr val="1572C3"/>
                </a:solidFill>
                <a:latin typeface="Arial"/>
                <a:ea typeface="Arial"/>
                <a:cs typeface="Arial"/>
              </a:defRPr>
            </a:lvl6pPr>
            <a:lvl7pPr algn="ctr">
              <a:defRPr sz="1275" b="1">
                <a:solidFill>
                  <a:srgbClr val="1572C3"/>
                </a:solidFill>
                <a:latin typeface="Arial"/>
                <a:ea typeface="Arial"/>
                <a:cs typeface="Arial"/>
              </a:defRPr>
            </a:lvl7pPr>
            <a:lvl8pPr algn="ctr">
              <a:defRPr sz="1275" b="1">
                <a:solidFill>
                  <a:srgbClr val="1572C3"/>
                </a:solidFill>
                <a:latin typeface="Arial"/>
                <a:ea typeface="Arial"/>
                <a:cs typeface="Arial"/>
              </a:defRPr>
            </a:lvl8pPr>
            <a:lvl9pPr algn="ctr">
              <a:defRPr sz="1275" b="1">
                <a:solidFill>
                  <a:srgbClr val="1572C3"/>
                </a:solidFill>
                <a:latin typeface="Arial"/>
                <a:ea typeface="Arial"/>
                <a:cs typeface="Arial"/>
              </a:defRPr>
            </a:lvl9pPr>
          </a:lstStyle>
          <a:p xmlns:a="http://schemas.openxmlformats.org/drawingml/2006/main">
            <a:pPr algn="ctr">
              <a:defRPr sz="1275" b="1">
                <a:solidFill>
                  <a:srgbClr val="1572C3"/>
                </a:solidFill>
                <a:latin typeface="Arial"/>
                <a:ea typeface="Arial"/>
                <a:cs typeface="Arial"/>
              </a:defRPr>
            </a:pPr>
            <a:r>
              <a:rPr sz="1275" b="1">
                <a:solidFill>
                  <a:srgbClr val="1572C3"/>
                </a:solidFill>
                <a:latin typeface="Arial"/>
                <a:ea typeface="Arial"/>
                <a:cs typeface="Arial"/>
              </a:rPr>
              <a:t>EXT_IO</a:t>
            </a:r>
          </a:p>
        </p:txBody>
      </p:sp>
      <p:sp>
        <p:nvSpPr>
          <p:cNvPr id="379" name="block-1320">
            <a:extLst xmlns:a="http://schemas.openxmlformats.org/drawingml/2006/main">
              <a:ext uri="{FF2B5EF4-FFF2-40B4-BE49-F238E27FC236}">
                <a16:creationId xmlns:a16="http://schemas.microsoft.com/office/drawing/2014/main" id="{1E8CB90B-43A6-4B4C-98DA-998054006774}"/>
              </a:ext>
            </a:extLst>
          </p:cNvPr>
          <p:cNvSpPr>
            <a:spLocks xmlns:a="http://schemas.openxmlformats.org/drawingml/2006/main" noGrp="1"/>
          </p:cNvSpPr>
          <p:nvPr/>
        </p:nvSpPr>
        <p:spPr>
          <a:xfrm xmlns:a="http://schemas.openxmlformats.org/drawingml/2006/main">
            <a:off x="9821894" y="4090416"/>
            <a:ext cx="1608963" cy="340233"/>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80" name="text-1321">
            <a:extLst xmlns:a="http://schemas.openxmlformats.org/drawingml/2006/main">
              <a:ext uri="{FF2B5EF4-FFF2-40B4-BE49-F238E27FC236}">
                <a16:creationId xmlns:a16="http://schemas.microsoft.com/office/drawing/2014/main" id="{1A65E800-B2A6-4769-92E6-28686E022385}"/>
              </a:ext>
            </a:extLst>
          </p:cNvPr>
          <p:cNvSpPr>
            <a:spLocks xmlns:a="http://schemas.openxmlformats.org/drawingml/2006/main" noGrp="1"/>
          </p:cNvSpPr>
          <p:nvPr/>
        </p:nvSpPr>
        <p:spPr>
          <a:xfrm xmlns:a="http://schemas.openxmlformats.org/drawingml/2006/main">
            <a:off x="9851327" y="4099370"/>
            <a:ext cx="1550099" cy="3223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1572C3"/>
                </a:solidFill>
                <a:latin typeface="Yu Gothic"/>
                <a:ea typeface="Yu Gothic"/>
                <a:cs typeface="Yu Gothic"/>
              </a:defRPr>
            </a:defPPr>
            <a:lvl1pPr algn="ctr">
              <a:defRPr sz="1350" b="1">
                <a:solidFill>
                  <a:srgbClr val="1572C3"/>
                </a:solidFill>
                <a:latin typeface="Yu Gothic"/>
                <a:ea typeface="Yu Gothic"/>
                <a:cs typeface="Yu Gothic"/>
              </a:defRPr>
            </a:lvl1pPr>
            <a:lvl2pPr algn="ctr">
              <a:defRPr sz="1350" b="1">
                <a:solidFill>
                  <a:srgbClr val="1572C3"/>
                </a:solidFill>
                <a:latin typeface="Yu Gothic"/>
                <a:ea typeface="Yu Gothic"/>
                <a:cs typeface="Yu Gothic"/>
              </a:defRPr>
            </a:lvl2pPr>
            <a:lvl3pPr algn="ctr">
              <a:defRPr sz="1350" b="1">
                <a:solidFill>
                  <a:srgbClr val="1572C3"/>
                </a:solidFill>
                <a:latin typeface="Yu Gothic"/>
                <a:ea typeface="Yu Gothic"/>
                <a:cs typeface="Yu Gothic"/>
              </a:defRPr>
            </a:lvl3pPr>
            <a:lvl4pPr algn="ctr">
              <a:defRPr sz="1350" b="1">
                <a:solidFill>
                  <a:srgbClr val="1572C3"/>
                </a:solidFill>
                <a:latin typeface="Yu Gothic"/>
                <a:ea typeface="Yu Gothic"/>
                <a:cs typeface="Yu Gothic"/>
              </a:defRPr>
            </a:lvl4pPr>
            <a:lvl5pPr algn="ctr">
              <a:defRPr sz="1350" b="1">
                <a:solidFill>
                  <a:srgbClr val="1572C3"/>
                </a:solidFill>
                <a:latin typeface="Yu Gothic"/>
                <a:ea typeface="Yu Gothic"/>
                <a:cs typeface="Yu Gothic"/>
              </a:defRPr>
            </a:lvl5pPr>
            <a:lvl6pPr algn="ctr">
              <a:defRPr sz="1350" b="1">
                <a:solidFill>
                  <a:srgbClr val="1572C3"/>
                </a:solidFill>
                <a:latin typeface="Yu Gothic"/>
                <a:ea typeface="Yu Gothic"/>
                <a:cs typeface="Yu Gothic"/>
              </a:defRPr>
            </a:lvl6pPr>
            <a:lvl7pPr algn="ctr">
              <a:defRPr sz="1350" b="1">
                <a:solidFill>
                  <a:srgbClr val="1572C3"/>
                </a:solidFill>
                <a:latin typeface="Yu Gothic"/>
                <a:ea typeface="Yu Gothic"/>
                <a:cs typeface="Yu Gothic"/>
              </a:defRPr>
            </a:lvl7pPr>
            <a:lvl8pPr algn="ctr">
              <a:defRPr sz="1350" b="1">
                <a:solidFill>
                  <a:srgbClr val="1572C3"/>
                </a:solidFill>
                <a:latin typeface="Yu Gothic"/>
                <a:ea typeface="Yu Gothic"/>
                <a:cs typeface="Yu Gothic"/>
              </a:defRPr>
            </a:lvl8pPr>
            <a:lvl9pPr algn="ctr">
              <a:defRPr sz="1350" b="1">
                <a:solidFill>
                  <a:srgbClr val="1572C3"/>
                </a:solidFill>
                <a:latin typeface="Yu Gothic"/>
                <a:ea typeface="Yu Gothic"/>
                <a:cs typeface="Yu Gothic"/>
              </a:defRPr>
            </a:lvl9pPr>
          </a:lstStyle>
          <a:p xmlns:a="http://schemas.openxmlformats.org/drawingml/2006/main">
            <a:pPr algn="ctr">
              <a:defRPr sz="1350" b="1">
                <a:solidFill>
                  <a:srgbClr val="1572C3"/>
                </a:solidFill>
                <a:latin typeface="Yu Gothic"/>
                <a:ea typeface="Yu Gothic"/>
                <a:cs typeface="Yu Gothic"/>
              </a:defRPr>
            </a:pPr>
            <a:r>
              <a:rPr sz="1350" b="1">
                <a:solidFill>
                  <a:srgbClr val="1572C3"/>
                </a:solidFill>
                <a:latin typeface="Yu Gothic"/>
                <a:ea typeface="Yu Gothic"/>
                <a:cs typeface="Yu Gothic"/>
              </a:rPr>
              <a:t>描画接続回路</a:t>
            </a:r>
          </a:p>
        </p:txBody>
      </p:sp>
      <p:sp>
        <p:nvSpPr>
          <p:cNvPr id="381" name="wire-1322">
            <a:extLst xmlns:a="http://schemas.openxmlformats.org/drawingml/2006/main">
              <a:ext uri="{FF2B5EF4-FFF2-40B4-BE49-F238E27FC236}">
                <a16:creationId xmlns:a16="http://schemas.microsoft.com/office/drawing/2014/main" id="{9F3F820A-7B0F-489F-B9C5-F4973F891199}"/>
              </a:ext>
            </a:extLst>
          </p:cNvPr>
          <p:cNvSpPr>
            <a:spLocks xmlns:a="http://schemas.openxmlformats.org/drawingml/2006/main" noGrp="1"/>
          </p:cNvSpPr>
          <p:nvPr/>
        </p:nvSpPr>
        <p:spPr>
          <a:xfrm xmlns:a="http://schemas.openxmlformats.org/drawingml/2006/main">
            <a:off x="10498836" y="3991927"/>
            <a:ext cx="9525" cy="98489"/>
          </a:xfrm>
          <a:custGeom xmlns:a="http://schemas.openxmlformats.org/drawingml/2006/main">
            <a:pathLst>
              <a:path w="9525" h="98489">
                <a:moveTo>
                  <a:pt x="0" y="0"/>
                </a:moveTo>
                <a:lnTo>
                  <a:pt x="0" y="98489"/>
                </a:lnTo>
              </a:path>
            </a:pathLst>
          </a:custGeom>
          <a:noFill xmlns:a="http://schemas.openxmlformats.org/drawingml/2006/main"/>
          <a:ln xmlns:a="http://schemas.openxmlformats.org/drawingml/2006/main" w="19050">
            <a:solidFill>
              <a:srgbClr val="1572C3"/>
            </a:solidFill>
          </a:ln>
        </p:spPr>
      </p:sp>
      <p:sp>
        <p:nvSpPr>
          <p:cNvPr id="382" name="circuit-1323">
            <a:extLst xmlns:a="http://schemas.openxmlformats.org/drawingml/2006/main">
              <a:ext uri="{FF2B5EF4-FFF2-40B4-BE49-F238E27FC236}">
                <a16:creationId xmlns:a16="http://schemas.microsoft.com/office/drawing/2014/main" id="{A6B9783A-C130-4AAB-9597-29CBE6AB260C}"/>
              </a:ext>
            </a:extLst>
          </p:cNvPr>
          <p:cNvSpPr>
            <a:spLocks xmlns:a="http://schemas.openxmlformats.org/drawingml/2006/main" noGrp="1"/>
          </p:cNvSpPr>
          <p:nvPr/>
        </p:nvSpPr>
        <p:spPr>
          <a:xfrm xmlns:a="http://schemas.openxmlformats.org/drawingml/2006/main">
            <a:off x="10478233" y="4045649"/>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383" name="block-1324">
            <a:extLst xmlns:a="http://schemas.openxmlformats.org/drawingml/2006/main">
              <a:ext uri="{FF2B5EF4-FFF2-40B4-BE49-F238E27FC236}">
                <a16:creationId xmlns:a16="http://schemas.microsoft.com/office/drawing/2014/main" id="{50E6B200-6F16-46B1-B70D-8D24427E29D6}"/>
              </a:ext>
            </a:extLst>
          </p:cNvPr>
          <p:cNvSpPr>
            <a:spLocks xmlns:a="http://schemas.openxmlformats.org/drawingml/2006/main" noGrp="1"/>
          </p:cNvSpPr>
          <p:nvPr/>
        </p:nvSpPr>
        <p:spPr>
          <a:xfrm xmlns:a="http://schemas.openxmlformats.org/drawingml/2006/main">
            <a:off x="9821894" y="4654487"/>
            <a:ext cx="745617" cy="268605"/>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84" name="text-1325">
            <a:extLst xmlns:a="http://schemas.openxmlformats.org/drawingml/2006/main">
              <a:ext uri="{FF2B5EF4-FFF2-40B4-BE49-F238E27FC236}">
                <a16:creationId xmlns:a16="http://schemas.microsoft.com/office/drawing/2014/main" id="{46E6B7AB-4AC3-481C-A8FF-6A549E9C8264}"/>
              </a:ext>
            </a:extLst>
          </p:cNvPr>
          <p:cNvSpPr>
            <a:spLocks xmlns:a="http://schemas.openxmlformats.org/drawingml/2006/main" noGrp="1"/>
          </p:cNvSpPr>
          <p:nvPr/>
        </p:nvSpPr>
        <p:spPr>
          <a:xfrm xmlns:a="http://schemas.openxmlformats.org/drawingml/2006/main">
            <a:off x="9851327" y="4663440"/>
            <a:ext cx="686753"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1572C3"/>
                </a:solidFill>
                <a:latin typeface="Yu Gothic"/>
                <a:ea typeface="Yu Gothic"/>
                <a:cs typeface="Yu Gothic"/>
              </a:defRPr>
            </a:defPPr>
            <a:lvl1pPr algn="ctr">
              <a:defRPr sz="1200" b="1">
                <a:solidFill>
                  <a:srgbClr val="1572C3"/>
                </a:solidFill>
                <a:latin typeface="Yu Gothic"/>
                <a:ea typeface="Yu Gothic"/>
                <a:cs typeface="Yu Gothic"/>
              </a:defRPr>
            </a:lvl1pPr>
            <a:lvl2pPr algn="ctr">
              <a:defRPr sz="1200" b="1">
                <a:solidFill>
                  <a:srgbClr val="1572C3"/>
                </a:solidFill>
                <a:latin typeface="Yu Gothic"/>
                <a:ea typeface="Yu Gothic"/>
                <a:cs typeface="Yu Gothic"/>
              </a:defRPr>
            </a:lvl2pPr>
            <a:lvl3pPr algn="ctr">
              <a:defRPr sz="1200" b="1">
                <a:solidFill>
                  <a:srgbClr val="1572C3"/>
                </a:solidFill>
                <a:latin typeface="Yu Gothic"/>
                <a:ea typeface="Yu Gothic"/>
                <a:cs typeface="Yu Gothic"/>
              </a:defRPr>
            </a:lvl3pPr>
            <a:lvl4pPr algn="ctr">
              <a:defRPr sz="1200" b="1">
                <a:solidFill>
                  <a:srgbClr val="1572C3"/>
                </a:solidFill>
                <a:latin typeface="Yu Gothic"/>
                <a:ea typeface="Yu Gothic"/>
                <a:cs typeface="Yu Gothic"/>
              </a:defRPr>
            </a:lvl4pPr>
            <a:lvl5pPr algn="ctr">
              <a:defRPr sz="1200" b="1">
                <a:solidFill>
                  <a:srgbClr val="1572C3"/>
                </a:solidFill>
                <a:latin typeface="Yu Gothic"/>
                <a:ea typeface="Yu Gothic"/>
                <a:cs typeface="Yu Gothic"/>
              </a:defRPr>
            </a:lvl5pPr>
            <a:lvl6pPr algn="ctr">
              <a:defRPr sz="1200" b="1">
                <a:solidFill>
                  <a:srgbClr val="1572C3"/>
                </a:solidFill>
                <a:latin typeface="Yu Gothic"/>
                <a:ea typeface="Yu Gothic"/>
                <a:cs typeface="Yu Gothic"/>
              </a:defRPr>
            </a:lvl6pPr>
            <a:lvl7pPr algn="ctr">
              <a:defRPr sz="1200" b="1">
                <a:solidFill>
                  <a:srgbClr val="1572C3"/>
                </a:solidFill>
                <a:latin typeface="Yu Gothic"/>
                <a:ea typeface="Yu Gothic"/>
                <a:cs typeface="Yu Gothic"/>
              </a:defRPr>
            </a:lvl7pPr>
            <a:lvl8pPr algn="ctr">
              <a:defRPr sz="1200" b="1">
                <a:solidFill>
                  <a:srgbClr val="1572C3"/>
                </a:solidFill>
                <a:latin typeface="Yu Gothic"/>
                <a:ea typeface="Yu Gothic"/>
                <a:cs typeface="Yu Gothic"/>
              </a:defRPr>
            </a:lvl8pPr>
            <a:lvl9pPr algn="ctr">
              <a:defRPr sz="1200" b="1">
                <a:solidFill>
                  <a:srgbClr val="1572C3"/>
                </a:solidFill>
                <a:latin typeface="Yu Gothic"/>
                <a:ea typeface="Yu Gothic"/>
                <a:cs typeface="Yu Gothic"/>
              </a:defRPr>
            </a:lvl9pPr>
          </a:lstStyle>
          <a:p xmlns:a="http://schemas.openxmlformats.org/drawingml/2006/main">
            <a:pPr algn="ctr">
              <a:defRPr sz="1200" b="1">
                <a:solidFill>
                  <a:srgbClr val="1572C3"/>
                </a:solidFill>
                <a:latin typeface="Yu Gothic"/>
                <a:ea typeface="Yu Gothic"/>
                <a:cs typeface="Yu Gothic"/>
              </a:defRPr>
            </a:pPr>
            <a:r>
              <a:rPr sz="1200" b="1">
                <a:solidFill>
                  <a:srgbClr val="1572C3"/>
                </a:solidFill>
                <a:latin typeface="Yu Gothic"/>
                <a:ea typeface="Yu Gothic"/>
                <a:cs typeface="Yu Gothic"/>
              </a:rPr>
              <a:t>命令</a:t>
            </a:r>
          </a:p>
        </p:txBody>
      </p:sp>
      <p:sp>
        <p:nvSpPr>
          <p:cNvPr id="385" name="block-1326">
            <a:extLst xmlns:a="http://schemas.openxmlformats.org/drawingml/2006/main">
              <a:ext uri="{FF2B5EF4-FFF2-40B4-BE49-F238E27FC236}">
                <a16:creationId xmlns:a16="http://schemas.microsoft.com/office/drawing/2014/main" id="{F9916D23-BF7E-448E-81F9-0BB6BEC7680E}"/>
              </a:ext>
            </a:extLst>
          </p:cNvPr>
          <p:cNvSpPr>
            <a:spLocks xmlns:a="http://schemas.openxmlformats.org/drawingml/2006/main" noGrp="1"/>
          </p:cNvSpPr>
          <p:nvPr/>
        </p:nvSpPr>
        <p:spPr>
          <a:xfrm xmlns:a="http://schemas.openxmlformats.org/drawingml/2006/main">
            <a:off x="10685240" y="4654487"/>
            <a:ext cx="745617" cy="268605"/>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86" name="text-1327">
            <a:extLst xmlns:a="http://schemas.openxmlformats.org/drawingml/2006/main">
              <a:ext uri="{FF2B5EF4-FFF2-40B4-BE49-F238E27FC236}">
                <a16:creationId xmlns:a16="http://schemas.microsoft.com/office/drawing/2014/main" id="{FAA28C73-B0A3-495F-819B-B3015DE1C763}"/>
              </a:ext>
            </a:extLst>
          </p:cNvPr>
          <p:cNvSpPr>
            <a:spLocks xmlns:a="http://schemas.openxmlformats.org/drawingml/2006/main" noGrp="1"/>
          </p:cNvSpPr>
          <p:nvPr/>
        </p:nvSpPr>
        <p:spPr>
          <a:xfrm xmlns:a="http://schemas.openxmlformats.org/drawingml/2006/main">
            <a:off x="10714673" y="4663440"/>
            <a:ext cx="686753"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1572C3"/>
                </a:solidFill>
                <a:latin typeface="Yu Gothic"/>
                <a:ea typeface="Yu Gothic"/>
                <a:cs typeface="Yu Gothic"/>
              </a:defRPr>
            </a:defPPr>
            <a:lvl1pPr algn="ctr">
              <a:defRPr sz="1200" b="1">
                <a:solidFill>
                  <a:srgbClr val="1572C3"/>
                </a:solidFill>
                <a:latin typeface="Yu Gothic"/>
                <a:ea typeface="Yu Gothic"/>
                <a:cs typeface="Yu Gothic"/>
              </a:defRPr>
            </a:lvl1pPr>
            <a:lvl2pPr algn="ctr">
              <a:defRPr sz="1200" b="1">
                <a:solidFill>
                  <a:srgbClr val="1572C3"/>
                </a:solidFill>
                <a:latin typeface="Yu Gothic"/>
                <a:ea typeface="Yu Gothic"/>
                <a:cs typeface="Yu Gothic"/>
              </a:defRPr>
            </a:lvl2pPr>
            <a:lvl3pPr algn="ctr">
              <a:defRPr sz="1200" b="1">
                <a:solidFill>
                  <a:srgbClr val="1572C3"/>
                </a:solidFill>
                <a:latin typeface="Yu Gothic"/>
                <a:ea typeface="Yu Gothic"/>
                <a:cs typeface="Yu Gothic"/>
              </a:defRPr>
            </a:lvl3pPr>
            <a:lvl4pPr algn="ctr">
              <a:defRPr sz="1200" b="1">
                <a:solidFill>
                  <a:srgbClr val="1572C3"/>
                </a:solidFill>
                <a:latin typeface="Yu Gothic"/>
                <a:ea typeface="Yu Gothic"/>
                <a:cs typeface="Yu Gothic"/>
              </a:defRPr>
            </a:lvl4pPr>
            <a:lvl5pPr algn="ctr">
              <a:defRPr sz="1200" b="1">
                <a:solidFill>
                  <a:srgbClr val="1572C3"/>
                </a:solidFill>
                <a:latin typeface="Yu Gothic"/>
                <a:ea typeface="Yu Gothic"/>
                <a:cs typeface="Yu Gothic"/>
              </a:defRPr>
            </a:lvl5pPr>
            <a:lvl6pPr algn="ctr">
              <a:defRPr sz="1200" b="1">
                <a:solidFill>
                  <a:srgbClr val="1572C3"/>
                </a:solidFill>
                <a:latin typeface="Yu Gothic"/>
                <a:ea typeface="Yu Gothic"/>
                <a:cs typeface="Yu Gothic"/>
              </a:defRPr>
            </a:lvl6pPr>
            <a:lvl7pPr algn="ctr">
              <a:defRPr sz="1200" b="1">
                <a:solidFill>
                  <a:srgbClr val="1572C3"/>
                </a:solidFill>
                <a:latin typeface="Yu Gothic"/>
                <a:ea typeface="Yu Gothic"/>
                <a:cs typeface="Yu Gothic"/>
              </a:defRPr>
            </a:lvl7pPr>
            <a:lvl8pPr algn="ctr">
              <a:defRPr sz="1200" b="1">
                <a:solidFill>
                  <a:srgbClr val="1572C3"/>
                </a:solidFill>
                <a:latin typeface="Yu Gothic"/>
                <a:ea typeface="Yu Gothic"/>
                <a:cs typeface="Yu Gothic"/>
              </a:defRPr>
            </a:lvl8pPr>
            <a:lvl9pPr algn="ctr">
              <a:defRPr sz="1200" b="1">
                <a:solidFill>
                  <a:srgbClr val="1572C3"/>
                </a:solidFill>
                <a:latin typeface="Yu Gothic"/>
                <a:ea typeface="Yu Gothic"/>
                <a:cs typeface="Yu Gothic"/>
              </a:defRPr>
            </a:lvl9pPr>
          </a:lstStyle>
          <a:p xmlns:a="http://schemas.openxmlformats.org/drawingml/2006/main">
            <a:pPr algn="ctr">
              <a:defRPr sz="1200" b="1">
                <a:solidFill>
                  <a:srgbClr val="1572C3"/>
                </a:solidFill>
                <a:latin typeface="Yu Gothic"/>
                <a:ea typeface="Yu Gothic"/>
                <a:cs typeface="Yu Gothic"/>
              </a:defRPr>
            </a:pPr>
            <a:r>
              <a:rPr sz="1200" b="1">
                <a:solidFill>
                  <a:srgbClr val="1572C3"/>
                </a:solidFill>
                <a:latin typeface="Yu Gothic"/>
                <a:ea typeface="Yu Gothic"/>
                <a:cs typeface="Yu Gothic"/>
              </a:rPr>
              <a:t>応答</a:t>
            </a:r>
          </a:p>
        </p:txBody>
      </p:sp>
      <p:sp>
        <p:nvSpPr>
          <p:cNvPr id="387" name="text-1328">
            <a:extLst xmlns:a="http://schemas.openxmlformats.org/drawingml/2006/main">
              <a:ext uri="{FF2B5EF4-FFF2-40B4-BE49-F238E27FC236}">
                <a16:creationId xmlns:a16="http://schemas.microsoft.com/office/drawing/2014/main" id="{24CD8982-3EBE-42F2-9075-8AAD953931B7}"/>
              </a:ext>
            </a:extLst>
          </p:cNvPr>
          <p:cNvSpPr>
            <a:spLocks xmlns:a="http://schemas.openxmlformats.org/drawingml/2006/main" noGrp="1"/>
          </p:cNvSpPr>
          <p:nvPr/>
        </p:nvSpPr>
        <p:spPr>
          <a:xfrm xmlns:a="http://schemas.openxmlformats.org/drawingml/2006/main">
            <a:off x="9821894" y="4457510"/>
            <a:ext cx="1608963" cy="196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Yu Gothic"/>
                <a:ea typeface="Yu Gothic"/>
                <a:cs typeface="Yu Gothic"/>
              </a:defRPr>
            </a:defPPr>
            <a:lvl1pPr algn="ctr">
              <a:defRPr sz="1125" b="1">
                <a:solidFill>
                  <a:srgbClr val="1572C3"/>
                </a:solidFill>
                <a:latin typeface="Yu Gothic"/>
                <a:ea typeface="Yu Gothic"/>
                <a:cs typeface="Yu Gothic"/>
              </a:defRPr>
            </a:lvl1pPr>
            <a:lvl2pPr algn="ctr">
              <a:defRPr sz="1125" b="1">
                <a:solidFill>
                  <a:srgbClr val="1572C3"/>
                </a:solidFill>
                <a:latin typeface="Yu Gothic"/>
                <a:ea typeface="Yu Gothic"/>
                <a:cs typeface="Yu Gothic"/>
              </a:defRPr>
            </a:lvl2pPr>
            <a:lvl3pPr algn="ctr">
              <a:defRPr sz="1125" b="1">
                <a:solidFill>
                  <a:srgbClr val="1572C3"/>
                </a:solidFill>
                <a:latin typeface="Yu Gothic"/>
                <a:ea typeface="Yu Gothic"/>
                <a:cs typeface="Yu Gothic"/>
              </a:defRPr>
            </a:lvl3pPr>
            <a:lvl4pPr algn="ctr">
              <a:defRPr sz="1125" b="1">
                <a:solidFill>
                  <a:srgbClr val="1572C3"/>
                </a:solidFill>
                <a:latin typeface="Yu Gothic"/>
                <a:ea typeface="Yu Gothic"/>
                <a:cs typeface="Yu Gothic"/>
              </a:defRPr>
            </a:lvl4pPr>
            <a:lvl5pPr algn="ctr">
              <a:defRPr sz="1125" b="1">
                <a:solidFill>
                  <a:srgbClr val="1572C3"/>
                </a:solidFill>
                <a:latin typeface="Yu Gothic"/>
                <a:ea typeface="Yu Gothic"/>
                <a:cs typeface="Yu Gothic"/>
              </a:defRPr>
            </a:lvl5pPr>
            <a:lvl6pPr algn="ctr">
              <a:defRPr sz="1125" b="1">
                <a:solidFill>
                  <a:srgbClr val="1572C3"/>
                </a:solidFill>
                <a:latin typeface="Yu Gothic"/>
                <a:ea typeface="Yu Gothic"/>
                <a:cs typeface="Yu Gothic"/>
              </a:defRPr>
            </a:lvl6pPr>
            <a:lvl7pPr algn="ctr">
              <a:defRPr sz="1125" b="1">
                <a:solidFill>
                  <a:srgbClr val="1572C3"/>
                </a:solidFill>
                <a:latin typeface="Yu Gothic"/>
                <a:ea typeface="Yu Gothic"/>
                <a:cs typeface="Yu Gothic"/>
              </a:defRPr>
            </a:lvl7pPr>
            <a:lvl8pPr algn="ctr">
              <a:defRPr sz="1125" b="1">
                <a:solidFill>
                  <a:srgbClr val="1572C3"/>
                </a:solidFill>
                <a:latin typeface="Yu Gothic"/>
                <a:ea typeface="Yu Gothic"/>
                <a:cs typeface="Yu Gothic"/>
              </a:defRPr>
            </a:lvl8pPr>
            <a:lvl9pPr algn="ctr">
              <a:defRPr sz="1125" b="1">
                <a:solidFill>
                  <a:srgbClr val="1572C3"/>
                </a:solidFill>
                <a:latin typeface="Yu Gothic"/>
                <a:ea typeface="Yu Gothic"/>
                <a:cs typeface="Yu Gothic"/>
              </a:defRPr>
            </a:lvl9pPr>
          </a:lstStyle>
          <a:p xmlns:a="http://schemas.openxmlformats.org/drawingml/2006/main">
            <a:pPr algn="ctr">
              <a:defRPr sz="1125" b="1">
                <a:solidFill>
                  <a:srgbClr val="1572C3"/>
                </a:solidFill>
                <a:latin typeface="Yu Gothic"/>
                <a:ea typeface="Yu Gothic"/>
                <a:cs typeface="Yu Gothic"/>
              </a:defRPr>
            </a:pPr>
            <a:r>
              <a:rPr sz="1125" b="1">
                <a:solidFill>
                  <a:srgbClr val="1572C3"/>
                </a:solidFill>
                <a:latin typeface="Yu Gothic"/>
                <a:ea typeface="Yu Gothic"/>
                <a:cs typeface="Yu Gothic"/>
              </a:rPr>
              <a:t>非同期FIFO</a:t>
            </a:r>
          </a:p>
        </p:txBody>
      </p:sp>
      <p:sp>
        <p:nvSpPr>
          <p:cNvPr id="388" name="wire-1329">
            <a:extLst xmlns:a="http://schemas.openxmlformats.org/drawingml/2006/main">
              <a:ext uri="{FF2B5EF4-FFF2-40B4-BE49-F238E27FC236}">
                <a16:creationId xmlns:a16="http://schemas.microsoft.com/office/drawing/2014/main" id="{4814F7CB-9515-4525-9000-22952516982C}"/>
              </a:ext>
            </a:extLst>
          </p:cNvPr>
          <p:cNvSpPr>
            <a:spLocks xmlns:a="http://schemas.openxmlformats.org/drawingml/2006/main" noGrp="1"/>
          </p:cNvSpPr>
          <p:nvPr/>
        </p:nvSpPr>
        <p:spPr>
          <a:xfrm xmlns:a="http://schemas.openxmlformats.org/drawingml/2006/main">
            <a:off x="10175081" y="4430649"/>
            <a:ext cx="9525" cy="223838"/>
          </a:xfrm>
          <a:custGeom xmlns:a="http://schemas.openxmlformats.org/drawingml/2006/main">
            <a:pathLst>
              <a:path w="9525" h="223838">
                <a:moveTo>
                  <a:pt x="0" y="0"/>
                </a:moveTo>
                <a:lnTo>
                  <a:pt x="0" y="223838"/>
                </a:lnTo>
              </a:path>
            </a:pathLst>
          </a:custGeom>
          <a:noFill xmlns:a="http://schemas.openxmlformats.org/drawingml/2006/main"/>
          <a:ln xmlns:a="http://schemas.openxmlformats.org/drawingml/2006/main" w="16193">
            <a:solidFill>
              <a:srgbClr val="1572C3"/>
            </a:solidFill>
          </a:ln>
        </p:spPr>
      </p:sp>
      <p:sp>
        <p:nvSpPr>
          <p:cNvPr id="389" name="circuit-1330">
            <a:extLst xmlns:a="http://schemas.openxmlformats.org/drawingml/2006/main">
              <a:ext uri="{FF2B5EF4-FFF2-40B4-BE49-F238E27FC236}">
                <a16:creationId xmlns:a16="http://schemas.microsoft.com/office/drawing/2014/main" id="{F4D935A3-62EA-4F4D-9F45-86682334851B}"/>
              </a:ext>
            </a:extLst>
          </p:cNvPr>
          <p:cNvSpPr>
            <a:spLocks xmlns:a="http://schemas.openxmlformats.org/drawingml/2006/main" noGrp="1"/>
          </p:cNvSpPr>
          <p:nvPr/>
        </p:nvSpPr>
        <p:spPr>
          <a:xfrm xmlns:a="http://schemas.openxmlformats.org/drawingml/2006/main">
            <a:off x="10154479" y="4609719"/>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390" name="wire-1331">
            <a:extLst xmlns:a="http://schemas.openxmlformats.org/drawingml/2006/main">
              <a:ext uri="{FF2B5EF4-FFF2-40B4-BE49-F238E27FC236}">
                <a16:creationId xmlns:a16="http://schemas.microsoft.com/office/drawing/2014/main" id="{026382FB-5058-47F8-BD1D-F641E3B8243D}"/>
              </a:ext>
            </a:extLst>
          </p:cNvPr>
          <p:cNvSpPr>
            <a:spLocks xmlns:a="http://schemas.openxmlformats.org/drawingml/2006/main" noGrp="1"/>
          </p:cNvSpPr>
          <p:nvPr/>
        </p:nvSpPr>
        <p:spPr>
          <a:xfrm xmlns:a="http://schemas.openxmlformats.org/drawingml/2006/main">
            <a:off x="11058049" y="4430649"/>
            <a:ext cx="9525" cy="223838"/>
          </a:xfrm>
          <a:custGeom xmlns:a="http://schemas.openxmlformats.org/drawingml/2006/main">
            <a:pathLst>
              <a:path w="9525" h="223838">
                <a:moveTo>
                  <a:pt x="0" y="223838"/>
                </a:moveTo>
                <a:lnTo>
                  <a:pt x="0" y="0"/>
                </a:lnTo>
              </a:path>
            </a:pathLst>
          </a:custGeom>
          <a:noFill xmlns:a="http://schemas.openxmlformats.org/drawingml/2006/main"/>
          <a:ln xmlns:a="http://schemas.openxmlformats.org/drawingml/2006/main" w="16193">
            <a:solidFill>
              <a:srgbClr val="1572C3"/>
            </a:solidFill>
          </a:ln>
        </p:spPr>
      </p:sp>
      <p:sp>
        <p:nvSpPr>
          <p:cNvPr id="391" name="circuit-1332">
            <a:extLst xmlns:a="http://schemas.openxmlformats.org/drawingml/2006/main">
              <a:ext uri="{FF2B5EF4-FFF2-40B4-BE49-F238E27FC236}">
                <a16:creationId xmlns:a16="http://schemas.microsoft.com/office/drawing/2014/main" id="{9DC99F6B-BE43-49FF-BCC2-DC77E091C94F}"/>
              </a:ext>
            </a:extLst>
          </p:cNvPr>
          <p:cNvSpPr>
            <a:spLocks xmlns:a="http://schemas.openxmlformats.org/drawingml/2006/main" noGrp="1"/>
          </p:cNvSpPr>
          <p:nvPr/>
        </p:nvSpPr>
        <p:spPr>
          <a:xfrm xmlns:a="http://schemas.openxmlformats.org/drawingml/2006/main">
            <a:off x="11037446" y="4430649"/>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392" name="block-1333">
            <a:extLst xmlns:a="http://schemas.openxmlformats.org/drawingml/2006/main">
              <a:ext uri="{FF2B5EF4-FFF2-40B4-BE49-F238E27FC236}">
                <a16:creationId xmlns:a16="http://schemas.microsoft.com/office/drawing/2014/main" id="{EE8A39F4-EA9F-41CA-8121-614981CEAE21}"/>
              </a:ext>
            </a:extLst>
          </p:cNvPr>
          <p:cNvSpPr>
            <a:spLocks xmlns:a="http://schemas.openxmlformats.org/drawingml/2006/main" noGrp="1"/>
          </p:cNvSpPr>
          <p:nvPr/>
        </p:nvSpPr>
        <p:spPr>
          <a:xfrm xmlns:a="http://schemas.openxmlformats.org/drawingml/2006/main">
            <a:off x="9821894" y="5084255"/>
            <a:ext cx="1608963" cy="358140"/>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93" name="text-1334">
            <a:extLst xmlns:a="http://schemas.openxmlformats.org/drawingml/2006/main">
              <a:ext uri="{FF2B5EF4-FFF2-40B4-BE49-F238E27FC236}">
                <a16:creationId xmlns:a16="http://schemas.microsoft.com/office/drawing/2014/main" id="{BA879D31-61DD-4AF5-B67E-1053D9A8DDB7}"/>
              </a:ext>
            </a:extLst>
          </p:cNvPr>
          <p:cNvSpPr>
            <a:spLocks xmlns:a="http://schemas.openxmlformats.org/drawingml/2006/main" noGrp="1"/>
          </p:cNvSpPr>
          <p:nvPr/>
        </p:nvSpPr>
        <p:spPr>
          <a:xfrm xmlns:a="http://schemas.openxmlformats.org/drawingml/2006/main">
            <a:off x="9851327" y="5093208"/>
            <a:ext cx="1550099" cy="3402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描画回路</a:t>
            </a:r>
          </a:p>
        </p:txBody>
      </p:sp>
      <p:sp>
        <p:nvSpPr>
          <p:cNvPr id="394" name="wire-1335">
            <a:extLst xmlns:a="http://schemas.openxmlformats.org/drawingml/2006/main">
              <a:ext uri="{FF2B5EF4-FFF2-40B4-BE49-F238E27FC236}">
                <a16:creationId xmlns:a16="http://schemas.microsoft.com/office/drawing/2014/main" id="{227AD2C3-7108-499B-A937-467BE7379055}"/>
              </a:ext>
            </a:extLst>
          </p:cNvPr>
          <p:cNvSpPr>
            <a:spLocks xmlns:a="http://schemas.openxmlformats.org/drawingml/2006/main" noGrp="1"/>
          </p:cNvSpPr>
          <p:nvPr/>
        </p:nvSpPr>
        <p:spPr>
          <a:xfrm xmlns:a="http://schemas.openxmlformats.org/drawingml/2006/main">
            <a:off x="10175081" y="4923091"/>
            <a:ext cx="9525" cy="161163"/>
          </a:xfrm>
          <a:custGeom xmlns:a="http://schemas.openxmlformats.org/drawingml/2006/main">
            <a:pathLst>
              <a:path w="9525" h="161163">
                <a:moveTo>
                  <a:pt x="0" y="0"/>
                </a:moveTo>
                <a:lnTo>
                  <a:pt x="0" y="161163"/>
                </a:lnTo>
              </a:path>
            </a:pathLst>
          </a:custGeom>
          <a:noFill xmlns:a="http://schemas.openxmlformats.org/drawingml/2006/main"/>
          <a:ln xmlns:a="http://schemas.openxmlformats.org/drawingml/2006/main" w="16193">
            <a:solidFill>
              <a:srgbClr val="1572C3"/>
            </a:solidFill>
          </a:ln>
        </p:spPr>
      </p:sp>
      <p:sp>
        <p:nvSpPr>
          <p:cNvPr id="395" name="circuit-1336">
            <a:extLst xmlns:a="http://schemas.openxmlformats.org/drawingml/2006/main">
              <a:ext uri="{FF2B5EF4-FFF2-40B4-BE49-F238E27FC236}">
                <a16:creationId xmlns:a16="http://schemas.microsoft.com/office/drawing/2014/main" id="{EA1FAC50-DEBD-45BC-80EC-AB8D39821ECC}"/>
              </a:ext>
            </a:extLst>
          </p:cNvPr>
          <p:cNvSpPr>
            <a:spLocks xmlns:a="http://schemas.openxmlformats.org/drawingml/2006/main" noGrp="1"/>
          </p:cNvSpPr>
          <p:nvPr/>
        </p:nvSpPr>
        <p:spPr>
          <a:xfrm xmlns:a="http://schemas.openxmlformats.org/drawingml/2006/main">
            <a:off x="10154479" y="5039487"/>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396" name="wire-1337">
            <a:extLst xmlns:a="http://schemas.openxmlformats.org/drawingml/2006/main">
              <a:ext uri="{FF2B5EF4-FFF2-40B4-BE49-F238E27FC236}">
                <a16:creationId xmlns:a16="http://schemas.microsoft.com/office/drawing/2014/main" id="{3F493358-684D-4AA0-8331-4EBB8D42742C}"/>
              </a:ext>
            </a:extLst>
          </p:cNvPr>
          <p:cNvSpPr>
            <a:spLocks xmlns:a="http://schemas.openxmlformats.org/drawingml/2006/main" noGrp="1"/>
          </p:cNvSpPr>
          <p:nvPr/>
        </p:nvSpPr>
        <p:spPr>
          <a:xfrm xmlns:a="http://schemas.openxmlformats.org/drawingml/2006/main">
            <a:off x="11058049" y="4923091"/>
            <a:ext cx="9525" cy="161163"/>
          </a:xfrm>
          <a:custGeom xmlns:a="http://schemas.openxmlformats.org/drawingml/2006/main">
            <a:pathLst>
              <a:path w="9525" h="161163">
                <a:moveTo>
                  <a:pt x="0" y="161163"/>
                </a:moveTo>
                <a:lnTo>
                  <a:pt x="0" y="0"/>
                </a:lnTo>
              </a:path>
            </a:pathLst>
          </a:custGeom>
          <a:noFill xmlns:a="http://schemas.openxmlformats.org/drawingml/2006/main"/>
          <a:ln xmlns:a="http://schemas.openxmlformats.org/drawingml/2006/main" w="16193">
            <a:solidFill>
              <a:srgbClr val="1572C3"/>
            </a:solidFill>
          </a:ln>
        </p:spPr>
      </p:sp>
      <p:sp>
        <p:nvSpPr>
          <p:cNvPr id="397" name="circuit-1338">
            <a:extLst xmlns:a="http://schemas.openxmlformats.org/drawingml/2006/main">
              <a:ext uri="{FF2B5EF4-FFF2-40B4-BE49-F238E27FC236}">
                <a16:creationId xmlns:a16="http://schemas.microsoft.com/office/drawing/2014/main" id="{EACF9A40-3598-474E-BCB8-F2461774CBFA}"/>
              </a:ext>
            </a:extLst>
          </p:cNvPr>
          <p:cNvSpPr>
            <a:spLocks xmlns:a="http://schemas.openxmlformats.org/drawingml/2006/main" noGrp="1"/>
          </p:cNvSpPr>
          <p:nvPr/>
        </p:nvSpPr>
        <p:spPr>
          <a:xfrm xmlns:a="http://schemas.openxmlformats.org/drawingml/2006/main">
            <a:off x="11037446" y="4923091"/>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1572C3"/>
          </a:solidFill>
          <a:ln xmlns:a="http://schemas.openxmlformats.org/drawingml/2006/main" w="4763">
            <a:solidFill>
              <a:srgbClr val="1572C3"/>
            </a:solidFill>
          </a:ln>
        </p:spPr>
      </p:sp>
      <p:sp>
        <p:nvSpPr>
          <p:cNvPr id="398" name="block-1339">
            <a:extLst xmlns:a="http://schemas.openxmlformats.org/drawingml/2006/main">
              <a:ext uri="{FF2B5EF4-FFF2-40B4-BE49-F238E27FC236}">
                <a16:creationId xmlns:a16="http://schemas.microsoft.com/office/drawing/2014/main" id="{6F11CA9F-617F-4D5E-8317-43CA1D60F705}"/>
              </a:ext>
            </a:extLst>
          </p:cNvPr>
          <p:cNvSpPr>
            <a:spLocks xmlns:a="http://schemas.openxmlformats.org/drawingml/2006/main" noGrp="1"/>
          </p:cNvSpPr>
          <p:nvPr/>
        </p:nvSpPr>
        <p:spPr>
          <a:xfrm xmlns:a="http://schemas.openxmlformats.org/drawingml/2006/main">
            <a:off x="9821894" y="5782627"/>
            <a:ext cx="1608963" cy="313373"/>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99" name="text-1340">
            <a:extLst xmlns:a="http://schemas.openxmlformats.org/drawingml/2006/main">
              <a:ext uri="{FF2B5EF4-FFF2-40B4-BE49-F238E27FC236}">
                <a16:creationId xmlns:a16="http://schemas.microsoft.com/office/drawing/2014/main" id="{A7920E93-5F14-4BE5-9E20-F79A29B9A859}"/>
              </a:ext>
            </a:extLst>
          </p:cNvPr>
          <p:cNvSpPr>
            <a:spLocks xmlns:a="http://schemas.openxmlformats.org/drawingml/2006/main" noGrp="1"/>
          </p:cNvSpPr>
          <p:nvPr/>
        </p:nvSpPr>
        <p:spPr>
          <a:xfrm xmlns:a="http://schemas.openxmlformats.org/drawingml/2006/main">
            <a:off x="9851327" y="5791581"/>
            <a:ext cx="1550099" cy="2954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表示回路</a:t>
            </a:r>
          </a:p>
        </p:txBody>
      </p:sp>
      <p:sp>
        <p:nvSpPr>
          <p:cNvPr id="400" name="wire-1341">
            <a:extLst xmlns:a="http://schemas.openxmlformats.org/drawingml/2006/main">
              <a:ext uri="{FF2B5EF4-FFF2-40B4-BE49-F238E27FC236}">
                <a16:creationId xmlns:a16="http://schemas.microsoft.com/office/drawing/2014/main" id="{4080D684-044C-442E-905E-4B1EF9C10AFF}"/>
              </a:ext>
            </a:extLst>
          </p:cNvPr>
          <p:cNvSpPr>
            <a:spLocks xmlns:a="http://schemas.openxmlformats.org/drawingml/2006/main" noGrp="1"/>
          </p:cNvSpPr>
          <p:nvPr/>
        </p:nvSpPr>
        <p:spPr>
          <a:xfrm xmlns:a="http://schemas.openxmlformats.org/drawingml/2006/main">
            <a:off x="9910191" y="5442395"/>
            <a:ext cx="9525" cy="340233"/>
          </a:xfrm>
          <a:custGeom xmlns:a="http://schemas.openxmlformats.org/drawingml/2006/main">
            <a:pathLst>
              <a:path w="9525" h="340233">
                <a:moveTo>
                  <a:pt x="0" y="0"/>
                </a:moveTo>
                <a:lnTo>
                  <a:pt x="0" y="340233"/>
                </a:lnTo>
              </a:path>
            </a:pathLst>
          </a:custGeom>
          <a:noFill xmlns:a="http://schemas.openxmlformats.org/drawingml/2006/main"/>
          <a:ln xmlns:a="http://schemas.openxmlformats.org/drawingml/2006/main" w="14288">
            <a:solidFill>
              <a:srgbClr val="1572C3"/>
            </a:solidFill>
          </a:ln>
        </p:spPr>
      </p:sp>
      <p:sp>
        <p:nvSpPr>
          <p:cNvPr id="401" name="circuit-1342">
            <a:extLst xmlns:a="http://schemas.openxmlformats.org/drawingml/2006/main">
              <a:ext uri="{FF2B5EF4-FFF2-40B4-BE49-F238E27FC236}">
                <a16:creationId xmlns:a16="http://schemas.microsoft.com/office/drawing/2014/main" id="{24E2ED7C-501A-49C9-BD14-4EAF26156653}"/>
              </a:ext>
            </a:extLst>
          </p:cNvPr>
          <p:cNvSpPr>
            <a:spLocks xmlns:a="http://schemas.openxmlformats.org/drawingml/2006/main" noGrp="1"/>
          </p:cNvSpPr>
          <p:nvPr/>
        </p:nvSpPr>
        <p:spPr>
          <a:xfrm xmlns:a="http://schemas.openxmlformats.org/drawingml/2006/main">
            <a:off x="9889588" y="5737860"/>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402" name="wire-1343">
            <a:extLst xmlns:a="http://schemas.openxmlformats.org/drawingml/2006/main">
              <a:ext uri="{FF2B5EF4-FFF2-40B4-BE49-F238E27FC236}">
                <a16:creationId xmlns:a16="http://schemas.microsoft.com/office/drawing/2014/main" id="{0888FABA-FCF5-4A9D-B4F2-BB2B10FF89E6}"/>
              </a:ext>
            </a:extLst>
          </p:cNvPr>
          <p:cNvSpPr>
            <a:spLocks xmlns:a="http://schemas.openxmlformats.org/drawingml/2006/main" noGrp="1"/>
          </p:cNvSpPr>
          <p:nvPr/>
        </p:nvSpPr>
        <p:spPr>
          <a:xfrm xmlns:a="http://schemas.openxmlformats.org/drawingml/2006/main">
            <a:off x="11342561" y="5442395"/>
            <a:ext cx="9525" cy="340233"/>
          </a:xfrm>
          <a:custGeom xmlns:a="http://schemas.openxmlformats.org/drawingml/2006/main">
            <a:pathLst>
              <a:path w="9525" h="340233">
                <a:moveTo>
                  <a:pt x="0" y="340233"/>
                </a:moveTo>
                <a:lnTo>
                  <a:pt x="0" y="0"/>
                </a:lnTo>
              </a:path>
            </a:pathLst>
          </a:custGeom>
          <a:noFill xmlns:a="http://schemas.openxmlformats.org/drawingml/2006/main"/>
          <a:ln xmlns:a="http://schemas.openxmlformats.org/drawingml/2006/main" w="14288">
            <a:solidFill>
              <a:srgbClr val="1572C3"/>
            </a:solidFill>
          </a:ln>
        </p:spPr>
      </p:sp>
      <p:sp>
        <p:nvSpPr>
          <p:cNvPr id="403" name="circuit-1344">
            <a:extLst xmlns:a="http://schemas.openxmlformats.org/drawingml/2006/main">
              <a:ext uri="{FF2B5EF4-FFF2-40B4-BE49-F238E27FC236}">
                <a16:creationId xmlns:a16="http://schemas.microsoft.com/office/drawing/2014/main" id="{5B1870F2-31CD-4622-9F9A-4867776D29D2}"/>
              </a:ext>
            </a:extLst>
          </p:cNvPr>
          <p:cNvSpPr>
            <a:spLocks xmlns:a="http://schemas.openxmlformats.org/drawingml/2006/main" noGrp="1"/>
          </p:cNvSpPr>
          <p:nvPr/>
        </p:nvSpPr>
        <p:spPr>
          <a:xfrm xmlns:a="http://schemas.openxmlformats.org/drawingml/2006/main">
            <a:off x="11321958" y="5442395"/>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404" name="text-1345">
            <a:extLst xmlns:a="http://schemas.openxmlformats.org/drawingml/2006/main">
              <a:ext uri="{FF2B5EF4-FFF2-40B4-BE49-F238E27FC236}">
                <a16:creationId xmlns:a16="http://schemas.microsoft.com/office/drawing/2014/main" id="{450BAAFB-7108-447F-B779-DBCE04263CEB}"/>
              </a:ext>
            </a:extLst>
          </p:cNvPr>
          <p:cNvSpPr>
            <a:spLocks xmlns:a="http://schemas.openxmlformats.org/drawingml/2006/main" noGrp="1"/>
          </p:cNvSpPr>
          <p:nvPr/>
        </p:nvSpPr>
        <p:spPr>
          <a:xfrm xmlns:a="http://schemas.openxmlformats.org/drawingml/2006/main">
            <a:off x="9988677" y="5487162"/>
            <a:ext cx="1275398"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0">
                <a:solidFill>
                  <a:srgbClr val="1572C3"/>
                </a:solidFill>
                <a:latin typeface="Yu Gothic"/>
                <a:ea typeface="Yu Gothic"/>
                <a:cs typeface="Yu Gothic"/>
              </a:defRPr>
            </a:defPPr>
            <a:lvl1pPr algn="ctr">
              <a:defRPr sz="1050" b="0">
                <a:solidFill>
                  <a:srgbClr val="1572C3"/>
                </a:solidFill>
                <a:latin typeface="Yu Gothic"/>
                <a:ea typeface="Yu Gothic"/>
                <a:cs typeface="Yu Gothic"/>
              </a:defRPr>
            </a:lvl1pPr>
            <a:lvl2pPr algn="ctr">
              <a:defRPr sz="1050" b="0">
                <a:solidFill>
                  <a:srgbClr val="1572C3"/>
                </a:solidFill>
                <a:latin typeface="Yu Gothic"/>
                <a:ea typeface="Yu Gothic"/>
                <a:cs typeface="Yu Gothic"/>
              </a:defRPr>
            </a:lvl2pPr>
            <a:lvl3pPr algn="ctr">
              <a:defRPr sz="1050" b="0">
                <a:solidFill>
                  <a:srgbClr val="1572C3"/>
                </a:solidFill>
                <a:latin typeface="Yu Gothic"/>
                <a:ea typeface="Yu Gothic"/>
                <a:cs typeface="Yu Gothic"/>
              </a:defRPr>
            </a:lvl3pPr>
            <a:lvl4pPr algn="ctr">
              <a:defRPr sz="1050" b="0">
                <a:solidFill>
                  <a:srgbClr val="1572C3"/>
                </a:solidFill>
                <a:latin typeface="Yu Gothic"/>
                <a:ea typeface="Yu Gothic"/>
                <a:cs typeface="Yu Gothic"/>
              </a:defRPr>
            </a:lvl4pPr>
            <a:lvl5pPr algn="ctr">
              <a:defRPr sz="1050" b="0">
                <a:solidFill>
                  <a:srgbClr val="1572C3"/>
                </a:solidFill>
                <a:latin typeface="Yu Gothic"/>
                <a:ea typeface="Yu Gothic"/>
                <a:cs typeface="Yu Gothic"/>
              </a:defRPr>
            </a:lvl5pPr>
            <a:lvl6pPr algn="ctr">
              <a:defRPr sz="1050" b="0">
                <a:solidFill>
                  <a:srgbClr val="1572C3"/>
                </a:solidFill>
                <a:latin typeface="Yu Gothic"/>
                <a:ea typeface="Yu Gothic"/>
                <a:cs typeface="Yu Gothic"/>
              </a:defRPr>
            </a:lvl6pPr>
            <a:lvl7pPr algn="ctr">
              <a:defRPr sz="1050" b="0">
                <a:solidFill>
                  <a:srgbClr val="1572C3"/>
                </a:solidFill>
                <a:latin typeface="Yu Gothic"/>
                <a:ea typeface="Yu Gothic"/>
                <a:cs typeface="Yu Gothic"/>
              </a:defRPr>
            </a:lvl7pPr>
            <a:lvl8pPr algn="ctr">
              <a:defRPr sz="1050" b="0">
                <a:solidFill>
                  <a:srgbClr val="1572C3"/>
                </a:solidFill>
                <a:latin typeface="Yu Gothic"/>
                <a:ea typeface="Yu Gothic"/>
                <a:cs typeface="Yu Gothic"/>
              </a:defRPr>
            </a:lvl8pPr>
            <a:lvl9pPr algn="ctr">
              <a:defRPr sz="1050" b="0">
                <a:solidFill>
                  <a:srgbClr val="1572C3"/>
                </a:solidFill>
                <a:latin typeface="Yu Gothic"/>
                <a:ea typeface="Yu Gothic"/>
                <a:cs typeface="Yu Gothic"/>
              </a:defRPr>
            </a:lvl9pPr>
          </a:lstStyle>
          <a:p xmlns:a="http://schemas.openxmlformats.org/drawingml/2006/main">
            <a:pPr algn="ctr">
              <a:defRPr sz="1050" b="0">
                <a:solidFill>
                  <a:srgbClr val="1572C3"/>
                </a:solidFill>
                <a:latin typeface="Yu Gothic"/>
                <a:ea typeface="Yu Gothic"/>
                <a:cs typeface="Yu Gothic"/>
              </a:defRPr>
            </a:pPr>
            <a:r>
              <a:rPr sz="1050" b="0">
                <a:solidFill>
                  <a:srgbClr val="1572C3"/>
                </a:solidFill>
                <a:latin typeface="Yu Gothic"/>
                <a:ea typeface="Yu Gothic"/>
                <a:cs typeface="Yu Gothic"/>
              </a:rPr>
              <a:t>表示先・完了</a:t>
            </a:r>
          </a:p>
        </p:txBody>
      </p:sp>
      <p:sp>
        <p:nvSpPr>
          <p:cNvPr id="405" name="wire-1346">
            <a:extLst xmlns:a="http://schemas.openxmlformats.org/drawingml/2006/main">
              <a:ext uri="{FF2B5EF4-FFF2-40B4-BE49-F238E27FC236}">
                <a16:creationId xmlns:a16="http://schemas.microsoft.com/office/drawing/2014/main" id="{90E340AF-F51B-488B-8277-E929FBAC5300}"/>
              </a:ext>
            </a:extLst>
          </p:cNvPr>
          <p:cNvSpPr>
            <a:spLocks xmlns:a="http://schemas.openxmlformats.org/drawingml/2006/main" noGrp="1"/>
          </p:cNvSpPr>
          <p:nvPr/>
        </p:nvSpPr>
        <p:spPr>
          <a:xfrm xmlns:a="http://schemas.openxmlformats.org/drawingml/2006/main">
            <a:off x="9674733" y="5236464"/>
            <a:ext cx="147161" cy="9525"/>
          </a:xfrm>
          <a:custGeom xmlns:a="http://schemas.openxmlformats.org/drawingml/2006/main">
            <a:pathLst>
              <a:path w="147161" h="9525">
                <a:moveTo>
                  <a:pt x="147161" y="0"/>
                </a:moveTo>
                <a:lnTo>
                  <a:pt x="0" y="0"/>
                </a:lnTo>
              </a:path>
            </a:pathLst>
          </a:custGeom>
          <a:noFill xmlns:a="http://schemas.openxmlformats.org/drawingml/2006/main"/>
          <a:ln xmlns:a="http://schemas.openxmlformats.org/drawingml/2006/main" w="17145">
            <a:solidFill>
              <a:srgbClr val="1572C3"/>
            </a:solidFill>
          </a:ln>
        </p:spPr>
      </p:sp>
      <p:sp>
        <p:nvSpPr>
          <p:cNvPr id="406" name="wire-1347">
            <a:extLst xmlns:a="http://schemas.openxmlformats.org/drawingml/2006/main">
              <a:ext uri="{FF2B5EF4-FFF2-40B4-BE49-F238E27FC236}">
                <a16:creationId xmlns:a16="http://schemas.microsoft.com/office/drawing/2014/main" id="{8E7A9422-A6D9-4B9B-B384-A0EA12A9229F}"/>
              </a:ext>
            </a:extLst>
          </p:cNvPr>
          <p:cNvSpPr>
            <a:spLocks xmlns:a="http://schemas.openxmlformats.org/drawingml/2006/main" noGrp="1"/>
          </p:cNvSpPr>
          <p:nvPr/>
        </p:nvSpPr>
        <p:spPr>
          <a:xfrm xmlns:a="http://schemas.openxmlformats.org/drawingml/2006/main">
            <a:off x="9674733" y="3221927"/>
            <a:ext cx="9525" cy="2014538"/>
          </a:xfrm>
          <a:custGeom xmlns:a="http://schemas.openxmlformats.org/drawingml/2006/main">
            <a:pathLst>
              <a:path w="9525" h="2014538">
                <a:moveTo>
                  <a:pt x="0" y="2014538"/>
                </a:moveTo>
                <a:lnTo>
                  <a:pt x="0" y="0"/>
                </a:lnTo>
              </a:path>
            </a:pathLst>
          </a:custGeom>
          <a:noFill xmlns:a="http://schemas.openxmlformats.org/drawingml/2006/main"/>
          <a:ln xmlns:a="http://schemas.openxmlformats.org/drawingml/2006/main" w="17145">
            <a:solidFill>
              <a:srgbClr val="1572C3"/>
            </a:solidFill>
          </a:ln>
        </p:spPr>
      </p:sp>
      <p:sp>
        <p:nvSpPr>
          <p:cNvPr id="407" name="wire-1348">
            <a:extLst xmlns:a="http://schemas.openxmlformats.org/drawingml/2006/main">
              <a:ext uri="{FF2B5EF4-FFF2-40B4-BE49-F238E27FC236}">
                <a16:creationId xmlns:a16="http://schemas.microsoft.com/office/drawing/2014/main" id="{181350C3-300B-4F06-A3AF-B14F3C08FFA2}"/>
              </a:ext>
            </a:extLst>
          </p:cNvPr>
          <p:cNvSpPr>
            <a:spLocks xmlns:a="http://schemas.openxmlformats.org/drawingml/2006/main" noGrp="1"/>
          </p:cNvSpPr>
          <p:nvPr/>
        </p:nvSpPr>
        <p:spPr>
          <a:xfrm xmlns:a="http://schemas.openxmlformats.org/drawingml/2006/main">
            <a:off x="9674733" y="3221927"/>
            <a:ext cx="588645" cy="9525"/>
          </a:xfrm>
          <a:custGeom xmlns:a="http://schemas.openxmlformats.org/drawingml/2006/main">
            <a:pathLst>
              <a:path w="588645" h="9525">
                <a:moveTo>
                  <a:pt x="0" y="0"/>
                </a:moveTo>
                <a:lnTo>
                  <a:pt x="588645" y="0"/>
                </a:lnTo>
              </a:path>
            </a:pathLst>
          </a:custGeom>
          <a:noFill xmlns:a="http://schemas.openxmlformats.org/drawingml/2006/main"/>
          <a:ln xmlns:a="http://schemas.openxmlformats.org/drawingml/2006/main" w="17145">
            <a:solidFill>
              <a:srgbClr val="1572C3"/>
            </a:solidFill>
          </a:ln>
        </p:spPr>
      </p:sp>
      <p:sp>
        <p:nvSpPr>
          <p:cNvPr id="408" name="wire-1349">
            <a:extLst xmlns:a="http://schemas.openxmlformats.org/drawingml/2006/main">
              <a:ext uri="{FF2B5EF4-FFF2-40B4-BE49-F238E27FC236}">
                <a16:creationId xmlns:a16="http://schemas.microsoft.com/office/drawing/2014/main" id="{AFEECD82-8C16-4B5F-B7BE-BBDCB4F0620D}"/>
              </a:ext>
            </a:extLst>
          </p:cNvPr>
          <p:cNvSpPr>
            <a:spLocks xmlns:a="http://schemas.openxmlformats.org/drawingml/2006/main" noGrp="1"/>
          </p:cNvSpPr>
          <p:nvPr/>
        </p:nvSpPr>
        <p:spPr>
          <a:xfrm xmlns:a="http://schemas.openxmlformats.org/drawingml/2006/main">
            <a:off x="10263378" y="3159252"/>
            <a:ext cx="9525" cy="62675"/>
          </a:xfrm>
          <a:custGeom xmlns:a="http://schemas.openxmlformats.org/drawingml/2006/main">
            <a:pathLst>
              <a:path w="9525" h="62675">
                <a:moveTo>
                  <a:pt x="0" y="62675"/>
                </a:moveTo>
                <a:lnTo>
                  <a:pt x="0" y="0"/>
                </a:lnTo>
              </a:path>
            </a:pathLst>
          </a:custGeom>
          <a:noFill xmlns:a="http://schemas.openxmlformats.org/drawingml/2006/main"/>
          <a:ln xmlns:a="http://schemas.openxmlformats.org/drawingml/2006/main" w="17145">
            <a:solidFill>
              <a:srgbClr val="1572C3"/>
            </a:solidFill>
          </a:ln>
        </p:spPr>
      </p:sp>
      <p:sp>
        <p:nvSpPr>
          <p:cNvPr id="409" name="circuit-1350">
            <a:extLst xmlns:a="http://schemas.openxmlformats.org/drawingml/2006/main">
              <a:ext uri="{FF2B5EF4-FFF2-40B4-BE49-F238E27FC236}">
                <a16:creationId xmlns:a16="http://schemas.microsoft.com/office/drawing/2014/main" id="{165D7752-04C3-4040-8670-708C075CDDE0}"/>
              </a:ext>
            </a:extLst>
          </p:cNvPr>
          <p:cNvSpPr>
            <a:spLocks xmlns:a="http://schemas.openxmlformats.org/drawingml/2006/main" noGrp="1"/>
          </p:cNvSpPr>
          <p:nvPr/>
        </p:nvSpPr>
        <p:spPr>
          <a:xfrm xmlns:a="http://schemas.openxmlformats.org/drawingml/2006/main">
            <a:off x="10242775" y="3159252"/>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1572C3"/>
          </a:solidFill>
          <a:ln xmlns:a="http://schemas.openxmlformats.org/drawingml/2006/main" w="4763">
            <a:solidFill>
              <a:srgbClr val="1572C3"/>
            </a:solidFill>
          </a:ln>
        </p:spPr>
      </p:sp>
      <p:sp>
        <p:nvSpPr>
          <p:cNvPr id="410" name="wire-1351">
            <a:extLst xmlns:a="http://schemas.openxmlformats.org/drawingml/2006/main">
              <a:ext uri="{FF2B5EF4-FFF2-40B4-BE49-F238E27FC236}">
                <a16:creationId xmlns:a16="http://schemas.microsoft.com/office/drawing/2014/main" id="{6BD7D484-36EE-4163-9CA8-A041EDAFF8EB}"/>
              </a:ext>
            </a:extLst>
          </p:cNvPr>
          <p:cNvSpPr>
            <a:spLocks xmlns:a="http://schemas.openxmlformats.org/drawingml/2006/main" noGrp="1"/>
          </p:cNvSpPr>
          <p:nvPr/>
        </p:nvSpPr>
        <p:spPr>
          <a:xfrm xmlns:a="http://schemas.openxmlformats.org/drawingml/2006/main">
            <a:off x="9674733" y="5236464"/>
            <a:ext cx="147161" cy="9525"/>
          </a:xfrm>
          <a:custGeom xmlns:a="http://schemas.openxmlformats.org/drawingml/2006/main">
            <a:pathLst>
              <a:path w="147161" h="9525">
                <a:moveTo>
                  <a:pt x="0" y="0"/>
                </a:moveTo>
                <a:lnTo>
                  <a:pt x="147161" y="0"/>
                </a:lnTo>
              </a:path>
            </a:pathLst>
          </a:custGeom>
          <a:noFill xmlns:a="http://schemas.openxmlformats.org/drawingml/2006/main"/>
          <a:ln xmlns:a="http://schemas.openxmlformats.org/drawingml/2006/main" w="17145">
            <a:solidFill>
              <a:srgbClr val="1572C3"/>
            </a:solidFill>
          </a:ln>
        </p:spPr>
      </p:sp>
      <p:sp>
        <p:nvSpPr>
          <p:cNvPr id="411" name="circuit-1352">
            <a:extLst xmlns:a="http://schemas.openxmlformats.org/drawingml/2006/main">
              <a:ext uri="{FF2B5EF4-FFF2-40B4-BE49-F238E27FC236}">
                <a16:creationId xmlns:a16="http://schemas.microsoft.com/office/drawing/2014/main" id="{037EB500-C7F0-419A-970F-2381A3869A1C}"/>
              </a:ext>
            </a:extLst>
          </p:cNvPr>
          <p:cNvSpPr>
            <a:spLocks xmlns:a="http://schemas.openxmlformats.org/drawingml/2006/main" noGrp="1"/>
          </p:cNvSpPr>
          <p:nvPr/>
        </p:nvSpPr>
        <p:spPr>
          <a:xfrm xmlns:a="http://schemas.openxmlformats.org/drawingml/2006/main">
            <a:off x="9772841" y="521766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412" name="wire-1353">
            <a:extLst xmlns:a="http://schemas.openxmlformats.org/drawingml/2006/main">
              <a:ext uri="{FF2B5EF4-FFF2-40B4-BE49-F238E27FC236}">
                <a16:creationId xmlns:a16="http://schemas.microsoft.com/office/drawing/2014/main" id="{B0617FEF-6846-4F56-88AB-5012B73B438A}"/>
              </a:ext>
            </a:extLst>
          </p:cNvPr>
          <p:cNvSpPr>
            <a:spLocks xmlns:a="http://schemas.openxmlformats.org/drawingml/2006/main" noGrp="1"/>
          </p:cNvSpPr>
          <p:nvPr/>
        </p:nvSpPr>
        <p:spPr>
          <a:xfrm xmlns:a="http://schemas.openxmlformats.org/drawingml/2006/main">
            <a:off x="10753916" y="3159252"/>
            <a:ext cx="9525" cy="71628"/>
          </a:xfrm>
          <a:custGeom xmlns:a="http://schemas.openxmlformats.org/drawingml/2006/main">
            <a:pathLst>
              <a:path w="9525" h="71628">
                <a:moveTo>
                  <a:pt x="0" y="0"/>
                </a:moveTo>
                <a:lnTo>
                  <a:pt x="0" y="71628"/>
                </a:lnTo>
              </a:path>
            </a:pathLst>
          </a:custGeom>
          <a:noFill xmlns:a="http://schemas.openxmlformats.org/drawingml/2006/main"/>
          <a:ln xmlns:a="http://schemas.openxmlformats.org/drawingml/2006/main" w="16193">
            <a:solidFill>
              <a:srgbClr val="1572C3"/>
            </a:solidFill>
          </a:ln>
        </p:spPr>
      </p:sp>
      <p:sp>
        <p:nvSpPr>
          <p:cNvPr id="413" name="wire-1354">
            <a:extLst xmlns:a="http://schemas.openxmlformats.org/drawingml/2006/main">
              <a:ext uri="{FF2B5EF4-FFF2-40B4-BE49-F238E27FC236}">
                <a16:creationId xmlns:a16="http://schemas.microsoft.com/office/drawing/2014/main" id="{8C6EFC47-6B59-4A33-8B8A-2ECC2B084340}"/>
              </a:ext>
            </a:extLst>
          </p:cNvPr>
          <p:cNvSpPr>
            <a:spLocks xmlns:a="http://schemas.openxmlformats.org/drawingml/2006/main" noGrp="1"/>
          </p:cNvSpPr>
          <p:nvPr/>
        </p:nvSpPr>
        <p:spPr>
          <a:xfrm xmlns:a="http://schemas.openxmlformats.org/drawingml/2006/main">
            <a:off x="10753916" y="3230880"/>
            <a:ext cx="745617" cy="9525"/>
          </a:xfrm>
          <a:custGeom xmlns:a="http://schemas.openxmlformats.org/drawingml/2006/main">
            <a:pathLst>
              <a:path w="745617" h="9525">
                <a:moveTo>
                  <a:pt x="0" y="0"/>
                </a:moveTo>
                <a:lnTo>
                  <a:pt x="745617" y="0"/>
                </a:lnTo>
              </a:path>
            </a:pathLst>
          </a:custGeom>
          <a:noFill xmlns:a="http://schemas.openxmlformats.org/drawingml/2006/main"/>
          <a:ln xmlns:a="http://schemas.openxmlformats.org/drawingml/2006/main" w="16193">
            <a:solidFill>
              <a:srgbClr val="1572C3"/>
            </a:solidFill>
          </a:ln>
        </p:spPr>
      </p:sp>
      <p:sp>
        <p:nvSpPr>
          <p:cNvPr id="414" name="wire-1355">
            <a:extLst xmlns:a="http://schemas.openxmlformats.org/drawingml/2006/main">
              <a:ext uri="{FF2B5EF4-FFF2-40B4-BE49-F238E27FC236}">
                <a16:creationId xmlns:a16="http://schemas.microsoft.com/office/drawing/2014/main" id="{633432C1-D991-4997-8402-9C07933D1C54}"/>
              </a:ext>
            </a:extLst>
          </p:cNvPr>
          <p:cNvSpPr>
            <a:spLocks xmlns:a="http://schemas.openxmlformats.org/drawingml/2006/main" noGrp="1"/>
          </p:cNvSpPr>
          <p:nvPr/>
        </p:nvSpPr>
        <p:spPr>
          <a:xfrm xmlns:a="http://schemas.openxmlformats.org/drawingml/2006/main">
            <a:off x="11499533" y="3230880"/>
            <a:ext cx="9525" cy="2712911"/>
          </a:xfrm>
          <a:custGeom xmlns:a="http://schemas.openxmlformats.org/drawingml/2006/main">
            <a:pathLst>
              <a:path w="9525" h="2712911">
                <a:moveTo>
                  <a:pt x="0" y="0"/>
                </a:moveTo>
                <a:lnTo>
                  <a:pt x="0" y="2712911"/>
                </a:lnTo>
              </a:path>
            </a:pathLst>
          </a:custGeom>
          <a:noFill xmlns:a="http://schemas.openxmlformats.org/drawingml/2006/main"/>
          <a:ln xmlns:a="http://schemas.openxmlformats.org/drawingml/2006/main" w="16193">
            <a:solidFill>
              <a:srgbClr val="1572C3"/>
            </a:solidFill>
          </a:ln>
        </p:spPr>
      </p:sp>
      <p:sp>
        <p:nvSpPr>
          <p:cNvPr id="415" name="wire-1356">
            <a:extLst xmlns:a="http://schemas.openxmlformats.org/drawingml/2006/main">
              <a:ext uri="{FF2B5EF4-FFF2-40B4-BE49-F238E27FC236}">
                <a16:creationId xmlns:a16="http://schemas.microsoft.com/office/drawing/2014/main" id="{4B733A3C-C58A-4503-B61B-70C7C1426C8B}"/>
              </a:ext>
            </a:extLst>
          </p:cNvPr>
          <p:cNvSpPr>
            <a:spLocks xmlns:a="http://schemas.openxmlformats.org/drawingml/2006/main" noGrp="1"/>
          </p:cNvSpPr>
          <p:nvPr/>
        </p:nvSpPr>
        <p:spPr>
          <a:xfrm xmlns:a="http://schemas.openxmlformats.org/drawingml/2006/main">
            <a:off x="11430857" y="5943791"/>
            <a:ext cx="68675" cy="9525"/>
          </a:xfrm>
          <a:custGeom xmlns:a="http://schemas.openxmlformats.org/drawingml/2006/main">
            <a:pathLst>
              <a:path w="68675" h="9525">
                <a:moveTo>
                  <a:pt x="68675" y="0"/>
                </a:moveTo>
                <a:lnTo>
                  <a:pt x="0" y="0"/>
                </a:lnTo>
              </a:path>
            </a:pathLst>
          </a:custGeom>
          <a:noFill xmlns:a="http://schemas.openxmlformats.org/drawingml/2006/main"/>
          <a:ln xmlns:a="http://schemas.openxmlformats.org/drawingml/2006/main" w="16193">
            <a:solidFill>
              <a:srgbClr val="1572C3"/>
            </a:solidFill>
          </a:ln>
        </p:spPr>
      </p:sp>
      <p:sp>
        <p:nvSpPr>
          <p:cNvPr id="416" name="circuit-1357">
            <a:extLst xmlns:a="http://schemas.openxmlformats.org/drawingml/2006/main">
              <a:ext uri="{FF2B5EF4-FFF2-40B4-BE49-F238E27FC236}">
                <a16:creationId xmlns:a16="http://schemas.microsoft.com/office/drawing/2014/main" id="{A0173E03-28E5-40C4-9F73-BAB3FC94F084}"/>
              </a:ext>
            </a:extLst>
          </p:cNvPr>
          <p:cNvSpPr>
            <a:spLocks xmlns:a="http://schemas.openxmlformats.org/drawingml/2006/main" noGrp="1"/>
          </p:cNvSpPr>
          <p:nvPr/>
        </p:nvSpPr>
        <p:spPr>
          <a:xfrm xmlns:a="http://schemas.openxmlformats.org/drawingml/2006/main">
            <a:off x="11430857" y="5924988"/>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417" name="wire-1358">
            <a:extLst xmlns:a="http://schemas.openxmlformats.org/drawingml/2006/main">
              <a:ext uri="{FF2B5EF4-FFF2-40B4-BE49-F238E27FC236}">
                <a16:creationId xmlns:a16="http://schemas.microsoft.com/office/drawing/2014/main" id="{6C346714-AD3E-480D-8837-E13D4905B84F}"/>
              </a:ext>
            </a:extLst>
          </p:cNvPr>
          <p:cNvSpPr>
            <a:spLocks xmlns:a="http://schemas.openxmlformats.org/drawingml/2006/main" noGrp="1"/>
          </p:cNvSpPr>
          <p:nvPr/>
        </p:nvSpPr>
        <p:spPr>
          <a:xfrm xmlns:a="http://schemas.openxmlformats.org/drawingml/2006/main">
            <a:off x="10626376" y="6096000"/>
            <a:ext cx="9525" cy="134303"/>
          </a:xfrm>
          <a:custGeom xmlns:a="http://schemas.openxmlformats.org/drawingml/2006/main">
            <a:pathLst>
              <a:path w="9525" h="134303">
                <a:moveTo>
                  <a:pt x="0" y="0"/>
                </a:moveTo>
                <a:lnTo>
                  <a:pt x="0" y="134303"/>
                </a:lnTo>
              </a:path>
            </a:pathLst>
          </a:custGeom>
          <a:noFill xmlns:a="http://schemas.openxmlformats.org/drawingml/2006/main"/>
          <a:ln xmlns:a="http://schemas.openxmlformats.org/drawingml/2006/main" w="19050">
            <a:solidFill>
              <a:srgbClr val="1572C3"/>
            </a:solidFill>
          </a:ln>
        </p:spPr>
      </p:sp>
      <p:sp>
        <p:nvSpPr>
          <p:cNvPr id="418" name="wire-1359">
            <a:extLst xmlns:a="http://schemas.openxmlformats.org/drawingml/2006/main">
              <a:ext uri="{FF2B5EF4-FFF2-40B4-BE49-F238E27FC236}">
                <a16:creationId xmlns:a16="http://schemas.microsoft.com/office/drawing/2014/main" id="{D422589C-E1F7-4CD6-80D6-AAA20483835C}"/>
              </a:ext>
            </a:extLst>
          </p:cNvPr>
          <p:cNvSpPr>
            <a:spLocks xmlns:a="http://schemas.openxmlformats.org/drawingml/2006/main" noGrp="1"/>
          </p:cNvSpPr>
          <p:nvPr/>
        </p:nvSpPr>
        <p:spPr>
          <a:xfrm xmlns:a="http://schemas.openxmlformats.org/drawingml/2006/main">
            <a:off x="10626376" y="6230303"/>
            <a:ext cx="794671" cy="9525"/>
          </a:xfrm>
          <a:custGeom xmlns:a="http://schemas.openxmlformats.org/drawingml/2006/main">
            <a:pathLst>
              <a:path w="794671" h="9525">
                <a:moveTo>
                  <a:pt x="0" y="0"/>
                </a:moveTo>
                <a:lnTo>
                  <a:pt x="794671" y="0"/>
                </a:lnTo>
              </a:path>
            </a:pathLst>
          </a:custGeom>
          <a:noFill xmlns:a="http://schemas.openxmlformats.org/drawingml/2006/main"/>
          <a:ln xmlns:a="http://schemas.openxmlformats.org/drawingml/2006/main" w="19050">
            <a:solidFill>
              <a:srgbClr val="1572C3"/>
            </a:solidFill>
          </a:ln>
        </p:spPr>
      </p:sp>
      <p:sp>
        <p:nvSpPr>
          <p:cNvPr id="419" name="circuit-1360">
            <a:extLst xmlns:a="http://schemas.openxmlformats.org/drawingml/2006/main">
              <a:ext uri="{FF2B5EF4-FFF2-40B4-BE49-F238E27FC236}">
                <a16:creationId xmlns:a16="http://schemas.microsoft.com/office/drawing/2014/main" id="{CE8691FB-056C-47DE-B002-229D17CC6318}"/>
              </a:ext>
            </a:extLst>
          </p:cNvPr>
          <p:cNvSpPr>
            <a:spLocks xmlns:a="http://schemas.openxmlformats.org/drawingml/2006/main" noGrp="1"/>
          </p:cNvSpPr>
          <p:nvPr/>
        </p:nvSpPr>
        <p:spPr>
          <a:xfrm xmlns:a="http://schemas.openxmlformats.org/drawingml/2006/main">
            <a:off x="11371993" y="6211500"/>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420" name="text-1361">
            <a:extLst xmlns:a="http://schemas.openxmlformats.org/drawingml/2006/main">
              <a:ext uri="{FF2B5EF4-FFF2-40B4-BE49-F238E27FC236}">
                <a16:creationId xmlns:a16="http://schemas.microsoft.com/office/drawing/2014/main" id="{B7F92F0F-BFCB-49E9-830F-7A9188AAFCBB}"/>
              </a:ext>
            </a:extLst>
          </p:cNvPr>
          <p:cNvSpPr>
            <a:spLocks xmlns:a="http://schemas.openxmlformats.org/drawingml/2006/main" noGrp="1"/>
          </p:cNvSpPr>
          <p:nvPr/>
        </p:nvSpPr>
        <p:spPr>
          <a:xfrm xmlns:a="http://schemas.openxmlformats.org/drawingml/2006/main">
            <a:off x="9821894" y="6230303"/>
            <a:ext cx="1618774" cy="2059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1572C3"/>
                </a:solidFill>
                <a:latin typeface="Arial"/>
                <a:ea typeface="Arial"/>
                <a:cs typeface="Arial"/>
              </a:defRPr>
            </a:defPPr>
            <a:lvl1pPr algn="ctr">
              <a:defRPr sz="1275" b="1">
                <a:solidFill>
                  <a:srgbClr val="1572C3"/>
                </a:solidFill>
                <a:latin typeface="Arial"/>
                <a:ea typeface="Arial"/>
                <a:cs typeface="Arial"/>
              </a:defRPr>
            </a:lvl1pPr>
            <a:lvl2pPr algn="ctr">
              <a:defRPr sz="1275" b="1">
                <a:solidFill>
                  <a:srgbClr val="1572C3"/>
                </a:solidFill>
                <a:latin typeface="Arial"/>
                <a:ea typeface="Arial"/>
                <a:cs typeface="Arial"/>
              </a:defRPr>
            </a:lvl2pPr>
            <a:lvl3pPr algn="ctr">
              <a:defRPr sz="1275" b="1">
                <a:solidFill>
                  <a:srgbClr val="1572C3"/>
                </a:solidFill>
                <a:latin typeface="Arial"/>
                <a:ea typeface="Arial"/>
                <a:cs typeface="Arial"/>
              </a:defRPr>
            </a:lvl3pPr>
            <a:lvl4pPr algn="ctr">
              <a:defRPr sz="1275" b="1">
                <a:solidFill>
                  <a:srgbClr val="1572C3"/>
                </a:solidFill>
                <a:latin typeface="Arial"/>
                <a:ea typeface="Arial"/>
                <a:cs typeface="Arial"/>
              </a:defRPr>
            </a:lvl4pPr>
            <a:lvl5pPr algn="ctr">
              <a:defRPr sz="1275" b="1">
                <a:solidFill>
                  <a:srgbClr val="1572C3"/>
                </a:solidFill>
                <a:latin typeface="Arial"/>
                <a:ea typeface="Arial"/>
                <a:cs typeface="Arial"/>
              </a:defRPr>
            </a:lvl5pPr>
            <a:lvl6pPr algn="ctr">
              <a:defRPr sz="1275" b="1">
                <a:solidFill>
                  <a:srgbClr val="1572C3"/>
                </a:solidFill>
                <a:latin typeface="Arial"/>
                <a:ea typeface="Arial"/>
                <a:cs typeface="Arial"/>
              </a:defRPr>
            </a:lvl6pPr>
            <a:lvl7pPr algn="ctr">
              <a:defRPr sz="1275" b="1">
                <a:solidFill>
                  <a:srgbClr val="1572C3"/>
                </a:solidFill>
                <a:latin typeface="Arial"/>
                <a:ea typeface="Arial"/>
                <a:cs typeface="Arial"/>
              </a:defRPr>
            </a:lvl7pPr>
            <a:lvl8pPr algn="ctr">
              <a:defRPr sz="1275" b="1">
                <a:solidFill>
                  <a:srgbClr val="1572C3"/>
                </a:solidFill>
                <a:latin typeface="Arial"/>
                <a:ea typeface="Arial"/>
                <a:cs typeface="Arial"/>
              </a:defRPr>
            </a:lvl8pPr>
            <a:lvl9pPr algn="ctr">
              <a:defRPr sz="1275" b="1">
                <a:solidFill>
                  <a:srgbClr val="1572C3"/>
                </a:solidFill>
                <a:latin typeface="Arial"/>
                <a:ea typeface="Arial"/>
                <a:cs typeface="Arial"/>
              </a:defRPr>
            </a:lvl9pPr>
          </a:lstStyle>
          <a:p xmlns:a="http://schemas.openxmlformats.org/drawingml/2006/main">
            <a:pPr algn="ctr">
              <a:defRPr sz="1275" b="1">
                <a:solidFill>
                  <a:srgbClr val="1572C3"/>
                </a:solidFill>
                <a:latin typeface="Arial"/>
                <a:ea typeface="Arial"/>
                <a:cs typeface="Arial"/>
              </a:defRPr>
            </a:pPr>
            <a:r>
              <a:rPr sz="1275" b="1">
                <a:solidFill>
                  <a:srgbClr val="1572C3"/>
                </a:solidFill>
                <a:latin typeface="Arial"/>
                <a:ea typeface="Arial"/>
                <a:cs typeface="Arial"/>
              </a:rPr>
              <a:t>HDMI OUT</a:t>
            </a:r>
          </a:p>
        </p:txBody>
      </p:sp>
    </p:spTree>
    <p:extLst>
      <p:ext uri="{BB962C8B-B14F-4D97-AF65-F5344CB8AC3E}">
        <p14:creationId xmlns:p14="http://schemas.microsoft.com/office/powerpoint/2010/main" val="5250716"/>
      </p:ext>
    </p:extLst>
  </p:cSld>
</p:sld>
</file>

<file path=ppt/slides/slide13.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6" name="text-1362">
            <a:extLst xmlns:a="http://schemas.openxmlformats.org/drawingml/2006/main">
              <a:ext uri="{FF2B5EF4-FFF2-40B4-BE49-F238E27FC236}">
                <a16:creationId xmlns:a16="http://schemas.microsoft.com/office/drawing/2014/main" id="{31499AE5-1A54-45EA-A80B-3049CE55E762}"/>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13</a:t>
            </a:r>
          </a:p>
        </p:txBody>
      </p:sp>
      <p:sp>
        <p:nvSpPr>
          <p:cNvPr id="2" name="text-1363">
            <a:extLst xmlns:a="http://schemas.openxmlformats.org/drawingml/2006/main">
              <a:ext uri="{FF2B5EF4-FFF2-40B4-BE49-F238E27FC236}">
                <a16:creationId xmlns:a16="http://schemas.microsoft.com/office/drawing/2014/main" id="{0BDC5B66-30E6-4849-BF59-317C2B67AA6B}"/>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質問用：DDCAを教材に挙げる授業の広がり</a:t>
            </a:r>
          </a:p>
        </p:txBody>
      </p:sp>
      <p:sp>
        <p:nvSpPr>
          <p:cNvPr id="3" name="text-1364">
            <a:extLst xmlns:a="http://schemas.openxmlformats.org/drawingml/2006/main">
              <a:ext uri="{FF2B5EF4-FFF2-40B4-BE49-F238E27FC236}">
                <a16:creationId xmlns:a16="http://schemas.microsoft.com/office/drawing/2014/main" id="{780B9C86-FADD-4E93-81C8-F8A76A73D5B9}"/>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13</a:t>
            </a:r>
          </a:p>
        </p:txBody>
      </p:sp>
      <p:sp>
        <p:nvSpPr>
          <p:cNvPr id="4" name="text-1365">
            <a:extLst xmlns:a="http://schemas.openxmlformats.org/drawingml/2006/main">
              <a:ext uri="{FF2B5EF4-FFF2-40B4-BE49-F238E27FC236}">
                <a16:creationId xmlns:a16="http://schemas.microsoft.com/office/drawing/2014/main" id="{38517382-164F-4C06-907E-70BEE3EF72E8}"/>
              </a:ext>
            </a:extLst>
          </p:cNvPr>
          <p:cNvSpPr>
            <a:spLocks xmlns:a="http://schemas.openxmlformats.org/drawingml/2006/main" noGrp="1"/>
          </p:cNvSpPr>
          <p:nvPr/>
        </p:nvSpPr>
        <p:spPr>
          <a:xfrm xmlns:a="http://schemas.openxmlformats.org/drawingml/2006/main">
            <a:off x="609600" y="11239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231F20"/>
                </a:solidFill>
                <a:latin typeface="Yu Gothic"/>
                <a:ea typeface="Yu Gothic"/>
                <a:cs typeface="Yu Gothic"/>
              </a:defRPr>
            </a:defPPr>
            <a:lvl1pPr algn="l">
              <a:defRPr sz="1950" b="1">
                <a:solidFill>
                  <a:srgbClr val="231F20"/>
                </a:solidFill>
                <a:latin typeface="Yu Gothic"/>
                <a:ea typeface="Yu Gothic"/>
                <a:cs typeface="Yu Gothic"/>
              </a:defRPr>
            </a:lvl1pPr>
            <a:lvl2pPr algn="l">
              <a:defRPr sz="1950" b="1">
                <a:solidFill>
                  <a:srgbClr val="231F20"/>
                </a:solidFill>
                <a:latin typeface="Yu Gothic"/>
                <a:ea typeface="Yu Gothic"/>
                <a:cs typeface="Yu Gothic"/>
              </a:defRPr>
            </a:lvl2pPr>
            <a:lvl3pPr algn="l">
              <a:defRPr sz="1950" b="1">
                <a:solidFill>
                  <a:srgbClr val="231F20"/>
                </a:solidFill>
                <a:latin typeface="Yu Gothic"/>
                <a:ea typeface="Yu Gothic"/>
                <a:cs typeface="Yu Gothic"/>
              </a:defRPr>
            </a:lvl3pPr>
            <a:lvl4pPr algn="l">
              <a:defRPr sz="1950" b="1">
                <a:solidFill>
                  <a:srgbClr val="231F20"/>
                </a:solidFill>
                <a:latin typeface="Yu Gothic"/>
                <a:ea typeface="Yu Gothic"/>
                <a:cs typeface="Yu Gothic"/>
              </a:defRPr>
            </a:lvl4pPr>
            <a:lvl5pPr algn="l">
              <a:defRPr sz="1950" b="1">
                <a:solidFill>
                  <a:srgbClr val="231F20"/>
                </a:solidFill>
                <a:latin typeface="Yu Gothic"/>
                <a:ea typeface="Yu Gothic"/>
                <a:cs typeface="Yu Gothic"/>
              </a:defRPr>
            </a:lvl5pPr>
            <a:lvl6pPr algn="l">
              <a:defRPr sz="1950" b="1">
                <a:solidFill>
                  <a:srgbClr val="231F20"/>
                </a:solidFill>
                <a:latin typeface="Yu Gothic"/>
                <a:ea typeface="Yu Gothic"/>
                <a:cs typeface="Yu Gothic"/>
              </a:defRPr>
            </a:lvl6pPr>
            <a:lvl7pPr algn="l">
              <a:defRPr sz="1950" b="1">
                <a:solidFill>
                  <a:srgbClr val="231F20"/>
                </a:solidFill>
                <a:latin typeface="Yu Gothic"/>
                <a:ea typeface="Yu Gothic"/>
                <a:cs typeface="Yu Gothic"/>
              </a:defRPr>
            </a:lvl7pPr>
            <a:lvl8pPr algn="l">
              <a:defRPr sz="1950" b="1">
                <a:solidFill>
                  <a:srgbClr val="231F20"/>
                </a:solidFill>
                <a:latin typeface="Yu Gothic"/>
                <a:ea typeface="Yu Gothic"/>
                <a:cs typeface="Yu Gothic"/>
              </a:defRPr>
            </a:lvl8pPr>
            <a:lvl9pPr algn="l">
              <a:defRPr sz="1950" b="1">
                <a:solidFill>
                  <a:srgbClr val="231F20"/>
                </a:solidFill>
                <a:latin typeface="Yu Gothic"/>
                <a:ea typeface="Yu Gothic"/>
                <a:cs typeface="Yu Gothic"/>
              </a:defRPr>
            </a:lvl9pPr>
          </a:lstStyle>
          <a:p xmlns:a="http://schemas.openxmlformats.org/drawingml/2006/main">
            <a:pPr algn="l">
              <a:defRPr sz="1950" b="1">
                <a:solidFill>
                  <a:srgbClr val="231F20"/>
                </a:solidFill>
                <a:latin typeface="Yu Gothic"/>
                <a:ea typeface="Yu Gothic"/>
                <a:cs typeface="Yu Gothic"/>
              </a:defRPr>
            </a:pPr>
            <a:r>
              <a:rPr sz="1950" b="1">
                <a:solidFill>
                  <a:srgbClr val="231F20"/>
                </a:solidFill>
                <a:latin typeface="Yu Gothic"/>
                <a:ea typeface="Yu Gothic"/>
                <a:cs typeface="Yu Gothic"/>
              </a:rPr>
              <a:t>教科書・参考書への掲載例（過去の指定を含む）</a:t>
            </a:r>
          </a:p>
        </p:txBody>
      </p:sp>
      <p:sp>
        <p:nvSpPr>
          <p:cNvPr id="5" name="ddca-prefecture-01">
            <a:extLst xmlns:a="http://schemas.openxmlformats.org/drawingml/2006/main">
              <a:ext uri="{FF2B5EF4-FFF2-40B4-BE49-F238E27FC236}">
                <a16:creationId xmlns:a16="http://schemas.microsoft.com/office/drawing/2014/main" id="{E5897930-70BB-41DA-9AFD-332B91233794}"/>
              </a:ext>
            </a:extLst>
          </p:cNvPr>
          <p:cNvSpPr>
            <a:spLocks xmlns:a="http://schemas.openxmlformats.org/drawingml/2006/main" noGrp="1"/>
          </p:cNvSpPr>
          <p:nvPr/>
        </p:nvSpPr>
        <p:spPr>
          <a:xfrm xmlns:a="http://schemas.openxmlformats.org/drawingml/2006/main">
            <a:off x="4066775" y="1543050"/>
            <a:ext cx="1240022" cy="1054132"/>
          </a:xfrm>
          <a:custGeom xmlns:a="http://schemas.openxmlformats.org/drawingml/2006/main">
            <a:pathLst>
              <a:path w="5210175" h="4429125">
                <a:moveTo>
                  <a:pt x="4048125" y="1857375"/>
                </a:moveTo>
                <a:lnTo>
                  <a:pt x="2190750" y="0"/>
                </a:lnTo>
                <a:lnTo>
                  <a:pt x="1619250" y="0"/>
                </a:lnTo>
                <a:lnTo>
                  <a:pt x="1533525" y="85725"/>
                </a:lnTo>
                <a:lnTo>
                  <a:pt x="1533525" y="1609725"/>
                </a:lnTo>
                <a:lnTo>
                  <a:pt x="1333500" y="1809750"/>
                </a:lnTo>
                <a:lnTo>
                  <a:pt x="1333500" y="2324100"/>
                </a:lnTo>
                <a:lnTo>
                  <a:pt x="866775" y="2790825"/>
                </a:lnTo>
                <a:lnTo>
                  <a:pt x="352425" y="2790825"/>
                </a:lnTo>
                <a:lnTo>
                  <a:pt x="285750" y="2857500"/>
                </a:lnTo>
                <a:lnTo>
                  <a:pt x="285750" y="3800475"/>
                </a:lnTo>
                <a:lnTo>
                  <a:pt x="0" y="4086225"/>
                </a:lnTo>
                <a:lnTo>
                  <a:pt x="0" y="4133850"/>
                </a:lnTo>
                <a:lnTo>
                  <a:pt x="295275" y="4429125"/>
                </a:lnTo>
                <a:lnTo>
                  <a:pt x="381000" y="4429125"/>
                </a:lnTo>
                <a:lnTo>
                  <a:pt x="657225" y="4152900"/>
                </a:lnTo>
                <a:lnTo>
                  <a:pt x="1228725" y="4152900"/>
                </a:lnTo>
                <a:lnTo>
                  <a:pt x="1238250" y="4143375"/>
                </a:lnTo>
                <a:lnTo>
                  <a:pt x="1238250" y="3990975"/>
                </a:lnTo>
                <a:lnTo>
                  <a:pt x="1038225" y="3790950"/>
                </a:lnTo>
                <a:lnTo>
                  <a:pt x="895350" y="3790950"/>
                </a:lnTo>
                <a:lnTo>
                  <a:pt x="838200" y="3733800"/>
                </a:lnTo>
                <a:lnTo>
                  <a:pt x="838200" y="3476625"/>
                </a:lnTo>
                <a:lnTo>
                  <a:pt x="838200" y="3467100"/>
                </a:lnTo>
                <a:lnTo>
                  <a:pt x="847725" y="3467100"/>
                </a:lnTo>
                <a:lnTo>
                  <a:pt x="1352550" y="3467100"/>
                </a:lnTo>
                <a:lnTo>
                  <a:pt x="1704975" y="3819525"/>
                </a:lnTo>
                <a:lnTo>
                  <a:pt x="2038350" y="3486150"/>
                </a:lnTo>
                <a:lnTo>
                  <a:pt x="2114550" y="3486150"/>
                </a:lnTo>
                <a:lnTo>
                  <a:pt x="3048000" y="4419600"/>
                </a:lnTo>
                <a:lnTo>
                  <a:pt x="3324225" y="4419600"/>
                </a:lnTo>
                <a:lnTo>
                  <a:pt x="4314825" y="3429000"/>
                </a:lnTo>
                <a:lnTo>
                  <a:pt x="5191125" y="3429000"/>
                </a:lnTo>
                <a:lnTo>
                  <a:pt x="5200650" y="3419475"/>
                </a:lnTo>
                <a:lnTo>
                  <a:pt x="5200650" y="3238500"/>
                </a:lnTo>
                <a:lnTo>
                  <a:pt x="5029200" y="3067050"/>
                </a:lnTo>
                <a:lnTo>
                  <a:pt x="5029200" y="2266950"/>
                </a:lnTo>
                <a:lnTo>
                  <a:pt x="5210175" y="2085975"/>
                </a:lnTo>
                <a:lnTo>
                  <a:pt x="5210175" y="1924050"/>
                </a:lnTo>
                <a:lnTo>
                  <a:pt x="5143500" y="1857375"/>
                </a:lnTo>
                <a:close/>
              </a:path>
            </a:pathLst>
          </a:custGeom>
          <a:solidFill xmlns:a="http://schemas.openxmlformats.org/drawingml/2006/main">
            <a:srgbClr val="D55E00"/>
          </a:solidFill>
          <a:ln xmlns:a="http://schemas.openxmlformats.org/drawingml/2006/main" w="0">
            <a:noFill/>
          </a:ln>
        </p:spPr>
      </p:sp>
      <p:sp>
        <p:nvSpPr>
          <p:cNvPr id="6" name="ddca-boundary-01">
            <a:extLst xmlns:a="http://schemas.openxmlformats.org/drawingml/2006/main">
              <a:ext uri="{FF2B5EF4-FFF2-40B4-BE49-F238E27FC236}">
                <a16:creationId xmlns:a16="http://schemas.microsoft.com/office/drawing/2014/main" id="{138837EE-1E05-4076-9857-B7CB2FF754C2}"/>
              </a:ext>
            </a:extLst>
          </p:cNvPr>
          <p:cNvSpPr>
            <a:spLocks xmlns:a="http://schemas.openxmlformats.org/drawingml/2006/main" noGrp="1"/>
          </p:cNvSpPr>
          <p:nvPr/>
        </p:nvSpPr>
        <p:spPr>
          <a:xfrm xmlns:a="http://schemas.openxmlformats.org/drawingml/2006/main">
            <a:off x="4066775" y="1543050"/>
            <a:ext cx="1240022" cy="1054132"/>
          </a:xfrm>
          <a:custGeom xmlns:a="http://schemas.openxmlformats.org/drawingml/2006/main">
            <a:pathLst>
              <a:path w="5210175" h="4429125">
                <a:moveTo>
                  <a:pt x="4048125" y="1857375"/>
                </a:moveTo>
                <a:lnTo>
                  <a:pt x="2190750" y="0"/>
                </a:lnTo>
                <a:lnTo>
                  <a:pt x="1619250" y="0"/>
                </a:lnTo>
                <a:lnTo>
                  <a:pt x="1533525" y="85725"/>
                </a:lnTo>
                <a:lnTo>
                  <a:pt x="1533525" y="1609725"/>
                </a:lnTo>
                <a:lnTo>
                  <a:pt x="1333500" y="1809750"/>
                </a:lnTo>
                <a:lnTo>
                  <a:pt x="1333500" y="2324100"/>
                </a:lnTo>
                <a:lnTo>
                  <a:pt x="866775" y="2790825"/>
                </a:lnTo>
                <a:lnTo>
                  <a:pt x="352425" y="2790825"/>
                </a:lnTo>
                <a:lnTo>
                  <a:pt x="285750" y="2857500"/>
                </a:lnTo>
                <a:lnTo>
                  <a:pt x="285750" y="3800475"/>
                </a:lnTo>
                <a:lnTo>
                  <a:pt x="0" y="4086225"/>
                </a:lnTo>
                <a:lnTo>
                  <a:pt x="0" y="4133850"/>
                </a:lnTo>
                <a:lnTo>
                  <a:pt x="295275" y="4429125"/>
                </a:lnTo>
                <a:lnTo>
                  <a:pt x="381000" y="4429125"/>
                </a:lnTo>
                <a:lnTo>
                  <a:pt x="657225" y="4152900"/>
                </a:lnTo>
                <a:lnTo>
                  <a:pt x="1228725" y="4152900"/>
                </a:lnTo>
                <a:lnTo>
                  <a:pt x="1238250" y="4143375"/>
                </a:lnTo>
                <a:lnTo>
                  <a:pt x="1238250" y="3990975"/>
                </a:lnTo>
                <a:lnTo>
                  <a:pt x="1038225" y="3790950"/>
                </a:lnTo>
                <a:lnTo>
                  <a:pt x="895350" y="3790950"/>
                </a:lnTo>
                <a:lnTo>
                  <a:pt x="838200" y="3733800"/>
                </a:lnTo>
                <a:lnTo>
                  <a:pt x="838200" y="3476625"/>
                </a:lnTo>
                <a:lnTo>
                  <a:pt x="838200" y="3467100"/>
                </a:lnTo>
                <a:lnTo>
                  <a:pt x="847725" y="3467100"/>
                </a:lnTo>
                <a:lnTo>
                  <a:pt x="1352550" y="3467100"/>
                </a:lnTo>
                <a:lnTo>
                  <a:pt x="1704975" y="3819525"/>
                </a:lnTo>
                <a:lnTo>
                  <a:pt x="2038350" y="3486150"/>
                </a:lnTo>
                <a:lnTo>
                  <a:pt x="2114550" y="3486150"/>
                </a:lnTo>
                <a:lnTo>
                  <a:pt x="3048000" y="4419600"/>
                </a:lnTo>
                <a:lnTo>
                  <a:pt x="3324225" y="4419600"/>
                </a:lnTo>
                <a:lnTo>
                  <a:pt x="4314825" y="3429000"/>
                </a:lnTo>
                <a:lnTo>
                  <a:pt x="5191125" y="3429000"/>
                </a:lnTo>
                <a:lnTo>
                  <a:pt x="5200650" y="3419475"/>
                </a:lnTo>
                <a:lnTo>
                  <a:pt x="5200650" y="3238500"/>
                </a:lnTo>
                <a:lnTo>
                  <a:pt x="5029200" y="3067050"/>
                </a:lnTo>
                <a:lnTo>
                  <a:pt x="5029200" y="2266950"/>
                </a:lnTo>
                <a:lnTo>
                  <a:pt x="5210175" y="2085975"/>
                </a:lnTo>
                <a:lnTo>
                  <a:pt x="5210175" y="1924050"/>
                </a:lnTo>
                <a:lnTo>
                  <a:pt x="5143500" y="1857375"/>
                </a:lnTo>
                <a:close/>
              </a:path>
            </a:pathLst>
          </a:custGeom>
          <a:noFill xmlns:a="http://schemas.openxmlformats.org/drawingml/2006/main"/>
          <a:ln xmlns:a="http://schemas.openxmlformats.org/drawingml/2006/main" w="11430">
            <a:solidFill>
              <a:srgbClr val="FFFFFF"/>
            </a:solidFill>
          </a:ln>
        </p:spPr>
      </p:sp>
      <p:sp>
        <p:nvSpPr>
          <p:cNvPr id="7" name="ddca-prefecture-02">
            <a:extLst xmlns:a="http://schemas.openxmlformats.org/drawingml/2006/main">
              <a:ext uri="{FF2B5EF4-FFF2-40B4-BE49-F238E27FC236}">
                <a16:creationId xmlns:a16="http://schemas.microsoft.com/office/drawing/2014/main" id="{75766F6C-4C8B-4B42-BCEE-3244339779CD}"/>
              </a:ext>
            </a:extLst>
          </p:cNvPr>
          <p:cNvSpPr>
            <a:spLocks xmlns:a="http://schemas.openxmlformats.org/drawingml/2006/main" noGrp="1"/>
          </p:cNvSpPr>
          <p:nvPr/>
        </p:nvSpPr>
        <p:spPr>
          <a:xfrm xmlns:a="http://schemas.openxmlformats.org/drawingml/2006/main">
            <a:off x="4012368" y="2622118"/>
            <a:ext cx="682352" cy="487394"/>
          </a:xfrm>
          <a:custGeom xmlns:a="http://schemas.openxmlformats.org/drawingml/2006/main">
            <a:pathLst>
              <a:path w="2867025" h="2047875">
                <a:moveTo>
                  <a:pt x="2352675" y="361950"/>
                </a:moveTo>
                <a:lnTo>
                  <a:pt x="1990725" y="0"/>
                </a:lnTo>
                <a:lnTo>
                  <a:pt x="1447800" y="0"/>
                </a:lnTo>
                <a:lnTo>
                  <a:pt x="1381125" y="66675"/>
                </a:lnTo>
                <a:lnTo>
                  <a:pt x="1381125" y="352425"/>
                </a:lnTo>
                <a:lnTo>
                  <a:pt x="1447800" y="419100"/>
                </a:lnTo>
                <a:lnTo>
                  <a:pt x="1762125" y="419100"/>
                </a:lnTo>
                <a:lnTo>
                  <a:pt x="1771650" y="419100"/>
                </a:lnTo>
                <a:lnTo>
                  <a:pt x="1771650" y="428625"/>
                </a:lnTo>
                <a:lnTo>
                  <a:pt x="1771650" y="904875"/>
                </a:lnTo>
                <a:lnTo>
                  <a:pt x="1724025" y="952500"/>
                </a:lnTo>
                <a:lnTo>
                  <a:pt x="1076325" y="952500"/>
                </a:lnTo>
                <a:lnTo>
                  <a:pt x="1066800" y="952500"/>
                </a:lnTo>
                <a:lnTo>
                  <a:pt x="1066800" y="942975"/>
                </a:lnTo>
                <a:lnTo>
                  <a:pt x="1066800" y="447675"/>
                </a:lnTo>
                <a:lnTo>
                  <a:pt x="1009650" y="390525"/>
                </a:lnTo>
                <a:lnTo>
                  <a:pt x="581025" y="390525"/>
                </a:lnTo>
                <a:lnTo>
                  <a:pt x="504825" y="466725"/>
                </a:lnTo>
                <a:lnTo>
                  <a:pt x="504825" y="923925"/>
                </a:lnTo>
                <a:lnTo>
                  <a:pt x="0" y="1428750"/>
                </a:lnTo>
                <a:lnTo>
                  <a:pt x="0" y="1628775"/>
                </a:lnTo>
                <a:lnTo>
                  <a:pt x="9525" y="1638300"/>
                </a:lnTo>
                <a:lnTo>
                  <a:pt x="1323975" y="1638300"/>
                </a:lnTo>
                <a:lnTo>
                  <a:pt x="1390650" y="1704975"/>
                </a:lnTo>
                <a:lnTo>
                  <a:pt x="1390650" y="2038350"/>
                </a:lnTo>
                <a:lnTo>
                  <a:pt x="1400175" y="2047875"/>
                </a:lnTo>
                <a:lnTo>
                  <a:pt x="1466850" y="2047875"/>
                </a:lnTo>
                <a:lnTo>
                  <a:pt x="1885950" y="1628775"/>
                </a:lnTo>
                <a:lnTo>
                  <a:pt x="2857500" y="1628775"/>
                </a:lnTo>
                <a:lnTo>
                  <a:pt x="2867025" y="1619250"/>
                </a:lnTo>
                <a:lnTo>
                  <a:pt x="2352675" y="1104900"/>
                </a:lnTo>
                <a:close/>
              </a:path>
            </a:pathLst>
          </a:custGeom>
          <a:solidFill xmlns:a="http://schemas.openxmlformats.org/drawingml/2006/main">
            <a:srgbClr val="E3E5E7"/>
          </a:solidFill>
          <a:ln xmlns:a="http://schemas.openxmlformats.org/drawingml/2006/main" w="0">
            <a:noFill/>
          </a:ln>
        </p:spPr>
      </p:sp>
      <p:sp>
        <p:nvSpPr>
          <p:cNvPr id="8" name="ddca-boundary-02">
            <a:extLst xmlns:a="http://schemas.openxmlformats.org/drawingml/2006/main">
              <a:ext uri="{FF2B5EF4-FFF2-40B4-BE49-F238E27FC236}">
                <a16:creationId xmlns:a16="http://schemas.microsoft.com/office/drawing/2014/main" id="{B7CA5E72-5AFB-41F1-BF6B-50F42A53E47C}"/>
              </a:ext>
            </a:extLst>
          </p:cNvPr>
          <p:cNvSpPr>
            <a:spLocks xmlns:a="http://schemas.openxmlformats.org/drawingml/2006/main" noGrp="1"/>
          </p:cNvSpPr>
          <p:nvPr/>
        </p:nvSpPr>
        <p:spPr>
          <a:xfrm xmlns:a="http://schemas.openxmlformats.org/drawingml/2006/main">
            <a:off x="4012368" y="2622118"/>
            <a:ext cx="682352" cy="487394"/>
          </a:xfrm>
          <a:custGeom xmlns:a="http://schemas.openxmlformats.org/drawingml/2006/main">
            <a:pathLst>
              <a:path w="2867025" h="2047875">
                <a:moveTo>
                  <a:pt x="2352675" y="361950"/>
                </a:moveTo>
                <a:lnTo>
                  <a:pt x="1990725" y="0"/>
                </a:lnTo>
                <a:lnTo>
                  <a:pt x="1447800" y="0"/>
                </a:lnTo>
                <a:lnTo>
                  <a:pt x="1381125" y="66675"/>
                </a:lnTo>
                <a:lnTo>
                  <a:pt x="1381125" y="352425"/>
                </a:lnTo>
                <a:lnTo>
                  <a:pt x="1447800" y="419100"/>
                </a:lnTo>
                <a:lnTo>
                  <a:pt x="1762125" y="419100"/>
                </a:lnTo>
                <a:lnTo>
                  <a:pt x="1771650" y="419100"/>
                </a:lnTo>
                <a:lnTo>
                  <a:pt x="1771650" y="428625"/>
                </a:lnTo>
                <a:lnTo>
                  <a:pt x="1771650" y="904875"/>
                </a:lnTo>
                <a:lnTo>
                  <a:pt x="1724025" y="952500"/>
                </a:lnTo>
                <a:lnTo>
                  <a:pt x="1076325" y="952500"/>
                </a:lnTo>
                <a:lnTo>
                  <a:pt x="1066800" y="952500"/>
                </a:lnTo>
                <a:lnTo>
                  <a:pt x="1066800" y="942975"/>
                </a:lnTo>
                <a:lnTo>
                  <a:pt x="1066800" y="447675"/>
                </a:lnTo>
                <a:lnTo>
                  <a:pt x="1009650" y="390525"/>
                </a:lnTo>
                <a:lnTo>
                  <a:pt x="581025" y="390525"/>
                </a:lnTo>
                <a:lnTo>
                  <a:pt x="504825" y="466725"/>
                </a:lnTo>
                <a:lnTo>
                  <a:pt x="504825" y="923925"/>
                </a:lnTo>
                <a:lnTo>
                  <a:pt x="0" y="1428750"/>
                </a:lnTo>
                <a:lnTo>
                  <a:pt x="0" y="1628775"/>
                </a:lnTo>
                <a:lnTo>
                  <a:pt x="9525" y="1638300"/>
                </a:lnTo>
                <a:lnTo>
                  <a:pt x="1323975" y="1638300"/>
                </a:lnTo>
                <a:lnTo>
                  <a:pt x="1390650" y="1704975"/>
                </a:lnTo>
                <a:lnTo>
                  <a:pt x="1390650" y="2038350"/>
                </a:lnTo>
                <a:lnTo>
                  <a:pt x="1400175" y="2047875"/>
                </a:lnTo>
                <a:lnTo>
                  <a:pt x="1466850" y="2047875"/>
                </a:lnTo>
                <a:lnTo>
                  <a:pt x="1885950" y="1628775"/>
                </a:lnTo>
                <a:lnTo>
                  <a:pt x="2857500" y="1628775"/>
                </a:lnTo>
                <a:lnTo>
                  <a:pt x="2867025" y="1619250"/>
                </a:lnTo>
                <a:lnTo>
                  <a:pt x="2352675" y="1104900"/>
                </a:lnTo>
                <a:close/>
              </a:path>
            </a:pathLst>
          </a:custGeom>
          <a:noFill xmlns:a="http://schemas.openxmlformats.org/drawingml/2006/main"/>
          <a:ln xmlns:a="http://schemas.openxmlformats.org/drawingml/2006/main" w="11430">
            <a:solidFill>
              <a:srgbClr val="FFFFFF"/>
            </a:solidFill>
          </a:ln>
        </p:spPr>
      </p:sp>
      <p:sp>
        <p:nvSpPr>
          <p:cNvPr id="9" name="ddca-prefecture-03">
            <a:extLst xmlns:a="http://schemas.openxmlformats.org/drawingml/2006/main">
              <a:ext uri="{FF2B5EF4-FFF2-40B4-BE49-F238E27FC236}">
                <a16:creationId xmlns:a16="http://schemas.microsoft.com/office/drawing/2014/main" id="{B83E7040-330C-41B2-BC88-E1560C7A85C7}"/>
              </a:ext>
            </a:extLst>
          </p:cNvPr>
          <p:cNvSpPr>
            <a:spLocks xmlns:a="http://schemas.openxmlformats.org/drawingml/2006/main" noGrp="1"/>
          </p:cNvSpPr>
          <p:nvPr/>
        </p:nvSpPr>
        <p:spPr>
          <a:xfrm xmlns:a="http://schemas.openxmlformats.org/drawingml/2006/main">
            <a:off x="4343343" y="3009767"/>
            <a:ext cx="353644" cy="442055"/>
          </a:xfrm>
          <a:custGeom xmlns:a="http://schemas.openxmlformats.org/drawingml/2006/main">
            <a:pathLst>
              <a:path w="1485900" h="1857375">
                <a:moveTo>
                  <a:pt x="1485900" y="9525"/>
                </a:moveTo>
                <a:lnTo>
                  <a:pt x="1476375" y="0"/>
                </a:lnTo>
                <a:lnTo>
                  <a:pt x="1466850" y="0"/>
                </a:lnTo>
                <a:lnTo>
                  <a:pt x="495300" y="0"/>
                </a:lnTo>
                <a:lnTo>
                  <a:pt x="76200" y="419100"/>
                </a:lnTo>
                <a:lnTo>
                  <a:pt x="9525" y="419100"/>
                </a:lnTo>
                <a:lnTo>
                  <a:pt x="0" y="428625"/>
                </a:lnTo>
                <a:lnTo>
                  <a:pt x="0" y="1847850"/>
                </a:lnTo>
                <a:lnTo>
                  <a:pt x="9525" y="1857375"/>
                </a:lnTo>
                <a:lnTo>
                  <a:pt x="1476375" y="1857375"/>
                </a:lnTo>
                <a:lnTo>
                  <a:pt x="1485900" y="1847850"/>
                </a:lnTo>
                <a:close/>
              </a:path>
            </a:pathLst>
          </a:custGeom>
          <a:solidFill xmlns:a="http://schemas.openxmlformats.org/drawingml/2006/main">
            <a:srgbClr val="E3E5E7"/>
          </a:solidFill>
          <a:ln xmlns:a="http://schemas.openxmlformats.org/drawingml/2006/main" w="0">
            <a:noFill/>
          </a:ln>
        </p:spPr>
      </p:sp>
      <p:sp>
        <p:nvSpPr>
          <p:cNvPr id="10" name="ddca-boundary-03">
            <a:extLst xmlns:a="http://schemas.openxmlformats.org/drawingml/2006/main">
              <a:ext uri="{FF2B5EF4-FFF2-40B4-BE49-F238E27FC236}">
                <a16:creationId xmlns:a16="http://schemas.microsoft.com/office/drawing/2014/main" id="{CC1CD766-41E0-427C-A1A7-C5C1B32C1CB6}"/>
              </a:ext>
            </a:extLst>
          </p:cNvPr>
          <p:cNvSpPr>
            <a:spLocks xmlns:a="http://schemas.openxmlformats.org/drawingml/2006/main" noGrp="1"/>
          </p:cNvSpPr>
          <p:nvPr/>
        </p:nvSpPr>
        <p:spPr>
          <a:xfrm xmlns:a="http://schemas.openxmlformats.org/drawingml/2006/main">
            <a:off x="4343343" y="3009767"/>
            <a:ext cx="353644" cy="442055"/>
          </a:xfrm>
          <a:custGeom xmlns:a="http://schemas.openxmlformats.org/drawingml/2006/main">
            <a:pathLst>
              <a:path w="1485900" h="1857375">
                <a:moveTo>
                  <a:pt x="1485900" y="9525"/>
                </a:moveTo>
                <a:lnTo>
                  <a:pt x="1476375" y="0"/>
                </a:lnTo>
                <a:lnTo>
                  <a:pt x="1466850" y="0"/>
                </a:lnTo>
                <a:lnTo>
                  <a:pt x="495300" y="0"/>
                </a:lnTo>
                <a:lnTo>
                  <a:pt x="76200" y="419100"/>
                </a:lnTo>
                <a:lnTo>
                  <a:pt x="9525" y="419100"/>
                </a:lnTo>
                <a:lnTo>
                  <a:pt x="0" y="428625"/>
                </a:lnTo>
                <a:lnTo>
                  <a:pt x="0" y="1847850"/>
                </a:lnTo>
                <a:lnTo>
                  <a:pt x="9525" y="1857375"/>
                </a:lnTo>
                <a:lnTo>
                  <a:pt x="1476375" y="1857375"/>
                </a:lnTo>
                <a:lnTo>
                  <a:pt x="1485900" y="1847850"/>
                </a:lnTo>
                <a:close/>
              </a:path>
            </a:pathLst>
          </a:custGeom>
          <a:noFill xmlns:a="http://schemas.openxmlformats.org/drawingml/2006/main"/>
          <a:ln xmlns:a="http://schemas.openxmlformats.org/drawingml/2006/main" w="11430">
            <a:solidFill>
              <a:srgbClr val="FFFFFF"/>
            </a:solidFill>
          </a:ln>
        </p:spPr>
      </p:sp>
      <p:sp>
        <p:nvSpPr>
          <p:cNvPr id="11" name="ddca-prefecture-04">
            <a:extLst xmlns:a="http://schemas.openxmlformats.org/drawingml/2006/main">
              <a:ext uri="{FF2B5EF4-FFF2-40B4-BE49-F238E27FC236}">
                <a16:creationId xmlns:a16="http://schemas.microsoft.com/office/drawing/2014/main" id="{CA7ABFC6-CA3E-44A8-A442-4D9014518E6B}"/>
              </a:ext>
            </a:extLst>
          </p:cNvPr>
          <p:cNvSpPr>
            <a:spLocks xmlns:a="http://schemas.openxmlformats.org/drawingml/2006/main" noGrp="1"/>
          </p:cNvSpPr>
          <p:nvPr/>
        </p:nvSpPr>
        <p:spPr>
          <a:xfrm xmlns:a="http://schemas.openxmlformats.org/drawingml/2006/main">
            <a:off x="4343343" y="3451822"/>
            <a:ext cx="353644" cy="353644"/>
          </a:xfrm>
          <a:custGeom xmlns:a="http://schemas.openxmlformats.org/drawingml/2006/main">
            <a:pathLst>
              <a:path w="1485900" h="1485900">
                <a:moveTo>
                  <a:pt x="1485900" y="9525"/>
                </a:moveTo>
                <a:lnTo>
                  <a:pt x="1476375" y="0"/>
                </a:lnTo>
                <a:lnTo>
                  <a:pt x="9525" y="0"/>
                </a:lnTo>
                <a:lnTo>
                  <a:pt x="0" y="9525"/>
                </a:lnTo>
                <a:lnTo>
                  <a:pt x="0" y="171450"/>
                </a:lnTo>
                <a:lnTo>
                  <a:pt x="0" y="180975"/>
                </a:lnTo>
                <a:lnTo>
                  <a:pt x="0" y="190500"/>
                </a:lnTo>
                <a:lnTo>
                  <a:pt x="0" y="1476375"/>
                </a:lnTo>
                <a:lnTo>
                  <a:pt x="9525" y="1485900"/>
                </a:lnTo>
                <a:lnTo>
                  <a:pt x="1209675" y="1485900"/>
                </a:lnTo>
                <a:lnTo>
                  <a:pt x="1219200" y="1476375"/>
                </a:lnTo>
                <a:lnTo>
                  <a:pt x="1219200" y="866775"/>
                </a:lnTo>
                <a:lnTo>
                  <a:pt x="1485900" y="600075"/>
                </a:lnTo>
                <a:close/>
              </a:path>
            </a:pathLst>
          </a:custGeom>
          <a:solidFill xmlns:a="http://schemas.openxmlformats.org/drawingml/2006/main">
            <a:srgbClr val="E3E5E7"/>
          </a:solidFill>
          <a:ln xmlns:a="http://schemas.openxmlformats.org/drawingml/2006/main" w="0">
            <a:noFill/>
          </a:ln>
        </p:spPr>
      </p:sp>
      <p:sp>
        <p:nvSpPr>
          <p:cNvPr id="12" name="ddca-boundary-04">
            <a:extLst xmlns:a="http://schemas.openxmlformats.org/drawingml/2006/main">
              <a:ext uri="{FF2B5EF4-FFF2-40B4-BE49-F238E27FC236}">
                <a16:creationId xmlns:a16="http://schemas.microsoft.com/office/drawing/2014/main" id="{2D21F816-6C13-4933-9172-536FD0AE3770}"/>
              </a:ext>
            </a:extLst>
          </p:cNvPr>
          <p:cNvSpPr>
            <a:spLocks xmlns:a="http://schemas.openxmlformats.org/drawingml/2006/main" noGrp="1"/>
          </p:cNvSpPr>
          <p:nvPr/>
        </p:nvSpPr>
        <p:spPr>
          <a:xfrm xmlns:a="http://schemas.openxmlformats.org/drawingml/2006/main">
            <a:off x="4343343" y="3451822"/>
            <a:ext cx="353644" cy="353644"/>
          </a:xfrm>
          <a:custGeom xmlns:a="http://schemas.openxmlformats.org/drawingml/2006/main">
            <a:pathLst>
              <a:path w="1485900" h="1485900">
                <a:moveTo>
                  <a:pt x="1485900" y="9525"/>
                </a:moveTo>
                <a:lnTo>
                  <a:pt x="1476375" y="0"/>
                </a:lnTo>
                <a:lnTo>
                  <a:pt x="9525" y="0"/>
                </a:lnTo>
                <a:lnTo>
                  <a:pt x="0" y="9525"/>
                </a:lnTo>
                <a:lnTo>
                  <a:pt x="0" y="171450"/>
                </a:lnTo>
                <a:lnTo>
                  <a:pt x="0" y="180975"/>
                </a:lnTo>
                <a:lnTo>
                  <a:pt x="0" y="190500"/>
                </a:lnTo>
                <a:lnTo>
                  <a:pt x="0" y="1476375"/>
                </a:lnTo>
                <a:lnTo>
                  <a:pt x="9525" y="1485900"/>
                </a:lnTo>
                <a:lnTo>
                  <a:pt x="1209675" y="1485900"/>
                </a:lnTo>
                <a:lnTo>
                  <a:pt x="1219200" y="1476375"/>
                </a:lnTo>
                <a:lnTo>
                  <a:pt x="1219200" y="866775"/>
                </a:lnTo>
                <a:lnTo>
                  <a:pt x="1485900" y="600075"/>
                </a:lnTo>
                <a:close/>
              </a:path>
            </a:pathLst>
          </a:custGeom>
          <a:noFill xmlns:a="http://schemas.openxmlformats.org/drawingml/2006/main"/>
          <a:ln xmlns:a="http://schemas.openxmlformats.org/drawingml/2006/main" w="11430">
            <a:solidFill>
              <a:srgbClr val="FFFFFF"/>
            </a:solidFill>
          </a:ln>
        </p:spPr>
      </p:sp>
      <p:sp>
        <p:nvSpPr>
          <p:cNvPr id="13" name="ddca-prefecture-05">
            <a:extLst xmlns:a="http://schemas.openxmlformats.org/drawingml/2006/main">
              <a:ext uri="{FF2B5EF4-FFF2-40B4-BE49-F238E27FC236}">
                <a16:creationId xmlns:a16="http://schemas.microsoft.com/office/drawing/2014/main" id="{EFF815FB-90BC-4723-8144-8C04F692BF5E}"/>
              </a:ext>
            </a:extLst>
          </p:cNvPr>
          <p:cNvSpPr>
            <a:spLocks xmlns:a="http://schemas.openxmlformats.org/drawingml/2006/main" noGrp="1"/>
          </p:cNvSpPr>
          <p:nvPr/>
        </p:nvSpPr>
        <p:spPr>
          <a:xfrm xmlns:a="http://schemas.openxmlformats.org/drawingml/2006/main">
            <a:off x="3967029" y="3012034"/>
            <a:ext cx="376314" cy="482860"/>
          </a:xfrm>
          <a:custGeom xmlns:a="http://schemas.openxmlformats.org/drawingml/2006/main">
            <a:pathLst>
              <a:path w="1581150" h="2028825">
                <a:moveTo>
                  <a:pt x="1581150" y="66675"/>
                </a:moveTo>
                <a:lnTo>
                  <a:pt x="1514475" y="0"/>
                </a:lnTo>
                <a:lnTo>
                  <a:pt x="200025" y="0"/>
                </a:lnTo>
                <a:lnTo>
                  <a:pt x="190500" y="9525"/>
                </a:lnTo>
                <a:lnTo>
                  <a:pt x="190500" y="485775"/>
                </a:lnTo>
                <a:lnTo>
                  <a:pt x="180975" y="495300"/>
                </a:lnTo>
                <a:lnTo>
                  <a:pt x="180975" y="504825"/>
                </a:lnTo>
                <a:lnTo>
                  <a:pt x="0" y="685800"/>
                </a:lnTo>
                <a:lnTo>
                  <a:pt x="0" y="923925"/>
                </a:lnTo>
                <a:lnTo>
                  <a:pt x="190500" y="1114425"/>
                </a:lnTo>
                <a:lnTo>
                  <a:pt x="190500" y="2019300"/>
                </a:lnTo>
                <a:lnTo>
                  <a:pt x="200025" y="2028825"/>
                </a:lnTo>
                <a:lnTo>
                  <a:pt x="1571625" y="2028825"/>
                </a:lnTo>
                <a:lnTo>
                  <a:pt x="1581150" y="2019300"/>
                </a:lnTo>
                <a:lnTo>
                  <a:pt x="1581150" y="1857375"/>
                </a:lnTo>
                <a:lnTo>
                  <a:pt x="1581150" y="1847850"/>
                </a:lnTo>
                <a:lnTo>
                  <a:pt x="1581150" y="1838325"/>
                </a:lnTo>
                <a:lnTo>
                  <a:pt x="1581150" y="419100"/>
                </a:lnTo>
                <a:lnTo>
                  <a:pt x="1581150" y="409575"/>
                </a:lnTo>
                <a:lnTo>
                  <a:pt x="1581150" y="400050"/>
                </a:lnTo>
                <a:close/>
              </a:path>
            </a:pathLst>
          </a:custGeom>
          <a:solidFill xmlns:a="http://schemas.openxmlformats.org/drawingml/2006/main">
            <a:srgbClr val="E3E5E7"/>
          </a:solidFill>
          <a:ln xmlns:a="http://schemas.openxmlformats.org/drawingml/2006/main" w="0">
            <a:noFill/>
          </a:ln>
        </p:spPr>
      </p:sp>
      <p:sp>
        <p:nvSpPr>
          <p:cNvPr id="14" name="ddca-boundary-05">
            <a:extLst xmlns:a="http://schemas.openxmlformats.org/drawingml/2006/main">
              <a:ext uri="{FF2B5EF4-FFF2-40B4-BE49-F238E27FC236}">
                <a16:creationId xmlns:a16="http://schemas.microsoft.com/office/drawing/2014/main" id="{89EB431D-A1A9-43C2-8875-7ADD859A9854}"/>
              </a:ext>
            </a:extLst>
          </p:cNvPr>
          <p:cNvSpPr>
            <a:spLocks xmlns:a="http://schemas.openxmlformats.org/drawingml/2006/main" noGrp="1"/>
          </p:cNvSpPr>
          <p:nvPr/>
        </p:nvSpPr>
        <p:spPr>
          <a:xfrm xmlns:a="http://schemas.openxmlformats.org/drawingml/2006/main">
            <a:off x="3967029" y="3012034"/>
            <a:ext cx="376314" cy="482860"/>
          </a:xfrm>
          <a:custGeom xmlns:a="http://schemas.openxmlformats.org/drawingml/2006/main">
            <a:pathLst>
              <a:path w="1581150" h="2028825">
                <a:moveTo>
                  <a:pt x="1581150" y="66675"/>
                </a:moveTo>
                <a:lnTo>
                  <a:pt x="1514475" y="0"/>
                </a:lnTo>
                <a:lnTo>
                  <a:pt x="200025" y="0"/>
                </a:lnTo>
                <a:lnTo>
                  <a:pt x="190500" y="9525"/>
                </a:lnTo>
                <a:lnTo>
                  <a:pt x="190500" y="485775"/>
                </a:lnTo>
                <a:lnTo>
                  <a:pt x="180975" y="495300"/>
                </a:lnTo>
                <a:lnTo>
                  <a:pt x="180975" y="504825"/>
                </a:lnTo>
                <a:lnTo>
                  <a:pt x="0" y="685800"/>
                </a:lnTo>
                <a:lnTo>
                  <a:pt x="0" y="923925"/>
                </a:lnTo>
                <a:lnTo>
                  <a:pt x="190500" y="1114425"/>
                </a:lnTo>
                <a:lnTo>
                  <a:pt x="190500" y="2019300"/>
                </a:lnTo>
                <a:lnTo>
                  <a:pt x="200025" y="2028825"/>
                </a:lnTo>
                <a:lnTo>
                  <a:pt x="1571625" y="2028825"/>
                </a:lnTo>
                <a:lnTo>
                  <a:pt x="1581150" y="2019300"/>
                </a:lnTo>
                <a:lnTo>
                  <a:pt x="1581150" y="1857375"/>
                </a:lnTo>
                <a:lnTo>
                  <a:pt x="1581150" y="1847850"/>
                </a:lnTo>
                <a:lnTo>
                  <a:pt x="1581150" y="1838325"/>
                </a:lnTo>
                <a:lnTo>
                  <a:pt x="1581150" y="419100"/>
                </a:lnTo>
                <a:lnTo>
                  <a:pt x="1581150" y="409575"/>
                </a:lnTo>
                <a:lnTo>
                  <a:pt x="1581150" y="400050"/>
                </a:lnTo>
                <a:close/>
              </a:path>
            </a:pathLst>
          </a:custGeom>
          <a:noFill xmlns:a="http://schemas.openxmlformats.org/drawingml/2006/main"/>
          <a:ln xmlns:a="http://schemas.openxmlformats.org/drawingml/2006/main" w="11430">
            <a:solidFill>
              <a:srgbClr val="FFFFFF"/>
            </a:solidFill>
          </a:ln>
        </p:spPr>
      </p:sp>
      <p:sp>
        <p:nvSpPr>
          <p:cNvPr id="15" name="ddca-prefecture-06">
            <a:extLst xmlns:a="http://schemas.openxmlformats.org/drawingml/2006/main">
              <a:ext uri="{FF2B5EF4-FFF2-40B4-BE49-F238E27FC236}">
                <a16:creationId xmlns:a16="http://schemas.microsoft.com/office/drawing/2014/main" id="{D6DF84CF-4785-4F45-81FF-728511DB5FE8}"/>
              </a:ext>
            </a:extLst>
          </p:cNvPr>
          <p:cNvSpPr>
            <a:spLocks xmlns:a="http://schemas.openxmlformats.org/drawingml/2006/main" noGrp="1"/>
          </p:cNvSpPr>
          <p:nvPr/>
        </p:nvSpPr>
        <p:spPr>
          <a:xfrm xmlns:a="http://schemas.openxmlformats.org/drawingml/2006/main">
            <a:off x="4012368" y="3494894"/>
            <a:ext cx="330975" cy="383115"/>
          </a:xfrm>
          <a:custGeom xmlns:a="http://schemas.openxmlformats.org/drawingml/2006/main">
            <a:pathLst>
              <a:path w="1390650" h="1609725">
                <a:moveTo>
                  <a:pt x="1390650" y="9525"/>
                </a:moveTo>
                <a:lnTo>
                  <a:pt x="1381125" y="0"/>
                </a:lnTo>
                <a:lnTo>
                  <a:pt x="9525" y="0"/>
                </a:lnTo>
                <a:lnTo>
                  <a:pt x="0" y="9525"/>
                </a:lnTo>
                <a:lnTo>
                  <a:pt x="0" y="752475"/>
                </a:lnTo>
                <a:lnTo>
                  <a:pt x="9525" y="762000"/>
                </a:lnTo>
                <a:lnTo>
                  <a:pt x="304800" y="762000"/>
                </a:lnTo>
                <a:lnTo>
                  <a:pt x="352425" y="809625"/>
                </a:lnTo>
                <a:lnTo>
                  <a:pt x="352425" y="1600200"/>
                </a:lnTo>
                <a:lnTo>
                  <a:pt x="361950" y="1609725"/>
                </a:lnTo>
                <a:lnTo>
                  <a:pt x="1381125" y="1609725"/>
                </a:lnTo>
                <a:lnTo>
                  <a:pt x="1390650" y="1600200"/>
                </a:lnTo>
                <a:lnTo>
                  <a:pt x="1390650" y="1314450"/>
                </a:lnTo>
                <a:lnTo>
                  <a:pt x="1390650" y="1304925"/>
                </a:lnTo>
                <a:lnTo>
                  <a:pt x="1390650" y="1295400"/>
                </a:lnTo>
                <a:close/>
              </a:path>
            </a:pathLst>
          </a:custGeom>
          <a:solidFill xmlns:a="http://schemas.openxmlformats.org/drawingml/2006/main">
            <a:srgbClr val="E3E5E7"/>
          </a:solidFill>
          <a:ln xmlns:a="http://schemas.openxmlformats.org/drawingml/2006/main" w="0">
            <a:noFill/>
          </a:ln>
        </p:spPr>
      </p:sp>
      <p:sp>
        <p:nvSpPr>
          <p:cNvPr id="16" name="ddca-boundary-06">
            <a:extLst xmlns:a="http://schemas.openxmlformats.org/drawingml/2006/main">
              <a:ext uri="{FF2B5EF4-FFF2-40B4-BE49-F238E27FC236}">
                <a16:creationId xmlns:a16="http://schemas.microsoft.com/office/drawing/2014/main" id="{EE84B86F-C3DF-47C8-AAA1-B506665CD1ED}"/>
              </a:ext>
            </a:extLst>
          </p:cNvPr>
          <p:cNvSpPr>
            <a:spLocks xmlns:a="http://schemas.openxmlformats.org/drawingml/2006/main" noGrp="1"/>
          </p:cNvSpPr>
          <p:nvPr/>
        </p:nvSpPr>
        <p:spPr>
          <a:xfrm xmlns:a="http://schemas.openxmlformats.org/drawingml/2006/main">
            <a:off x="4012368" y="3494894"/>
            <a:ext cx="330975" cy="383115"/>
          </a:xfrm>
          <a:custGeom xmlns:a="http://schemas.openxmlformats.org/drawingml/2006/main">
            <a:pathLst>
              <a:path w="1390650" h="1609725">
                <a:moveTo>
                  <a:pt x="1390650" y="9525"/>
                </a:moveTo>
                <a:lnTo>
                  <a:pt x="1381125" y="0"/>
                </a:lnTo>
                <a:lnTo>
                  <a:pt x="9525" y="0"/>
                </a:lnTo>
                <a:lnTo>
                  <a:pt x="0" y="9525"/>
                </a:lnTo>
                <a:lnTo>
                  <a:pt x="0" y="752475"/>
                </a:lnTo>
                <a:lnTo>
                  <a:pt x="9525" y="762000"/>
                </a:lnTo>
                <a:lnTo>
                  <a:pt x="304800" y="762000"/>
                </a:lnTo>
                <a:lnTo>
                  <a:pt x="352425" y="809625"/>
                </a:lnTo>
                <a:lnTo>
                  <a:pt x="352425" y="1600200"/>
                </a:lnTo>
                <a:lnTo>
                  <a:pt x="361950" y="1609725"/>
                </a:lnTo>
                <a:lnTo>
                  <a:pt x="1381125" y="1609725"/>
                </a:lnTo>
                <a:lnTo>
                  <a:pt x="1390650" y="1600200"/>
                </a:lnTo>
                <a:lnTo>
                  <a:pt x="1390650" y="1314450"/>
                </a:lnTo>
                <a:lnTo>
                  <a:pt x="1390650" y="1304925"/>
                </a:lnTo>
                <a:lnTo>
                  <a:pt x="1390650" y="1295400"/>
                </a:lnTo>
                <a:close/>
              </a:path>
            </a:pathLst>
          </a:custGeom>
          <a:noFill xmlns:a="http://schemas.openxmlformats.org/drawingml/2006/main"/>
          <a:ln xmlns:a="http://schemas.openxmlformats.org/drawingml/2006/main" w="11430">
            <a:solidFill>
              <a:srgbClr val="FFFFFF"/>
            </a:solidFill>
          </a:ln>
        </p:spPr>
      </p:sp>
      <p:sp>
        <p:nvSpPr>
          <p:cNvPr id="17" name="ddca-prefecture-07">
            <a:extLst xmlns:a="http://schemas.openxmlformats.org/drawingml/2006/main">
              <a:ext uri="{FF2B5EF4-FFF2-40B4-BE49-F238E27FC236}">
                <a16:creationId xmlns:a16="http://schemas.microsoft.com/office/drawing/2014/main" id="{3E5E6AEE-CA5B-49B5-A6E0-D6C59BF06F24}"/>
              </a:ext>
            </a:extLst>
          </p:cNvPr>
          <p:cNvSpPr>
            <a:spLocks xmlns:a="http://schemas.openxmlformats.org/drawingml/2006/main" noGrp="1"/>
          </p:cNvSpPr>
          <p:nvPr/>
        </p:nvSpPr>
        <p:spPr>
          <a:xfrm xmlns:a="http://schemas.openxmlformats.org/drawingml/2006/main">
            <a:off x="4003300" y="3805466"/>
            <a:ext cx="630212" cy="326441"/>
          </a:xfrm>
          <a:custGeom xmlns:a="http://schemas.openxmlformats.org/drawingml/2006/main">
            <a:pathLst>
              <a:path w="2647950" h="1371600">
                <a:moveTo>
                  <a:pt x="2647950" y="9525"/>
                </a:moveTo>
                <a:lnTo>
                  <a:pt x="2638425" y="0"/>
                </a:lnTo>
                <a:lnTo>
                  <a:pt x="1438275" y="0"/>
                </a:lnTo>
                <a:lnTo>
                  <a:pt x="1428750" y="9525"/>
                </a:lnTo>
                <a:lnTo>
                  <a:pt x="1428750" y="295275"/>
                </a:lnTo>
                <a:lnTo>
                  <a:pt x="1428750" y="304800"/>
                </a:lnTo>
                <a:lnTo>
                  <a:pt x="1419225" y="304800"/>
                </a:lnTo>
                <a:lnTo>
                  <a:pt x="400050" y="304800"/>
                </a:lnTo>
                <a:lnTo>
                  <a:pt x="390525" y="304800"/>
                </a:lnTo>
                <a:lnTo>
                  <a:pt x="0" y="695325"/>
                </a:lnTo>
                <a:lnTo>
                  <a:pt x="0" y="1352550"/>
                </a:lnTo>
                <a:lnTo>
                  <a:pt x="9525" y="1362075"/>
                </a:lnTo>
                <a:lnTo>
                  <a:pt x="809625" y="1362075"/>
                </a:lnTo>
                <a:lnTo>
                  <a:pt x="819150" y="1352550"/>
                </a:lnTo>
                <a:lnTo>
                  <a:pt x="819150" y="1247775"/>
                </a:lnTo>
                <a:lnTo>
                  <a:pt x="876300" y="1190625"/>
                </a:lnTo>
                <a:lnTo>
                  <a:pt x="1895475" y="1190625"/>
                </a:lnTo>
                <a:lnTo>
                  <a:pt x="1943100" y="1238250"/>
                </a:lnTo>
                <a:lnTo>
                  <a:pt x="1943100" y="1362075"/>
                </a:lnTo>
                <a:lnTo>
                  <a:pt x="1952625" y="1371600"/>
                </a:lnTo>
                <a:lnTo>
                  <a:pt x="2638425" y="1371600"/>
                </a:lnTo>
                <a:lnTo>
                  <a:pt x="2647950" y="1362075"/>
                </a:lnTo>
                <a:close/>
              </a:path>
            </a:pathLst>
          </a:custGeom>
          <a:solidFill xmlns:a="http://schemas.openxmlformats.org/drawingml/2006/main">
            <a:srgbClr val="E3E5E7"/>
          </a:solidFill>
          <a:ln xmlns:a="http://schemas.openxmlformats.org/drawingml/2006/main" w="0">
            <a:noFill/>
          </a:ln>
        </p:spPr>
      </p:sp>
      <p:sp>
        <p:nvSpPr>
          <p:cNvPr id="18" name="ddca-boundary-07">
            <a:extLst xmlns:a="http://schemas.openxmlformats.org/drawingml/2006/main">
              <a:ext uri="{FF2B5EF4-FFF2-40B4-BE49-F238E27FC236}">
                <a16:creationId xmlns:a16="http://schemas.microsoft.com/office/drawing/2014/main" id="{36806C33-3E20-4F19-9907-6F792478AFAD}"/>
              </a:ext>
            </a:extLst>
          </p:cNvPr>
          <p:cNvSpPr>
            <a:spLocks xmlns:a="http://schemas.openxmlformats.org/drawingml/2006/main" noGrp="1"/>
          </p:cNvSpPr>
          <p:nvPr/>
        </p:nvSpPr>
        <p:spPr>
          <a:xfrm xmlns:a="http://schemas.openxmlformats.org/drawingml/2006/main">
            <a:off x="4003300" y="3805466"/>
            <a:ext cx="630212" cy="326441"/>
          </a:xfrm>
          <a:custGeom xmlns:a="http://schemas.openxmlformats.org/drawingml/2006/main">
            <a:pathLst>
              <a:path w="2647950" h="1371600">
                <a:moveTo>
                  <a:pt x="2647950" y="9525"/>
                </a:moveTo>
                <a:lnTo>
                  <a:pt x="2638425" y="0"/>
                </a:lnTo>
                <a:lnTo>
                  <a:pt x="1438275" y="0"/>
                </a:lnTo>
                <a:lnTo>
                  <a:pt x="1428750" y="9525"/>
                </a:lnTo>
                <a:lnTo>
                  <a:pt x="1428750" y="295275"/>
                </a:lnTo>
                <a:lnTo>
                  <a:pt x="1428750" y="304800"/>
                </a:lnTo>
                <a:lnTo>
                  <a:pt x="1419225" y="304800"/>
                </a:lnTo>
                <a:lnTo>
                  <a:pt x="400050" y="304800"/>
                </a:lnTo>
                <a:lnTo>
                  <a:pt x="390525" y="304800"/>
                </a:lnTo>
                <a:lnTo>
                  <a:pt x="0" y="695325"/>
                </a:lnTo>
                <a:lnTo>
                  <a:pt x="0" y="1352550"/>
                </a:lnTo>
                <a:lnTo>
                  <a:pt x="9525" y="1362075"/>
                </a:lnTo>
                <a:lnTo>
                  <a:pt x="809625" y="1362075"/>
                </a:lnTo>
                <a:lnTo>
                  <a:pt x="819150" y="1352550"/>
                </a:lnTo>
                <a:lnTo>
                  <a:pt x="819150" y="1247775"/>
                </a:lnTo>
                <a:lnTo>
                  <a:pt x="876300" y="1190625"/>
                </a:lnTo>
                <a:lnTo>
                  <a:pt x="1895475" y="1190625"/>
                </a:lnTo>
                <a:lnTo>
                  <a:pt x="1943100" y="1238250"/>
                </a:lnTo>
                <a:lnTo>
                  <a:pt x="1943100" y="1362075"/>
                </a:lnTo>
                <a:lnTo>
                  <a:pt x="1952625" y="1371600"/>
                </a:lnTo>
                <a:lnTo>
                  <a:pt x="2638425" y="1371600"/>
                </a:lnTo>
                <a:lnTo>
                  <a:pt x="2647950" y="1362075"/>
                </a:lnTo>
                <a:close/>
              </a:path>
            </a:pathLst>
          </a:custGeom>
          <a:noFill xmlns:a="http://schemas.openxmlformats.org/drawingml/2006/main"/>
          <a:ln xmlns:a="http://schemas.openxmlformats.org/drawingml/2006/main" w="11430">
            <a:solidFill>
              <a:srgbClr val="FFFFFF"/>
            </a:solidFill>
          </a:ln>
        </p:spPr>
      </p:sp>
      <p:sp>
        <p:nvSpPr>
          <p:cNvPr id="19" name="ddca-prefecture-08">
            <a:extLst xmlns:a="http://schemas.openxmlformats.org/drawingml/2006/main">
              <a:ext uri="{FF2B5EF4-FFF2-40B4-BE49-F238E27FC236}">
                <a16:creationId xmlns:a16="http://schemas.microsoft.com/office/drawing/2014/main" id="{07ED11D7-D199-48C4-A085-700E6B2D5932}"/>
              </a:ext>
            </a:extLst>
          </p:cNvPr>
          <p:cNvSpPr>
            <a:spLocks xmlns:a="http://schemas.openxmlformats.org/drawingml/2006/main" noGrp="1"/>
          </p:cNvSpPr>
          <p:nvPr/>
        </p:nvSpPr>
        <p:spPr>
          <a:xfrm xmlns:a="http://schemas.openxmlformats.org/drawingml/2006/main">
            <a:off x="4347877" y="4131907"/>
            <a:ext cx="394449" cy="398983"/>
          </a:xfrm>
          <a:custGeom xmlns:a="http://schemas.openxmlformats.org/drawingml/2006/main">
            <a:pathLst>
              <a:path w="1657350" h="1676400">
                <a:moveTo>
                  <a:pt x="1200150" y="9525"/>
                </a:moveTo>
                <a:lnTo>
                  <a:pt x="1190625" y="0"/>
                </a:lnTo>
                <a:lnTo>
                  <a:pt x="504825" y="0"/>
                </a:lnTo>
                <a:lnTo>
                  <a:pt x="495300" y="9525"/>
                </a:lnTo>
                <a:lnTo>
                  <a:pt x="495300" y="1076325"/>
                </a:lnTo>
                <a:lnTo>
                  <a:pt x="447675" y="1123950"/>
                </a:lnTo>
                <a:lnTo>
                  <a:pt x="9525" y="1123950"/>
                </a:lnTo>
                <a:lnTo>
                  <a:pt x="0" y="1133475"/>
                </a:lnTo>
                <a:lnTo>
                  <a:pt x="0" y="1181100"/>
                </a:lnTo>
                <a:lnTo>
                  <a:pt x="495300" y="1676400"/>
                </a:lnTo>
                <a:lnTo>
                  <a:pt x="504825" y="1676400"/>
                </a:lnTo>
                <a:lnTo>
                  <a:pt x="1647825" y="1676400"/>
                </a:lnTo>
                <a:lnTo>
                  <a:pt x="1657350" y="1666875"/>
                </a:lnTo>
                <a:lnTo>
                  <a:pt x="1657350" y="1609725"/>
                </a:lnTo>
                <a:lnTo>
                  <a:pt x="1200150" y="1152525"/>
                </a:lnTo>
                <a:close/>
              </a:path>
            </a:pathLst>
          </a:custGeom>
          <a:solidFill xmlns:a="http://schemas.openxmlformats.org/drawingml/2006/main">
            <a:srgbClr val="00856B"/>
          </a:solidFill>
          <a:ln xmlns:a="http://schemas.openxmlformats.org/drawingml/2006/main" w="0">
            <a:noFill/>
          </a:ln>
        </p:spPr>
      </p:sp>
      <p:sp>
        <p:nvSpPr>
          <p:cNvPr id="20" name="ddca-boundary-08">
            <a:extLst xmlns:a="http://schemas.openxmlformats.org/drawingml/2006/main">
              <a:ext uri="{FF2B5EF4-FFF2-40B4-BE49-F238E27FC236}">
                <a16:creationId xmlns:a16="http://schemas.microsoft.com/office/drawing/2014/main" id="{6DFEC6F2-A393-4DE4-854E-DA640CB8A390}"/>
              </a:ext>
            </a:extLst>
          </p:cNvPr>
          <p:cNvSpPr>
            <a:spLocks xmlns:a="http://schemas.openxmlformats.org/drawingml/2006/main" noGrp="1"/>
          </p:cNvSpPr>
          <p:nvPr/>
        </p:nvSpPr>
        <p:spPr>
          <a:xfrm xmlns:a="http://schemas.openxmlformats.org/drawingml/2006/main">
            <a:off x="4347877" y="4131907"/>
            <a:ext cx="394449" cy="398983"/>
          </a:xfrm>
          <a:custGeom xmlns:a="http://schemas.openxmlformats.org/drawingml/2006/main">
            <a:pathLst>
              <a:path w="1657350" h="1676400">
                <a:moveTo>
                  <a:pt x="1200150" y="9525"/>
                </a:moveTo>
                <a:lnTo>
                  <a:pt x="1190625" y="0"/>
                </a:lnTo>
                <a:lnTo>
                  <a:pt x="504825" y="0"/>
                </a:lnTo>
                <a:lnTo>
                  <a:pt x="495300" y="9525"/>
                </a:lnTo>
                <a:lnTo>
                  <a:pt x="495300" y="1076325"/>
                </a:lnTo>
                <a:lnTo>
                  <a:pt x="447675" y="1123950"/>
                </a:lnTo>
                <a:lnTo>
                  <a:pt x="9525" y="1123950"/>
                </a:lnTo>
                <a:lnTo>
                  <a:pt x="0" y="1133475"/>
                </a:lnTo>
                <a:lnTo>
                  <a:pt x="0" y="1181100"/>
                </a:lnTo>
                <a:lnTo>
                  <a:pt x="495300" y="1676400"/>
                </a:lnTo>
                <a:lnTo>
                  <a:pt x="504825" y="1676400"/>
                </a:lnTo>
                <a:lnTo>
                  <a:pt x="1647825" y="1676400"/>
                </a:lnTo>
                <a:lnTo>
                  <a:pt x="1657350" y="1666875"/>
                </a:lnTo>
                <a:lnTo>
                  <a:pt x="1657350" y="1609725"/>
                </a:lnTo>
                <a:lnTo>
                  <a:pt x="1200150" y="1152525"/>
                </a:lnTo>
                <a:close/>
              </a:path>
            </a:pathLst>
          </a:custGeom>
          <a:noFill xmlns:a="http://schemas.openxmlformats.org/drawingml/2006/main"/>
          <a:ln xmlns:a="http://schemas.openxmlformats.org/drawingml/2006/main" w="11430">
            <a:solidFill>
              <a:srgbClr val="FFFFFF"/>
            </a:solidFill>
          </a:ln>
        </p:spPr>
      </p:sp>
      <p:sp>
        <p:nvSpPr>
          <p:cNvPr id="21" name="ddca-prefecture-09">
            <a:extLst xmlns:a="http://schemas.openxmlformats.org/drawingml/2006/main">
              <a:ext uri="{FF2B5EF4-FFF2-40B4-BE49-F238E27FC236}">
                <a16:creationId xmlns:a16="http://schemas.microsoft.com/office/drawing/2014/main" id="{0E086DD4-B4FE-4040-B702-ADA913947CE2}"/>
              </a:ext>
            </a:extLst>
          </p:cNvPr>
          <p:cNvSpPr>
            <a:spLocks xmlns:a="http://schemas.openxmlformats.org/drawingml/2006/main" noGrp="1"/>
          </p:cNvSpPr>
          <p:nvPr/>
        </p:nvSpPr>
        <p:spPr>
          <a:xfrm xmlns:a="http://schemas.openxmlformats.org/drawingml/2006/main">
            <a:off x="4198258" y="4088835"/>
            <a:ext cx="267500" cy="310572"/>
          </a:xfrm>
          <a:custGeom xmlns:a="http://schemas.openxmlformats.org/drawingml/2006/main">
            <a:pathLst>
              <a:path w="1123950" h="1304925">
                <a:moveTo>
                  <a:pt x="1123950" y="47625"/>
                </a:moveTo>
                <a:lnTo>
                  <a:pt x="1076325" y="0"/>
                </a:lnTo>
                <a:lnTo>
                  <a:pt x="57150" y="0"/>
                </a:lnTo>
                <a:lnTo>
                  <a:pt x="0" y="57150"/>
                </a:lnTo>
                <a:lnTo>
                  <a:pt x="0" y="161925"/>
                </a:lnTo>
                <a:lnTo>
                  <a:pt x="0" y="171450"/>
                </a:lnTo>
                <a:lnTo>
                  <a:pt x="0" y="180975"/>
                </a:lnTo>
                <a:lnTo>
                  <a:pt x="0" y="714375"/>
                </a:lnTo>
                <a:lnTo>
                  <a:pt x="495300" y="1209675"/>
                </a:lnTo>
                <a:lnTo>
                  <a:pt x="495300" y="1295400"/>
                </a:lnTo>
                <a:lnTo>
                  <a:pt x="504825" y="1304925"/>
                </a:lnTo>
                <a:lnTo>
                  <a:pt x="619125" y="1304925"/>
                </a:lnTo>
                <a:lnTo>
                  <a:pt x="628650" y="1304925"/>
                </a:lnTo>
                <a:lnTo>
                  <a:pt x="638175" y="1304925"/>
                </a:lnTo>
                <a:lnTo>
                  <a:pt x="1076325" y="1304925"/>
                </a:lnTo>
                <a:lnTo>
                  <a:pt x="1123950" y="1257300"/>
                </a:lnTo>
                <a:lnTo>
                  <a:pt x="1123950" y="190500"/>
                </a:lnTo>
                <a:lnTo>
                  <a:pt x="1123950" y="180975"/>
                </a:lnTo>
                <a:lnTo>
                  <a:pt x="1123950" y="171450"/>
                </a:lnTo>
                <a:close/>
              </a:path>
            </a:pathLst>
          </a:custGeom>
          <a:solidFill xmlns:a="http://schemas.openxmlformats.org/drawingml/2006/main">
            <a:srgbClr val="E3E5E7"/>
          </a:solidFill>
          <a:ln xmlns:a="http://schemas.openxmlformats.org/drawingml/2006/main" w="0">
            <a:noFill/>
          </a:ln>
        </p:spPr>
      </p:sp>
      <p:sp>
        <p:nvSpPr>
          <p:cNvPr id="22" name="ddca-boundary-09">
            <a:extLst xmlns:a="http://schemas.openxmlformats.org/drawingml/2006/main">
              <a:ext uri="{FF2B5EF4-FFF2-40B4-BE49-F238E27FC236}">
                <a16:creationId xmlns:a16="http://schemas.microsoft.com/office/drawing/2014/main" id="{EC9FCE05-8D4D-4B06-AACA-9F048A758D11}"/>
              </a:ext>
            </a:extLst>
          </p:cNvPr>
          <p:cNvSpPr>
            <a:spLocks xmlns:a="http://schemas.openxmlformats.org/drawingml/2006/main" noGrp="1"/>
          </p:cNvSpPr>
          <p:nvPr/>
        </p:nvSpPr>
        <p:spPr>
          <a:xfrm xmlns:a="http://schemas.openxmlformats.org/drawingml/2006/main">
            <a:off x="4198258" y="4088835"/>
            <a:ext cx="267500" cy="310572"/>
          </a:xfrm>
          <a:custGeom xmlns:a="http://schemas.openxmlformats.org/drawingml/2006/main">
            <a:pathLst>
              <a:path w="1123950" h="1304925">
                <a:moveTo>
                  <a:pt x="1123950" y="47625"/>
                </a:moveTo>
                <a:lnTo>
                  <a:pt x="1076325" y="0"/>
                </a:lnTo>
                <a:lnTo>
                  <a:pt x="57150" y="0"/>
                </a:lnTo>
                <a:lnTo>
                  <a:pt x="0" y="57150"/>
                </a:lnTo>
                <a:lnTo>
                  <a:pt x="0" y="161925"/>
                </a:lnTo>
                <a:lnTo>
                  <a:pt x="0" y="171450"/>
                </a:lnTo>
                <a:lnTo>
                  <a:pt x="0" y="180975"/>
                </a:lnTo>
                <a:lnTo>
                  <a:pt x="0" y="714375"/>
                </a:lnTo>
                <a:lnTo>
                  <a:pt x="495300" y="1209675"/>
                </a:lnTo>
                <a:lnTo>
                  <a:pt x="495300" y="1295400"/>
                </a:lnTo>
                <a:lnTo>
                  <a:pt x="504825" y="1304925"/>
                </a:lnTo>
                <a:lnTo>
                  <a:pt x="619125" y="1304925"/>
                </a:lnTo>
                <a:lnTo>
                  <a:pt x="628650" y="1304925"/>
                </a:lnTo>
                <a:lnTo>
                  <a:pt x="638175" y="1304925"/>
                </a:lnTo>
                <a:lnTo>
                  <a:pt x="1076325" y="1304925"/>
                </a:lnTo>
                <a:lnTo>
                  <a:pt x="1123950" y="1257300"/>
                </a:lnTo>
                <a:lnTo>
                  <a:pt x="1123950" y="190500"/>
                </a:lnTo>
                <a:lnTo>
                  <a:pt x="1123950" y="180975"/>
                </a:lnTo>
                <a:lnTo>
                  <a:pt x="1123950" y="171450"/>
                </a:lnTo>
                <a:close/>
              </a:path>
            </a:pathLst>
          </a:custGeom>
          <a:noFill xmlns:a="http://schemas.openxmlformats.org/drawingml/2006/main"/>
          <a:ln xmlns:a="http://schemas.openxmlformats.org/drawingml/2006/main" w="11430">
            <a:solidFill>
              <a:srgbClr val="FFFFFF"/>
            </a:solidFill>
          </a:ln>
        </p:spPr>
      </p:sp>
      <p:sp>
        <p:nvSpPr>
          <p:cNvPr id="23" name="ddca-prefecture-10">
            <a:extLst xmlns:a="http://schemas.openxmlformats.org/drawingml/2006/main">
              <a:ext uri="{FF2B5EF4-FFF2-40B4-BE49-F238E27FC236}">
                <a16:creationId xmlns:a16="http://schemas.microsoft.com/office/drawing/2014/main" id="{7E06D4D1-0220-432D-BAA2-0830A8C63760}"/>
              </a:ext>
            </a:extLst>
          </p:cNvPr>
          <p:cNvSpPr>
            <a:spLocks xmlns:a="http://schemas.openxmlformats.org/drawingml/2006/main" noGrp="1"/>
          </p:cNvSpPr>
          <p:nvPr/>
        </p:nvSpPr>
        <p:spPr>
          <a:xfrm xmlns:a="http://schemas.openxmlformats.org/drawingml/2006/main">
            <a:off x="3844614" y="4129640"/>
            <a:ext cx="471526" cy="378581"/>
          </a:xfrm>
          <a:custGeom xmlns:a="http://schemas.openxmlformats.org/drawingml/2006/main">
            <a:pathLst>
              <a:path w="1981200" h="1590675">
                <a:moveTo>
                  <a:pt x="1485900" y="9525"/>
                </a:moveTo>
                <a:lnTo>
                  <a:pt x="1476375" y="0"/>
                </a:lnTo>
                <a:lnTo>
                  <a:pt x="676275" y="0"/>
                </a:lnTo>
                <a:lnTo>
                  <a:pt x="666750" y="0"/>
                </a:lnTo>
                <a:lnTo>
                  <a:pt x="104775" y="561975"/>
                </a:lnTo>
                <a:lnTo>
                  <a:pt x="0" y="666750"/>
                </a:lnTo>
                <a:lnTo>
                  <a:pt x="0" y="942975"/>
                </a:lnTo>
                <a:lnTo>
                  <a:pt x="647700" y="1590675"/>
                </a:lnTo>
                <a:lnTo>
                  <a:pt x="666750" y="1590675"/>
                </a:lnTo>
                <a:lnTo>
                  <a:pt x="676275" y="1590675"/>
                </a:lnTo>
                <a:lnTo>
                  <a:pt x="685800" y="1590675"/>
                </a:lnTo>
                <a:lnTo>
                  <a:pt x="704850" y="1590675"/>
                </a:lnTo>
                <a:lnTo>
                  <a:pt x="1162050" y="1133475"/>
                </a:lnTo>
                <a:lnTo>
                  <a:pt x="1971675" y="1133475"/>
                </a:lnTo>
                <a:lnTo>
                  <a:pt x="1981200" y="1123950"/>
                </a:lnTo>
                <a:lnTo>
                  <a:pt x="1981200" y="1038225"/>
                </a:lnTo>
                <a:lnTo>
                  <a:pt x="1485900" y="542925"/>
                </a:lnTo>
                <a:close/>
              </a:path>
            </a:pathLst>
          </a:custGeom>
          <a:solidFill xmlns:a="http://schemas.openxmlformats.org/drawingml/2006/main">
            <a:srgbClr val="E3E5E7"/>
          </a:solidFill>
          <a:ln xmlns:a="http://schemas.openxmlformats.org/drawingml/2006/main" w="0">
            <a:noFill/>
          </a:ln>
        </p:spPr>
      </p:sp>
      <p:sp>
        <p:nvSpPr>
          <p:cNvPr id="24" name="ddca-boundary-10">
            <a:extLst xmlns:a="http://schemas.openxmlformats.org/drawingml/2006/main">
              <a:ext uri="{FF2B5EF4-FFF2-40B4-BE49-F238E27FC236}">
                <a16:creationId xmlns:a16="http://schemas.microsoft.com/office/drawing/2014/main" id="{8DA135B7-2FC2-4D41-9AA5-A0E72202643A}"/>
              </a:ext>
            </a:extLst>
          </p:cNvPr>
          <p:cNvSpPr>
            <a:spLocks xmlns:a="http://schemas.openxmlformats.org/drawingml/2006/main" noGrp="1"/>
          </p:cNvSpPr>
          <p:nvPr/>
        </p:nvSpPr>
        <p:spPr>
          <a:xfrm xmlns:a="http://schemas.openxmlformats.org/drawingml/2006/main">
            <a:off x="3844614" y="4129640"/>
            <a:ext cx="471526" cy="378581"/>
          </a:xfrm>
          <a:custGeom xmlns:a="http://schemas.openxmlformats.org/drawingml/2006/main">
            <a:pathLst>
              <a:path w="1981200" h="1590675">
                <a:moveTo>
                  <a:pt x="1485900" y="9525"/>
                </a:moveTo>
                <a:lnTo>
                  <a:pt x="1476375" y="0"/>
                </a:lnTo>
                <a:lnTo>
                  <a:pt x="676275" y="0"/>
                </a:lnTo>
                <a:lnTo>
                  <a:pt x="666750" y="0"/>
                </a:lnTo>
                <a:lnTo>
                  <a:pt x="104775" y="561975"/>
                </a:lnTo>
                <a:lnTo>
                  <a:pt x="0" y="666750"/>
                </a:lnTo>
                <a:lnTo>
                  <a:pt x="0" y="942975"/>
                </a:lnTo>
                <a:lnTo>
                  <a:pt x="647700" y="1590675"/>
                </a:lnTo>
                <a:lnTo>
                  <a:pt x="666750" y="1590675"/>
                </a:lnTo>
                <a:lnTo>
                  <a:pt x="676275" y="1590675"/>
                </a:lnTo>
                <a:lnTo>
                  <a:pt x="685800" y="1590675"/>
                </a:lnTo>
                <a:lnTo>
                  <a:pt x="704850" y="1590675"/>
                </a:lnTo>
                <a:lnTo>
                  <a:pt x="1162050" y="1133475"/>
                </a:lnTo>
                <a:lnTo>
                  <a:pt x="1971675" y="1133475"/>
                </a:lnTo>
                <a:lnTo>
                  <a:pt x="1981200" y="1123950"/>
                </a:lnTo>
                <a:lnTo>
                  <a:pt x="1981200" y="1038225"/>
                </a:lnTo>
                <a:lnTo>
                  <a:pt x="1485900" y="542925"/>
                </a:lnTo>
                <a:close/>
              </a:path>
            </a:pathLst>
          </a:custGeom>
          <a:noFill xmlns:a="http://schemas.openxmlformats.org/drawingml/2006/main"/>
          <a:ln xmlns:a="http://schemas.openxmlformats.org/drawingml/2006/main" w="11430">
            <a:solidFill>
              <a:srgbClr val="FFFFFF"/>
            </a:solidFill>
          </a:ln>
        </p:spPr>
      </p:sp>
      <p:sp>
        <p:nvSpPr>
          <p:cNvPr id="25" name="ddca-prefecture-11">
            <a:extLst xmlns:a="http://schemas.openxmlformats.org/drawingml/2006/main">
              <a:ext uri="{FF2B5EF4-FFF2-40B4-BE49-F238E27FC236}">
                <a16:creationId xmlns:a16="http://schemas.microsoft.com/office/drawing/2014/main" id="{49DC75B7-7DED-4238-A21F-E05A0BE24F0D}"/>
              </a:ext>
            </a:extLst>
          </p:cNvPr>
          <p:cNvSpPr>
            <a:spLocks xmlns:a="http://schemas.openxmlformats.org/drawingml/2006/main" noGrp="1"/>
          </p:cNvSpPr>
          <p:nvPr/>
        </p:nvSpPr>
        <p:spPr>
          <a:xfrm xmlns:a="http://schemas.openxmlformats.org/drawingml/2006/main">
            <a:off x="4005567" y="4399407"/>
            <a:ext cx="460191" cy="190424"/>
          </a:xfrm>
          <a:custGeom xmlns:a="http://schemas.openxmlformats.org/drawingml/2006/main">
            <a:pathLst>
              <a:path w="1933575" h="800100">
                <a:moveTo>
                  <a:pt x="1438275" y="9525"/>
                </a:moveTo>
                <a:lnTo>
                  <a:pt x="1428750" y="0"/>
                </a:lnTo>
                <a:lnTo>
                  <a:pt x="1314450" y="0"/>
                </a:lnTo>
                <a:lnTo>
                  <a:pt x="1304925" y="0"/>
                </a:lnTo>
                <a:lnTo>
                  <a:pt x="1295400" y="0"/>
                </a:lnTo>
                <a:lnTo>
                  <a:pt x="485775" y="0"/>
                </a:lnTo>
                <a:lnTo>
                  <a:pt x="28575" y="457200"/>
                </a:lnTo>
                <a:lnTo>
                  <a:pt x="9525" y="457200"/>
                </a:lnTo>
                <a:lnTo>
                  <a:pt x="0" y="466725"/>
                </a:lnTo>
                <a:lnTo>
                  <a:pt x="0" y="790575"/>
                </a:lnTo>
                <a:lnTo>
                  <a:pt x="9525" y="800100"/>
                </a:lnTo>
                <a:lnTo>
                  <a:pt x="381000" y="800100"/>
                </a:lnTo>
                <a:lnTo>
                  <a:pt x="390525" y="800100"/>
                </a:lnTo>
                <a:lnTo>
                  <a:pt x="400050" y="800100"/>
                </a:lnTo>
                <a:lnTo>
                  <a:pt x="1924050" y="800100"/>
                </a:lnTo>
                <a:lnTo>
                  <a:pt x="1933575" y="790575"/>
                </a:lnTo>
                <a:lnTo>
                  <a:pt x="1933575" y="561975"/>
                </a:lnTo>
                <a:lnTo>
                  <a:pt x="1933575" y="552450"/>
                </a:lnTo>
                <a:lnTo>
                  <a:pt x="1438275" y="57150"/>
                </a:lnTo>
                <a:close/>
              </a:path>
            </a:pathLst>
          </a:custGeom>
          <a:solidFill xmlns:a="http://schemas.openxmlformats.org/drawingml/2006/main">
            <a:srgbClr val="E3E5E7"/>
          </a:solidFill>
          <a:ln xmlns:a="http://schemas.openxmlformats.org/drawingml/2006/main" w="0">
            <a:noFill/>
          </a:ln>
        </p:spPr>
      </p:sp>
      <p:sp>
        <p:nvSpPr>
          <p:cNvPr id="26" name="ddca-boundary-11">
            <a:extLst xmlns:a="http://schemas.openxmlformats.org/drawingml/2006/main">
              <a:ext uri="{FF2B5EF4-FFF2-40B4-BE49-F238E27FC236}">
                <a16:creationId xmlns:a16="http://schemas.microsoft.com/office/drawing/2014/main" id="{AD627D24-4445-4E3B-8A2C-3103739250EB}"/>
              </a:ext>
            </a:extLst>
          </p:cNvPr>
          <p:cNvSpPr>
            <a:spLocks xmlns:a="http://schemas.openxmlformats.org/drawingml/2006/main" noGrp="1"/>
          </p:cNvSpPr>
          <p:nvPr/>
        </p:nvSpPr>
        <p:spPr>
          <a:xfrm xmlns:a="http://schemas.openxmlformats.org/drawingml/2006/main">
            <a:off x="4005567" y="4399407"/>
            <a:ext cx="460191" cy="190424"/>
          </a:xfrm>
          <a:custGeom xmlns:a="http://schemas.openxmlformats.org/drawingml/2006/main">
            <a:pathLst>
              <a:path w="1933575" h="800100">
                <a:moveTo>
                  <a:pt x="1438275" y="9525"/>
                </a:moveTo>
                <a:lnTo>
                  <a:pt x="1428750" y="0"/>
                </a:lnTo>
                <a:lnTo>
                  <a:pt x="1314450" y="0"/>
                </a:lnTo>
                <a:lnTo>
                  <a:pt x="1304925" y="0"/>
                </a:lnTo>
                <a:lnTo>
                  <a:pt x="1295400" y="0"/>
                </a:lnTo>
                <a:lnTo>
                  <a:pt x="485775" y="0"/>
                </a:lnTo>
                <a:lnTo>
                  <a:pt x="28575" y="457200"/>
                </a:lnTo>
                <a:lnTo>
                  <a:pt x="9525" y="457200"/>
                </a:lnTo>
                <a:lnTo>
                  <a:pt x="0" y="466725"/>
                </a:lnTo>
                <a:lnTo>
                  <a:pt x="0" y="790575"/>
                </a:lnTo>
                <a:lnTo>
                  <a:pt x="9525" y="800100"/>
                </a:lnTo>
                <a:lnTo>
                  <a:pt x="381000" y="800100"/>
                </a:lnTo>
                <a:lnTo>
                  <a:pt x="390525" y="800100"/>
                </a:lnTo>
                <a:lnTo>
                  <a:pt x="400050" y="800100"/>
                </a:lnTo>
                <a:lnTo>
                  <a:pt x="1924050" y="800100"/>
                </a:lnTo>
                <a:lnTo>
                  <a:pt x="1933575" y="790575"/>
                </a:lnTo>
                <a:lnTo>
                  <a:pt x="1933575" y="561975"/>
                </a:lnTo>
                <a:lnTo>
                  <a:pt x="1933575" y="552450"/>
                </a:lnTo>
                <a:lnTo>
                  <a:pt x="1438275" y="57150"/>
                </a:lnTo>
                <a:close/>
              </a:path>
            </a:pathLst>
          </a:custGeom>
          <a:noFill xmlns:a="http://schemas.openxmlformats.org/drawingml/2006/main"/>
          <a:ln xmlns:a="http://schemas.openxmlformats.org/drawingml/2006/main" w="11430">
            <a:solidFill>
              <a:srgbClr val="FFFFFF"/>
            </a:solidFill>
          </a:ln>
        </p:spPr>
      </p:sp>
      <p:sp>
        <p:nvSpPr>
          <p:cNvPr id="27" name="ddca-prefecture-12">
            <a:extLst xmlns:a="http://schemas.openxmlformats.org/drawingml/2006/main">
              <a:ext uri="{FF2B5EF4-FFF2-40B4-BE49-F238E27FC236}">
                <a16:creationId xmlns:a16="http://schemas.microsoft.com/office/drawing/2014/main" id="{F29BA097-8A31-43A1-966C-C158CA205776}"/>
              </a:ext>
            </a:extLst>
          </p:cNvPr>
          <p:cNvSpPr>
            <a:spLocks xmlns:a="http://schemas.openxmlformats.org/drawingml/2006/main" noGrp="1"/>
          </p:cNvSpPr>
          <p:nvPr/>
        </p:nvSpPr>
        <p:spPr>
          <a:xfrm xmlns:a="http://schemas.openxmlformats.org/drawingml/2006/main">
            <a:off x="4465758" y="4530890"/>
            <a:ext cx="276568" cy="471526"/>
          </a:xfrm>
          <a:custGeom xmlns:a="http://schemas.openxmlformats.org/drawingml/2006/main">
            <a:pathLst>
              <a:path w="1162050" h="1981200">
                <a:moveTo>
                  <a:pt x="1162050" y="9525"/>
                </a:moveTo>
                <a:lnTo>
                  <a:pt x="1152525" y="0"/>
                </a:lnTo>
                <a:lnTo>
                  <a:pt x="9525" y="0"/>
                </a:lnTo>
                <a:lnTo>
                  <a:pt x="0" y="9525"/>
                </a:lnTo>
                <a:lnTo>
                  <a:pt x="0" y="238125"/>
                </a:lnTo>
                <a:lnTo>
                  <a:pt x="0" y="247650"/>
                </a:lnTo>
                <a:lnTo>
                  <a:pt x="0" y="257175"/>
                </a:lnTo>
                <a:lnTo>
                  <a:pt x="0" y="714375"/>
                </a:lnTo>
                <a:lnTo>
                  <a:pt x="9525" y="723900"/>
                </a:lnTo>
                <a:lnTo>
                  <a:pt x="171450" y="561975"/>
                </a:lnTo>
                <a:lnTo>
                  <a:pt x="219075" y="561975"/>
                </a:lnTo>
                <a:lnTo>
                  <a:pt x="428625" y="771525"/>
                </a:lnTo>
                <a:lnTo>
                  <a:pt x="428625" y="838200"/>
                </a:lnTo>
                <a:lnTo>
                  <a:pt x="85725" y="1181100"/>
                </a:lnTo>
                <a:lnTo>
                  <a:pt x="85725" y="1971675"/>
                </a:lnTo>
                <a:lnTo>
                  <a:pt x="95250" y="1981200"/>
                </a:lnTo>
                <a:lnTo>
                  <a:pt x="314325" y="1981200"/>
                </a:lnTo>
                <a:lnTo>
                  <a:pt x="1162050" y="1133475"/>
                </a:lnTo>
                <a:close/>
              </a:path>
            </a:pathLst>
          </a:custGeom>
          <a:solidFill xmlns:a="http://schemas.openxmlformats.org/drawingml/2006/main">
            <a:srgbClr val="E3E5E7"/>
          </a:solidFill>
          <a:ln xmlns:a="http://schemas.openxmlformats.org/drawingml/2006/main" w="0">
            <a:noFill/>
          </a:ln>
        </p:spPr>
      </p:sp>
      <p:sp>
        <p:nvSpPr>
          <p:cNvPr id="28" name="ddca-boundary-12">
            <a:extLst xmlns:a="http://schemas.openxmlformats.org/drawingml/2006/main">
              <a:ext uri="{FF2B5EF4-FFF2-40B4-BE49-F238E27FC236}">
                <a16:creationId xmlns:a16="http://schemas.microsoft.com/office/drawing/2014/main" id="{5F195A8C-1656-468A-ABE8-143E876442CC}"/>
              </a:ext>
            </a:extLst>
          </p:cNvPr>
          <p:cNvSpPr>
            <a:spLocks xmlns:a="http://schemas.openxmlformats.org/drawingml/2006/main" noGrp="1"/>
          </p:cNvSpPr>
          <p:nvPr/>
        </p:nvSpPr>
        <p:spPr>
          <a:xfrm xmlns:a="http://schemas.openxmlformats.org/drawingml/2006/main">
            <a:off x="4465758" y="4530890"/>
            <a:ext cx="276568" cy="471526"/>
          </a:xfrm>
          <a:custGeom xmlns:a="http://schemas.openxmlformats.org/drawingml/2006/main">
            <a:pathLst>
              <a:path w="1162050" h="1981200">
                <a:moveTo>
                  <a:pt x="1162050" y="9525"/>
                </a:moveTo>
                <a:lnTo>
                  <a:pt x="1152525" y="0"/>
                </a:lnTo>
                <a:lnTo>
                  <a:pt x="9525" y="0"/>
                </a:lnTo>
                <a:lnTo>
                  <a:pt x="0" y="9525"/>
                </a:lnTo>
                <a:lnTo>
                  <a:pt x="0" y="238125"/>
                </a:lnTo>
                <a:lnTo>
                  <a:pt x="0" y="247650"/>
                </a:lnTo>
                <a:lnTo>
                  <a:pt x="0" y="257175"/>
                </a:lnTo>
                <a:lnTo>
                  <a:pt x="0" y="714375"/>
                </a:lnTo>
                <a:lnTo>
                  <a:pt x="9525" y="723900"/>
                </a:lnTo>
                <a:lnTo>
                  <a:pt x="171450" y="561975"/>
                </a:lnTo>
                <a:lnTo>
                  <a:pt x="219075" y="561975"/>
                </a:lnTo>
                <a:lnTo>
                  <a:pt x="428625" y="771525"/>
                </a:lnTo>
                <a:lnTo>
                  <a:pt x="428625" y="838200"/>
                </a:lnTo>
                <a:lnTo>
                  <a:pt x="85725" y="1181100"/>
                </a:lnTo>
                <a:lnTo>
                  <a:pt x="85725" y="1971675"/>
                </a:lnTo>
                <a:lnTo>
                  <a:pt x="95250" y="1981200"/>
                </a:lnTo>
                <a:lnTo>
                  <a:pt x="314325" y="1981200"/>
                </a:lnTo>
                <a:lnTo>
                  <a:pt x="1162050" y="1133475"/>
                </a:lnTo>
                <a:close/>
              </a:path>
            </a:pathLst>
          </a:custGeom>
          <a:noFill xmlns:a="http://schemas.openxmlformats.org/drawingml/2006/main"/>
          <a:ln xmlns:a="http://schemas.openxmlformats.org/drawingml/2006/main" w="11430">
            <a:solidFill>
              <a:srgbClr val="FFFFFF"/>
            </a:solidFill>
          </a:ln>
        </p:spPr>
      </p:sp>
      <p:sp>
        <p:nvSpPr>
          <p:cNvPr id="29" name="ddca-prefecture-13">
            <a:extLst xmlns:a="http://schemas.openxmlformats.org/drawingml/2006/main">
              <a:ext uri="{FF2B5EF4-FFF2-40B4-BE49-F238E27FC236}">
                <a16:creationId xmlns:a16="http://schemas.microsoft.com/office/drawing/2014/main" id="{EB482331-266C-41AF-A64B-87FD5BAC6825}"/>
              </a:ext>
            </a:extLst>
          </p:cNvPr>
          <p:cNvSpPr>
            <a:spLocks xmlns:a="http://schemas.openxmlformats.org/drawingml/2006/main" noGrp="1"/>
          </p:cNvSpPr>
          <p:nvPr/>
        </p:nvSpPr>
        <p:spPr>
          <a:xfrm xmlns:a="http://schemas.openxmlformats.org/drawingml/2006/main">
            <a:off x="4098512" y="4589831"/>
            <a:ext cx="367246" cy="154153"/>
          </a:xfrm>
          <a:custGeom xmlns:a="http://schemas.openxmlformats.org/drawingml/2006/main">
            <a:pathLst>
              <a:path w="1543050" h="647700">
                <a:moveTo>
                  <a:pt x="1543050" y="9525"/>
                </a:moveTo>
                <a:lnTo>
                  <a:pt x="1533525" y="0"/>
                </a:lnTo>
                <a:lnTo>
                  <a:pt x="9525" y="0"/>
                </a:lnTo>
                <a:lnTo>
                  <a:pt x="0" y="9525"/>
                </a:lnTo>
                <a:lnTo>
                  <a:pt x="0" y="438150"/>
                </a:lnTo>
                <a:lnTo>
                  <a:pt x="9525" y="447675"/>
                </a:lnTo>
                <a:lnTo>
                  <a:pt x="1181100" y="447675"/>
                </a:lnTo>
                <a:lnTo>
                  <a:pt x="1381125" y="647700"/>
                </a:lnTo>
                <a:lnTo>
                  <a:pt x="1543050" y="485775"/>
                </a:lnTo>
                <a:lnTo>
                  <a:pt x="1543050" y="476250"/>
                </a:lnTo>
                <a:lnTo>
                  <a:pt x="1543050" y="466725"/>
                </a:lnTo>
                <a:close/>
              </a:path>
            </a:pathLst>
          </a:custGeom>
          <a:solidFill xmlns:a="http://schemas.openxmlformats.org/drawingml/2006/main">
            <a:srgbClr val="E3E5E7"/>
          </a:solidFill>
          <a:ln xmlns:a="http://schemas.openxmlformats.org/drawingml/2006/main" w="0">
            <a:noFill/>
          </a:ln>
        </p:spPr>
      </p:sp>
      <p:sp>
        <p:nvSpPr>
          <p:cNvPr id="30" name="ddca-band-13-kosen-0">
            <a:extLst xmlns:a="http://schemas.openxmlformats.org/drawingml/2006/main">
              <a:ext uri="{FF2B5EF4-FFF2-40B4-BE49-F238E27FC236}">
                <a16:creationId xmlns:a16="http://schemas.microsoft.com/office/drawing/2014/main" id="{4893A148-8EA1-4C50-B0F7-8531B36995BF}"/>
              </a:ext>
            </a:extLst>
          </p:cNvPr>
          <p:cNvSpPr>
            <a:spLocks xmlns:a="http://schemas.openxmlformats.org/drawingml/2006/main" noGrp="1"/>
          </p:cNvSpPr>
          <p:nvPr/>
        </p:nvSpPr>
        <p:spPr>
          <a:xfrm xmlns:a="http://schemas.openxmlformats.org/drawingml/2006/main">
            <a:off x="4098512" y="4589831"/>
            <a:ext cx="61208" cy="106547"/>
          </a:xfrm>
          <a:custGeom xmlns:a="http://schemas.openxmlformats.org/drawingml/2006/main">
            <a:pathLst>
              <a:path w="257175" h="447675">
                <a:moveTo>
                  <a:pt x="257175" y="0"/>
                </a:moveTo>
                <a:lnTo>
                  <a:pt x="9525" y="0"/>
                </a:lnTo>
                <a:lnTo>
                  <a:pt x="0" y="9525"/>
                </a:lnTo>
                <a:lnTo>
                  <a:pt x="0" y="438150"/>
                </a:lnTo>
                <a:lnTo>
                  <a:pt x="9525" y="447675"/>
                </a:lnTo>
                <a:lnTo>
                  <a:pt x="257175" y="447675"/>
                </a:lnTo>
                <a:close/>
              </a:path>
            </a:pathLst>
          </a:custGeom>
          <a:solidFill xmlns:a="http://schemas.openxmlformats.org/drawingml/2006/main">
            <a:srgbClr val="1572C3"/>
          </a:solidFill>
          <a:ln xmlns:a="http://schemas.openxmlformats.org/drawingml/2006/main" w="0">
            <a:noFill/>
          </a:ln>
        </p:spPr>
      </p:sp>
      <p:sp>
        <p:nvSpPr>
          <p:cNvPr id="31" name="ddca-band-13-undergraduate-1">
            <a:extLst xmlns:a="http://schemas.openxmlformats.org/drawingml/2006/main">
              <a:ext uri="{FF2B5EF4-FFF2-40B4-BE49-F238E27FC236}">
                <a16:creationId xmlns:a16="http://schemas.microsoft.com/office/drawing/2014/main" id="{5ADB297E-2B9C-4D32-9D05-F8649456929A}"/>
              </a:ext>
            </a:extLst>
          </p:cNvPr>
          <p:cNvSpPr>
            <a:spLocks xmlns:a="http://schemas.openxmlformats.org/drawingml/2006/main" noGrp="1"/>
          </p:cNvSpPr>
          <p:nvPr/>
        </p:nvSpPr>
        <p:spPr>
          <a:xfrm xmlns:a="http://schemas.openxmlformats.org/drawingml/2006/main">
            <a:off x="4159720" y="4589831"/>
            <a:ext cx="61208" cy="106547"/>
          </a:xfrm>
          <a:custGeom xmlns:a="http://schemas.openxmlformats.org/drawingml/2006/main">
            <a:pathLst>
              <a:path w="257175" h="447675">
                <a:moveTo>
                  <a:pt x="257175" y="0"/>
                </a:moveTo>
                <a:lnTo>
                  <a:pt x="0" y="0"/>
                </a:lnTo>
                <a:lnTo>
                  <a:pt x="0" y="447675"/>
                </a:lnTo>
                <a:lnTo>
                  <a:pt x="257175" y="447675"/>
                </a:lnTo>
                <a:close/>
              </a:path>
            </a:pathLst>
          </a:custGeom>
          <a:solidFill xmlns:a="http://schemas.openxmlformats.org/drawingml/2006/main">
            <a:srgbClr val="D55E00"/>
          </a:solidFill>
          <a:ln xmlns:a="http://schemas.openxmlformats.org/drawingml/2006/main" w="0">
            <a:noFill/>
          </a:ln>
        </p:spPr>
      </p:sp>
      <p:sp>
        <p:nvSpPr>
          <p:cNvPr id="32" name="ddca-band-13-graduate-2">
            <a:extLst xmlns:a="http://schemas.openxmlformats.org/drawingml/2006/main">
              <a:ext uri="{FF2B5EF4-FFF2-40B4-BE49-F238E27FC236}">
                <a16:creationId xmlns:a16="http://schemas.microsoft.com/office/drawing/2014/main" id="{CBA8D100-D971-4564-9A10-F478D4C3F611}"/>
              </a:ext>
            </a:extLst>
          </p:cNvPr>
          <p:cNvSpPr>
            <a:spLocks xmlns:a="http://schemas.openxmlformats.org/drawingml/2006/main" noGrp="1"/>
          </p:cNvSpPr>
          <p:nvPr/>
        </p:nvSpPr>
        <p:spPr>
          <a:xfrm xmlns:a="http://schemas.openxmlformats.org/drawingml/2006/main">
            <a:off x="4220928" y="4589831"/>
            <a:ext cx="61208" cy="106547"/>
          </a:xfrm>
          <a:custGeom xmlns:a="http://schemas.openxmlformats.org/drawingml/2006/main">
            <a:pathLst>
              <a:path w="257175" h="447675">
                <a:moveTo>
                  <a:pt x="257175" y="0"/>
                </a:moveTo>
                <a:lnTo>
                  <a:pt x="0" y="0"/>
                </a:lnTo>
                <a:lnTo>
                  <a:pt x="0" y="447675"/>
                </a:lnTo>
                <a:lnTo>
                  <a:pt x="257175" y="447675"/>
                </a:lnTo>
                <a:close/>
              </a:path>
            </a:pathLst>
          </a:custGeom>
          <a:solidFill xmlns:a="http://schemas.openxmlformats.org/drawingml/2006/main">
            <a:srgbClr val="00856B"/>
          </a:solidFill>
          <a:ln xmlns:a="http://schemas.openxmlformats.org/drawingml/2006/main" w="0">
            <a:noFill/>
          </a:ln>
        </p:spPr>
      </p:sp>
      <p:sp>
        <p:nvSpPr>
          <p:cNvPr id="33" name="ddca-band-13-kosen-3">
            <a:extLst xmlns:a="http://schemas.openxmlformats.org/drawingml/2006/main">
              <a:ext uri="{FF2B5EF4-FFF2-40B4-BE49-F238E27FC236}">
                <a16:creationId xmlns:a16="http://schemas.microsoft.com/office/drawing/2014/main" id="{D0769215-20FD-432A-9182-E2A6795C55C0}"/>
              </a:ext>
            </a:extLst>
          </p:cNvPr>
          <p:cNvSpPr>
            <a:spLocks xmlns:a="http://schemas.openxmlformats.org/drawingml/2006/main" noGrp="1"/>
          </p:cNvSpPr>
          <p:nvPr/>
        </p:nvSpPr>
        <p:spPr>
          <a:xfrm xmlns:a="http://schemas.openxmlformats.org/drawingml/2006/main">
            <a:off x="4282135" y="4589831"/>
            <a:ext cx="61208" cy="106547"/>
          </a:xfrm>
          <a:custGeom xmlns:a="http://schemas.openxmlformats.org/drawingml/2006/main">
            <a:pathLst>
              <a:path w="257175" h="447675">
                <a:moveTo>
                  <a:pt x="257175" y="0"/>
                </a:moveTo>
                <a:lnTo>
                  <a:pt x="0" y="0"/>
                </a:lnTo>
                <a:lnTo>
                  <a:pt x="0" y="447675"/>
                </a:lnTo>
                <a:lnTo>
                  <a:pt x="257175" y="447675"/>
                </a:lnTo>
                <a:close/>
              </a:path>
            </a:pathLst>
          </a:custGeom>
          <a:solidFill xmlns:a="http://schemas.openxmlformats.org/drawingml/2006/main">
            <a:srgbClr val="1572C3"/>
          </a:solidFill>
          <a:ln xmlns:a="http://schemas.openxmlformats.org/drawingml/2006/main" w="0">
            <a:noFill/>
          </a:ln>
        </p:spPr>
      </p:sp>
      <p:sp>
        <p:nvSpPr>
          <p:cNvPr id="34" name="ddca-band-13-undergraduate-4">
            <a:extLst xmlns:a="http://schemas.openxmlformats.org/drawingml/2006/main">
              <a:ext uri="{FF2B5EF4-FFF2-40B4-BE49-F238E27FC236}">
                <a16:creationId xmlns:a16="http://schemas.microsoft.com/office/drawing/2014/main" id="{97DBB7C1-5779-4FCF-86D0-FAED69E9DEBB}"/>
              </a:ext>
            </a:extLst>
          </p:cNvPr>
          <p:cNvSpPr>
            <a:spLocks xmlns:a="http://schemas.openxmlformats.org/drawingml/2006/main" noGrp="1"/>
          </p:cNvSpPr>
          <p:nvPr/>
        </p:nvSpPr>
        <p:spPr>
          <a:xfrm xmlns:a="http://schemas.openxmlformats.org/drawingml/2006/main">
            <a:off x="4343343" y="4589831"/>
            <a:ext cx="61208" cy="131483"/>
          </a:xfrm>
          <a:custGeom xmlns:a="http://schemas.openxmlformats.org/drawingml/2006/main">
            <a:pathLst>
              <a:path w="257175" h="552450">
                <a:moveTo>
                  <a:pt x="257175" y="0"/>
                </a:moveTo>
                <a:lnTo>
                  <a:pt x="0" y="0"/>
                </a:lnTo>
                <a:lnTo>
                  <a:pt x="0" y="447675"/>
                </a:lnTo>
                <a:lnTo>
                  <a:pt x="152400" y="447675"/>
                </a:lnTo>
                <a:lnTo>
                  <a:pt x="257175" y="552450"/>
                </a:lnTo>
                <a:close/>
              </a:path>
            </a:pathLst>
          </a:custGeom>
          <a:solidFill xmlns:a="http://schemas.openxmlformats.org/drawingml/2006/main">
            <a:srgbClr val="D55E00"/>
          </a:solidFill>
          <a:ln xmlns:a="http://schemas.openxmlformats.org/drawingml/2006/main" w="0">
            <a:noFill/>
          </a:ln>
        </p:spPr>
      </p:sp>
      <p:sp>
        <p:nvSpPr>
          <p:cNvPr id="35" name="ddca-band-13-graduate-5">
            <a:extLst xmlns:a="http://schemas.openxmlformats.org/drawingml/2006/main">
              <a:ext uri="{FF2B5EF4-FFF2-40B4-BE49-F238E27FC236}">
                <a16:creationId xmlns:a16="http://schemas.microsoft.com/office/drawing/2014/main" id="{D7C0A66A-7A95-419C-9F1D-D51EE02AAAFA}"/>
              </a:ext>
            </a:extLst>
          </p:cNvPr>
          <p:cNvSpPr>
            <a:spLocks xmlns:a="http://schemas.openxmlformats.org/drawingml/2006/main" noGrp="1"/>
          </p:cNvSpPr>
          <p:nvPr/>
        </p:nvSpPr>
        <p:spPr>
          <a:xfrm xmlns:a="http://schemas.openxmlformats.org/drawingml/2006/main">
            <a:off x="4404551" y="4589831"/>
            <a:ext cx="61208" cy="154153"/>
          </a:xfrm>
          <a:custGeom xmlns:a="http://schemas.openxmlformats.org/drawingml/2006/main">
            <a:pathLst>
              <a:path w="257175" h="647700">
                <a:moveTo>
                  <a:pt x="257175" y="9525"/>
                </a:moveTo>
                <a:lnTo>
                  <a:pt x="247650" y="0"/>
                </a:lnTo>
                <a:lnTo>
                  <a:pt x="0" y="0"/>
                </a:lnTo>
                <a:lnTo>
                  <a:pt x="0" y="552450"/>
                </a:lnTo>
                <a:lnTo>
                  <a:pt x="95250" y="647700"/>
                </a:lnTo>
                <a:lnTo>
                  <a:pt x="257175" y="485775"/>
                </a:lnTo>
                <a:lnTo>
                  <a:pt x="257175" y="476250"/>
                </a:lnTo>
                <a:lnTo>
                  <a:pt x="257175" y="466725"/>
                </a:lnTo>
                <a:close/>
              </a:path>
            </a:pathLst>
          </a:custGeom>
          <a:solidFill xmlns:a="http://schemas.openxmlformats.org/drawingml/2006/main">
            <a:srgbClr val="00856B"/>
          </a:solidFill>
          <a:ln xmlns:a="http://schemas.openxmlformats.org/drawingml/2006/main" w="0">
            <a:noFill/>
          </a:ln>
        </p:spPr>
      </p:sp>
      <p:sp>
        <p:nvSpPr>
          <p:cNvPr id="36" name="ddca-boundary-13">
            <a:extLst xmlns:a="http://schemas.openxmlformats.org/drawingml/2006/main">
              <a:ext uri="{FF2B5EF4-FFF2-40B4-BE49-F238E27FC236}">
                <a16:creationId xmlns:a16="http://schemas.microsoft.com/office/drawing/2014/main" id="{DE8B8CFB-523D-4E46-B4B5-379FF76A2D9A}"/>
              </a:ext>
            </a:extLst>
          </p:cNvPr>
          <p:cNvSpPr>
            <a:spLocks xmlns:a="http://schemas.openxmlformats.org/drawingml/2006/main" noGrp="1"/>
          </p:cNvSpPr>
          <p:nvPr/>
        </p:nvSpPr>
        <p:spPr>
          <a:xfrm xmlns:a="http://schemas.openxmlformats.org/drawingml/2006/main">
            <a:off x="4098512" y="4589831"/>
            <a:ext cx="367246" cy="154153"/>
          </a:xfrm>
          <a:custGeom xmlns:a="http://schemas.openxmlformats.org/drawingml/2006/main">
            <a:pathLst>
              <a:path w="1543050" h="647700">
                <a:moveTo>
                  <a:pt x="1543050" y="9525"/>
                </a:moveTo>
                <a:lnTo>
                  <a:pt x="1533525" y="0"/>
                </a:lnTo>
                <a:lnTo>
                  <a:pt x="9525" y="0"/>
                </a:lnTo>
                <a:lnTo>
                  <a:pt x="0" y="9525"/>
                </a:lnTo>
                <a:lnTo>
                  <a:pt x="0" y="438150"/>
                </a:lnTo>
                <a:lnTo>
                  <a:pt x="9525" y="447675"/>
                </a:lnTo>
                <a:lnTo>
                  <a:pt x="1181100" y="447675"/>
                </a:lnTo>
                <a:lnTo>
                  <a:pt x="1381125" y="647700"/>
                </a:lnTo>
                <a:lnTo>
                  <a:pt x="1543050" y="485775"/>
                </a:lnTo>
                <a:lnTo>
                  <a:pt x="1543050" y="476250"/>
                </a:lnTo>
                <a:lnTo>
                  <a:pt x="1543050" y="466725"/>
                </a:lnTo>
                <a:close/>
              </a:path>
            </a:pathLst>
          </a:custGeom>
          <a:noFill xmlns:a="http://schemas.openxmlformats.org/drawingml/2006/main"/>
          <a:ln xmlns:a="http://schemas.openxmlformats.org/drawingml/2006/main" w="11430">
            <a:solidFill>
              <a:srgbClr val="FFFFFF"/>
            </a:solidFill>
          </a:ln>
        </p:spPr>
      </p:sp>
      <p:sp>
        <p:nvSpPr>
          <p:cNvPr id="37" name="ddca-prefecture-14">
            <a:extLst xmlns:a="http://schemas.openxmlformats.org/drawingml/2006/main">
              <a:ext uri="{FF2B5EF4-FFF2-40B4-BE49-F238E27FC236}">
                <a16:creationId xmlns:a16="http://schemas.microsoft.com/office/drawing/2014/main" id="{13D17098-7F84-4E20-98A9-B118CC67296C}"/>
              </a:ext>
            </a:extLst>
          </p:cNvPr>
          <p:cNvSpPr>
            <a:spLocks xmlns:a="http://schemas.openxmlformats.org/drawingml/2006/main" noGrp="1"/>
          </p:cNvSpPr>
          <p:nvPr/>
        </p:nvSpPr>
        <p:spPr>
          <a:xfrm xmlns:a="http://schemas.openxmlformats.org/drawingml/2006/main">
            <a:off x="4098512" y="4696377"/>
            <a:ext cx="328708" cy="208559"/>
          </a:xfrm>
          <a:custGeom xmlns:a="http://schemas.openxmlformats.org/drawingml/2006/main">
            <a:pathLst>
              <a:path w="1381125" h="876300">
                <a:moveTo>
                  <a:pt x="1381125" y="200025"/>
                </a:moveTo>
                <a:lnTo>
                  <a:pt x="1181100" y="0"/>
                </a:lnTo>
                <a:lnTo>
                  <a:pt x="9525" y="0"/>
                </a:lnTo>
                <a:lnTo>
                  <a:pt x="0" y="9525"/>
                </a:lnTo>
                <a:lnTo>
                  <a:pt x="0" y="304800"/>
                </a:lnTo>
                <a:lnTo>
                  <a:pt x="0" y="314325"/>
                </a:lnTo>
                <a:lnTo>
                  <a:pt x="0" y="323850"/>
                </a:lnTo>
                <a:lnTo>
                  <a:pt x="0" y="819150"/>
                </a:lnTo>
                <a:lnTo>
                  <a:pt x="57150" y="876300"/>
                </a:lnTo>
                <a:lnTo>
                  <a:pt x="285750" y="876300"/>
                </a:lnTo>
                <a:lnTo>
                  <a:pt x="295275" y="876300"/>
                </a:lnTo>
                <a:lnTo>
                  <a:pt x="304800" y="876300"/>
                </a:lnTo>
                <a:lnTo>
                  <a:pt x="1219200" y="876300"/>
                </a:lnTo>
                <a:lnTo>
                  <a:pt x="1228725" y="866775"/>
                </a:lnTo>
                <a:lnTo>
                  <a:pt x="1228725" y="352425"/>
                </a:lnTo>
                <a:close/>
              </a:path>
            </a:pathLst>
          </a:custGeom>
          <a:solidFill xmlns:a="http://schemas.openxmlformats.org/drawingml/2006/main">
            <a:srgbClr val="E3E5E7"/>
          </a:solidFill>
          <a:ln xmlns:a="http://schemas.openxmlformats.org/drawingml/2006/main" w="0">
            <a:noFill/>
          </a:ln>
        </p:spPr>
      </p:sp>
      <p:sp>
        <p:nvSpPr>
          <p:cNvPr id="38" name="ddca-band-14-undergraduate-0">
            <a:extLst xmlns:a="http://schemas.openxmlformats.org/drawingml/2006/main">
              <a:ext uri="{FF2B5EF4-FFF2-40B4-BE49-F238E27FC236}">
                <a16:creationId xmlns:a16="http://schemas.microsoft.com/office/drawing/2014/main" id="{ACD1D89C-16E1-423B-B5CF-2B4945B57581}"/>
              </a:ext>
            </a:extLst>
          </p:cNvPr>
          <p:cNvSpPr>
            <a:spLocks xmlns:a="http://schemas.openxmlformats.org/drawingml/2006/main" noGrp="1"/>
          </p:cNvSpPr>
          <p:nvPr/>
        </p:nvSpPr>
        <p:spPr>
          <a:xfrm xmlns:a="http://schemas.openxmlformats.org/drawingml/2006/main">
            <a:off x="4098512" y="4696377"/>
            <a:ext cx="82177" cy="208559"/>
          </a:xfrm>
          <a:custGeom xmlns:a="http://schemas.openxmlformats.org/drawingml/2006/main">
            <a:pathLst>
              <a:path w="345281" h="876300">
                <a:moveTo>
                  <a:pt x="345281" y="0"/>
                </a:moveTo>
                <a:lnTo>
                  <a:pt x="9525" y="0"/>
                </a:lnTo>
                <a:lnTo>
                  <a:pt x="0" y="9525"/>
                </a:lnTo>
                <a:lnTo>
                  <a:pt x="0" y="304800"/>
                </a:lnTo>
                <a:lnTo>
                  <a:pt x="0" y="314325"/>
                </a:lnTo>
                <a:lnTo>
                  <a:pt x="0" y="323850"/>
                </a:lnTo>
                <a:lnTo>
                  <a:pt x="0" y="819150"/>
                </a:lnTo>
                <a:lnTo>
                  <a:pt x="57150" y="876300"/>
                </a:lnTo>
                <a:lnTo>
                  <a:pt x="285750" y="876300"/>
                </a:lnTo>
                <a:lnTo>
                  <a:pt x="295275" y="876300"/>
                </a:lnTo>
                <a:lnTo>
                  <a:pt x="304800" y="876300"/>
                </a:lnTo>
                <a:lnTo>
                  <a:pt x="345281" y="876300"/>
                </a:lnTo>
                <a:close/>
              </a:path>
            </a:pathLst>
          </a:custGeom>
          <a:solidFill xmlns:a="http://schemas.openxmlformats.org/drawingml/2006/main">
            <a:srgbClr val="D55E00"/>
          </a:solidFill>
          <a:ln xmlns:a="http://schemas.openxmlformats.org/drawingml/2006/main" w="0">
            <a:noFill/>
          </a:ln>
        </p:spPr>
      </p:sp>
      <p:sp>
        <p:nvSpPr>
          <p:cNvPr id="39" name="ddca-band-14-graduate-1">
            <a:extLst xmlns:a="http://schemas.openxmlformats.org/drawingml/2006/main">
              <a:ext uri="{FF2B5EF4-FFF2-40B4-BE49-F238E27FC236}">
                <a16:creationId xmlns:a16="http://schemas.microsoft.com/office/drawing/2014/main" id="{A17FE0D8-7422-41AE-B8C3-FA5E55A1041F}"/>
              </a:ext>
            </a:extLst>
          </p:cNvPr>
          <p:cNvSpPr>
            <a:spLocks xmlns:a="http://schemas.openxmlformats.org/drawingml/2006/main" noGrp="1"/>
          </p:cNvSpPr>
          <p:nvPr/>
        </p:nvSpPr>
        <p:spPr>
          <a:xfrm xmlns:a="http://schemas.openxmlformats.org/drawingml/2006/main">
            <a:off x="4180689" y="4696377"/>
            <a:ext cx="82177" cy="208559"/>
          </a:xfrm>
          <a:custGeom xmlns:a="http://schemas.openxmlformats.org/drawingml/2006/main">
            <a:pathLst>
              <a:path w="345281" h="876300">
                <a:moveTo>
                  <a:pt x="345281" y="0"/>
                </a:moveTo>
                <a:lnTo>
                  <a:pt x="0" y="0"/>
                </a:lnTo>
                <a:lnTo>
                  <a:pt x="0" y="876300"/>
                </a:lnTo>
                <a:lnTo>
                  <a:pt x="345281" y="876300"/>
                </a:lnTo>
                <a:close/>
              </a:path>
            </a:pathLst>
          </a:custGeom>
          <a:solidFill xmlns:a="http://schemas.openxmlformats.org/drawingml/2006/main">
            <a:srgbClr val="00856B"/>
          </a:solidFill>
          <a:ln xmlns:a="http://schemas.openxmlformats.org/drawingml/2006/main" w="0">
            <a:noFill/>
          </a:ln>
        </p:spPr>
      </p:sp>
      <p:sp>
        <p:nvSpPr>
          <p:cNvPr id="40" name="ddca-band-14-undergraduate-2">
            <a:extLst xmlns:a="http://schemas.openxmlformats.org/drawingml/2006/main">
              <a:ext uri="{FF2B5EF4-FFF2-40B4-BE49-F238E27FC236}">
                <a16:creationId xmlns:a16="http://schemas.microsoft.com/office/drawing/2014/main" id="{E2048A5C-B22D-478A-A32B-10B676D4D0B4}"/>
              </a:ext>
            </a:extLst>
          </p:cNvPr>
          <p:cNvSpPr>
            <a:spLocks xmlns:a="http://schemas.openxmlformats.org/drawingml/2006/main" noGrp="1"/>
          </p:cNvSpPr>
          <p:nvPr/>
        </p:nvSpPr>
        <p:spPr>
          <a:xfrm xmlns:a="http://schemas.openxmlformats.org/drawingml/2006/main">
            <a:off x="4262866" y="4696377"/>
            <a:ext cx="82177" cy="208559"/>
          </a:xfrm>
          <a:custGeom xmlns:a="http://schemas.openxmlformats.org/drawingml/2006/main">
            <a:pathLst>
              <a:path w="345281" h="876300">
                <a:moveTo>
                  <a:pt x="345281" y="0"/>
                </a:moveTo>
                <a:lnTo>
                  <a:pt x="0" y="0"/>
                </a:lnTo>
                <a:lnTo>
                  <a:pt x="0" y="876300"/>
                </a:lnTo>
                <a:lnTo>
                  <a:pt x="345281" y="876300"/>
                </a:lnTo>
                <a:close/>
              </a:path>
            </a:pathLst>
          </a:custGeom>
          <a:solidFill xmlns:a="http://schemas.openxmlformats.org/drawingml/2006/main">
            <a:srgbClr val="D55E00"/>
          </a:solidFill>
          <a:ln xmlns:a="http://schemas.openxmlformats.org/drawingml/2006/main" w="0">
            <a:noFill/>
          </a:ln>
        </p:spPr>
      </p:sp>
      <p:sp>
        <p:nvSpPr>
          <p:cNvPr id="41" name="ddca-band-14-graduate-3">
            <a:extLst xmlns:a="http://schemas.openxmlformats.org/drawingml/2006/main">
              <a:ext uri="{FF2B5EF4-FFF2-40B4-BE49-F238E27FC236}">
                <a16:creationId xmlns:a16="http://schemas.microsoft.com/office/drawing/2014/main" id="{8236C5DF-E1FB-4A8D-AFED-7D16D3D1D120}"/>
              </a:ext>
            </a:extLst>
          </p:cNvPr>
          <p:cNvSpPr>
            <a:spLocks xmlns:a="http://schemas.openxmlformats.org/drawingml/2006/main" noGrp="1"/>
          </p:cNvSpPr>
          <p:nvPr/>
        </p:nvSpPr>
        <p:spPr>
          <a:xfrm xmlns:a="http://schemas.openxmlformats.org/drawingml/2006/main">
            <a:off x="4345043" y="4696377"/>
            <a:ext cx="82177" cy="208559"/>
          </a:xfrm>
          <a:custGeom xmlns:a="http://schemas.openxmlformats.org/drawingml/2006/main">
            <a:pathLst>
              <a:path w="345281" h="876300">
                <a:moveTo>
                  <a:pt x="345281" y="200025"/>
                </a:moveTo>
                <a:lnTo>
                  <a:pt x="145256" y="0"/>
                </a:lnTo>
                <a:lnTo>
                  <a:pt x="0" y="0"/>
                </a:lnTo>
                <a:lnTo>
                  <a:pt x="0" y="876300"/>
                </a:lnTo>
                <a:lnTo>
                  <a:pt x="183356" y="876300"/>
                </a:lnTo>
                <a:lnTo>
                  <a:pt x="192881" y="866775"/>
                </a:lnTo>
                <a:lnTo>
                  <a:pt x="192881" y="352425"/>
                </a:lnTo>
                <a:close/>
              </a:path>
            </a:pathLst>
          </a:custGeom>
          <a:solidFill xmlns:a="http://schemas.openxmlformats.org/drawingml/2006/main">
            <a:srgbClr val="00856B"/>
          </a:solidFill>
          <a:ln xmlns:a="http://schemas.openxmlformats.org/drawingml/2006/main" w="0">
            <a:noFill/>
          </a:ln>
        </p:spPr>
      </p:sp>
      <p:sp>
        <p:nvSpPr>
          <p:cNvPr id="42" name="ddca-boundary-14">
            <a:extLst xmlns:a="http://schemas.openxmlformats.org/drawingml/2006/main">
              <a:ext uri="{FF2B5EF4-FFF2-40B4-BE49-F238E27FC236}">
                <a16:creationId xmlns:a16="http://schemas.microsoft.com/office/drawing/2014/main" id="{68D53AB2-415D-481E-826E-FDABCC59D7F0}"/>
              </a:ext>
            </a:extLst>
          </p:cNvPr>
          <p:cNvSpPr>
            <a:spLocks xmlns:a="http://schemas.openxmlformats.org/drawingml/2006/main" noGrp="1"/>
          </p:cNvSpPr>
          <p:nvPr/>
        </p:nvSpPr>
        <p:spPr>
          <a:xfrm xmlns:a="http://schemas.openxmlformats.org/drawingml/2006/main">
            <a:off x="4098512" y="4696377"/>
            <a:ext cx="328708" cy="208559"/>
          </a:xfrm>
          <a:custGeom xmlns:a="http://schemas.openxmlformats.org/drawingml/2006/main">
            <a:pathLst>
              <a:path w="1381125" h="876300">
                <a:moveTo>
                  <a:pt x="1381125" y="200025"/>
                </a:moveTo>
                <a:lnTo>
                  <a:pt x="1181100" y="0"/>
                </a:lnTo>
                <a:lnTo>
                  <a:pt x="9525" y="0"/>
                </a:lnTo>
                <a:lnTo>
                  <a:pt x="0" y="9525"/>
                </a:lnTo>
                <a:lnTo>
                  <a:pt x="0" y="304800"/>
                </a:lnTo>
                <a:lnTo>
                  <a:pt x="0" y="314325"/>
                </a:lnTo>
                <a:lnTo>
                  <a:pt x="0" y="323850"/>
                </a:lnTo>
                <a:lnTo>
                  <a:pt x="0" y="819150"/>
                </a:lnTo>
                <a:lnTo>
                  <a:pt x="57150" y="876300"/>
                </a:lnTo>
                <a:lnTo>
                  <a:pt x="285750" y="876300"/>
                </a:lnTo>
                <a:lnTo>
                  <a:pt x="295275" y="876300"/>
                </a:lnTo>
                <a:lnTo>
                  <a:pt x="304800" y="876300"/>
                </a:lnTo>
                <a:lnTo>
                  <a:pt x="1219200" y="876300"/>
                </a:lnTo>
                <a:lnTo>
                  <a:pt x="1228725" y="866775"/>
                </a:lnTo>
                <a:lnTo>
                  <a:pt x="1228725" y="352425"/>
                </a:lnTo>
                <a:close/>
              </a:path>
            </a:pathLst>
          </a:custGeom>
          <a:noFill xmlns:a="http://schemas.openxmlformats.org/drawingml/2006/main"/>
          <a:ln xmlns:a="http://schemas.openxmlformats.org/drawingml/2006/main" w="11430">
            <a:solidFill>
              <a:srgbClr val="FFFFFF"/>
            </a:solidFill>
          </a:ln>
        </p:spPr>
      </p:sp>
      <p:sp>
        <p:nvSpPr>
          <p:cNvPr id="43" name="ddca-prefecture-15">
            <a:extLst xmlns:a="http://schemas.openxmlformats.org/drawingml/2006/main">
              <a:ext uri="{FF2B5EF4-FFF2-40B4-BE49-F238E27FC236}">
                <a16:creationId xmlns:a16="http://schemas.microsoft.com/office/drawing/2014/main" id="{AB3821A1-7E74-48E1-9BEE-128CC3AB6CDB}"/>
              </a:ext>
            </a:extLst>
          </p:cNvPr>
          <p:cNvSpPr>
            <a:spLocks xmlns:a="http://schemas.openxmlformats.org/drawingml/2006/main" noGrp="1"/>
          </p:cNvSpPr>
          <p:nvPr/>
        </p:nvSpPr>
        <p:spPr>
          <a:xfrm xmlns:a="http://schemas.openxmlformats.org/drawingml/2006/main">
            <a:off x="3554444" y="3630911"/>
            <a:ext cx="541801" cy="632479"/>
          </a:xfrm>
          <a:custGeom xmlns:a="http://schemas.openxmlformats.org/drawingml/2006/main">
            <a:pathLst>
              <a:path w="2276475" h="2657475">
                <a:moveTo>
                  <a:pt x="647700" y="57150"/>
                </a:moveTo>
                <a:lnTo>
                  <a:pt x="590550" y="0"/>
                </a:lnTo>
                <a:lnTo>
                  <a:pt x="542925" y="0"/>
                </a:lnTo>
                <a:lnTo>
                  <a:pt x="200025" y="342900"/>
                </a:lnTo>
                <a:lnTo>
                  <a:pt x="200025" y="400050"/>
                </a:lnTo>
                <a:lnTo>
                  <a:pt x="304800" y="504825"/>
                </a:lnTo>
                <a:lnTo>
                  <a:pt x="304800" y="600075"/>
                </a:lnTo>
                <a:lnTo>
                  <a:pt x="247650" y="657225"/>
                </a:lnTo>
                <a:lnTo>
                  <a:pt x="247650" y="685800"/>
                </a:lnTo>
                <a:lnTo>
                  <a:pt x="295275" y="733425"/>
                </a:lnTo>
                <a:lnTo>
                  <a:pt x="323850" y="733425"/>
                </a:lnTo>
                <a:lnTo>
                  <a:pt x="666750" y="390525"/>
                </a:lnTo>
                <a:lnTo>
                  <a:pt x="666750" y="333375"/>
                </a:lnTo>
                <a:lnTo>
                  <a:pt x="571500" y="238125"/>
                </a:lnTo>
                <a:lnTo>
                  <a:pt x="571500" y="190500"/>
                </a:lnTo>
                <a:lnTo>
                  <a:pt x="647700" y="114300"/>
                </a:lnTo>
                <a:close/>
              </a:path>
              <a:path w="2276475" h="2657475">
                <a:moveTo>
                  <a:pt x="2276475" y="238125"/>
                </a:moveTo>
                <a:lnTo>
                  <a:pt x="2228850" y="190500"/>
                </a:lnTo>
                <a:lnTo>
                  <a:pt x="1933575" y="190500"/>
                </a:lnTo>
                <a:lnTo>
                  <a:pt x="1924050" y="190500"/>
                </a:lnTo>
                <a:lnTo>
                  <a:pt x="295275" y="1819275"/>
                </a:lnTo>
                <a:lnTo>
                  <a:pt x="9525" y="1819275"/>
                </a:lnTo>
                <a:lnTo>
                  <a:pt x="0" y="1828800"/>
                </a:lnTo>
                <a:lnTo>
                  <a:pt x="0" y="2200275"/>
                </a:lnTo>
                <a:lnTo>
                  <a:pt x="9525" y="2209800"/>
                </a:lnTo>
                <a:lnTo>
                  <a:pt x="876300" y="2209800"/>
                </a:lnTo>
                <a:lnTo>
                  <a:pt x="1323975" y="2657475"/>
                </a:lnTo>
                <a:lnTo>
                  <a:pt x="1885950" y="2095500"/>
                </a:lnTo>
                <a:lnTo>
                  <a:pt x="1885950" y="2085975"/>
                </a:lnTo>
                <a:lnTo>
                  <a:pt x="1885950" y="1428750"/>
                </a:lnTo>
                <a:lnTo>
                  <a:pt x="2276475" y="1038225"/>
                </a:lnTo>
                <a:lnTo>
                  <a:pt x="2276475" y="1028700"/>
                </a:lnTo>
                <a:close/>
              </a:path>
            </a:pathLst>
          </a:custGeom>
          <a:solidFill xmlns:a="http://schemas.openxmlformats.org/drawingml/2006/main">
            <a:srgbClr val="D55E00"/>
          </a:solidFill>
          <a:ln xmlns:a="http://schemas.openxmlformats.org/drawingml/2006/main" w="0">
            <a:noFill/>
          </a:ln>
        </p:spPr>
      </p:sp>
      <p:sp>
        <p:nvSpPr>
          <p:cNvPr id="44" name="ddca-boundary-15">
            <a:extLst xmlns:a="http://schemas.openxmlformats.org/drawingml/2006/main">
              <a:ext uri="{FF2B5EF4-FFF2-40B4-BE49-F238E27FC236}">
                <a16:creationId xmlns:a16="http://schemas.microsoft.com/office/drawing/2014/main" id="{95D5B7D5-8D51-4174-BFBE-3CF1149790BC}"/>
              </a:ext>
            </a:extLst>
          </p:cNvPr>
          <p:cNvSpPr>
            <a:spLocks xmlns:a="http://schemas.openxmlformats.org/drawingml/2006/main" noGrp="1"/>
          </p:cNvSpPr>
          <p:nvPr/>
        </p:nvSpPr>
        <p:spPr>
          <a:xfrm xmlns:a="http://schemas.openxmlformats.org/drawingml/2006/main">
            <a:off x="3554444" y="3630911"/>
            <a:ext cx="541801" cy="632479"/>
          </a:xfrm>
          <a:custGeom xmlns:a="http://schemas.openxmlformats.org/drawingml/2006/main">
            <a:pathLst>
              <a:path w="2276475" h="2657475">
                <a:moveTo>
                  <a:pt x="647700" y="57150"/>
                </a:moveTo>
                <a:lnTo>
                  <a:pt x="590550" y="0"/>
                </a:lnTo>
                <a:lnTo>
                  <a:pt x="542925" y="0"/>
                </a:lnTo>
                <a:lnTo>
                  <a:pt x="200025" y="342900"/>
                </a:lnTo>
                <a:lnTo>
                  <a:pt x="200025" y="400050"/>
                </a:lnTo>
                <a:lnTo>
                  <a:pt x="304800" y="504825"/>
                </a:lnTo>
                <a:lnTo>
                  <a:pt x="304800" y="600075"/>
                </a:lnTo>
                <a:lnTo>
                  <a:pt x="247650" y="657225"/>
                </a:lnTo>
                <a:lnTo>
                  <a:pt x="247650" y="685800"/>
                </a:lnTo>
                <a:lnTo>
                  <a:pt x="295275" y="733425"/>
                </a:lnTo>
                <a:lnTo>
                  <a:pt x="323850" y="733425"/>
                </a:lnTo>
                <a:lnTo>
                  <a:pt x="666750" y="390525"/>
                </a:lnTo>
                <a:lnTo>
                  <a:pt x="666750" y="333375"/>
                </a:lnTo>
                <a:lnTo>
                  <a:pt x="571500" y="238125"/>
                </a:lnTo>
                <a:lnTo>
                  <a:pt x="571500" y="190500"/>
                </a:lnTo>
                <a:lnTo>
                  <a:pt x="647700" y="114300"/>
                </a:lnTo>
                <a:close/>
              </a:path>
              <a:path w="2276475" h="2657475">
                <a:moveTo>
                  <a:pt x="2276475" y="238125"/>
                </a:moveTo>
                <a:lnTo>
                  <a:pt x="2228850" y="190500"/>
                </a:lnTo>
                <a:lnTo>
                  <a:pt x="1933575" y="190500"/>
                </a:lnTo>
                <a:lnTo>
                  <a:pt x="1924050" y="190500"/>
                </a:lnTo>
                <a:lnTo>
                  <a:pt x="295275" y="1819275"/>
                </a:lnTo>
                <a:lnTo>
                  <a:pt x="9525" y="1819275"/>
                </a:lnTo>
                <a:lnTo>
                  <a:pt x="0" y="1828800"/>
                </a:lnTo>
                <a:lnTo>
                  <a:pt x="0" y="2200275"/>
                </a:lnTo>
                <a:lnTo>
                  <a:pt x="9525" y="2209800"/>
                </a:lnTo>
                <a:lnTo>
                  <a:pt x="876300" y="2209800"/>
                </a:lnTo>
                <a:lnTo>
                  <a:pt x="1323975" y="2657475"/>
                </a:lnTo>
                <a:lnTo>
                  <a:pt x="1885950" y="2095500"/>
                </a:lnTo>
                <a:lnTo>
                  <a:pt x="1885950" y="2085975"/>
                </a:lnTo>
                <a:lnTo>
                  <a:pt x="1885950" y="1428750"/>
                </a:lnTo>
                <a:lnTo>
                  <a:pt x="2276475" y="1038225"/>
                </a:lnTo>
                <a:lnTo>
                  <a:pt x="2276475" y="1028700"/>
                </a:lnTo>
                <a:close/>
              </a:path>
            </a:pathLst>
          </a:custGeom>
          <a:noFill xmlns:a="http://schemas.openxmlformats.org/drawingml/2006/main"/>
          <a:ln xmlns:a="http://schemas.openxmlformats.org/drawingml/2006/main" w="11430">
            <a:solidFill>
              <a:srgbClr val="FFFFFF"/>
            </a:solidFill>
          </a:ln>
        </p:spPr>
      </p:sp>
      <p:sp>
        <p:nvSpPr>
          <p:cNvPr id="45" name="ddca-prefecture-16">
            <a:extLst xmlns:a="http://schemas.openxmlformats.org/drawingml/2006/main">
              <a:ext uri="{FF2B5EF4-FFF2-40B4-BE49-F238E27FC236}">
                <a16:creationId xmlns:a16="http://schemas.microsoft.com/office/drawing/2014/main" id="{B2C12A9A-61C1-4101-9503-A4FF726F3CC1}"/>
              </a:ext>
            </a:extLst>
          </p:cNvPr>
          <p:cNvSpPr>
            <a:spLocks xmlns:a="http://schemas.openxmlformats.org/drawingml/2006/main" noGrp="1"/>
          </p:cNvSpPr>
          <p:nvPr/>
        </p:nvSpPr>
        <p:spPr>
          <a:xfrm xmlns:a="http://schemas.openxmlformats.org/drawingml/2006/main">
            <a:off x="3205334" y="4057098"/>
            <a:ext cx="349110" cy="269767"/>
          </a:xfrm>
          <a:custGeom xmlns:a="http://schemas.openxmlformats.org/drawingml/2006/main">
            <a:pathLst>
              <a:path w="1466850" h="1133475">
                <a:moveTo>
                  <a:pt x="438150" y="9525"/>
                </a:moveTo>
                <a:lnTo>
                  <a:pt x="428625" y="0"/>
                </a:lnTo>
                <a:lnTo>
                  <a:pt x="47625" y="0"/>
                </a:lnTo>
                <a:lnTo>
                  <a:pt x="0" y="47625"/>
                </a:lnTo>
                <a:lnTo>
                  <a:pt x="0" y="1123950"/>
                </a:lnTo>
                <a:lnTo>
                  <a:pt x="9525" y="1133475"/>
                </a:lnTo>
                <a:lnTo>
                  <a:pt x="1209675" y="1133475"/>
                </a:lnTo>
                <a:lnTo>
                  <a:pt x="1219200" y="1133475"/>
                </a:lnTo>
                <a:lnTo>
                  <a:pt x="1228725" y="1133475"/>
                </a:lnTo>
                <a:lnTo>
                  <a:pt x="1457325" y="1133475"/>
                </a:lnTo>
                <a:lnTo>
                  <a:pt x="1466850" y="1123950"/>
                </a:lnTo>
                <a:lnTo>
                  <a:pt x="1466850" y="428625"/>
                </a:lnTo>
                <a:lnTo>
                  <a:pt x="1466850" y="419100"/>
                </a:lnTo>
                <a:lnTo>
                  <a:pt x="1466850" y="409575"/>
                </a:lnTo>
                <a:lnTo>
                  <a:pt x="1466850" y="38100"/>
                </a:lnTo>
                <a:lnTo>
                  <a:pt x="1457325" y="28575"/>
                </a:lnTo>
                <a:lnTo>
                  <a:pt x="1257300" y="28575"/>
                </a:lnTo>
                <a:lnTo>
                  <a:pt x="895350" y="390525"/>
                </a:lnTo>
                <a:lnTo>
                  <a:pt x="447675" y="390525"/>
                </a:lnTo>
                <a:lnTo>
                  <a:pt x="438150" y="390525"/>
                </a:lnTo>
                <a:lnTo>
                  <a:pt x="438150" y="381000"/>
                </a:lnTo>
                <a:close/>
              </a:path>
            </a:pathLst>
          </a:custGeom>
          <a:solidFill xmlns:a="http://schemas.openxmlformats.org/drawingml/2006/main">
            <a:srgbClr val="E3E5E7"/>
          </a:solidFill>
          <a:ln xmlns:a="http://schemas.openxmlformats.org/drawingml/2006/main" w="0">
            <a:noFill/>
          </a:ln>
        </p:spPr>
      </p:sp>
      <p:sp>
        <p:nvSpPr>
          <p:cNvPr id="46" name="ddca-boundary-16">
            <a:extLst xmlns:a="http://schemas.openxmlformats.org/drawingml/2006/main">
              <a:ext uri="{FF2B5EF4-FFF2-40B4-BE49-F238E27FC236}">
                <a16:creationId xmlns:a16="http://schemas.microsoft.com/office/drawing/2014/main" id="{EAA0A62E-C5AB-473C-A13C-8516BE6EDEBB}"/>
              </a:ext>
            </a:extLst>
          </p:cNvPr>
          <p:cNvSpPr>
            <a:spLocks xmlns:a="http://schemas.openxmlformats.org/drawingml/2006/main" noGrp="1"/>
          </p:cNvSpPr>
          <p:nvPr/>
        </p:nvSpPr>
        <p:spPr>
          <a:xfrm xmlns:a="http://schemas.openxmlformats.org/drawingml/2006/main">
            <a:off x="3205334" y="4057098"/>
            <a:ext cx="349110" cy="269767"/>
          </a:xfrm>
          <a:custGeom xmlns:a="http://schemas.openxmlformats.org/drawingml/2006/main">
            <a:pathLst>
              <a:path w="1466850" h="1133475">
                <a:moveTo>
                  <a:pt x="438150" y="9525"/>
                </a:moveTo>
                <a:lnTo>
                  <a:pt x="428625" y="0"/>
                </a:lnTo>
                <a:lnTo>
                  <a:pt x="47625" y="0"/>
                </a:lnTo>
                <a:lnTo>
                  <a:pt x="0" y="47625"/>
                </a:lnTo>
                <a:lnTo>
                  <a:pt x="0" y="1123950"/>
                </a:lnTo>
                <a:lnTo>
                  <a:pt x="9525" y="1133475"/>
                </a:lnTo>
                <a:lnTo>
                  <a:pt x="1209675" y="1133475"/>
                </a:lnTo>
                <a:lnTo>
                  <a:pt x="1219200" y="1133475"/>
                </a:lnTo>
                <a:lnTo>
                  <a:pt x="1228725" y="1133475"/>
                </a:lnTo>
                <a:lnTo>
                  <a:pt x="1457325" y="1133475"/>
                </a:lnTo>
                <a:lnTo>
                  <a:pt x="1466850" y="1123950"/>
                </a:lnTo>
                <a:lnTo>
                  <a:pt x="1466850" y="428625"/>
                </a:lnTo>
                <a:lnTo>
                  <a:pt x="1466850" y="419100"/>
                </a:lnTo>
                <a:lnTo>
                  <a:pt x="1466850" y="409575"/>
                </a:lnTo>
                <a:lnTo>
                  <a:pt x="1466850" y="38100"/>
                </a:lnTo>
                <a:lnTo>
                  <a:pt x="1457325" y="28575"/>
                </a:lnTo>
                <a:lnTo>
                  <a:pt x="1257300" y="28575"/>
                </a:lnTo>
                <a:lnTo>
                  <a:pt x="895350" y="390525"/>
                </a:lnTo>
                <a:lnTo>
                  <a:pt x="447675" y="390525"/>
                </a:lnTo>
                <a:lnTo>
                  <a:pt x="438150" y="390525"/>
                </a:lnTo>
                <a:lnTo>
                  <a:pt x="438150" y="381000"/>
                </a:lnTo>
                <a:close/>
              </a:path>
            </a:pathLst>
          </a:custGeom>
          <a:noFill xmlns:a="http://schemas.openxmlformats.org/drawingml/2006/main"/>
          <a:ln xmlns:a="http://schemas.openxmlformats.org/drawingml/2006/main" w="11430">
            <a:solidFill>
              <a:srgbClr val="FFFFFF"/>
            </a:solidFill>
          </a:ln>
        </p:spPr>
      </p:sp>
      <p:sp>
        <p:nvSpPr>
          <p:cNvPr id="47" name="ddca-prefecture-17">
            <a:extLst xmlns:a="http://schemas.openxmlformats.org/drawingml/2006/main">
              <a:ext uri="{FF2B5EF4-FFF2-40B4-BE49-F238E27FC236}">
                <a16:creationId xmlns:a16="http://schemas.microsoft.com/office/drawing/2014/main" id="{9AF51C8D-713F-407E-B4BF-A1587009EDC4}"/>
              </a:ext>
            </a:extLst>
          </p:cNvPr>
          <p:cNvSpPr>
            <a:spLocks xmlns:a="http://schemas.openxmlformats.org/drawingml/2006/main" noGrp="1"/>
          </p:cNvSpPr>
          <p:nvPr/>
        </p:nvSpPr>
        <p:spPr>
          <a:xfrm xmlns:a="http://schemas.openxmlformats.org/drawingml/2006/main">
            <a:off x="3033046" y="3857606"/>
            <a:ext cx="396716" cy="510064"/>
          </a:xfrm>
          <a:custGeom xmlns:a="http://schemas.openxmlformats.org/drawingml/2006/main">
            <a:pathLst>
              <a:path w="1666875" h="2143125">
                <a:moveTo>
                  <a:pt x="1666875" y="47625"/>
                </a:moveTo>
                <a:lnTo>
                  <a:pt x="1619250" y="0"/>
                </a:lnTo>
                <a:lnTo>
                  <a:pt x="914400" y="0"/>
                </a:lnTo>
                <a:lnTo>
                  <a:pt x="476250" y="438150"/>
                </a:lnTo>
                <a:lnTo>
                  <a:pt x="476250" y="1257300"/>
                </a:lnTo>
                <a:lnTo>
                  <a:pt x="0" y="1733550"/>
                </a:lnTo>
                <a:lnTo>
                  <a:pt x="9525" y="1743075"/>
                </a:lnTo>
                <a:lnTo>
                  <a:pt x="171450" y="1743075"/>
                </a:lnTo>
                <a:lnTo>
                  <a:pt x="571500" y="2143125"/>
                </a:lnTo>
                <a:lnTo>
                  <a:pt x="714375" y="2143125"/>
                </a:lnTo>
                <a:lnTo>
                  <a:pt x="723900" y="2133600"/>
                </a:lnTo>
                <a:lnTo>
                  <a:pt x="723900" y="1981200"/>
                </a:lnTo>
                <a:lnTo>
                  <a:pt x="723900" y="1971675"/>
                </a:lnTo>
                <a:lnTo>
                  <a:pt x="723900" y="1962150"/>
                </a:lnTo>
                <a:lnTo>
                  <a:pt x="723900" y="885825"/>
                </a:lnTo>
                <a:lnTo>
                  <a:pt x="771525" y="838200"/>
                </a:lnTo>
                <a:lnTo>
                  <a:pt x="1152525" y="838200"/>
                </a:lnTo>
                <a:lnTo>
                  <a:pt x="1162050" y="828675"/>
                </a:lnTo>
                <a:lnTo>
                  <a:pt x="1162050" y="742950"/>
                </a:lnTo>
                <a:lnTo>
                  <a:pt x="1666875" y="238125"/>
                </a:lnTo>
                <a:close/>
              </a:path>
            </a:pathLst>
          </a:custGeom>
          <a:solidFill xmlns:a="http://schemas.openxmlformats.org/drawingml/2006/main">
            <a:srgbClr val="E3E5E7"/>
          </a:solidFill>
          <a:ln xmlns:a="http://schemas.openxmlformats.org/drawingml/2006/main" w="0">
            <a:noFill/>
          </a:ln>
        </p:spPr>
      </p:sp>
      <p:sp>
        <p:nvSpPr>
          <p:cNvPr id="48" name="ddca-band-17-undergraduate-0">
            <a:extLst xmlns:a="http://schemas.openxmlformats.org/drawingml/2006/main">
              <a:ext uri="{FF2B5EF4-FFF2-40B4-BE49-F238E27FC236}">
                <a16:creationId xmlns:a16="http://schemas.microsoft.com/office/drawing/2014/main" id="{E5CA0EBF-B156-4F39-B284-A178B2FCB477}"/>
              </a:ext>
            </a:extLst>
          </p:cNvPr>
          <p:cNvSpPr>
            <a:spLocks xmlns:a="http://schemas.openxmlformats.org/drawingml/2006/main" noGrp="1"/>
          </p:cNvSpPr>
          <p:nvPr/>
        </p:nvSpPr>
        <p:spPr>
          <a:xfrm xmlns:a="http://schemas.openxmlformats.org/drawingml/2006/main">
            <a:off x="3033046" y="4171012"/>
            <a:ext cx="99179" cy="159820"/>
          </a:xfrm>
          <a:custGeom xmlns:a="http://schemas.openxmlformats.org/drawingml/2006/main">
            <a:pathLst>
              <a:path w="416719" h="671513">
                <a:moveTo>
                  <a:pt x="416719" y="0"/>
                </a:moveTo>
                <a:lnTo>
                  <a:pt x="0" y="416719"/>
                </a:lnTo>
                <a:lnTo>
                  <a:pt x="9525" y="426244"/>
                </a:lnTo>
                <a:lnTo>
                  <a:pt x="171450" y="426244"/>
                </a:lnTo>
                <a:lnTo>
                  <a:pt x="416719" y="671513"/>
                </a:lnTo>
                <a:close/>
              </a:path>
            </a:pathLst>
          </a:custGeom>
          <a:solidFill xmlns:a="http://schemas.openxmlformats.org/drawingml/2006/main">
            <a:srgbClr val="D55E00"/>
          </a:solidFill>
          <a:ln xmlns:a="http://schemas.openxmlformats.org/drawingml/2006/main" w="0">
            <a:noFill/>
          </a:ln>
        </p:spPr>
      </p:sp>
      <p:sp>
        <p:nvSpPr>
          <p:cNvPr id="49" name="ddca-band-17-graduate-1">
            <a:extLst xmlns:a="http://schemas.openxmlformats.org/drawingml/2006/main">
              <a:ext uri="{FF2B5EF4-FFF2-40B4-BE49-F238E27FC236}">
                <a16:creationId xmlns:a16="http://schemas.microsoft.com/office/drawing/2014/main" id="{62CCF83E-18B7-4B64-9E56-59340DD04030}"/>
              </a:ext>
            </a:extLst>
          </p:cNvPr>
          <p:cNvSpPr>
            <a:spLocks xmlns:a="http://schemas.openxmlformats.org/drawingml/2006/main" noGrp="1"/>
          </p:cNvSpPr>
          <p:nvPr/>
        </p:nvSpPr>
        <p:spPr>
          <a:xfrm xmlns:a="http://schemas.openxmlformats.org/drawingml/2006/main">
            <a:off x="3132225" y="3876875"/>
            <a:ext cx="99179" cy="490795"/>
          </a:xfrm>
          <a:custGeom xmlns:a="http://schemas.openxmlformats.org/drawingml/2006/main">
            <a:pathLst>
              <a:path w="416719" h="2062163">
                <a:moveTo>
                  <a:pt x="416719" y="0"/>
                </a:moveTo>
                <a:lnTo>
                  <a:pt x="59531" y="357188"/>
                </a:lnTo>
                <a:lnTo>
                  <a:pt x="59531" y="1176338"/>
                </a:lnTo>
                <a:lnTo>
                  <a:pt x="0" y="1235869"/>
                </a:lnTo>
                <a:lnTo>
                  <a:pt x="0" y="1907381"/>
                </a:lnTo>
                <a:lnTo>
                  <a:pt x="154781" y="2062163"/>
                </a:lnTo>
                <a:lnTo>
                  <a:pt x="297656" y="2062163"/>
                </a:lnTo>
                <a:lnTo>
                  <a:pt x="307181" y="2052638"/>
                </a:lnTo>
                <a:lnTo>
                  <a:pt x="307181" y="1900238"/>
                </a:lnTo>
                <a:lnTo>
                  <a:pt x="307181" y="1890713"/>
                </a:lnTo>
                <a:lnTo>
                  <a:pt x="307181" y="1881188"/>
                </a:lnTo>
                <a:lnTo>
                  <a:pt x="307181" y="804863"/>
                </a:lnTo>
                <a:lnTo>
                  <a:pt x="354806" y="757238"/>
                </a:lnTo>
                <a:lnTo>
                  <a:pt x="416719" y="757238"/>
                </a:lnTo>
                <a:close/>
              </a:path>
            </a:pathLst>
          </a:custGeom>
          <a:solidFill xmlns:a="http://schemas.openxmlformats.org/drawingml/2006/main">
            <a:srgbClr val="00856B"/>
          </a:solidFill>
          <a:ln xmlns:a="http://schemas.openxmlformats.org/drawingml/2006/main" w="0">
            <a:noFill/>
          </a:ln>
        </p:spPr>
      </p:sp>
      <p:sp>
        <p:nvSpPr>
          <p:cNvPr id="50" name="ddca-band-17-undergraduate-2">
            <a:extLst xmlns:a="http://schemas.openxmlformats.org/drawingml/2006/main">
              <a:ext uri="{FF2B5EF4-FFF2-40B4-BE49-F238E27FC236}">
                <a16:creationId xmlns:a16="http://schemas.microsoft.com/office/drawing/2014/main" id="{CCBCDF19-56F5-4B68-A457-14D3549B1B96}"/>
              </a:ext>
            </a:extLst>
          </p:cNvPr>
          <p:cNvSpPr>
            <a:spLocks xmlns:a="http://schemas.openxmlformats.org/drawingml/2006/main" noGrp="1"/>
          </p:cNvSpPr>
          <p:nvPr/>
        </p:nvSpPr>
        <p:spPr>
          <a:xfrm xmlns:a="http://schemas.openxmlformats.org/drawingml/2006/main">
            <a:off x="3231404" y="3857606"/>
            <a:ext cx="99179" cy="199492"/>
          </a:xfrm>
          <a:custGeom xmlns:a="http://schemas.openxmlformats.org/drawingml/2006/main">
            <a:pathLst>
              <a:path w="416719" h="838200">
                <a:moveTo>
                  <a:pt x="416719" y="0"/>
                </a:moveTo>
                <a:lnTo>
                  <a:pt x="80963" y="0"/>
                </a:lnTo>
                <a:lnTo>
                  <a:pt x="0" y="80963"/>
                </a:lnTo>
                <a:lnTo>
                  <a:pt x="0" y="838200"/>
                </a:lnTo>
                <a:lnTo>
                  <a:pt x="319088" y="838200"/>
                </a:lnTo>
                <a:lnTo>
                  <a:pt x="328613" y="828675"/>
                </a:lnTo>
                <a:lnTo>
                  <a:pt x="328613" y="742950"/>
                </a:lnTo>
                <a:lnTo>
                  <a:pt x="416719" y="654844"/>
                </a:lnTo>
                <a:close/>
              </a:path>
            </a:pathLst>
          </a:custGeom>
          <a:solidFill xmlns:a="http://schemas.openxmlformats.org/drawingml/2006/main">
            <a:srgbClr val="D55E00"/>
          </a:solidFill>
          <a:ln xmlns:a="http://schemas.openxmlformats.org/drawingml/2006/main" w="0">
            <a:noFill/>
          </a:ln>
        </p:spPr>
      </p:sp>
      <p:sp>
        <p:nvSpPr>
          <p:cNvPr id="51" name="ddca-band-17-graduate-3">
            <a:extLst xmlns:a="http://schemas.openxmlformats.org/drawingml/2006/main">
              <a:ext uri="{FF2B5EF4-FFF2-40B4-BE49-F238E27FC236}">
                <a16:creationId xmlns:a16="http://schemas.microsoft.com/office/drawing/2014/main" id="{CEF6B760-6F46-4E0F-A506-C3BC091F5CAE}"/>
              </a:ext>
            </a:extLst>
          </p:cNvPr>
          <p:cNvSpPr>
            <a:spLocks xmlns:a="http://schemas.openxmlformats.org/drawingml/2006/main" noGrp="1"/>
          </p:cNvSpPr>
          <p:nvPr/>
        </p:nvSpPr>
        <p:spPr>
          <a:xfrm xmlns:a="http://schemas.openxmlformats.org/drawingml/2006/main">
            <a:off x="3330583" y="3857606"/>
            <a:ext cx="99179" cy="155853"/>
          </a:xfrm>
          <a:custGeom xmlns:a="http://schemas.openxmlformats.org/drawingml/2006/main">
            <a:pathLst>
              <a:path w="416719" h="654844">
                <a:moveTo>
                  <a:pt x="416719" y="47625"/>
                </a:moveTo>
                <a:lnTo>
                  <a:pt x="369094" y="0"/>
                </a:lnTo>
                <a:lnTo>
                  <a:pt x="0" y="0"/>
                </a:lnTo>
                <a:lnTo>
                  <a:pt x="0" y="654844"/>
                </a:lnTo>
                <a:lnTo>
                  <a:pt x="416719" y="238125"/>
                </a:lnTo>
                <a:close/>
              </a:path>
            </a:pathLst>
          </a:custGeom>
          <a:solidFill xmlns:a="http://schemas.openxmlformats.org/drawingml/2006/main">
            <a:srgbClr val="00856B"/>
          </a:solidFill>
          <a:ln xmlns:a="http://schemas.openxmlformats.org/drawingml/2006/main" w="0">
            <a:noFill/>
          </a:ln>
        </p:spPr>
      </p:sp>
      <p:sp>
        <p:nvSpPr>
          <p:cNvPr id="52" name="ddca-boundary-17">
            <a:extLst xmlns:a="http://schemas.openxmlformats.org/drawingml/2006/main">
              <a:ext uri="{FF2B5EF4-FFF2-40B4-BE49-F238E27FC236}">
                <a16:creationId xmlns:a16="http://schemas.microsoft.com/office/drawing/2014/main" id="{3D3F2AE5-5D9F-4521-BDC4-0BB3AD9C708C}"/>
              </a:ext>
            </a:extLst>
          </p:cNvPr>
          <p:cNvSpPr>
            <a:spLocks xmlns:a="http://schemas.openxmlformats.org/drawingml/2006/main" noGrp="1"/>
          </p:cNvSpPr>
          <p:nvPr/>
        </p:nvSpPr>
        <p:spPr>
          <a:xfrm xmlns:a="http://schemas.openxmlformats.org/drawingml/2006/main">
            <a:off x="3033046" y="3857606"/>
            <a:ext cx="396716" cy="510064"/>
          </a:xfrm>
          <a:custGeom xmlns:a="http://schemas.openxmlformats.org/drawingml/2006/main">
            <a:pathLst>
              <a:path w="1666875" h="2143125">
                <a:moveTo>
                  <a:pt x="1666875" y="47625"/>
                </a:moveTo>
                <a:lnTo>
                  <a:pt x="1619250" y="0"/>
                </a:lnTo>
                <a:lnTo>
                  <a:pt x="914400" y="0"/>
                </a:lnTo>
                <a:lnTo>
                  <a:pt x="476250" y="438150"/>
                </a:lnTo>
                <a:lnTo>
                  <a:pt x="476250" y="1257300"/>
                </a:lnTo>
                <a:lnTo>
                  <a:pt x="0" y="1733550"/>
                </a:lnTo>
                <a:lnTo>
                  <a:pt x="9525" y="1743075"/>
                </a:lnTo>
                <a:lnTo>
                  <a:pt x="171450" y="1743075"/>
                </a:lnTo>
                <a:lnTo>
                  <a:pt x="571500" y="2143125"/>
                </a:lnTo>
                <a:lnTo>
                  <a:pt x="714375" y="2143125"/>
                </a:lnTo>
                <a:lnTo>
                  <a:pt x="723900" y="2133600"/>
                </a:lnTo>
                <a:lnTo>
                  <a:pt x="723900" y="1981200"/>
                </a:lnTo>
                <a:lnTo>
                  <a:pt x="723900" y="1971675"/>
                </a:lnTo>
                <a:lnTo>
                  <a:pt x="723900" y="1962150"/>
                </a:lnTo>
                <a:lnTo>
                  <a:pt x="723900" y="885825"/>
                </a:lnTo>
                <a:lnTo>
                  <a:pt x="771525" y="838200"/>
                </a:lnTo>
                <a:lnTo>
                  <a:pt x="1152525" y="838200"/>
                </a:lnTo>
                <a:lnTo>
                  <a:pt x="1162050" y="828675"/>
                </a:lnTo>
                <a:lnTo>
                  <a:pt x="1162050" y="742950"/>
                </a:lnTo>
                <a:lnTo>
                  <a:pt x="1666875" y="238125"/>
                </a:lnTo>
                <a:close/>
              </a:path>
            </a:pathLst>
          </a:custGeom>
          <a:noFill xmlns:a="http://schemas.openxmlformats.org/drawingml/2006/main"/>
          <a:ln xmlns:a="http://schemas.openxmlformats.org/drawingml/2006/main" w="11430">
            <a:solidFill>
              <a:srgbClr val="FFFFFF"/>
            </a:solidFill>
          </a:ln>
        </p:spPr>
      </p:sp>
      <p:sp>
        <p:nvSpPr>
          <p:cNvPr id="53" name="ddca-prefecture-18">
            <a:extLst xmlns:a="http://schemas.openxmlformats.org/drawingml/2006/main">
              <a:ext uri="{FF2B5EF4-FFF2-40B4-BE49-F238E27FC236}">
                <a16:creationId xmlns:a16="http://schemas.microsoft.com/office/drawing/2014/main" id="{FD80DEF3-5BB8-4DA4-A0BA-5ABB84EC4F79}"/>
              </a:ext>
            </a:extLst>
          </p:cNvPr>
          <p:cNvSpPr>
            <a:spLocks xmlns:a="http://schemas.openxmlformats.org/drawingml/2006/main" noGrp="1"/>
          </p:cNvSpPr>
          <p:nvPr/>
        </p:nvSpPr>
        <p:spPr>
          <a:xfrm xmlns:a="http://schemas.openxmlformats.org/drawingml/2006/main">
            <a:off x="2785948" y="4272458"/>
            <a:ext cx="419386" cy="362712"/>
          </a:xfrm>
          <a:custGeom xmlns:a="http://schemas.openxmlformats.org/drawingml/2006/main">
            <a:pathLst>
              <a:path w="1762125" h="1524000">
                <a:moveTo>
                  <a:pt x="1609725" y="400050"/>
                </a:moveTo>
                <a:lnTo>
                  <a:pt x="1209675" y="0"/>
                </a:lnTo>
                <a:lnTo>
                  <a:pt x="1047750" y="0"/>
                </a:lnTo>
                <a:lnTo>
                  <a:pt x="1038225" y="0"/>
                </a:lnTo>
                <a:lnTo>
                  <a:pt x="1028700" y="0"/>
                </a:lnTo>
                <a:lnTo>
                  <a:pt x="476250" y="552450"/>
                </a:lnTo>
                <a:lnTo>
                  <a:pt x="476250" y="923925"/>
                </a:lnTo>
                <a:lnTo>
                  <a:pt x="0" y="1400175"/>
                </a:lnTo>
                <a:lnTo>
                  <a:pt x="123825" y="1524000"/>
                </a:lnTo>
                <a:lnTo>
                  <a:pt x="333375" y="1524000"/>
                </a:lnTo>
                <a:lnTo>
                  <a:pt x="866775" y="990600"/>
                </a:lnTo>
                <a:lnTo>
                  <a:pt x="1419225" y="990600"/>
                </a:lnTo>
                <a:lnTo>
                  <a:pt x="1428750" y="990600"/>
                </a:lnTo>
                <a:lnTo>
                  <a:pt x="1438275" y="990600"/>
                </a:lnTo>
                <a:lnTo>
                  <a:pt x="1704975" y="990600"/>
                </a:lnTo>
                <a:lnTo>
                  <a:pt x="1762125" y="933450"/>
                </a:lnTo>
                <a:lnTo>
                  <a:pt x="1762125" y="409575"/>
                </a:lnTo>
                <a:lnTo>
                  <a:pt x="1752600" y="400050"/>
                </a:lnTo>
                <a:close/>
              </a:path>
            </a:pathLst>
          </a:custGeom>
          <a:solidFill xmlns:a="http://schemas.openxmlformats.org/drawingml/2006/main">
            <a:srgbClr val="E3E5E7"/>
          </a:solidFill>
          <a:ln xmlns:a="http://schemas.openxmlformats.org/drawingml/2006/main" w="0">
            <a:noFill/>
          </a:ln>
        </p:spPr>
      </p:sp>
      <p:sp>
        <p:nvSpPr>
          <p:cNvPr id="54" name="ddca-boundary-18">
            <a:extLst xmlns:a="http://schemas.openxmlformats.org/drawingml/2006/main">
              <a:ext uri="{FF2B5EF4-FFF2-40B4-BE49-F238E27FC236}">
                <a16:creationId xmlns:a16="http://schemas.microsoft.com/office/drawing/2014/main" id="{D773B846-65CA-4FE7-AD1F-F168E46A06E0}"/>
              </a:ext>
            </a:extLst>
          </p:cNvPr>
          <p:cNvSpPr>
            <a:spLocks xmlns:a="http://schemas.openxmlformats.org/drawingml/2006/main" noGrp="1"/>
          </p:cNvSpPr>
          <p:nvPr/>
        </p:nvSpPr>
        <p:spPr>
          <a:xfrm xmlns:a="http://schemas.openxmlformats.org/drawingml/2006/main">
            <a:off x="2785948" y="4272458"/>
            <a:ext cx="419386" cy="362712"/>
          </a:xfrm>
          <a:custGeom xmlns:a="http://schemas.openxmlformats.org/drawingml/2006/main">
            <a:pathLst>
              <a:path w="1762125" h="1524000">
                <a:moveTo>
                  <a:pt x="1609725" y="400050"/>
                </a:moveTo>
                <a:lnTo>
                  <a:pt x="1209675" y="0"/>
                </a:lnTo>
                <a:lnTo>
                  <a:pt x="1047750" y="0"/>
                </a:lnTo>
                <a:lnTo>
                  <a:pt x="1038225" y="0"/>
                </a:lnTo>
                <a:lnTo>
                  <a:pt x="1028700" y="0"/>
                </a:lnTo>
                <a:lnTo>
                  <a:pt x="476250" y="552450"/>
                </a:lnTo>
                <a:lnTo>
                  <a:pt x="476250" y="923925"/>
                </a:lnTo>
                <a:lnTo>
                  <a:pt x="0" y="1400175"/>
                </a:lnTo>
                <a:lnTo>
                  <a:pt x="123825" y="1524000"/>
                </a:lnTo>
                <a:lnTo>
                  <a:pt x="333375" y="1524000"/>
                </a:lnTo>
                <a:lnTo>
                  <a:pt x="866775" y="990600"/>
                </a:lnTo>
                <a:lnTo>
                  <a:pt x="1419225" y="990600"/>
                </a:lnTo>
                <a:lnTo>
                  <a:pt x="1428750" y="990600"/>
                </a:lnTo>
                <a:lnTo>
                  <a:pt x="1438275" y="990600"/>
                </a:lnTo>
                <a:lnTo>
                  <a:pt x="1704975" y="990600"/>
                </a:lnTo>
                <a:lnTo>
                  <a:pt x="1762125" y="933450"/>
                </a:lnTo>
                <a:lnTo>
                  <a:pt x="1762125" y="409575"/>
                </a:lnTo>
                <a:lnTo>
                  <a:pt x="1752600" y="400050"/>
                </a:lnTo>
                <a:close/>
              </a:path>
            </a:pathLst>
          </a:custGeom>
          <a:noFill xmlns:a="http://schemas.openxmlformats.org/drawingml/2006/main"/>
          <a:ln xmlns:a="http://schemas.openxmlformats.org/drawingml/2006/main" w="11430">
            <a:solidFill>
              <a:srgbClr val="FFFFFF"/>
            </a:solidFill>
          </a:ln>
        </p:spPr>
      </p:sp>
      <p:sp>
        <p:nvSpPr>
          <p:cNvPr id="55" name="ddca-prefecture-19">
            <a:extLst xmlns:a="http://schemas.openxmlformats.org/drawingml/2006/main">
              <a:ext uri="{FF2B5EF4-FFF2-40B4-BE49-F238E27FC236}">
                <a16:creationId xmlns:a16="http://schemas.microsoft.com/office/drawing/2014/main" id="{CF9463A1-0532-47E0-9B13-BBE43E6B3057}"/>
              </a:ext>
            </a:extLst>
          </p:cNvPr>
          <p:cNvSpPr>
            <a:spLocks xmlns:a="http://schemas.openxmlformats.org/drawingml/2006/main" noGrp="1"/>
          </p:cNvSpPr>
          <p:nvPr/>
        </p:nvSpPr>
        <p:spPr>
          <a:xfrm xmlns:a="http://schemas.openxmlformats.org/drawingml/2006/main">
            <a:off x="3817410" y="4589831"/>
            <a:ext cx="281102" cy="222161"/>
          </a:xfrm>
          <a:custGeom xmlns:a="http://schemas.openxmlformats.org/drawingml/2006/main">
            <a:pathLst>
              <a:path w="1181100" h="933450">
                <a:moveTo>
                  <a:pt x="1181100" y="9525"/>
                </a:moveTo>
                <a:lnTo>
                  <a:pt x="1171575" y="0"/>
                </a:lnTo>
                <a:lnTo>
                  <a:pt x="800100" y="0"/>
                </a:lnTo>
                <a:lnTo>
                  <a:pt x="790575" y="0"/>
                </a:lnTo>
                <a:lnTo>
                  <a:pt x="781050" y="0"/>
                </a:lnTo>
                <a:lnTo>
                  <a:pt x="57150" y="0"/>
                </a:lnTo>
                <a:lnTo>
                  <a:pt x="0" y="57150"/>
                </a:lnTo>
                <a:lnTo>
                  <a:pt x="0" y="628650"/>
                </a:lnTo>
                <a:lnTo>
                  <a:pt x="0" y="638175"/>
                </a:lnTo>
                <a:lnTo>
                  <a:pt x="0" y="647700"/>
                </a:lnTo>
                <a:lnTo>
                  <a:pt x="0" y="876300"/>
                </a:lnTo>
                <a:lnTo>
                  <a:pt x="57150" y="933450"/>
                </a:lnTo>
                <a:lnTo>
                  <a:pt x="457200" y="933450"/>
                </a:lnTo>
                <a:lnTo>
                  <a:pt x="514350" y="876300"/>
                </a:lnTo>
                <a:lnTo>
                  <a:pt x="514350" y="771525"/>
                </a:lnTo>
                <a:lnTo>
                  <a:pt x="514350" y="762000"/>
                </a:lnTo>
                <a:lnTo>
                  <a:pt x="523875" y="762000"/>
                </a:lnTo>
                <a:lnTo>
                  <a:pt x="1171575" y="762000"/>
                </a:lnTo>
                <a:lnTo>
                  <a:pt x="1181100" y="752475"/>
                </a:lnTo>
                <a:lnTo>
                  <a:pt x="1181100" y="457200"/>
                </a:lnTo>
                <a:lnTo>
                  <a:pt x="1181100" y="447675"/>
                </a:lnTo>
                <a:lnTo>
                  <a:pt x="1181100" y="438150"/>
                </a:lnTo>
                <a:close/>
              </a:path>
            </a:pathLst>
          </a:custGeom>
          <a:solidFill xmlns:a="http://schemas.openxmlformats.org/drawingml/2006/main">
            <a:srgbClr val="E3E5E7"/>
          </a:solidFill>
          <a:ln xmlns:a="http://schemas.openxmlformats.org/drawingml/2006/main" w="0">
            <a:noFill/>
          </a:ln>
        </p:spPr>
      </p:sp>
      <p:sp>
        <p:nvSpPr>
          <p:cNvPr id="56" name="ddca-boundary-19">
            <a:extLst xmlns:a="http://schemas.openxmlformats.org/drawingml/2006/main">
              <a:ext uri="{FF2B5EF4-FFF2-40B4-BE49-F238E27FC236}">
                <a16:creationId xmlns:a16="http://schemas.microsoft.com/office/drawing/2014/main" id="{4A70EC08-2FE1-45E9-8320-14BEEBB9418C}"/>
              </a:ext>
            </a:extLst>
          </p:cNvPr>
          <p:cNvSpPr>
            <a:spLocks xmlns:a="http://schemas.openxmlformats.org/drawingml/2006/main" noGrp="1"/>
          </p:cNvSpPr>
          <p:nvPr/>
        </p:nvSpPr>
        <p:spPr>
          <a:xfrm xmlns:a="http://schemas.openxmlformats.org/drawingml/2006/main">
            <a:off x="3817410" y="4589831"/>
            <a:ext cx="281102" cy="222161"/>
          </a:xfrm>
          <a:custGeom xmlns:a="http://schemas.openxmlformats.org/drawingml/2006/main">
            <a:pathLst>
              <a:path w="1181100" h="933450">
                <a:moveTo>
                  <a:pt x="1181100" y="9525"/>
                </a:moveTo>
                <a:lnTo>
                  <a:pt x="1171575" y="0"/>
                </a:lnTo>
                <a:lnTo>
                  <a:pt x="800100" y="0"/>
                </a:lnTo>
                <a:lnTo>
                  <a:pt x="790575" y="0"/>
                </a:lnTo>
                <a:lnTo>
                  <a:pt x="781050" y="0"/>
                </a:lnTo>
                <a:lnTo>
                  <a:pt x="57150" y="0"/>
                </a:lnTo>
                <a:lnTo>
                  <a:pt x="0" y="57150"/>
                </a:lnTo>
                <a:lnTo>
                  <a:pt x="0" y="628650"/>
                </a:lnTo>
                <a:lnTo>
                  <a:pt x="0" y="638175"/>
                </a:lnTo>
                <a:lnTo>
                  <a:pt x="0" y="647700"/>
                </a:lnTo>
                <a:lnTo>
                  <a:pt x="0" y="876300"/>
                </a:lnTo>
                <a:lnTo>
                  <a:pt x="57150" y="933450"/>
                </a:lnTo>
                <a:lnTo>
                  <a:pt x="457200" y="933450"/>
                </a:lnTo>
                <a:lnTo>
                  <a:pt x="514350" y="876300"/>
                </a:lnTo>
                <a:lnTo>
                  <a:pt x="514350" y="771525"/>
                </a:lnTo>
                <a:lnTo>
                  <a:pt x="514350" y="762000"/>
                </a:lnTo>
                <a:lnTo>
                  <a:pt x="523875" y="762000"/>
                </a:lnTo>
                <a:lnTo>
                  <a:pt x="1171575" y="762000"/>
                </a:lnTo>
                <a:lnTo>
                  <a:pt x="1181100" y="752475"/>
                </a:lnTo>
                <a:lnTo>
                  <a:pt x="1181100" y="457200"/>
                </a:lnTo>
                <a:lnTo>
                  <a:pt x="1181100" y="447675"/>
                </a:lnTo>
                <a:lnTo>
                  <a:pt x="1181100" y="438150"/>
                </a:lnTo>
                <a:close/>
              </a:path>
            </a:pathLst>
          </a:custGeom>
          <a:noFill xmlns:a="http://schemas.openxmlformats.org/drawingml/2006/main"/>
          <a:ln xmlns:a="http://schemas.openxmlformats.org/drawingml/2006/main" w="11430">
            <a:solidFill>
              <a:srgbClr val="FFFFFF"/>
            </a:solidFill>
          </a:ln>
        </p:spPr>
      </p:sp>
      <p:sp>
        <p:nvSpPr>
          <p:cNvPr id="57" name="ddca-prefecture-20">
            <a:extLst xmlns:a="http://schemas.openxmlformats.org/drawingml/2006/main">
              <a:ext uri="{FF2B5EF4-FFF2-40B4-BE49-F238E27FC236}">
                <a16:creationId xmlns:a16="http://schemas.microsoft.com/office/drawing/2014/main" id="{03A21CC4-6901-4308-81D9-5B352449A05E}"/>
              </a:ext>
            </a:extLst>
          </p:cNvPr>
          <p:cNvSpPr>
            <a:spLocks xmlns:a="http://schemas.openxmlformats.org/drawingml/2006/main" noGrp="1"/>
          </p:cNvSpPr>
          <p:nvPr/>
        </p:nvSpPr>
        <p:spPr>
          <a:xfrm xmlns:a="http://schemas.openxmlformats.org/drawingml/2006/main">
            <a:off x="3495504" y="4156843"/>
            <a:ext cx="510064" cy="584873"/>
          </a:xfrm>
          <a:custGeom xmlns:a="http://schemas.openxmlformats.org/drawingml/2006/main">
            <a:pathLst>
              <a:path w="2143125" h="2457450">
                <a:moveTo>
                  <a:pt x="1571625" y="447675"/>
                </a:moveTo>
                <a:lnTo>
                  <a:pt x="1123950" y="0"/>
                </a:lnTo>
                <a:lnTo>
                  <a:pt x="257175" y="0"/>
                </a:lnTo>
                <a:lnTo>
                  <a:pt x="247650" y="9525"/>
                </a:lnTo>
                <a:lnTo>
                  <a:pt x="247650" y="704850"/>
                </a:lnTo>
                <a:lnTo>
                  <a:pt x="247650" y="714375"/>
                </a:lnTo>
                <a:lnTo>
                  <a:pt x="238125" y="714375"/>
                </a:lnTo>
                <a:lnTo>
                  <a:pt x="9525" y="714375"/>
                </a:lnTo>
                <a:lnTo>
                  <a:pt x="0" y="723900"/>
                </a:lnTo>
                <a:lnTo>
                  <a:pt x="0" y="2447925"/>
                </a:lnTo>
                <a:lnTo>
                  <a:pt x="9525" y="2457450"/>
                </a:lnTo>
                <a:lnTo>
                  <a:pt x="552450" y="2457450"/>
                </a:lnTo>
                <a:lnTo>
                  <a:pt x="561975" y="2457450"/>
                </a:lnTo>
                <a:lnTo>
                  <a:pt x="571500" y="2457450"/>
                </a:lnTo>
                <a:lnTo>
                  <a:pt x="1343025" y="2457450"/>
                </a:lnTo>
                <a:lnTo>
                  <a:pt x="1352550" y="2447925"/>
                </a:lnTo>
                <a:lnTo>
                  <a:pt x="1352550" y="1876425"/>
                </a:lnTo>
                <a:lnTo>
                  <a:pt x="1409700" y="1819275"/>
                </a:lnTo>
                <a:lnTo>
                  <a:pt x="2133600" y="1819275"/>
                </a:lnTo>
                <a:lnTo>
                  <a:pt x="2143125" y="1809750"/>
                </a:lnTo>
                <a:lnTo>
                  <a:pt x="2143125" y="1485900"/>
                </a:lnTo>
                <a:lnTo>
                  <a:pt x="2133600" y="1476375"/>
                </a:lnTo>
                <a:lnTo>
                  <a:pt x="2114550" y="1476375"/>
                </a:lnTo>
                <a:lnTo>
                  <a:pt x="1466850" y="828675"/>
                </a:lnTo>
                <a:lnTo>
                  <a:pt x="1466850" y="552450"/>
                </a:lnTo>
                <a:close/>
              </a:path>
            </a:pathLst>
          </a:custGeom>
          <a:solidFill xmlns:a="http://schemas.openxmlformats.org/drawingml/2006/main">
            <a:srgbClr val="E3E5E7"/>
          </a:solidFill>
          <a:ln xmlns:a="http://schemas.openxmlformats.org/drawingml/2006/main" w="0">
            <a:noFill/>
          </a:ln>
        </p:spPr>
      </p:sp>
      <p:sp>
        <p:nvSpPr>
          <p:cNvPr id="58" name="ddca-boundary-20">
            <a:extLst xmlns:a="http://schemas.openxmlformats.org/drawingml/2006/main">
              <a:ext uri="{FF2B5EF4-FFF2-40B4-BE49-F238E27FC236}">
                <a16:creationId xmlns:a16="http://schemas.microsoft.com/office/drawing/2014/main" id="{F1BCC021-0E02-407F-9F0D-53992A806867}"/>
              </a:ext>
            </a:extLst>
          </p:cNvPr>
          <p:cNvSpPr>
            <a:spLocks xmlns:a="http://schemas.openxmlformats.org/drawingml/2006/main" noGrp="1"/>
          </p:cNvSpPr>
          <p:nvPr/>
        </p:nvSpPr>
        <p:spPr>
          <a:xfrm xmlns:a="http://schemas.openxmlformats.org/drawingml/2006/main">
            <a:off x="3495504" y="4156843"/>
            <a:ext cx="510064" cy="584873"/>
          </a:xfrm>
          <a:custGeom xmlns:a="http://schemas.openxmlformats.org/drawingml/2006/main">
            <a:pathLst>
              <a:path w="2143125" h="2457450">
                <a:moveTo>
                  <a:pt x="1571625" y="447675"/>
                </a:moveTo>
                <a:lnTo>
                  <a:pt x="1123950" y="0"/>
                </a:lnTo>
                <a:lnTo>
                  <a:pt x="257175" y="0"/>
                </a:lnTo>
                <a:lnTo>
                  <a:pt x="247650" y="9525"/>
                </a:lnTo>
                <a:lnTo>
                  <a:pt x="247650" y="704850"/>
                </a:lnTo>
                <a:lnTo>
                  <a:pt x="247650" y="714375"/>
                </a:lnTo>
                <a:lnTo>
                  <a:pt x="238125" y="714375"/>
                </a:lnTo>
                <a:lnTo>
                  <a:pt x="9525" y="714375"/>
                </a:lnTo>
                <a:lnTo>
                  <a:pt x="0" y="723900"/>
                </a:lnTo>
                <a:lnTo>
                  <a:pt x="0" y="2447925"/>
                </a:lnTo>
                <a:lnTo>
                  <a:pt x="9525" y="2457450"/>
                </a:lnTo>
                <a:lnTo>
                  <a:pt x="552450" y="2457450"/>
                </a:lnTo>
                <a:lnTo>
                  <a:pt x="561975" y="2457450"/>
                </a:lnTo>
                <a:lnTo>
                  <a:pt x="571500" y="2457450"/>
                </a:lnTo>
                <a:lnTo>
                  <a:pt x="1343025" y="2457450"/>
                </a:lnTo>
                <a:lnTo>
                  <a:pt x="1352550" y="2447925"/>
                </a:lnTo>
                <a:lnTo>
                  <a:pt x="1352550" y="1876425"/>
                </a:lnTo>
                <a:lnTo>
                  <a:pt x="1409700" y="1819275"/>
                </a:lnTo>
                <a:lnTo>
                  <a:pt x="2133600" y="1819275"/>
                </a:lnTo>
                <a:lnTo>
                  <a:pt x="2143125" y="1809750"/>
                </a:lnTo>
                <a:lnTo>
                  <a:pt x="2143125" y="1485900"/>
                </a:lnTo>
                <a:lnTo>
                  <a:pt x="2133600" y="1476375"/>
                </a:lnTo>
                <a:lnTo>
                  <a:pt x="2114550" y="1476375"/>
                </a:lnTo>
                <a:lnTo>
                  <a:pt x="1466850" y="828675"/>
                </a:lnTo>
                <a:lnTo>
                  <a:pt x="1466850" y="552450"/>
                </a:lnTo>
                <a:close/>
              </a:path>
            </a:pathLst>
          </a:custGeom>
          <a:noFill xmlns:a="http://schemas.openxmlformats.org/drawingml/2006/main"/>
          <a:ln xmlns:a="http://schemas.openxmlformats.org/drawingml/2006/main" w="11430">
            <a:solidFill>
              <a:srgbClr val="FFFFFF"/>
            </a:solidFill>
          </a:ln>
        </p:spPr>
      </p:sp>
      <p:sp>
        <p:nvSpPr>
          <p:cNvPr id="59" name="ddca-prefecture-21">
            <a:extLst xmlns:a="http://schemas.openxmlformats.org/drawingml/2006/main">
              <a:ext uri="{FF2B5EF4-FFF2-40B4-BE49-F238E27FC236}">
                <a16:creationId xmlns:a16="http://schemas.microsoft.com/office/drawing/2014/main" id="{E566A48D-F375-4BBD-ACF4-B6AA3E1CEDFD}"/>
              </a:ext>
            </a:extLst>
          </p:cNvPr>
          <p:cNvSpPr>
            <a:spLocks xmlns:a="http://schemas.openxmlformats.org/drawingml/2006/main" noGrp="1"/>
          </p:cNvSpPr>
          <p:nvPr/>
        </p:nvSpPr>
        <p:spPr>
          <a:xfrm xmlns:a="http://schemas.openxmlformats.org/drawingml/2006/main">
            <a:off x="3125991" y="4326865"/>
            <a:ext cx="369513" cy="528199"/>
          </a:xfrm>
          <a:custGeom xmlns:a="http://schemas.openxmlformats.org/drawingml/2006/main">
            <a:pathLst>
              <a:path w="1552575" h="2219325">
                <a:moveTo>
                  <a:pt x="1552575" y="9525"/>
                </a:moveTo>
                <a:lnTo>
                  <a:pt x="1543050" y="0"/>
                </a:lnTo>
                <a:lnTo>
                  <a:pt x="342900" y="0"/>
                </a:lnTo>
                <a:lnTo>
                  <a:pt x="333375" y="9525"/>
                </a:lnTo>
                <a:lnTo>
                  <a:pt x="333375" y="161925"/>
                </a:lnTo>
                <a:lnTo>
                  <a:pt x="333375" y="171450"/>
                </a:lnTo>
                <a:lnTo>
                  <a:pt x="333375" y="180975"/>
                </a:lnTo>
                <a:lnTo>
                  <a:pt x="333375" y="704850"/>
                </a:lnTo>
                <a:lnTo>
                  <a:pt x="276225" y="762000"/>
                </a:lnTo>
                <a:lnTo>
                  <a:pt x="9525" y="762000"/>
                </a:lnTo>
                <a:lnTo>
                  <a:pt x="0" y="771525"/>
                </a:lnTo>
                <a:lnTo>
                  <a:pt x="0" y="1438275"/>
                </a:lnTo>
                <a:lnTo>
                  <a:pt x="295275" y="1733550"/>
                </a:lnTo>
                <a:lnTo>
                  <a:pt x="781050" y="2219325"/>
                </a:lnTo>
                <a:lnTo>
                  <a:pt x="1257300" y="1743075"/>
                </a:lnTo>
                <a:lnTo>
                  <a:pt x="1543050" y="1743075"/>
                </a:lnTo>
                <a:lnTo>
                  <a:pt x="1552575" y="1733550"/>
                </a:lnTo>
                <a:close/>
              </a:path>
            </a:pathLst>
          </a:custGeom>
          <a:solidFill xmlns:a="http://schemas.openxmlformats.org/drawingml/2006/main">
            <a:srgbClr val="E3E5E7"/>
          </a:solidFill>
          <a:ln xmlns:a="http://schemas.openxmlformats.org/drawingml/2006/main" w="0">
            <a:noFill/>
          </a:ln>
        </p:spPr>
      </p:sp>
      <p:sp>
        <p:nvSpPr>
          <p:cNvPr id="60" name="ddca-boundary-21">
            <a:extLst xmlns:a="http://schemas.openxmlformats.org/drawingml/2006/main">
              <a:ext uri="{FF2B5EF4-FFF2-40B4-BE49-F238E27FC236}">
                <a16:creationId xmlns:a16="http://schemas.microsoft.com/office/drawing/2014/main" id="{3A387EA0-5DE0-4655-ABFF-42533D193F6C}"/>
              </a:ext>
            </a:extLst>
          </p:cNvPr>
          <p:cNvSpPr>
            <a:spLocks xmlns:a="http://schemas.openxmlformats.org/drawingml/2006/main" noGrp="1"/>
          </p:cNvSpPr>
          <p:nvPr/>
        </p:nvSpPr>
        <p:spPr>
          <a:xfrm xmlns:a="http://schemas.openxmlformats.org/drawingml/2006/main">
            <a:off x="3125991" y="4326865"/>
            <a:ext cx="369513" cy="528199"/>
          </a:xfrm>
          <a:custGeom xmlns:a="http://schemas.openxmlformats.org/drawingml/2006/main">
            <a:pathLst>
              <a:path w="1552575" h="2219325">
                <a:moveTo>
                  <a:pt x="1552575" y="9525"/>
                </a:moveTo>
                <a:lnTo>
                  <a:pt x="1543050" y="0"/>
                </a:lnTo>
                <a:lnTo>
                  <a:pt x="342900" y="0"/>
                </a:lnTo>
                <a:lnTo>
                  <a:pt x="333375" y="9525"/>
                </a:lnTo>
                <a:lnTo>
                  <a:pt x="333375" y="161925"/>
                </a:lnTo>
                <a:lnTo>
                  <a:pt x="333375" y="171450"/>
                </a:lnTo>
                <a:lnTo>
                  <a:pt x="333375" y="180975"/>
                </a:lnTo>
                <a:lnTo>
                  <a:pt x="333375" y="704850"/>
                </a:lnTo>
                <a:lnTo>
                  <a:pt x="276225" y="762000"/>
                </a:lnTo>
                <a:lnTo>
                  <a:pt x="9525" y="762000"/>
                </a:lnTo>
                <a:lnTo>
                  <a:pt x="0" y="771525"/>
                </a:lnTo>
                <a:lnTo>
                  <a:pt x="0" y="1438275"/>
                </a:lnTo>
                <a:lnTo>
                  <a:pt x="295275" y="1733550"/>
                </a:lnTo>
                <a:lnTo>
                  <a:pt x="781050" y="2219325"/>
                </a:lnTo>
                <a:lnTo>
                  <a:pt x="1257300" y="1743075"/>
                </a:lnTo>
                <a:lnTo>
                  <a:pt x="1543050" y="1743075"/>
                </a:lnTo>
                <a:lnTo>
                  <a:pt x="1552575" y="1733550"/>
                </a:lnTo>
                <a:close/>
              </a:path>
            </a:pathLst>
          </a:custGeom>
          <a:noFill xmlns:a="http://schemas.openxmlformats.org/drawingml/2006/main"/>
          <a:ln xmlns:a="http://schemas.openxmlformats.org/drawingml/2006/main" w="11430">
            <a:solidFill>
              <a:srgbClr val="FFFFFF"/>
            </a:solidFill>
          </a:ln>
        </p:spPr>
      </p:sp>
      <p:sp>
        <p:nvSpPr>
          <p:cNvPr id="61" name="ddca-prefecture-22">
            <a:extLst xmlns:a="http://schemas.openxmlformats.org/drawingml/2006/main">
              <a:ext uri="{FF2B5EF4-FFF2-40B4-BE49-F238E27FC236}">
                <a16:creationId xmlns:a16="http://schemas.microsoft.com/office/drawing/2014/main" id="{48CBE875-90B0-4601-B176-BDACEB455FD6}"/>
              </a:ext>
            </a:extLst>
          </p:cNvPr>
          <p:cNvSpPr>
            <a:spLocks xmlns:a="http://schemas.openxmlformats.org/drawingml/2006/main" noGrp="1"/>
          </p:cNvSpPr>
          <p:nvPr/>
        </p:nvSpPr>
        <p:spPr>
          <a:xfrm xmlns:a="http://schemas.openxmlformats.org/drawingml/2006/main">
            <a:off x="3629254" y="4741716"/>
            <a:ext cx="539534" cy="410318"/>
          </a:xfrm>
          <a:custGeom xmlns:a="http://schemas.openxmlformats.org/drawingml/2006/main">
            <a:pathLst>
              <a:path w="2266950" h="1724025">
                <a:moveTo>
                  <a:pt x="790575" y="9525"/>
                </a:moveTo>
                <a:lnTo>
                  <a:pt x="781050" y="0"/>
                </a:lnTo>
                <a:lnTo>
                  <a:pt x="9525" y="0"/>
                </a:lnTo>
                <a:lnTo>
                  <a:pt x="0" y="9525"/>
                </a:lnTo>
                <a:lnTo>
                  <a:pt x="0" y="1200150"/>
                </a:lnTo>
                <a:lnTo>
                  <a:pt x="9525" y="1209675"/>
                </a:lnTo>
                <a:lnTo>
                  <a:pt x="752475" y="1209675"/>
                </a:lnTo>
                <a:lnTo>
                  <a:pt x="1219200" y="742950"/>
                </a:lnTo>
                <a:lnTo>
                  <a:pt x="1504950" y="742950"/>
                </a:lnTo>
                <a:lnTo>
                  <a:pt x="1514475" y="742950"/>
                </a:lnTo>
                <a:lnTo>
                  <a:pt x="1514475" y="752475"/>
                </a:lnTo>
                <a:lnTo>
                  <a:pt x="1514475" y="1657350"/>
                </a:lnTo>
                <a:lnTo>
                  <a:pt x="1581150" y="1724025"/>
                </a:lnTo>
                <a:lnTo>
                  <a:pt x="1885950" y="1724025"/>
                </a:lnTo>
                <a:lnTo>
                  <a:pt x="2266950" y="1343025"/>
                </a:lnTo>
                <a:lnTo>
                  <a:pt x="2266950" y="695325"/>
                </a:lnTo>
                <a:lnTo>
                  <a:pt x="2257425" y="685800"/>
                </a:lnTo>
                <a:lnTo>
                  <a:pt x="2028825" y="685800"/>
                </a:lnTo>
                <a:lnTo>
                  <a:pt x="1971675" y="628650"/>
                </a:lnTo>
                <a:lnTo>
                  <a:pt x="1971675" y="133350"/>
                </a:lnTo>
                <a:lnTo>
                  <a:pt x="1962150" y="123825"/>
                </a:lnTo>
                <a:lnTo>
                  <a:pt x="1314450" y="123825"/>
                </a:lnTo>
                <a:lnTo>
                  <a:pt x="1304925" y="133350"/>
                </a:lnTo>
                <a:lnTo>
                  <a:pt x="1304925" y="238125"/>
                </a:lnTo>
                <a:lnTo>
                  <a:pt x="1247775" y="295275"/>
                </a:lnTo>
                <a:lnTo>
                  <a:pt x="847725" y="295275"/>
                </a:lnTo>
                <a:lnTo>
                  <a:pt x="790575" y="238125"/>
                </a:lnTo>
                <a:close/>
              </a:path>
            </a:pathLst>
          </a:custGeom>
          <a:solidFill xmlns:a="http://schemas.openxmlformats.org/drawingml/2006/main">
            <a:srgbClr val="E3E5E7"/>
          </a:solidFill>
          <a:ln xmlns:a="http://schemas.openxmlformats.org/drawingml/2006/main" w="0">
            <a:noFill/>
          </a:ln>
        </p:spPr>
      </p:sp>
      <p:sp>
        <p:nvSpPr>
          <p:cNvPr id="62" name="ddca-boundary-22">
            <a:extLst xmlns:a="http://schemas.openxmlformats.org/drawingml/2006/main">
              <a:ext uri="{FF2B5EF4-FFF2-40B4-BE49-F238E27FC236}">
                <a16:creationId xmlns:a16="http://schemas.microsoft.com/office/drawing/2014/main" id="{0DE42F1A-89C3-47D8-BA2F-9E298700A44C}"/>
              </a:ext>
            </a:extLst>
          </p:cNvPr>
          <p:cNvSpPr>
            <a:spLocks xmlns:a="http://schemas.openxmlformats.org/drawingml/2006/main" noGrp="1"/>
          </p:cNvSpPr>
          <p:nvPr/>
        </p:nvSpPr>
        <p:spPr>
          <a:xfrm xmlns:a="http://schemas.openxmlformats.org/drawingml/2006/main">
            <a:off x="3629254" y="4741716"/>
            <a:ext cx="539534" cy="410318"/>
          </a:xfrm>
          <a:custGeom xmlns:a="http://schemas.openxmlformats.org/drawingml/2006/main">
            <a:pathLst>
              <a:path w="2266950" h="1724025">
                <a:moveTo>
                  <a:pt x="790575" y="9525"/>
                </a:moveTo>
                <a:lnTo>
                  <a:pt x="781050" y="0"/>
                </a:lnTo>
                <a:lnTo>
                  <a:pt x="9525" y="0"/>
                </a:lnTo>
                <a:lnTo>
                  <a:pt x="0" y="9525"/>
                </a:lnTo>
                <a:lnTo>
                  <a:pt x="0" y="1200150"/>
                </a:lnTo>
                <a:lnTo>
                  <a:pt x="9525" y="1209675"/>
                </a:lnTo>
                <a:lnTo>
                  <a:pt x="752475" y="1209675"/>
                </a:lnTo>
                <a:lnTo>
                  <a:pt x="1219200" y="742950"/>
                </a:lnTo>
                <a:lnTo>
                  <a:pt x="1504950" y="742950"/>
                </a:lnTo>
                <a:lnTo>
                  <a:pt x="1514475" y="742950"/>
                </a:lnTo>
                <a:lnTo>
                  <a:pt x="1514475" y="752475"/>
                </a:lnTo>
                <a:lnTo>
                  <a:pt x="1514475" y="1657350"/>
                </a:lnTo>
                <a:lnTo>
                  <a:pt x="1581150" y="1724025"/>
                </a:lnTo>
                <a:lnTo>
                  <a:pt x="1885950" y="1724025"/>
                </a:lnTo>
                <a:lnTo>
                  <a:pt x="2266950" y="1343025"/>
                </a:lnTo>
                <a:lnTo>
                  <a:pt x="2266950" y="695325"/>
                </a:lnTo>
                <a:lnTo>
                  <a:pt x="2257425" y="685800"/>
                </a:lnTo>
                <a:lnTo>
                  <a:pt x="2028825" y="685800"/>
                </a:lnTo>
                <a:lnTo>
                  <a:pt x="1971675" y="628650"/>
                </a:lnTo>
                <a:lnTo>
                  <a:pt x="1971675" y="133350"/>
                </a:lnTo>
                <a:lnTo>
                  <a:pt x="1962150" y="123825"/>
                </a:lnTo>
                <a:lnTo>
                  <a:pt x="1314450" y="123825"/>
                </a:lnTo>
                <a:lnTo>
                  <a:pt x="1304925" y="133350"/>
                </a:lnTo>
                <a:lnTo>
                  <a:pt x="1304925" y="238125"/>
                </a:lnTo>
                <a:lnTo>
                  <a:pt x="1247775" y="295275"/>
                </a:lnTo>
                <a:lnTo>
                  <a:pt x="847725" y="295275"/>
                </a:lnTo>
                <a:lnTo>
                  <a:pt x="790575" y="238125"/>
                </a:lnTo>
                <a:close/>
              </a:path>
            </a:pathLst>
          </a:custGeom>
          <a:noFill xmlns:a="http://schemas.openxmlformats.org/drawingml/2006/main"/>
          <a:ln xmlns:a="http://schemas.openxmlformats.org/drawingml/2006/main" w="11430">
            <a:solidFill>
              <a:srgbClr val="FFFFFF"/>
            </a:solidFill>
          </a:ln>
        </p:spPr>
      </p:sp>
      <p:sp>
        <p:nvSpPr>
          <p:cNvPr id="63" name="ddca-prefecture-23">
            <a:extLst xmlns:a="http://schemas.openxmlformats.org/drawingml/2006/main">
              <a:ext uri="{FF2B5EF4-FFF2-40B4-BE49-F238E27FC236}">
                <a16:creationId xmlns:a16="http://schemas.microsoft.com/office/drawing/2014/main" id="{48BBBB45-C52C-497B-8954-706EE39F346B}"/>
              </a:ext>
            </a:extLst>
          </p:cNvPr>
          <p:cNvSpPr>
            <a:spLocks xmlns:a="http://schemas.openxmlformats.org/drawingml/2006/main" noGrp="1"/>
          </p:cNvSpPr>
          <p:nvPr/>
        </p:nvSpPr>
        <p:spPr>
          <a:xfrm xmlns:a="http://schemas.openxmlformats.org/drawingml/2006/main">
            <a:off x="3311881" y="4741716"/>
            <a:ext cx="317373" cy="287903"/>
          </a:xfrm>
          <a:custGeom xmlns:a="http://schemas.openxmlformats.org/drawingml/2006/main">
            <a:pathLst>
              <a:path w="1333500" h="1209675">
                <a:moveTo>
                  <a:pt x="0" y="476250"/>
                </a:moveTo>
                <a:lnTo>
                  <a:pt x="180975" y="657225"/>
                </a:lnTo>
                <a:lnTo>
                  <a:pt x="180975" y="704850"/>
                </a:lnTo>
                <a:lnTo>
                  <a:pt x="190500" y="714375"/>
                </a:lnTo>
                <a:lnTo>
                  <a:pt x="466725" y="714375"/>
                </a:lnTo>
                <a:lnTo>
                  <a:pt x="476250" y="714375"/>
                </a:lnTo>
                <a:lnTo>
                  <a:pt x="476250" y="723900"/>
                </a:lnTo>
                <a:lnTo>
                  <a:pt x="476250" y="1200150"/>
                </a:lnTo>
                <a:lnTo>
                  <a:pt x="485775" y="1209675"/>
                </a:lnTo>
                <a:lnTo>
                  <a:pt x="1323975" y="1209675"/>
                </a:lnTo>
                <a:lnTo>
                  <a:pt x="1333500" y="1200150"/>
                </a:lnTo>
                <a:lnTo>
                  <a:pt x="1333500" y="9525"/>
                </a:lnTo>
                <a:lnTo>
                  <a:pt x="1323975" y="0"/>
                </a:lnTo>
                <a:lnTo>
                  <a:pt x="781050" y="0"/>
                </a:lnTo>
                <a:lnTo>
                  <a:pt x="771525" y="0"/>
                </a:lnTo>
                <a:lnTo>
                  <a:pt x="762000" y="0"/>
                </a:lnTo>
                <a:lnTo>
                  <a:pt x="476250" y="0"/>
                </a:lnTo>
                <a:close/>
              </a:path>
            </a:pathLst>
          </a:custGeom>
          <a:solidFill xmlns:a="http://schemas.openxmlformats.org/drawingml/2006/main">
            <a:srgbClr val="1572C3"/>
          </a:solidFill>
          <a:ln xmlns:a="http://schemas.openxmlformats.org/drawingml/2006/main" w="0">
            <a:noFill/>
          </a:ln>
        </p:spPr>
      </p:sp>
      <p:sp>
        <p:nvSpPr>
          <p:cNvPr id="64" name="ddca-boundary-23">
            <a:extLst xmlns:a="http://schemas.openxmlformats.org/drawingml/2006/main">
              <a:ext uri="{FF2B5EF4-FFF2-40B4-BE49-F238E27FC236}">
                <a16:creationId xmlns:a16="http://schemas.microsoft.com/office/drawing/2014/main" id="{12B20FC6-5C54-45BA-97FB-F6EAB2A8988B}"/>
              </a:ext>
            </a:extLst>
          </p:cNvPr>
          <p:cNvSpPr>
            <a:spLocks xmlns:a="http://schemas.openxmlformats.org/drawingml/2006/main" noGrp="1"/>
          </p:cNvSpPr>
          <p:nvPr/>
        </p:nvSpPr>
        <p:spPr>
          <a:xfrm xmlns:a="http://schemas.openxmlformats.org/drawingml/2006/main">
            <a:off x="3311881" y="4741716"/>
            <a:ext cx="317373" cy="287903"/>
          </a:xfrm>
          <a:custGeom xmlns:a="http://schemas.openxmlformats.org/drawingml/2006/main">
            <a:pathLst>
              <a:path w="1333500" h="1209675">
                <a:moveTo>
                  <a:pt x="0" y="476250"/>
                </a:moveTo>
                <a:lnTo>
                  <a:pt x="180975" y="657225"/>
                </a:lnTo>
                <a:lnTo>
                  <a:pt x="180975" y="704850"/>
                </a:lnTo>
                <a:lnTo>
                  <a:pt x="190500" y="714375"/>
                </a:lnTo>
                <a:lnTo>
                  <a:pt x="466725" y="714375"/>
                </a:lnTo>
                <a:lnTo>
                  <a:pt x="476250" y="714375"/>
                </a:lnTo>
                <a:lnTo>
                  <a:pt x="476250" y="723900"/>
                </a:lnTo>
                <a:lnTo>
                  <a:pt x="476250" y="1200150"/>
                </a:lnTo>
                <a:lnTo>
                  <a:pt x="485775" y="1209675"/>
                </a:lnTo>
                <a:lnTo>
                  <a:pt x="1323975" y="1209675"/>
                </a:lnTo>
                <a:lnTo>
                  <a:pt x="1333500" y="1200150"/>
                </a:lnTo>
                <a:lnTo>
                  <a:pt x="1333500" y="9525"/>
                </a:lnTo>
                <a:lnTo>
                  <a:pt x="1323975" y="0"/>
                </a:lnTo>
                <a:lnTo>
                  <a:pt x="781050" y="0"/>
                </a:lnTo>
                <a:lnTo>
                  <a:pt x="771525" y="0"/>
                </a:lnTo>
                <a:lnTo>
                  <a:pt x="762000" y="0"/>
                </a:lnTo>
                <a:lnTo>
                  <a:pt x="476250" y="0"/>
                </a:lnTo>
                <a:close/>
              </a:path>
            </a:pathLst>
          </a:custGeom>
          <a:noFill xmlns:a="http://schemas.openxmlformats.org/drawingml/2006/main"/>
          <a:ln xmlns:a="http://schemas.openxmlformats.org/drawingml/2006/main" w="11430">
            <a:solidFill>
              <a:srgbClr val="FFFFFF"/>
            </a:solidFill>
          </a:ln>
        </p:spPr>
      </p:sp>
      <p:sp>
        <p:nvSpPr>
          <p:cNvPr id="65" name="ddca-prefecture-24">
            <a:extLst xmlns:a="http://schemas.openxmlformats.org/drawingml/2006/main">
              <a:ext uri="{FF2B5EF4-FFF2-40B4-BE49-F238E27FC236}">
                <a16:creationId xmlns:a16="http://schemas.microsoft.com/office/drawing/2014/main" id="{7EEA6CE7-A33A-4135-9A3F-5E86CC97D06C}"/>
              </a:ext>
            </a:extLst>
          </p:cNvPr>
          <p:cNvSpPr>
            <a:spLocks xmlns:a="http://schemas.openxmlformats.org/drawingml/2006/main" noGrp="1"/>
          </p:cNvSpPr>
          <p:nvPr/>
        </p:nvSpPr>
        <p:spPr>
          <a:xfrm xmlns:a="http://schemas.openxmlformats.org/drawingml/2006/main">
            <a:off x="3069317" y="4739450"/>
            <a:ext cx="317373" cy="618877"/>
          </a:xfrm>
          <a:custGeom xmlns:a="http://schemas.openxmlformats.org/drawingml/2006/main">
            <a:pathLst>
              <a:path w="1333500" h="2600325">
                <a:moveTo>
                  <a:pt x="1019175" y="485775"/>
                </a:moveTo>
                <a:lnTo>
                  <a:pt x="533400" y="0"/>
                </a:lnTo>
                <a:lnTo>
                  <a:pt x="76200" y="457200"/>
                </a:lnTo>
                <a:lnTo>
                  <a:pt x="76200" y="466725"/>
                </a:lnTo>
                <a:lnTo>
                  <a:pt x="76200" y="571500"/>
                </a:lnTo>
                <a:lnTo>
                  <a:pt x="85725" y="581025"/>
                </a:lnTo>
                <a:lnTo>
                  <a:pt x="152400" y="581025"/>
                </a:lnTo>
                <a:lnTo>
                  <a:pt x="285750" y="714375"/>
                </a:lnTo>
                <a:lnTo>
                  <a:pt x="285750" y="1981200"/>
                </a:lnTo>
                <a:lnTo>
                  <a:pt x="0" y="2266950"/>
                </a:lnTo>
                <a:lnTo>
                  <a:pt x="333375" y="2600325"/>
                </a:lnTo>
                <a:lnTo>
                  <a:pt x="742950" y="2190750"/>
                </a:lnTo>
                <a:lnTo>
                  <a:pt x="1323975" y="2190750"/>
                </a:lnTo>
                <a:lnTo>
                  <a:pt x="1333500" y="2181225"/>
                </a:lnTo>
                <a:lnTo>
                  <a:pt x="1333500" y="1752600"/>
                </a:lnTo>
                <a:lnTo>
                  <a:pt x="971550" y="1390650"/>
                </a:lnTo>
                <a:lnTo>
                  <a:pt x="971550" y="781050"/>
                </a:lnTo>
                <a:lnTo>
                  <a:pt x="1028700" y="723900"/>
                </a:lnTo>
                <a:lnTo>
                  <a:pt x="1190625" y="723900"/>
                </a:lnTo>
                <a:lnTo>
                  <a:pt x="1200150" y="714375"/>
                </a:lnTo>
                <a:lnTo>
                  <a:pt x="1200150" y="666750"/>
                </a:lnTo>
                <a:close/>
              </a:path>
            </a:pathLst>
          </a:custGeom>
          <a:solidFill xmlns:a="http://schemas.openxmlformats.org/drawingml/2006/main">
            <a:srgbClr val="1572C3"/>
          </a:solidFill>
          <a:ln xmlns:a="http://schemas.openxmlformats.org/drawingml/2006/main" w="0">
            <a:noFill/>
          </a:ln>
        </p:spPr>
      </p:sp>
      <p:sp>
        <p:nvSpPr>
          <p:cNvPr id="66" name="ddca-boundary-24">
            <a:extLst xmlns:a="http://schemas.openxmlformats.org/drawingml/2006/main">
              <a:ext uri="{FF2B5EF4-FFF2-40B4-BE49-F238E27FC236}">
                <a16:creationId xmlns:a16="http://schemas.microsoft.com/office/drawing/2014/main" id="{69E25437-1A27-41E1-9436-2DD612B531C9}"/>
              </a:ext>
            </a:extLst>
          </p:cNvPr>
          <p:cNvSpPr>
            <a:spLocks xmlns:a="http://schemas.openxmlformats.org/drawingml/2006/main" noGrp="1"/>
          </p:cNvSpPr>
          <p:nvPr/>
        </p:nvSpPr>
        <p:spPr>
          <a:xfrm xmlns:a="http://schemas.openxmlformats.org/drawingml/2006/main">
            <a:off x="3069317" y="4739450"/>
            <a:ext cx="317373" cy="618877"/>
          </a:xfrm>
          <a:custGeom xmlns:a="http://schemas.openxmlformats.org/drawingml/2006/main">
            <a:pathLst>
              <a:path w="1333500" h="2600325">
                <a:moveTo>
                  <a:pt x="1019175" y="485775"/>
                </a:moveTo>
                <a:lnTo>
                  <a:pt x="533400" y="0"/>
                </a:lnTo>
                <a:lnTo>
                  <a:pt x="76200" y="457200"/>
                </a:lnTo>
                <a:lnTo>
                  <a:pt x="76200" y="466725"/>
                </a:lnTo>
                <a:lnTo>
                  <a:pt x="76200" y="571500"/>
                </a:lnTo>
                <a:lnTo>
                  <a:pt x="85725" y="581025"/>
                </a:lnTo>
                <a:lnTo>
                  <a:pt x="152400" y="581025"/>
                </a:lnTo>
                <a:lnTo>
                  <a:pt x="285750" y="714375"/>
                </a:lnTo>
                <a:lnTo>
                  <a:pt x="285750" y="1981200"/>
                </a:lnTo>
                <a:lnTo>
                  <a:pt x="0" y="2266950"/>
                </a:lnTo>
                <a:lnTo>
                  <a:pt x="333375" y="2600325"/>
                </a:lnTo>
                <a:lnTo>
                  <a:pt x="742950" y="2190750"/>
                </a:lnTo>
                <a:lnTo>
                  <a:pt x="1323975" y="2190750"/>
                </a:lnTo>
                <a:lnTo>
                  <a:pt x="1333500" y="2181225"/>
                </a:lnTo>
                <a:lnTo>
                  <a:pt x="1333500" y="1752600"/>
                </a:lnTo>
                <a:lnTo>
                  <a:pt x="971550" y="1390650"/>
                </a:lnTo>
                <a:lnTo>
                  <a:pt x="971550" y="781050"/>
                </a:lnTo>
                <a:lnTo>
                  <a:pt x="1028700" y="723900"/>
                </a:lnTo>
                <a:lnTo>
                  <a:pt x="1190625" y="723900"/>
                </a:lnTo>
                <a:lnTo>
                  <a:pt x="1200150" y="714375"/>
                </a:lnTo>
                <a:lnTo>
                  <a:pt x="1200150" y="666750"/>
                </a:lnTo>
                <a:close/>
              </a:path>
            </a:pathLst>
          </a:custGeom>
          <a:noFill xmlns:a="http://schemas.openxmlformats.org/drawingml/2006/main"/>
          <a:ln xmlns:a="http://schemas.openxmlformats.org/drawingml/2006/main" w="11430">
            <a:solidFill>
              <a:srgbClr val="FFFFFF"/>
            </a:solidFill>
          </a:ln>
        </p:spPr>
      </p:sp>
      <p:sp>
        <p:nvSpPr>
          <p:cNvPr id="67" name="ddca-prefecture-25">
            <a:extLst xmlns:a="http://schemas.openxmlformats.org/drawingml/2006/main">
              <a:ext uri="{FF2B5EF4-FFF2-40B4-BE49-F238E27FC236}">
                <a16:creationId xmlns:a16="http://schemas.microsoft.com/office/drawing/2014/main" id="{0142DC8E-7F52-4E07-B0C6-7B9FBCF491A7}"/>
              </a:ext>
            </a:extLst>
          </p:cNvPr>
          <p:cNvSpPr>
            <a:spLocks xmlns:a="http://schemas.openxmlformats.org/drawingml/2006/main" noGrp="1"/>
          </p:cNvSpPr>
          <p:nvPr/>
        </p:nvSpPr>
        <p:spPr>
          <a:xfrm xmlns:a="http://schemas.openxmlformats.org/drawingml/2006/main">
            <a:off x="2865291" y="4508221"/>
            <a:ext cx="330975" cy="340042"/>
          </a:xfrm>
          <a:custGeom xmlns:a="http://schemas.openxmlformats.org/drawingml/2006/main">
            <a:pathLst>
              <a:path w="1390650" h="1428750">
                <a:moveTo>
                  <a:pt x="1095375" y="9525"/>
                </a:moveTo>
                <a:lnTo>
                  <a:pt x="1085850" y="0"/>
                </a:lnTo>
                <a:lnTo>
                  <a:pt x="533400" y="0"/>
                </a:lnTo>
                <a:lnTo>
                  <a:pt x="0" y="533400"/>
                </a:lnTo>
                <a:lnTo>
                  <a:pt x="895350" y="1428750"/>
                </a:lnTo>
                <a:lnTo>
                  <a:pt x="923925" y="1428750"/>
                </a:lnTo>
                <a:lnTo>
                  <a:pt x="933450" y="1428750"/>
                </a:lnTo>
                <a:lnTo>
                  <a:pt x="1390650" y="971550"/>
                </a:lnTo>
                <a:lnTo>
                  <a:pt x="1095375" y="676275"/>
                </a:lnTo>
                <a:close/>
              </a:path>
            </a:pathLst>
          </a:custGeom>
          <a:solidFill xmlns:a="http://schemas.openxmlformats.org/drawingml/2006/main">
            <a:srgbClr val="E3E5E7"/>
          </a:solidFill>
          <a:ln xmlns:a="http://schemas.openxmlformats.org/drawingml/2006/main" w="0">
            <a:noFill/>
          </a:ln>
        </p:spPr>
      </p:sp>
      <p:sp>
        <p:nvSpPr>
          <p:cNvPr id="68" name="ddca-boundary-25">
            <a:extLst xmlns:a="http://schemas.openxmlformats.org/drawingml/2006/main">
              <a:ext uri="{FF2B5EF4-FFF2-40B4-BE49-F238E27FC236}">
                <a16:creationId xmlns:a16="http://schemas.microsoft.com/office/drawing/2014/main" id="{FD5F0163-07CB-4652-B42F-994947611718}"/>
              </a:ext>
            </a:extLst>
          </p:cNvPr>
          <p:cNvSpPr>
            <a:spLocks xmlns:a="http://schemas.openxmlformats.org/drawingml/2006/main" noGrp="1"/>
          </p:cNvSpPr>
          <p:nvPr/>
        </p:nvSpPr>
        <p:spPr>
          <a:xfrm xmlns:a="http://schemas.openxmlformats.org/drawingml/2006/main">
            <a:off x="2865291" y="4508221"/>
            <a:ext cx="330975" cy="340042"/>
          </a:xfrm>
          <a:custGeom xmlns:a="http://schemas.openxmlformats.org/drawingml/2006/main">
            <a:pathLst>
              <a:path w="1390650" h="1428750">
                <a:moveTo>
                  <a:pt x="1095375" y="9525"/>
                </a:moveTo>
                <a:lnTo>
                  <a:pt x="1085850" y="0"/>
                </a:lnTo>
                <a:lnTo>
                  <a:pt x="533400" y="0"/>
                </a:lnTo>
                <a:lnTo>
                  <a:pt x="0" y="533400"/>
                </a:lnTo>
                <a:lnTo>
                  <a:pt x="895350" y="1428750"/>
                </a:lnTo>
                <a:lnTo>
                  <a:pt x="923925" y="1428750"/>
                </a:lnTo>
                <a:lnTo>
                  <a:pt x="933450" y="1428750"/>
                </a:lnTo>
                <a:lnTo>
                  <a:pt x="1390650" y="971550"/>
                </a:lnTo>
                <a:lnTo>
                  <a:pt x="1095375" y="676275"/>
                </a:lnTo>
                <a:close/>
              </a:path>
            </a:pathLst>
          </a:custGeom>
          <a:noFill xmlns:a="http://schemas.openxmlformats.org/drawingml/2006/main"/>
          <a:ln xmlns:a="http://schemas.openxmlformats.org/drawingml/2006/main" w="11430">
            <a:solidFill>
              <a:srgbClr val="FFFFFF"/>
            </a:solidFill>
          </a:ln>
        </p:spPr>
      </p:sp>
      <p:sp>
        <p:nvSpPr>
          <p:cNvPr id="69" name="ddca-prefecture-26">
            <a:extLst xmlns:a="http://schemas.openxmlformats.org/drawingml/2006/main">
              <a:ext uri="{FF2B5EF4-FFF2-40B4-BE49-F238E27FC236}">
                <a16:creationId xmlns:a16="http://schemas.microsoft.com/office/drawing/2014/main" id="{665EFAF9-2127-4891-9B28-F7D67BB99916}"/>
              </a:ext>
            </a:extLst>
          </p:cNvPr>
          <p:cNvSpPr>
            <a:spLocks xmlns:a="http://schemas.openxmlformats.org/drawingml/2006/main" noGrp="1"/>
          </p:cNvSpPr>
          <p:nvPr/>
        </p:nvSpPr>
        <p:spPr>
          <a:xfrm xmlns:a="http://schemas.openxmlformats.org/drawingml/2006/main">
            <a:off x="2640863" y="4530890"/>
            <a:ext cx="446589" cy="346843"/>
          </a:xfrm>
          <a:custGeom xmlns:a="http://schemas.openxmlformats.org/drawingml/2006/main">
            <a:pathLst>
              <a:path w="1876425" h="1457325">
                <a:moveTo>
                  <a:pt x="609600" y="314325"/>
                </a:moveTo>
                <a:lnTo>
                  <a:pt x="295275" y="0"/>
                </a:lnTo>
                <a:lnTo>
                  <a:pt x="9525" y="0"/>
                </a:lnTo>
                <a:lnTo>
                  <a:pt x="0" y="9525"/>
                </a:lnTo>
                <a:lnTo>
                  <a:pt x="0" y="514350"/>
                </a:lnTo>
                <a:lnTo>
                  <a:pt x="571500" y="1085850"/>
                </a:lnTo>
                <a:lnTo>
                  <a:pt x="581025" y="1085850"/>
                </a:lnTo>
                <a:lnTo>
                  <a:pt x="1009650" y="1085850"/>
                </a:lnTo>
                <a:lnTo>
                  <a:pt x="1381125" y="1457325"/>
                </a:lnTo>
                <a:lnTo>
                  <a:pt x="1390650" y="1457325"/>
                </a:lnTo>
                <a:lnTo>
                  <a:pt x="1866900" y="1457325"/>
                </a:lnTo>
                <a:lnTo>
                  <a:pt x="1876425" y="1447800"/>
                </a:lnTo>
                <a:lnTo>
                  <a:pt x="1876425" y="1343025"/>
                </a:lnTo>
                <a:lnTo>
                  <a:pt x="1866900" y="1333500"/>
                </a:lnTo>
                <a:lnTo>
                  <a:pt x="1838325" y="1333500"/>
                </a:lnTo>
                <a:lnTo>
                  <a:pt x="942975" y="438150"/>
                </a:lnTo>
                <a:lnTo>
                  <a:pt x="733425" y="438150"/>
                </a:lnTo>
                <a:close/>
              </a:path>
            </a:pathLst>
          </a:custGeom>
          <a:solidFill xmlns:a="http://schemas.openxmlformats.org/drawingml/2006/main">
            <a:srgbClr val="D55E00"/>
          </a:solidFill>
          <a:ln xmlns:a="http://schemas.openxmlformats.org/drawingml/2006/main" w="0">
            <a:noFill/>
          </a:ln>
        </p:spPr>
      </p:sp>
      <p:sp>
        <p:nvSpPr>
          <p:cNvPr id="70" name="ddca-boundary-26">
            <a:extLst xmlns:a="http://schemas.openxmlformats.org/drawingml/2006/main">
              <a:ext uri="{FF2B5EF4-FFF2-40B4-BE49-F238E27FC236}">
                <a16:creationId xmlns:a16="http://schemas.microsoft.com/office/drawing/2014/main" id="{44270217-9A39-4B40-8B7E-1ACEB026907C}"/>
              </a:ext>
            </a:extLst>
          </p:cNvPr>
          <p:cNvSpPr>
            <a:spLocks xmlns:a="http://schemas.openxmlformats.org/drawingml/2006/main" noGrp="1"/>
          </p:cNvSpPr>
          <p:nvPr/>
        </p:nvSpPr>
        <p:spPr>
          <a:xfrm xmlns:a="http://schemas.openxmlformats.org/drawingml/2006/main">
            <a:off x="2640863" y="4530890"/>
            <a:ext cx="446589" cy="346843"/>
          </a:xfrm>
          <a:custGeom xmlns:a="http://schemas.openxmlformats.org/drawingml/2006/main">
            <a:pathLst>
              <a:path w="1876425" h="1457325">
                <a:moveTo>
                  <a:pt x="609600" y="314325"/>
                </a:moveTo>
                <a:lnTo>
                  <a:pt x="295275" y="0"/>
                </a:lnTo>
                <a:lnTo>
                  <a:pt x="9525" y="0"/>
                </a:lnTo>
                <a:lnTo>
                  <a:pt x="0" y="9525"/>
                </a:lnTo>
                <a:lnTo>
                  <a:pt x="0" y="514350"/>
                </a:lnTo>
                <a:lnTo>
                  <a:pt x="571500" y="1085850"/>
                </a:lnTo>
                <a:lnTo>
                  <a:pt x="581025" y="1085850"/>
                </a:lnTo>
                <a:lnTo>
                  <a:pt x="1009650" y="1085850"/>
                </a:lnTo>
                <a:lnTo>
                  <a:pt x="1381125" y="1457325"/>
                </a:lnTo>
                <a:lnTo>
                  <a:pt x="1390650" y="1457325"/>
                </a:lnTo>
                <a:lnTo>
                  <a:pt x="1866900" y="1457325"/>
                </a:lnTo>
                <a:lnTo>
                  <a:pt x="1876425" y="1447800"/>
                </a:lnTo>
                <a:lnTo>
                  <a:pt x="1876425" y="1343025"/>
                </a:lnTo>
                <a:lnTo>
                  <a:pt x="1866900" y="1333500"/>
                </a:lnTo>
                <a:lnTo>
                  <a:pt x="1838325" y="1333500"/>
                </a:lnTo>
                <a:lnTo>
                  <a:pt x="942975" y="438150"/>
                </a:lnTo>
                <a:lnTo>
                  <a:pt x="733425" y="438150"/>
                </a:lnTo>
                <a:close/>
              </a:path>
            </a:pathLst>
          </a:custGeom>
          <a:noFill xmlns:a="http://schemas.openxmlformats.org/drawingml/2006/main"/>
          <a:ln xmlns:a="http://schemas.openxmlformats.org/drawingml/2006/main" w="11430">
            <a:solidFill>
              <a:srgbClr val="FFFFFF"/>
            </a:solidFill>
          </a:ln>
        </p:spPr>
      </p:sp>
      <p:sp>
        <p:nvSpPr>
          <p:cNvPr id="71" name="ddca-prefecture-27">
            <a:extLst xmlns:a="http://schemas.openxmlformats.org/drawingml/2006/main">
              <a:ext uri="{FF2B5EF4-FFF2-40B4-BE49-F238E27FC236}">
                <a16:creationId xmlns:a16="http://schemas.microsoft.com/office/drawing/2014/main" id="{ABF440CF-80CA-4860-97AD-3200817C1E85}"/>
              </a:ext>
            </a:extLst>
          </p:cNvPr>
          <p:cNvSpPr>
            <a:spLocks xmlns:a="http://schemas.openxmlformats.org/drawingml/2006/main" noGrp="1"/>
          </p:cNvSpPr>
          <p:nvPr/>
        </p:nvSpPr>
        <p:spPr>
          <a:xfrm xmlns:a="http://schemas.openxmlformats.org/drawingml/2006/main">
            <a:off x="2776880" y="4789322"/>
            <a:ext cx="192691" cy="310572"/>
          </a:xfrm>
          <a:custGeom xmlns:a="http://schemas.openxmlformats.org/drawingml/2006/main">
            <a:pathLst>
              <a:path w="809625" h="1304925">
                <a:moveTo>
                  <a:pt x="809625" y="371475"/>
                </a:moveTo>
                <a:lnTo>
                  <a:pt x="438150" y="0"/>
                </a:lnTo>
                <a:lnTo>
                  <a:pt x="9525" y="0"/>
                </a:lnTo>
                <a:lnTo>
                  <a:pt x="0" y="9525"/>
                </a:lnTo>
                <a:lnTo>
                  <a:pt x="0" y="457200"/>
                </a:lnTo>
                <a:lnTo>
                  <a:pt x="9525" y="466725"/>
                </a:lnTo>
                <a:lnTo>
                  <a:pt x="133350" y="466725"/>
                </a:lnTo>
                <a:lnTo>
                  <a:pt x="352425" y="685800"/>
                </a:lnTo>
                <a:lnTo>
                  <a:pt x="352425" y="800100"/>
                </a:lnTo>
                <a:lnTo>
                  <a:pt x="133350" y="1019175"/>
                </a:lnTo>
                <a:lnTo>
                  <a:pt x="133350" y="1295400"/>
                </a:lnTo>
                <a:lnTo>
                  <a:pt x="142875" y="1304925"/>
                </a:lnTo>
                <a:lnTo>
                  <a:pt x="800100" y="1304925"/>
                </a:lnTo>
                <a:lnTo>
                  <a:pt x="809625" y="1295400"/>
                </a:lnTo>
                <a:lnTo>
                  <a:pt x="809625" y="381000"/>
                </a:lnTo>
                <a:close/>
              </a:path>
            </a:pathLst>
          </a:custGeom>
          <a:solidFill xmlns:a="http://schemas.openxmlformats.org/drawingml/2006/main">
            <a:srgbClr val="E3E5E7"/>
          </a:solidFill>
          <a:ln xmlns:a="http://schemas.openxmlformats.org/drawingml/2006/main" w="0">
            <a:noFill/>
          </a:ln>
        </p:spPr>
      </p:sp>
      <p:sp>
        <p:nvSpPr>
          <p:cNvPr id="72" name="ddca-boundary-27">
            <a:extLst xmlns:a="http://schemas.openxmlformats.org/drawingml/2006/main">
              <a:ext uri="{FF2B5EF4-FFF2-40B4-BE49-F238E27FC236}">
                <a16:creationId xmlns:a16="http://schemas.microsoft.com/office/drawing/2014/main" id="{21644C01-B0C4-470F-9903-0EA2AB49F5FF}"/>
              </a:ext>
            </a:extLst>
          </p:cNvPr>
          <p:cNvSpPr>
            <a:spLocks xmlns:a="http://schemas.openxmlformats.org/drawingml/2006/main" noGrp="1"/>
          </p:cNvSpPr>
          <p:nvPr/>
        </p:nvSpPr>
        <p:spPr>
          <a:xfrm xmlns:a="http://schemas.openxmlformats.org/drawingml/2006/main">
            <a:off x="2776880" y="4789322"/>
            <a:ext cx="192691" cy="310572"/>
          </a:xfrm>
          <a:custGeom xmlns:a="http://schemas.openxmlformats.org/drawingml/2006/main">
            <a:pathLst>
              <a:path w="809625" h="1304925">
                <a:moveTo>
                  <a:pt x="809625" y="371475"/>
                </a:moveTo>
                <a:lnTo>
                  <a:pt x="438150" y="0"/>
                </a:lnTo>
                <a:lnTo>
                  <a:pt x="9525" y="0"/>
                </a:lnTo>
                <a:lnTo>
                  <a:pt x="0" y="9525"/>
                </a:lnTo>
                <a:lnTo>
                  <a:pt x="0" y="457200"/>
                </a:lnTo>
                <a:lnTo>
                  <a:pt x="9525" y="466725"/>
                </a:lnTo>
                <a:lnTo>
                  <a:pt x="133350" y="466725"/>
                </a:lnTo>
                <a:lnTo>
                  <a:pt x="352425" y="685800"/>
                </a:lnTo>
                <a:lnTo>
                  <a:pt x="352425" y="800100"/>
                </a:lnTo>
                <a:lnTo>
                  <a:pt x="133350" y="1019175"/>
                </a:lnTo>
                <a:lnTo>
                  <a:pt x="133350" y="1295400"/>
                </a:lnTo>
                <a:lnTo>
                  <a:pt x="142875" y="1304925"/>
                </a:lnTo>
                <a:lnTo>
                  <a:pt x="800100" y="1304925"/>
                </a:lnTo>
                <a:lnTo>
                  <a:pt x="809625" y="1295400"/>
                </a:lnTo>
                <a:lnTo>
                  <a:pt x="809625" y="381000"/>
                </a:lnTo>
                <a:close/>
              </a:path>
            </a:pathLst>
          </a:custGeom>
          <a:noFill xmlns:a="http://schemas.openxmlformats.org/drawingml/2006/main"/>
          <a:ln xmlns:a="http://schemas.openxmlformats.org/drawingml/2006/main" w="11430">
            <a:solidFill>
              <a:srgbClr val="FFFFFF"/>
            </a:solidFill>
          </a:ln>
        </p:spPr>
      </p:sp>
      <p:sp>
        <p:nvSpPr>
          <p:cNvPr id="73" name="ddca-prefecture-28">
            <a:extLst xmlns:a="http://schemas.openxmlformats.org/drawingml/2006/main">
              <a:ext uri="{FF2B5EF4-FFF2-40B4-BE49-F238E27FC236}">
                <a16:creationId xmlns:a16="http://schemas.microsoft.com/office/drawing/2014/main" id="{D8E4BAD1-D28B-4F84-8278-A6ABDC7F32AE}"/>
              </a:ext>
            </a:extLst>
          </p:cNvPr>
          <p:cNvSpPr>
            <a:spLocks xmlns:a="http://schemas.openxmlformats.org/drawingml/2006/main" noGrp="1"/>
          </p:cNvSpPr>
          <p:nvPr/>
        </p:nvSpPr>
        <p:spPr>
          <a:xfrm xmlns:a="http://schemas.openxmlformats.org/drawingml/2006/main">
            <a:off x="2507113" y="4530890"/>
            <a:ext cx="269767" cy="571271"/>
          </a:xfrm>
          <a:custGeom xmlns:a="http://schemas.openxmlformats.org/drawingml/2006/main">
            <a:pathLst>
              <a:path w="1133475" h="2400300">
                <a:moveTo>
                  <a:pt x="561975" y="9525"/>
                </a:moveTo>
                <a:lnTo>
                  <a:pt x="552450" y="0"/>
                </a:lnTo>
                <a:lnTo>
                  <a:pt x="9525" y="0"/>
                </a:lnTo>
                <a:lnTo>
                  <a:pt x="0" y="9525"/>
                </a:lnTo>
                <a:lnTo>
                  <a:pt x="0" y="657225"/>
                </a:lnTo>
                <a:lnTo>
                  <a:pt x="0" y="666750"/>
                </a:lnTo>
                <a:lnTo>
                  <a:pt x="0" y="676275"/>
                </a:lnTo>
                <a:lnTo>
                  <a:pt x="0" y="1543050"/>
                </a:lnTo>
                <a:lnTo>
                  <a:pt x="9525" y="1552575"/>
                </a:lnTo>
                <a:lnTo>
                  <a:pt x="1123950" y="1552575"/>
                </a:lnTo>
                <a:lnTo>
                  <a:pt x="1133475" y="1543050"/>
                </a:lnTo>
                <a:lnTo>
                  <a:pt x="1133475" y="1095375"/>
                </a:lnTo>
                <a:lnTo>
                  <a:pt x="1133475" y="1085850"/>
                </a:lnTo>
                <a:lnTo>
                  <a:pt x="561975" y="514350"/>
                </a:lnTo>
                <a:close/>
              </a:path>
              <a:path w="1133475" h="2400300">
                <a:moveTo>
                  <a:pt x="962025" y="1819275"/>
                </a:moveTo>
                <a:lnTo>
                  <a:pt x="876300" y="1733550"/>
                </a:lnTo>
                <a:lnTo>
                  <a:pt x="457200" y="2152650"/>
                </a:lnTo>
                <a:lnTo>
                  <a:pt x="457200" y="2200275"/>
                </a:lnTo>
                <a:lnTo>
                  <a:pt x="657225" y="2400300"/>
                </a:lnTo>
                <a:lnTo>
                  <a:pt x="914400" y="2143125"/>
                </a:lnTo>
                <a:lnTo>
                  <a:pt x="914400" y="1943100"/>
                </a:lnTo>
                <a:lnTo>
                  <a:pt x="962025" y="1895475"/>
                </a:lnTo>
                <a:close/>
              </a:path>
            </a:pathLst>
          </a:custGeom>
          <a:solidFill xmlns:a="http://schemas.openxmlformats.org/drawingml/2006/main">
            <a:srgbClr val="E3E5E7"/>
          </a:solidFill>
          <a:ln xmlns:a="http://schemas.openxmlformats.org/drawingml/2006/main" w="0">
            <a:noFill/>
          </a:ln>
        </p:spPr>
      </p:sp>
      <p:sp>
        <p:nvSpPr>
          <p:cNvPr id="74" name="ddca-boundary-28">
            <a:extLst xmlns:a="http://schemas.openxmlformats.org/drawingml/2006/main">
              <a:ext uri="{FF2B5EF4-FFF2-40B4-BE49-F238E27FC236}">
                <a16:creationId xmlns:a16="http://schemas.microsoft.com/office/drawing/2014/main" id="{7A6AFFBB-8751-42CC-871E-32BD825D239E}"/>
              </a:ext>
            </a:extLst>
          </p:cNvPr>
          <p:cNvSpPr>
            <a:spLocks xmlns:a="http://schemas.openxmlformats.org/drawingml/2006/main" noGrp="1"/>
          </p:cNvSpPr>
          <p:nvPr/>
        </p:nvSpPr>
        <p:spPr>
          <a:xfrm xmlns:a="http://schemas.openxmlformats.org/drawingml/2006/main">
            <a:off x="2507113" y="4530890"/>
            <a:ext cx="269767" cy="571271"/>
          </a:xfrm>
          <a:custGeom xmlns:a="http://schemas.openxmlformats.org/drawingml/2006/main">
            <a:pathLst>
              <a:path w="1133475" h="2400300">
                <a:moveTo>
                  <a:pt x="561975" y="9525"/>
                </a:moveTo>
                <a:lnTo>
                  <a:pt x="552450" y="0"/>
                </a:lnTo>
                <a:lnTo>
                  <a:pt x="9525" y="0"/>
                </a:lnTo>
                <a:lnTo>
                  <a:pt x="0" y="9525"/>
                </a:lnTo>
                <a:lnTo>
                  <a:pt x="0" y="657225"/>
                </a:lnTo>
                <a:lnTo>
                  <a:pt x="0" y="666750"/>
                </a:lnTo>
                <a:lnTo>
                  <a:pt x="0" y="676275"/>
                </a:lnTo>
                <a:lnTo>
                  <a:pt x="0" y="1543050"/>
                </a:lnTo>
                <a:lnTo>
                  <a:pt x="9525" y="1552575"/>
                </a:lnTo>
                <a:lnTo>
                  <a:pt x="1123950" y="1552575"/>
                </a:lnTo>
                <a:lnTo>
                  <a:pt x="1133475" y="1543050"/>
                </a:lnTo>
                <a:lnTo>
                  <a:pt x="1133475" y="1095375"/>
                </a:lnTo>
                <a:lnTo>
                  <a:pt x="1133475" y="1085850"/>
                </a:lnTo>
                <a:lnTo>
                  <a:pt x="561975" y="514350"/>
                </a:lnTo>
                <a:close/>
              </a:path>
              <a:path w="1133475" h="2400300">
                <a:moveTo>
                  <a:pt x="962025" y="1819275"/>
                </a:moveTo>
                <a:lnTo>
                  <a:pt x="876300" y="1733550"/>
                </a:lnTo>
                <a:lnTo>
                  <a:pt x="457200" y="2152650"/>
                </a:lnTo>
                <a:lnTo>
                  <a:pt x="457200" y="2200275"/>
                </a:lnTo>
                <a:lnTo>
                  <a:pt x="657225" y="2400300"/>
                </a:lnTo>
                <a:lnTo>
                  <a:pt x="914400" y="2143125"/>
                </a:lnTo>
                <a:lnTo>
                  <a:pt x="914400" y="1943100"/>
                </a:lnTo>
                <a:lnTo>
                  <a:pt x="962025" y="1895475"/>
                </a:lnTo>
                <a:close/>
              </a:path>
            </a:pathLst>
          </a:custGeom>
          <a:noFill xmlns:a="http://schemas.openxmlformats.org/drawingml/2006/main"/>
          <a:ln xmlns:a="http://schemas.openxmlformats.org/drawingml/2006/main" w="11430">
            <a:solidFill>
              <a:srgbClr val="FFFFFF"/>
            </a:solidFill>
          </a:ln>
        </p:spPr>
      </p:sp>
      <p:sp>
        <p:nvSpPr>
          <p:cNvPr id="75" name="ddca-prefecture-29">
            <a:extLst xmlns:a="http://schemas.openxmlformats.org/drawingml/2006/main">
              <a:ext uri="{FF2B5EF4-FFF2-40B4-BE49-F238E27FC236}">
                <a16:creationId xmlns:a16="http://schemas.microsoft.com/office/drawing/2014/main" id="{F736D1F0-D9B0-42AB-8D36-A6EBF8332D93}"/>
              </a:ext>
            </a:extLst>
          </p:cNvPr>
          <p:cNvSpPr>
            <a:spLocks xmlns:a="http://schemas.openxmlformats.org/drawingml/2006/main" noGrp="1"/>
          </p:cNvSpPr>
          <p:nvPr/>
        </p:nvSpPr>
        <p:spPr>
          <a:xfrm xmlns:a="http://schemas.openxmlformats.org/drawingml/2006/main">
            <a:off x="2969571" y="4877733"/>
            <a:ext cx="167754" cy="401250"/>
          </a:xfrm>
          <a:custGeom xmlns:a="http://schemas.openxmlformats.org/drawingml/2006/main">
            <a:pathLst>
              <a:path w="704850" h="1685925">
                <a:moveTo>
                  <a:pt x="704850" y="133350"/>
                </a:moveTo>
                <a:lnTo>
                  <a:pt x="571500" y="0"/>
                </a:lnTo>
                <a:lnTo>
                  <a:pt x="504825" y="0"/>
                </a:lnTo>
                <a:lnTo>
                  <a:pt x="495300" y="0"/>
                </a:lnTo>
                <a:lnTo>
                  <a:pt x="485775" y="0"/>
                </a:lnTo>
                <a:lnTo>
                  <a:pt x="9525" y="0"/>
                </a:lnTo>
                <a:lnTo>
                  <a:pt x="0" y="9525"/>
                </a:lnTo>
                <a:lnTo>
                  <a:pt x="0" y="923925"/>
                </a:lnTo>
                <a:lnTo>
                  <a:pt x="0" y="933450"/>
                </a:lnTo>
                <a:lnTo>
                  <a:pt x="0" y="942975"/>
                </a:lnTo>
                <a:lnTo>
                  <a:pt x="0" y="1638300"/>
                </a:lnTo>
                <a:lnTo>
                  <a:pt x="47625" y="1685925"/>
                </a:lnTo>
                <a:lnTo>
                  <a:pt x="419100" y="1685925"/>
                </a:lnTo>
                <a:lnTo>
                  <a:pt x="704850" y="1400175"/>
                </a:lnTo>
                <a:close/>
              </a:path>
            </a:pathLst>
          </a:custGeom>
          <a:solidFill xmlns:a="http://schemas.openxmlformats.org/drawingml/2006/main">
            <a:srgbClr val="E3E5E7"/>
          </a:solidFill>
          <a:ln xmlns:a="http://schemas.openxmlformats.org/drawingml/2006/main" w="0">
            <a:noFill/>
          </a:ln>
        </p:spPr>
      </p:sp>
      <p:sp>
        <p:nvSpPr>
          <p:cNvPr id="76" name="ddca-boundary-29">
            <a:extLst xmlns:a="http://schemas.openxmlformats.org/drawingml/2006/main">
              <a:ext uri="{FF2B5EF4-FFF2-40B4-BE49-F238E27FC236}">
                <a16:creationId xmlns:a16="http://schemas.microsoft.com/office/drawing/2014/main" id="{0D4260E7-82BA-4856-BDA4-9E123825F0A8}"/>
              </a:ext>
            </a:extLst>
          </p:cNvPr>
          <p:cNvSpPr>
            <a:spLocks xmlns:a="http://schemas.openxmlformats.org/drawingml/2006/main" noGrp="1"/>
          </p:cNvSpPr>
          <p:nvPr/>
        </p:nvSpPr>
        <p:spPr>
          <a:xfrm xmlns:a="http://schemas.openxmlformats.org/drawingml/2006/main">
            <a:off x="2969571" y="4877733"/>
            <a:ext cx="167754" cy="401250"/>
          </a:xfrm>
          <a:custGeom xmlns:a="http://schemas.openxmlformats.org/drawingml/2006/main">
            <a:pathLst>
              <a:path w="704850" h="1685925">
                <a:moveTo>
                  <a:pt x="704850" y="133350"/>
                </a:moveTo>
                <a:lnTo>
                  <a:pt x="571500" y="0"/>
                </a:lnTo>
                <a:lnTo>
                  <a:pt x="504825" y="0"/>
                </a:lnTo>
                <a:lnTo>
                  <a:pt x="495300" y="0"/>
                </a:lnTo>
                <a:lnTo>
                  <a:pt x="485775" y="0"/>
                </a:lnTo>
                <a:lnTo>
                  <a:pt x="9525" y="0"/>
                </a:lnTo>
                <a:lnTo>
                  <a:pt x="0" y="9525"/>
                </a:lnTo>
                <a:lnTo>
                  <a:pt x="0" y="923925"/>
                </a:lnTo>
                <a:lnTo>
                  <a:pt x="0" y="933450"/>
                </a:lnTo>
                <a:lnTo>
                  <a:pt x="0" y="942975"/>
                </a:lnTo>
                <a:lnTo>
                  <a:pt x="0" y="1638300"/>
                </a:lnTo>
                <a:lnTo>
                  <a:pt x="47625" y="1685925"/>
                </a:lnTo>
                <a:lnTo>
                  <a:pt x="419100" y="1685925"/>
                </a:lnTo>
                <a:lnTo>
                  <a:pt x="704850" y="1400175"/>
                </a:lnTo>
                <a:close/>
              </a:path>
            </a:pathLst>
          </a:custGeom>
          <a:noFill xmlns:a="http://schemas.openxmlformats.org/drawingml/2006/main"/>
          <a:ln xmlns:a="http://schemas.openxmlformats.org/drawingml/2006/main" w="11430">
            <a:solidFill>
              <a:srgbClr val="FFFFFF"/>
            </a:solidFill>
          </a:ln>
        </p:spPr>
      </p:sp>
      <p:sp>
        <p:nvSpPr>
          <p:cNvPr id="77" name="ddca-prefecture-30">
            <a:extLst xmlns:a="http://schemas.openxmlformats.org/drawingml/2006/main">
              <a:ext uri="{FF2B5EF4-FFF2-40B4-BE49-F238E27FC236}">
                <a16:creationId xmlns:a16="http://schemas.microsoft.com/office/drawing/2014/main" id="{48830F9C-6213-43A2-9356-C79EA39A933D}"/>
              </a:ext>
            </a:extLst>
          </p:cNvPr>
          <p:cNvSpPr>
            <a:spLocks xmlns:a="http://schemas.openxmlformats.org/drawingml/2006/main" noGrp="1"/>
          </p:cNvSpPr>
          <p:nvPr/>
        </p:nvSpPr>
        <p:spPr>
          <a:xfrm xmlns:a="http://schemas.openxmlformats.org/drawingml/2006/main">
            <a:off x="2808618" y="5099895"/>
            <a:ext cx="340042" cy="346843"/>
          </a:xfrm>
          <a:custGeom xmlns:a="http://schemas.openxmlformats.org/drawingml/2006/main">
            <a:pathLst>
              <a:path w="1428750" h="1457325">
                <a:moveTo>
                  <a:pt x="676275" y="9525"/>
                </a:moveTo>
                <a:lnTo>
                  <a:pt x="666750" y="0"/>
                </a:lnTo>
                <a:lnTo>
                  <a:pt x="9525" y="0"/>
                </a:lnTo>
                <a:lnTo>
                  <a:pt x="0" y="9525"/>
                </a:lnTo>
                <a:lnTo>
                  <a:pt x="0" y="819150"/>
                </a:lnTo>
                <a:lnTo>
                  <a:pt x="638175" y="1457325"/>
                </a:lnTo>
                <a:lnTo>
                  <a:pt x="1057275" y="1457325"/>
                </a:lnTo>
                <a:lnTo>
                  <a:pt x="1428750" y="1085850"/>
                </a:lnTo>
                <a:lnTo>
                  <a:pt x="1095375" y="752475"/>
                </a:lnTo>
                <a:lnTo>
                  <a:pt x="723900" y="752475"/>
                </a:lnTo>
                <a:lnTo>
                  <a:pt x="676275" y="704850"/>
                </a:lnTo>
                <a:close/>
              </a:path>
            </a:pathLst>
          </a:custGeom>
          <a:solidFill xmlns:a="http://schemas.openxmlformats.org/drawingml/2006/main">
            <a:srgbClr val="E3E5E7"/>
          </a:solidFill>
          <a:ln xmlns:a="http://schemas.openxmlformats.org/drawingml/2006/main" w="0">
            <a:noFill/>
          </a:ln>
        </p:spPr>
      </p:sp>
      <p:sp>
        <p:nvSpPr>
          <p:cNvPr id="78" name="ddca-boundary-30">
            <a:extLst xmlns:a="http://schemas.openxmlformats.org/drawingml/2006/main">
              <a:ext uri="{FF2B5EF4-FFF2-40B4-BE49-F238E27FC236}">
                <a16:creationId xmlns:a16="http://schemas.microsoft.com/office/drawing/2014/main" id="{A24BB489-B987-4DE9-B477-B062B264093A}"/>
              </a:ext>
            </a:extLst>
          </p:cNvPr>
          <p:cNvSpPr>
            <a:spLocks xmlns:a="http://schemas.openxmlformats.org/drawingml/2006/main" noGrp="1"/>
          </p:cNvSpPr>
          <p:nvPr/>
        </p:nvSpPr>
        <p:spPr>
          <a:xfrm xmlns:a="http://schemas.openxmlformats.org/drawingml/2006/main">
            <a:off x="2808618" y="5099895"/>
            <a:ext cx="340042" cy="346843"/>
          </a:xfrm>
          <a:custGeom xmlns:a="http://schemas.openxmlformats.org/drawingml/2006/main">
            <a:pathLst>
              <a:path w="1428750" h="1457325">
                <a:moveTo>
                  <a:pt x="676275" y="9525"/>
                </a:moveTo>
                <a:lnTo>
                  <a:pt x="666750" y="0"/>
                </a:lnTo>
                <a:lnTo>
                  <a:pt x="9525" y="0"/>
                </a:lnTo>
                <a:lnTo>
                  <a:pt x="0" y="9525"/>
                </a:lnTo>
                <a:lnTo>
                  <a:pt x="0" y="819150"/>
                </a:lnTo>
                <a:lnTo>
                  <a:pt x="638175" y="1457325"/>
                </a:lnTo>
                <a:lnTo>
                  <a:pt x="1057275" y="1457325"/>
                </a:lnTo>
                <a:lnTo>
                  <a:pt x="1428750" y="1085850"/>
                </a:lnTo>
                <a:lnTo>
                  <a:pt x="1095375" y="752475"/>
                </a:lnTo>
                <a:lnTo>
                  <a:pt x="723900" y="752475"/>
                </a:lnTo>
                <a:lnTo>
                  <a:pt x="676275" y="704850"/>
                </a:lnTo>
                <a:close/>
              </a:path>
            </a:pathLst>
          </a:custGeom>
          <a:noFill xmlns:a="http://schemas.openxmlformats.org/drawingml/2006/main"/>
          <a:ln xmlns:a="http://schemas.openxmlformats.org/drawingml/2006/main" w="11430">
            <a:solidFill>
              <a:srgbClr val="FFFFFF"/>
            </a:solidFill>
          </a:ln>
        </p:spPr>
      </p:sp>
      <p:sp>
        <p:nvSpPr>
          <p:cNvPr id="79" name="ddca-prefecture-31">
            <a:extLst xmlns:a="http://schemas.openxmlformats.org/drawingml/2006/main">
              <a:ext uri="{FF2B5EF4-FFF2-40B4-BE49-F238E27FC236}">
                <a16:creationId xmlns:a16="http://schemas.microsoft.com/office/drawing/2014/main" id="{A10DE287-B8BF-4D7B-937F-C524741B2B8C}"/>
              </a:ext>
            </a:extLst>
          </p:cNvPr>
          <p:cNvSpPr>
            <a:spLocks xmlns:a="http://schemas.openxmlformats.org/drawingml/2006/main" noGrp="1"/>
          </p:cNvSpPr>
          <p:nvPr/>
        </p:nvSpPr>
        <p:spPr>
          <a:xfrm xmlns:a="http://schemas.openxmlformats.org/drawingml/2006/main">
            <a:off x="2185206" y="4530890"/>
            <a:ext cx="321907" cy="158687"/>
          </a:xfrm>
          <a:custGeom xmlns:a="http://schemas.openxmlformats.org/drawingml/2006/main">
            <a:pathLst>
              <a:path w="1352550" h="666750">
                <a:moveTo>
                  <a:pt x="1352550" y="9525"/>
                </a:moveTo>
                <a:lnTo>
                  <a:pt x="1343025" y="0"/>
                </a:lnTo>
                <a:lnTo>
                  <a:pt x="295275" y="0"/>
                </a:lnTo>
                <a:lnTo>
                  <a:pt x="285750" y="9525"/>
                </a:lnTo>
                <a:lnTo>
                  <a:pt x="0" y="295275"/>
                </a:lnTo>
                <a:lnTo>
                  <a:pt x="0" y="657225"/>
                </a:lnTo>
                <a:lnTo>
                  <a:pt x="9525" y="666750"/>
                </a:lnTo>
                <a:lnTo>
                  <a:pt x="142875" y="666750"/>
                </a:lnTo>
                <a:lnTo>
                  <a:pt x="152400" y="666750"/>
                </a:lnTo>
                <a:lnTo>
                  <a:pt x="161925" y="666750"/>
                </a:lnTo>
                <a:lnTo>
                  <a:pt x="1343025" y="666750"/>
                </a:lnTo>
                <a:lnTo>
                  <a:pt x="1352550" y="657225"/>
                </a:lnTo>
                <a:close/>
              </a:path>
            </a:pathLst>
          </a:custGeom>
          <a:solidFill xmlns:a="http://schemas.openxmlformats.org/drawingml/2006/main">
            <a:srgbClr val="E3E5E7"/>
          </a:solidFill>
          <a:ln xmlns:a="http://schemas.openxmlformats.org/drawingml/2006/main" w="0">
            <a:noFill/>
          </a:ln>
        </p:spPr>
      </p:sp>
      <p:sp>
        <p:nvSpPr>
          <p:cNvPr id="80" name="ddca-boundary-31">
            <a:extLst xmlns:a="http://schemas.openxmlformats.org/drawingml/2006/main">
              <a:ext uri="{FF2B5EF4-FFF2-40B4-BE49-F238E27FC236}">
                <a16:creationId xmlns:a16="http://schemas.microsoft.com/office/drawing/2014/main" id="{85F9ACF0-4107-46A5-96BB-2D8C0A34E690}"/>
              </a:ext>
            </a:extLst>
          </p:cNvPr>
          <p:cNvSpPr>
            <a:spLocks xmlns:a="http://schemas.openxmlformats.org/drawingml/2006/main" noGrp="1"/>
          </p:cNvSpPr>
          <p:nvPr/>
        </p:nvSpPr>
        <p:spPr>
          <a:xfrm xmlns:a="http://schemas.openxmlformats.org/drawingml/2006/main">
            <a:off x="2185206" y="4530890"/>
            <a:ext cx="321907" cy="158687"/>
          </a:xfrm>
          <a:custGeom xmlns:a="http://schemas.openxmlformats.org/drawingml/2006/main">
            <a:pathLst>
              <a:path w="1352550" h="666750">
                <a:moveTo>
                  <a:pt x="1352550" y="9525"/>
                </a:moveTo>
                <a:lnTo>
                  <a:pt x="1343025" y="0"/>
                </a:lnTo>
                <a:lnTo>
                  <a:pt x="295275" y="0"/>
                </a:lnTo>
                <a:lnTo>
                  <a:pt x="285750" y="9525"/>
                </a:lnTo>
                <a:lnTo>
                  <a:pt x="0" y="295275"/>
                </a:lnTo>
                <a:lnTo>
                  <a:pt x="0" y="657225"/>
                </a:lnTo>
                <a:lnTo>
                  <a:pt x="9525" y="666750"/>
                </a:lnTo>
                <a:lnTo>
                  <a:pt x="142875" y="666750"/>
                </a:lnTo>
                <a:lnTo>
                  <a:pt x="152400" y="666750"/>
                </a:lnTo>
                <a:lnTo>
                  <a:pt x="161925" y="666750"/>
                </a:lnTo>
                <a:lnTo>
                  <a:pt x="1343025" y="666750"/>
                </a:lnTo>
                <a:lnTo>
                  <a:pt x="1352550" y="657225"/>
                </a:lnTo>
                <a:close/>
              </a:path>
            </a:pathLst>
          </a:custGeom>
          <a:noFill xmlns:a="http://schemas.openxmlformats.org/drawingml/2006/main"/>
          <a:ln xmlns:a="http://schemas.openxmlformats.org/drawingml/2006/main" w="11430">
            <a:solidFill>
              <a:srgbClr val="FFFFFF"/>
            </a:solidFill>
          </a:ln>
        </p:spPr>
      </p:sp>
      <p:sp>
        <p:nvSpPr>
          <p:cNvPr id="81" name="ddca-prefecture-32">
            <a:extLst xmlns:a="http://schemas.openxmlformats.org/drawingml/2006/main">
              <a:ext uri="{FF2B5EF4-FFF2-40B4-BE49-F238E27FC236}">
                <a16:creationId xmlns:a16="http://schemas.microsoft.com/office/drawing/2014/main" id="{5F29B736-4C63-49BA-9A43-F287E68F234C}"/>
              </a:ext>
            </a:extLst>
          </p:cNvPr>
          <p:cNvSpPr>
            <a:spLocks xmlns:a="http://schemas.openxmlformats.org/drawingml/2006/main" noGrp="1"/>
          </p:cNvSpPr>
          <p:nvPr/>
        </p:nvSpPr>
        <p:spPr>
          <a:xfrm xmlns:a="http://schemas.openxmlformats.org/drawingml/2006/main">
            <a:off x="1763554" y="4530890"/>
            <a:ext cx="489661" cy="158687"/>
          </a:xfrm>
          <a:custGeom xmlns:a="http://schemas.openxmlformats.org/drawingml/2006/main">
            <a:pathLst>
              <a:path w="2057400" h="666750">
                <a:moveTo>
                  <a:pt x="2057400" y="9525"/>
                </a:moveTo>
                <a:lnTo>
                  <a:pt x="2047875" y="0"/>
                </a:lnTo>
                <a:lnTo>
                  <a:pt x="390525" y="0"/>
                </a:lnTo>
                <a:lnTo>
                  <a:pt x="0" y="390525"/>
                </a:lnTo>
                <a:lnTo>
                  <a:pt x="0" y="400050"/>
                </a:lnTo>
                <a:lnTo>
                  <a:pt x="0" y="619125"/>
                </a:lnTo>
                <a:lnTo>
                  <a:pt x="47625" y="666750"/>
                </a:lnTo>
                <a:lnTo>
                  <a:pt x="457200" y="666750"/>
                </a:lnTo>
                <a:lnTo>
                  <a:pt x="466725" y="666750"/>
                </a:lnTo>
                <a:lnTo>
                  <a:pt x="476250" y="666750"/>
                </a:lnTo>
                <a:lnTo>
                  <a:pt x="1762125" y="666750"/>
                </a:lnTo>
                <a:lnTo>
                  <a:pt x="1771650" y="657225"/>
                </a:lnTo>
                <a:lnTo>
                  <a:pt x="1771650" y="295275"/>
                </a:lnTo>
                <a:close/>
              </a:path>
            </a:pathLst>
          </a:custGeom>
          <a:solidFill xmlns:a="http://schemas.openxmlformats.org/drawingml/2006/main">
            <a:srgbClr val="D55E00"/>
          </a:solidFill>
          <a:ln xmlns:a="http://schemas.openxmlformats.org/drawingml/2006/main" w="0">
            <a:noFill/>
          </a:ln>
        </p:spPr>
      </p:sp>
      <p:sp>
        <p:nvSpPr>
          <p:cNvPr id="82" name="ddca-boundary-32">
            <a:extLst xmlns:a="http://schemas.openxmlformats.org/drawingml/2006/main">
              <a:ext uri="{FF2B5EF4-FFF2-40B4-BE49-F238E27FC236}">
                <a16:creationId xmlns:a16="http://schemas.microsoft.com/office/drawing/2014/main" id="{3391CBC3-D618-4213-8CCC-EEABA47E7A5B}"/>
              </a:ext>
            </a:extLst>
          </p:cNvPr>
          <p:cNvSpPr>
            <a:spLocks xmlns:a="http://schemas.openxmlformats.org/drawingml/2006/main" noGrp="1"/>
          </p:cNvSpPr>
          <p:nvPr/>
        </p:nvSpPr>
        <p:spPr>
          <a:xfrm xmlns:a="http://schemas.openxmlformats.org/drawingml/2006/main">
            <a:off x="1763554" y="4530890"/>
            <a:ext cx="489661" cy="158687"/>
          </a:xfrm>
          <a:custGeom xmlns:a="http://schemas.openxmlformats.org/drawingml/2006/main">
            <a:pathLst>
              <a:path w="2057400" h="666750">
                <a:moveTo>
                  <a:pt x="2057400" y="9525"/>
                </a:moveTo>
                <a:lnTo>
                  <a:pt x="2047875" y="0"/>
                </a:lnTo>
                <a:lnTo>
                  <a:pt x="390525" y="0"/>
                </a:lnTo>
                <a:lnTo>
                  <a:pt x="0" y="390525"/>
                </a:lnTo>
                <a:lnTo>
                  <a:pt x="0" y="400050"/>
                </a:lnTo>
                <a:lnTo>
                  <a:pt x="0" y="619125"/>
                </a:lnTo>
                <a:lnTo>
                  <a:pt x="47625" y="666750"/>
                </a:lnTo>
                <a:lnTo>
                  <a:pt x="457200" y="666750"/>
                </a:lnTo>
                <a:lnTo>
                  <a:pt x="466725" y="666750"/>
                </a:lnTo>
                <a:lnTo>
                  <a:pt x="476250" y="666750"/>
                </a:lnTo>
                <a:lnTo>
                  <a:pt x="1762125" y="666750"/>
                </a:lnTo>
                <a:lnTo>
                  <a:pt x="1771650" y="657225"/>
                </a:lnTo>
                <a:lnTo>
                  <a:pt x="1771650" y="295275"/>
                </a:lnTo>
                <a:close/>
              </a:path>
            </a:pathLst>
          </a:custGeom>
          <a:noFill xmlns:a="http://schemas.openxmlformats.org/drawingml/2006/main"/>
          <a:ln xmlns:a="http://schemas.openxmlformats.org/drawingml/2006/main" w="11430">
            <a:solidFill>
              <a:srgbClr val="FFFFFF"/>
            </a:solidFill>
          </a:ln>
        </p:spPr>
      </p:sp>
      <p:sp>
        <p:nvSpPr>
          <p:cNvPr id="83" name="ddca-prefecture-33">
            <a:extLst xmlns:a="http://schemas.openxmlformats.org/drawingml/2006/main">
              <a:ext uri="{FF2B5EF4-FFF2-40B4-BE49-F238E27FC236}">
                <a16:creationId xmlns:a16="http://schemas.microsoft.com/office/drawing/2014/main" id="{807314DC-E8CB-4AB2-85A0-38229860C9D8}"/>
              </a:ext>
            </a:extLst>
          </p:cNvPr>
          <p:cNvSpPr>
            <a:spLocks xmlns:a="http://schemas.openxmlformats.org/drawingml/2006/main" noGrp="1"/>
          </p:cNvSpPr>
          <p:nvPr/>
        </p:nvSpPr>
        <p:spPr>
          <a:xfrm xmlns:a="http://schemas.openxmlformats.org/drawingml/2006/main">
            <a:off x="2221478" y="4689577"/>
            <a:ext cx="285636" cy="290170"/>
          </a:xfrm>
          <a:custGeom xmlns:a="http://schemas.openxmlformats.org/drawingml/2006/main">
            <a:pathLst>
              <a:path w="1200150" h="1219200">
                <a:moveTo>
                  <a:pt x="1200150" y="9525"/>
                </a:moveTo>
                <a:lnTo>
                  <a:pt x="1190625" y="0"/>
                </a:lnTo>
                <a:lnTo>
                  <a:pt x="9525" y="0"/>
                </a:lnTo>
                <a:lnTo>
                  <a:pt x="0" y="9525"/>
                </a:lnTo>
                <a:lnTo>
                  <a:pt x="0" y="1209675"/>
                </a:lnTo>
                <a:lnTo>
                  <a:pt x="9525" y="1219200"/>
                </a:lnTo>
                <a:lnTo>
                  <a:pt x="866775" y="1219200"/>
                </a:lnTo>
                <a:lnTo>
                  <a:pt x="1200150" y="885825"/>
                </a:lnTo>
                <a:lnTo>
                  <a:pt x="1200150" y="876300"/>
                </a:lnTo>
                <a:close/>
              </a:path>
            </a:pathLst>
          </a:custGeom>
          <a:solidFill xmlns:a="http://schemas.openxmlformats.org/drawingml/2006/main">
            <a:srgbClr val="E3E5E7"/>
          </a:solidFill>
          <a:ln xmlns:a="http://schemas.openxmlformats.org/drawingml/2006/main" w="0">
            <a:noFill/>
          </a:ln>
        </p:spPr>
      </p:sp>
      <p:sp>
        <p:nvSpPr>
          <p:cNvPr id="84" name="ddca-boundary-33">
            <a:extLst xmlns:a="http://schemas.openxmlformats.org/drawingml/2006/main">
              <a:ext uri="{FF2B5EF4-FFF2-40B4-BE49-F238E27FC236}">
                <a16:creationId xmlns:a16="http://schemas.microsoft.com/office/drawing/2014/main" id="{3108DB82-5019-419A-9544-39A38405FF6B}"/>
              </a:ext>
            </a:extLst>
          </p:cNvPr>
          <p:cNvSpPr>
            <a:spLocks xmlns:a="http://schemas.openxmlformats.org/drawingml/2006/main" noGrp="1"/>
          </p:cNvSpPr>
          <p:nvPr/>
        </p:nvSpPr>
        <p:spPr>
          <a:xfrm xmlns:a="http://schemas.openxmlformats.org/drawingml/2006/main">
            <a:off x="2221478" y="4689577"/>
            <a:ext cx="285636" cy="290170"/>
          </a:xfrm>
          <a:custGeom xmlns:a="http://schemas.openxmlformats.org/drawingml/2006/main">
            <a:pathLst>
              <a:path w="1200150" h="1219200">
                <a:moveTo>
                  <a:pt x="1200150" y="9525"/>
                </a:moveTo>
                <a:lnTo>
                  <a:pt x="1190625" y="0"/>
                </a:lnTo>
                <a:lnTo>
                  <a:pt x="9525" y="0"/>
                </a:lnTo>
                <a:lnTo>
                  <a:pt x="0" y="9525"/>
                </a:lnTo>
                <a:lnTo>
                  <a:pt x="0" y="1209675"/>
                </a:lnTo>
                <a:lnTo>
                  <a:pt x="9525" y="1219200"/>
                </a:lnTo>
                <a:lnTo>
                  <a:pt x="866775" y="1219200"/>
                </a:lnTo>
                <a:lnTo>
                  <a:pt x="1200150" y="885825"/>
                </a:lnTo>
                <a:lnTo>
                  <a:pt x="1200150" y="876300"/>
                </a:lnTo>
                <a:close/>
              </a:path>
            </a:pathLst>
          </a:custGeom>
          <a:noFill xmlns:a="http://schemas.openxmlformats.org/drawingml/2006/main"/>
          <a:ln xmlns:a="http://schemas.openxmlformats.org/drawingml/2006/main" w="11430">
            <a:solidFill>
              <a:srgbClr val="FFFFFF"/>
            </a:solidFill>
          </a:ln>
        </p:spPr>
      </p:sp>
      <p:sp>
        <p:nvSpPr>
          <p:cNvPr id="85" name="ddca-prefecture-34">
            <a:extLst xmlns:a="http://schemas.openxmlformats.org/drawingml/2006/main">
              <a:ext uri="{FF2B5EF4-FFF2-40B4-BE49-F238E27FC236}">
                <a16:creationId xmlns:a16="http://schemas.microsoft.com/office/drawing/2014/main" id="{457E591A-B456-4820-8EE5-1F8CE2B8DC37}"/>
              </a:ext>
            </a:extLst>
          </p:cNvPr>
          <p:cNvSpPr>
            <a:spLocks xmlns:a="http://schemas.openxmlformats.org/drawingml/2006/main" noGrp="1"/>
          </p:cNvSpPr>
          <p:nvPr/>
        </p:nvSpPr>
        <p:spPr>
          <a:xfrm xmlns:a="http://schemas.openxmlformats.org/drawingml/2006/main">
            <a:off x="1874634" y="4689577"/>
            <a:ext cx="346843" cy="296970"/>
          </a:xfrm>
          <a:custGeom xmlns:a="http://schemas.openxmlformats.org/drawingml/2006/main">
            <a:pathLst>
              <a:path w="1457325" h="1247775">
                <a:moveTo>
                  <a:pt x="1457325" y="9525"/>
                </a:moveTo>
                <a:lnTo>
                  <a:pt x="1447800" y="0"/>
                </a:lnTo>
                <a:lnTo>
                  <a:pt x="1314450" y="0"/>
                </a:lnTo>
                <a:lnTo>
                  <a:pt x="1304925" y="0"/>
                </a:lnTo>
                <a:lnTo>
                  <a:pt x="1295400" y="0"/>
                </a:lnTo>
                <a:lnTo>
                  <a:pt x="9525" y="0"/>
                </a:lnTo>
                <a:lnTo>
                  <a:pt x="0" y="9525"/>
                </a:lnTo>
                <a:lnTo>
                  <a:pt x="0" y="1019175"/>
                </a:lnTo>
                <a:lnTo>
                  <a:pt x="9525" y="1028700"/>
                </a:lnTo>
                <a:lnTo>
                  <a:pt x="266700" y="1028700"/>
                </a:lnTo>
                <a:lnTo>
                  <a:pt x="485775" y="1247775"/>
                </a:lnTo>
                <a:lnTo>
                  <a:pt x="1343025" y="1247775"/>
                </a:lnTo>
                <a:lnTo>
                  <a:pt x="1371600" y="1219200"/>
                </a:lnTo>
                <a:lnTo>
                  <a:pt x="1447800" y="1219200"/>
                </a:lnTo>
                <a:lnTo>
                  <a:pt x="1457325" y="1209675"/>
                </a:lnTo>
                <a:close/>
              </a:path>
            </a:pathLst>
          </a:custGeom>
          <a:solidFill xmlns:a="http://schemas.openxmlformats.org/drawingml/2006/main">
            <a:srgbClr val="E3E5E7"/>
          </a:solidFill>
          <a:ln xmlns:a="http://schemas.openxmlformats.org/drawingml/2006/main" w="0">
            <a:noFill/>
          </a:ln>
        </p:spPr>
      </p:sp>
      <p:sp>
        <p:nvSpPr>
          <p:cNvPr id="86" name="ddca-band-34-undergraduate-0">
            <a:extLst xmlns:a="http://schemas.openxmlformats.org/drawingml/2006/main">
              <a:ext uri="{FF2B5EF4-FFF2-40B4-BE49-F238E27FC236}">
                <a16:creationId xmlns:a16="http://schemas.microsoft.com/office/drawing/2014/main" id="{D5EC4C24-A810-410D-B38B-BD0B76A55C0D}"/>
              </a:ext>
            </a:extLst>
          </p:cNvPr>
          <p:cNvSpPr>
            <a:spLocks xmlns:a="http://schemas.openxmlformats.org/drawingml/2006/main" noGrp="1"/>
          </p:cNvSpPr>
          <p:nvPr/>
        </p:nvSpPr>
        <p:spPr>
          <a:xfrm xmlns:a="http://schemas.openxmlformats.org/drawingml/2006/main">
            <a:off x="1874634" y="4689577"/>
            <a:ext cx="86711" cy="268067"/>
          </a:xfrm>
          <a:custGeom xmlns:a="http://schemas.openxmlformats.org/drawingml/2006/main">
            <a:pathLst>
              <a:path w="364331" h="1126331">
                <a:moveTo>
                  <a:pt x="364331" y="0"/>
                </a:moveTo>
                <a:lnTo>
                  <a:pt x="9525" y="0"/>
                </a:lnTo>
                <a:lnTo>
                  <a:pt x="0" y="9525"/>
                </a:lnTo>
                <a:lnTo>
                  <a:pt x="0" y="1019175"/>
                </a:lnTo>
                <a:lnTo>
                  <a:pt x="9525" y="1028700"/>
                </a:lnTo>
                <a:lnTo>
                  <a:pt x="266700" y="1028700"/>
                </a:lnTo>
                <a:lnTo>
                  <a:pt x="364331" y="1126331"/>
                </a:lnTo>
                <a:close/>
              </a:path>
            </a:pathLst>
          </a:custGeom>
          <a:solidFill xmlns:a="http://schemas.openxmlformats.org/drawingml/2006/main">
            <a:srgbClr val="D55E00"/>
          </a:solidFill>
          <a:ln xmlns:a="http://schemas.openxmlformats.org/drawingml/2006/main" w="0">
            <a:noFill/>
          </a:ln>
        </p:spPr>
      </p:sp>
      <p:sp>
        <p:nvSpPr>
          <p:cNvPr id="87" name="ddca-band-34-graduate-1">
            <a:extLst xmlns:a="http://schemas.openxmlformats.org/drawingml/2006/main">
              <a:ext uri="{FF2B5EF4-FFF2-40B4-BE49-F238E27FC236}">
                <a16:creationId xmlns:a16="http://schemas.microsoft.com/office/drawing/2014/main" id="{24F0DEF6-1B66-4173-B697-40A6BEBF416D}"/>
              </a:ext>
            </a:extLst>
          </p:cNvPr>
          <p:cNvSpPr>
            <a:spLocks xmlns:a="http://schemas.openxmlformats.org/drawingml/2006/main" noGrp="1"/>
          </p:cNvSpPr>
          <p:nvPr/>
        </p:nvSpPr>
        <p:spPr>
          <a:xfrm xmlns:a="http://schemas.openxmlformats.org/drawingml/2006/main">
            <a:off x="1961345" y="4689577"/>
            <a:ext cx="86711" cy="296970"/>
          </a:xfrm>
          <a:custGeom xmlns:a="http://schemas.openxmlformats.org/drawingml/2006/main">
            <a:pathLst>
              <a:path w="364331" h="1247775">
                <a:moveTo>
                  <a:pt x="364331" y="0"/>
                </a:moveTo>
                <a:lnTo>
                  <a:pt x="0" y="0"/>
                </a:lnTo>
                <a:lnTo>
                  <a:pt x="0" y="1126331"/>
                </a:lnTo>
                <a:lnTo>
                  <a:pt x="121444" y="1247775"/>
                </a:lnTo>
                <a:lnTo>
                  <a:pt x="364331" y="1247775"/>
                </a:lnTo>
                <a:close/>
              </a:path>
            </a:pathLst>
          </a:custGeom>
          <a:solidFill xmlns:a="http://schemas.openxmlformats.org/drawingml/2006/main">
            <a:srgbClr val="00856B"/>
          </a:solidFill>
          <a:ln xmlns:a="http://schemas.openxmlformats.org/drawingml/2006/main" w="0">
            <a:noFill/>
          </a:ln>
        </p:spPr>
      </p:sp>
      <p:sp>
        <p:nvSpPr>
          <p:cNvPr id="88" name="ddca-band-34-undergraduate-2">
            <a:extLst xmlns:a="http://schemas.openxmlformats.org/drawingml/2006/main">
              <a:ext uri="{FF2B5EF4-FFF2-40B4-BE49-F238E27FC236}">
                <a16:creationId xmlns:a16="http://schemas.microsoft.com/office/drawing/2014/main" id="{78DB44CA-D4E5-4B0F-AFD8-77600EABBE1C}"/>
              </a:ext>
            </a:extLst>
          </p:cNvPr>
          <p:cNvSpPr>
            <a:spLocks xmlns:a="http://schemas.openxmlformats.org/drawingml/2006/main" noGrp="1"/>
          </p:cNvSpPr>
          <p:nvPr/>
        </p:nvSpPr>
        <p:spPr>
          <a:xfrm xmlns:a="http://schemas.openxmlformats.org/drawingml/2006/main">
            <a:off x="2048056" y="4689577"/>
            <a:ext cx="86711" cy="296970"/>
          </a:xfrm>
          <a:custGeom xmlns:a="http://schemas.openxmlformats.org/drawingml/2006/main">
            <a:pathLst>
              <a:path w="364331" h="1247775">
                <a:moveTo>
                  <a:pt x="364331" y="0"/>
                </a:moveTo>
                <a:lnTo>
                  <a:pt x="0" y="0"/>
                </a:lnTo>
                <a:lnTo>
                  <a:pt x="0" y="1247775"/>
                </a:lnTo>
                <a:lnTo>
                  <a:pt x="364331" y="1247775"/>
                </a:lnTo>
                <a:close/>
              </a:path>
            </a:pathLst>
          </a:custGeom>
          <a:solidFill xmlns:a="http://schemas.openxmlformats.org/drawingml/2006/main">
            <a:srgbClr val="D55E00"/>
          </a:solidFill>
          <a:ln xmlns:a="http://schemas.openxmlformats.org/drawingml/2006/main" w="0">
            <a:noFill/>
          </a:ln>
        </p:spPr>
      </p:sp>
      <p:sp>
        <p:nvSpPr>
          <p:cNvPr id="89" name="ddca-band-34-graduate-3">
            <a:extLst xmlns:a="http://schemas.openxmlformats.org/drawingml/2006/main">
              <a:ext uri="{FF2B5EF4-FFF2-40B4-BE49-F238E27FC236}">
                <a16:creationId xmlns:a16="http://schemas.microsoft.com/office/drawing/2014/main" id="{B0CDDF29-6CCF-44D6-8F68-15D5AA7A412B}"/>
              </a:ext>
            </a:extLst>
          </p:cNvPr>
          <p:cNvSpPr>
            <a:spLocks xmlns:a="http://schemas.openxmlformats.org/drawingml/2006/main" noGrp="1"/>
          </p:cNvSpPr>
          <p:nvPr/>
        </p:nvSpPr>
        <p:spPr>
          <a:xfrm xmlns:a="http://schemas.openxmlformats.org/drawingml/2006/main">
            <a:off x="2134767" y="4689577"/>
            <a:ext cx="86711" cy="296970"/>
          </a:xfrm>
          <a:custGeom xmlns:a="http://schemas.openxmlformats.org/drawingml/2006/main">
            <a:pathLst>
              <a:path w="364331" h="1247775">
                <a:moveTo>
                  <a:pt x="364331" y="9525"/>
                </a:moveTo>
                <a:lnTo>
                  <a:pt x="354806" y="0"/>
                </a:lnTo>
                <a:lnTo>
                  <a:pt x="221456" y="0"/>
                </a:lnTo>
                <a:lnTo>
                  <a:pt x="211931" y="0"/>
                </a:lnTo>
                <a:lnTo>
                  <a:pt x="202406" y="0"/>
                </a:lnTo>
                <a:lnTo>
                  <a:pt x="0" y="0"/>
                </a:lnTo>
                <a:lnTo>
                  <a:pt x="0" y="1247775"/>
                </a:lnTo>
                <a:lnTo>
                  <a:pt x="250031" y="1247775"/>
                </a:lnTo>
                <a:lnTo>
                  <a:pt x="278606" y="1219200"/>
                </a:lnTo>
                <a:lnTo>
                  <a:pt x="354806" y="1219200"/>
                </a:lnTo>
                <a:lnTo>
                  <a:pt x="364331" y="1209675"/>
                </a:lnTo>
                <a:close/>
              </a:path>
            </a:pathLst>
          </a:custGeom>
          <a:solidFill xmlns:a="http://schemas.openxmlformats.org/drawingml/2006/main">
            <a:srgbClr val="00856B"/>
          </a:solidFill>
          <a:ln xmlns:a="http://schemas.openxmlformats.org/drawingml/2006/main" w="0">
            <a:noFill/>
          </a:ln>
        </p:spPr>
      </p:sp>
      <p:sp>
        <p:nvSpPr>
          <p:cNvPr id="90" name="ddca-boundary-34">
            <a:extLst xmlns:a="http://schemas.openxmlformats.org/drawingml/2006/main">
              <a:ext uri="{FF2B5EF4-FFF2-40B4-BE49-F238E27FC236}">
                <a16:creationId xmlns:a16="http://schemas.microsoft.com/office/drawing/2014/main" id="{148F6ADB-860D-4818-A6F3-09CDD3766333}"/>
              </a:ext>
            </a:extLst>
          </p:cNvPr>
          <p:cNvSpPr>
            <a:spLocks xmlns:a="http://schemas.openxmlformats.org/drawingml/2006/main" noGrp="1"/>
          </p:cNvSpPr>
          <p:nvPr/>
        </p:nvSpPr>
        <p:spPr>
          <a:xfrm xmlns:a="http://schemas.openxmlformats.org/drawingml/2006/main">
            <a:off x="1874634" y="4689577"/>
            <a:ext cx="346843" cy="296970"/>
          </a:xfrm>
          <a:custGeom xmlns:a="http://schemas.openxmlformats.org/drawingml/2006/main">
            <a:pathLst>
              <a:path w="1457325" h="1247775">
                <a:moveTo>
                  <a:pt x="1457325" y="9525"/>
                </a:moveTo>
                <a:lnTo>
                  <a:pt x="1447800" y="0"/>
                </a:lnTo>
                <a:lnTo>
                  <a:pt x="1314450" y="0"/>
                </a:lnTo>
                <a:lnTo>
                  <a:pt x="1304925" y="0"/>
                </a:lnTo>
                <a:lnTo>
                  <a:pt x="1295400" y="0"/>
                </a:lnTo>
                <a:lnTo>
                  <a:pt x="9525" y="0"/>
                </a:lnTo>
                <a:lnTo>
                  <a:pt x="0" y="9525"/>
                </a:lnTo>
                <a:lnTo>
                  <a:pt x="0" y="1019175"/>
                </a:lnTo>
                <a:lnTo>
                  <a:pt x="9525" y="1028700"/>
                </a:lnTo>
                <a:lnTo>
                  <a:pt x="266700" y="1028700"/>
                </a:lnTo>
                <a:lnTo>
                  <a:pt x="485775" y="1247775"/>
                </a:lnTo>
                <a:lnTo>
                  <a:pt x="1343025" y="1247775"/>
                </a:lnTo>
                <a:lnTo>
                  <a:pt x="1371600" y="1219200"/>
                </a:lnTo>
                <a:lnTo>
                  <a:pt x="1447800" y="1219200"/>
                </a:lnTo>
                <a:lnTo>
                  <a:pt x="1457325" y="1209675"/>
                </a:lnTo>
                <a:close/>
              </a:path>
            </a:pathLst>
          </a:custGeom>
          <a:noFill xmlns:a="http://schemas.openxmlformats.org/drawingml/2006/main"/>
          <a:ln xmlns:a="http://schemas.openxmlformats.org/drawingml/2006/main" w="11430">
            <a:solidFill>
              <a:srgbClr val="FFFFFF"/>
            </a:solidFill>
          </a:ln>
        </p:spPr>
      </p:sp>
      <p:sp>
        <p:nvSpPr>
          <p:cNvPr id="91" name="ddca-prefecture-35">
            <a:extLst xmlns:a="http://schemas.openxmlformats.org/drawingml/2006/main">
              <a:ext uri="{FF2B5EF4-FFF2-40B4-BE49-F238E27FC236}">
                <a16:creationId xmlns:a16="http://schemas.microsoft.com/office/drawing/2014/main" id="{9CC51E97-F890-43DF-A276-AAEA5E85DC99}"/>
              </a:ext>
            </a:extLst>
          </p:cNvPr>
          <p:cNvSpPr>
            <a:spLocks xmlns:a="http://schemas.openxmlformats.org/drawingml/2006/main" noGrp="1"/>
          </p:cNvSpPr>
          <p:nvPr/>
        </p:nvSpPr>
        <p:spPr>
          <a:xfrm xmlns:a="http://schemas.openxmlformats.org/drawingml/2006/main">
            <a:off x="1477918" y="4623835"/>
            <a:ext cx="396716" cy="360445"/>
          </a:xfrm>
          <a:custGeom xmlns:a="http://schemas.openxmlformats.org/drawingml/2006/main">
            <a:pathLst>
              <a:path w="1666875" h="1514475">
                <a:moveTo>
                  <a:pt x="1200150" y="9525"/>
                </a:moveTo>
                <a:lnTo>
                  <a:pt x="1190625" y="0"/>
                </a:lnTo>
                <a:lnTo>
                  <a:pt x="485775" y="0"/>
                </a:lnTo>
                <a:lnTo>
                  <a:pt x="428625" y="57150"/>
                </a:lnTo>
                <a:lnTo>
                  <a:pt x="38100" y="57150"/>
                </a:lnTo>
                <a:lnTo>
                  <a:pt x="0" y="95250"/>
                </a:lnTo>
                <a:lnTo>
                  <a:pt x="0" y="428625"/>
                </a:lnTo>
                <a:lnTo>
                  <a:pt x="209550" y="638175"/>
                </a:lnTo>
                <a:lnTo>
                  <a:pt x="400050" y="638175"/>
                </a:lnTo>
                <a:lnTo>
                  <a:pt x="1276350" y="1514475"/>
                </a:lnTo>
                <a:lnTo>
                  <a:pt x="1457325" y="1514475"/>
                </a:lnTo>
                <a:lnTo>
                  <a:pt x="1666875" y="1304925"/>
                </a:lnTo>
                <a:lnTo>
                  <a:pt x="1666875" y="1295400"/>
                </a:lnTo>
                <a:lnTo>
                  <a:pt x="1666875" y="285750"/>
                </a:lnTo>
                <a:lnTo>
                  <a:pt x="1657350" y="276225"/>
                </a:lnTo>
                <a:lnTo>
                  <a:pt x="1247775" y="276225"/>
                </a:lnTo>
                <a:lnTo>
                  <a:pt x="1200150" y="228600"/>
                </a:lnTo>
                <a:close/>
              </a:path>
            </a:pathLst>
          </a:custGeom>
          <a:solidFill xmlns:a="http://schemas.openxmlformats.org/drawingml/2006/main">
            <a:srgbClr val="E3E5E7"/>
          </a:solidFill>
          <a:ln xmlns:a="http://schemas.openxmlformats.org/drawingml/2006/main" w="0">
            <a:noFill/>
          </a:ln>
        </p:spPr>
      </p:sp>
      <p:sp>
        <p:nvSpPr>
          <p:cNvPr id="92" name="ddca-boundary-35">
            <a:extLst xmlns:a="http://schemas.openxmlformats.org/drawingml/2006/main">
              <a:ext uri="{FF2B5EF4-FFF2-40B4-BE49-F238E27FC236}">
                <a16:creationId xmlns:a16="http://schemas.microsoft.com/office/drawing/2014/main" id="{02075C83-CDBE-42D8-92E3-EA4DAE024AD2}"/>
              </a:ext>
            </a:extLst>
          </p:cNvPr>
          <p:cNvSpPr>
            <a:spLocks xmlns:a="http://schemas.openxmlformats.org/drawingml/2006/main" noGrp="1"/>
          </p:cNvSpPr>
          <p:nvPr/>
        </p:nvSpPr>
        <p:spPr>
          <a:xfrm xmlns:a="http://schemas.openxmlformats.org/drawingml/2006/main">
            <a:off x="1477918" y="4623835"/>
            <a:ext cx="396716" cy="360445"/>
          </a:xfrm>
          <a:custGeom xmlns:a="http://schemas.openxmlformats.org/drawingml/2006/main">
            <a:pathLst>
              <a:path w="1666875" h="1514475">
                <a:moveTo>
                  <a:pt x="1200150" y="9525"/>
                </a:moveTo>
                <a:lnTo>
                  <a:pt x="1190625" y="0"/>
                </a:lnTo>
                <a:lnTo>
                  <a:pt x="485775" y="0"/>
                </a:lnTo>
                <a:lnTo>
                  <a:pt x="428625" y="57150"/>
                </a:lnTo>
                <a:lnTo>
                  <a:pt x="38100" y="57150"/>
                </a:lnTo>
                <a:lnTo>
                  <a:pt x="0" y="95250"/>
                </a:lnTo>
                <a:lnTo>
                  <a:pt x="0" y="428625"/>
                </a:lnTo>
                <a:lnTo>
                  <a:pt x="209550" y="638175"/>
                </a:lnTo>
                <a:lnTo>
                  <a:pt x="400050" y="638175"/>
                </a:lnTo>
                <a:lnTo>
                  <a:pt x="1276350" y="1514475"/>
                </a:lnTo>
                <a:lnTo>
                  <a:pt x="1457325" y="1514475"/>
                </a:lnTo>
                <a:lnTo>
                  <a:pt x="1666875" y="1304925"/>
                </a:lnTo>
                <a:lnTo>
                  <a:pt x="1666875" y="1295400"/>
                </a:lnTo>
                <a:lnTo>
                  <a:pt x="1666875" y="285750"/>
                </a:lnTo>
                <a:lnTo>
                  <a:pt x="1657350" y="276225"/>
                </a:lnTo>
                <a:lnTo>
                  <a:pt x="1247775" y="276225"/>
                </a:lnTo>
                <a:lnTo>
                  <a:pt x="1200150" y="228600"/>
                </a:lnTo>
                <a:close/>
              </a:path>
            </a:pathLst>
          </a:custGeom>
          <a:noFill xmlns:a="http://schemas.openxmlformats.org/drawingml/2006/main"/>
          <a:ln xmlns:a="http://schemas.openxmlformats.org/drawingml/2006/main" w="11430">
            <a:solidFill>
              <a:srgbClr val="FFFFFF"/>
            </a:solidFill>
          </a:ln>
        </p:spPr>
      </p:sp>
      <p:sp>
        <p:nvSpPr>
          <p:cNvPr id="93" name="ddca-prefecture-36">
            <a:extLst xmlns:a="http://schemas.openxmlformats.org/drawingml/2006/main">
              <a:ext uri="{FF2B5EF4-FFF2-40B4-BE49-F238E27FC236}">
                <a16:creationId xmlns:a16="http://schemas.microsoft.com/office/drawing/2014/main" id="{C296B0AA-BD80-4F64-A1C6-D38A6893986A}"/>
              </a:ext>
            </a:extLst>
          </p:cNvPr>
          <p:cNvSpPr>
            <a:spLocks xmlns:a="http://schemas.openxmlformats.org/drawingml/2006/main" noGrp="1"/>
          </p:cNvSpPr>
          <p:nvPr/>
        </p:nvSpPr>
        <p:spPr>
          <a:xfrm xmlns:a="http://schemas.openxmlformats.org/drawingml/2006/main">
            <a:off x="2337092" y="5156568"/>
            <a:ext cx="299237" cy="274301"/>
          </a:xfrm>
          <a:custGeom xmlns:a="http://schemas.openxmlformats.org/drawingml/2006/main">
            <a:pathLst>
              <a:path w="1257300" h="1152525">
                <a:moveTo>
                  <a:pt x="1257300" y="133350"/>
                </a:moveTo>
                <a:lnTo>
                  <a:pt x="1123950" y="0"/>
                </a:lnTo>
                <a:lnTo>
                  <a:pt x="1114425" y="0"/>
                </a:lnTo>
                <a:lnTo>
                  <a:pt x="1104900" y="0"/>
                </a:lnTo>
                <a:lnTo>
                  <a:pt x="9525" y="0"/>
                </a:lnTo>
                <a:lnTo>
                  <a:pt x="0" y="9525"/>
                </a:lnTo>
                <a:lnTo>
                  <a:pt x="0" y="400050"/>
                </a:lnTo>
                <a:lnTo>
                  <a:pt x="0" y="409575"/>
                </a:lnTo>
                <a:lnTo>
                  <a:pt x="742950" y="1152525"/>
                </a:lnTo>
                <a:lnTo>
                  <a:pt x="1257300" y="638175"/>
                </a:lnTo>
                <a:close/>
              </a:path>
            </a:pathLst>
          </a:custGeom>
          <a:solidFill xmlns:a="http://schemas.openxmlformats.org/drawingml/2006/main">
            <a:srgbClr val="E3E5E7"/>
          </a:solidFill>
          <a:ln xmlns:a="http://schemas.openxmlformats.org/drawingml/2006/main" w="0">
            <a:noFill/>
          </a:ln>
        </p:spPr>
      </p:sp>
      <p:sp>
        <p:nvSpPr>
          <p:cNvPr id="94" name="ddca-boundary-36">
            <a:extLst xmlns:a="http://schemas.openxmlformats.org/drawingml/2006/main">
              <a:ext uri="{FF2B5EF4-FFF2-40B4-BE49-F238E27FC236}">
                <a16:creationId xmlns:a16="http://schemas.microsoft.com/office/drawing/2014/main" id="{E0FCF2E5-F463-4BB5-97D1-4A7559838CDE}"/>
              </a:ext>
            </a:extLst>
          </p:cNvPr>
          <p:cNvSpPr>
            <a:spLocks xmlns:a="http://schemas.openxmlformats.org/drawingml/2006/main" noGrp="1"/>
          </p:cNvSpPr>
          <p:nvPr/>
        </p:nvSpPr>
        <p:spPr>
          <a:xfrm xmlns:a="http://schemas.openxmlformats.org/drawingml/2006/main">
            <a:off x="2337092" y="5156568"/>
            <a:ext cx="299237" cy="274301"/>
          </a:xfrm>
          <a:custGeom xmlns:a="http://schemas.openxmlformats.org/drawingml/2006/main">
            <a:pathLst>
              <a:path w="1257300" h="1152525">
                <a:moveTo>
                  <a:pt x="1257300" y="133350"/>
                </a:moveTo>
                <a:lnTo>
                  <a:pt x="1123950" y="0"/>
                </a:lnTo>
                <a:lnTo>
                  <a:pt x="1114425" y="0"/>
                </a:lnTo>
                <a:lnTo>
                  <a:pt x="1104900" y="0"/>
                </a:lnTo>
                <a:lnTo>
                  <a:pt x="9525" y="0"/>
                </a:lnTo>
                <a:lnTo>
                  <a:pt x="0" y="9525"/>
                </a:lnTo>
                <a:lnTo>
                  <a:pt x="0" y="400050"/>
                </a:lnTo>
                <a:lnTo>
                  <a:pt x="0" y="409575"/>
                </a:lnTo>
                <a:lnTo>
                  <a:pt x="742950" y="1152525"/>
                </a:lnTo>
                <a:lnTo>
                  <a:pt x="1257300" y="638175"/>
                </a:lnTo>
                <a:close/>
              </a:path>
            </a:pathLst>
          </a:custGeom>
          <a:noFill xmlns:a="http://schemas.openxmlformats.org/drawingml/2006/main"/>
          <a:ln xmlns:a="http://schemas.openxmlformats.org/drawingml/2006/main" w="11430">
            <a:solidFill>
              <a:srgbClr val="FFFFFF"/>
            </a:solidFill>
          </a:ln>
        </p:spPr>
      </p:sp>
      <p:sp>
        <p:nvSpPr>
          <p:cNvPr id="95" name="ddca-prefecture-37">
            <a:extLst xmlns:a="http://schemas.openxmlformats.org/drawingml/2006/main">
              <a:ext uri="{FF2B5EF4-FFF2-40B4-BE49-F238E27FC236}">
                <a16:creationId xmlns:a16="http://schemas.microsoft.com/office/drawing/2014/main" id="{943624EC-D832-4579-8BC9-3D1BDBB71FCB}"/>
              </a:ext>
            </a:extLst>
          </p:cNvPr>
          <p:cNvSpPr>
            <a:spLocks xmlns:a="http://schemas.openxmlformats.org/drawingml/2006/main" noGrp="1"/>
          </p:cNvSpPr>
          <p:nvPr/>
        </p:nvSpPr>
        <p:spPr>
          <a:xfrm xmlns:a="http://schemas.openxmlformats.org/drawingml/2006/main">
            <a:off x="2282685" y="5047755"/>
            <a:ext cx="319640" cy="108814"/>
          </a:xfrm>
          <a:custGeom xmlns:a="http://schemas.openxmlformats.org/drawingml/2006/main">
            <a:pathLst>
              <a:path w="1343025" h="457200">
                <a:moveTo>
                  <a:pt x="1343025" y="447675"/>
                </a:moveTo>
                <a:lnTo>
                  <a:pt x="895350" y="0"/>
                </a:lnTo>
                <a:lnTo>
                  <a:pt x="352425" y="0"/>
                </a:lnTo>
                <a:lnTo>
                  <a:pt x="0" y="352425"/>
                </a:lnTo>
                <a:lnTo>
                  <a:pt x="0" y="447675"/>
                </a:lnTo>
                <a:lnTo>
                  <a:pt x="9525" y="457200"/>
                </a:lnTo>
                <a:lnTo>
                  <a:pt x="219075" y="457200"/>
                </a:lnTo>
                <a:lnTo>
                  <a:pt x="228600" y="457200"/>
                </a:lnTo>
                <a:lnTo>
                  <a:pt x="238125" y="457200"/>
                </a:lnTo>
                <a:lnTo>
                  <a:pt x="1333500" y="457200"/>
                </a:lnTo>
                <a:close/>
              </a:path>
            </a:pathLst>
          </a:custGeom>
          <a:solidFill xmlns:a="http://schemas.openxmlformats.org/drawingml/2006/main">
            <a:srgbClr val="E3E5E7"/>
          </a:solidFill>
          <a:ln xmlns:a="http://schemas.openxmlformats.org/drawingml/2006/main" w="0">
            <a:noFill/>
          </a:ln>
        </p:spPr>
      </p:sp>
      <p:sp>
        <p:nvSpPr>
          <p:cNvPr id="96" name="ddca-boundary-37">
            <a:extLst xmlns:a="http://schemas.openxmlformats.org/drawingml/2006/main">
              <a:ext uri="{FF2B5EF4-FFF2-40B4-BE49-F238E27FC236}">
                <a16:creationId xmlns:a16="http://schemas.microsoft.com/office/drawing/2014/main" id="{20573C33-8BE0-4D43-9F43-00F983C0C0E9}"/>
              </a:ext>
            </a:extLst>
          </p:cNvPr>
          <p:cNvSpPr>
            <a:spLocks xmlns:a="http://schemas.openxmlformats.org/drawingml/2006/main" noGrp="1"/>
          </p:cNvSpPr>
          <p:nvPr/>
        </p:nvSpPr>
        <p:spPr>
          <a:xfrm xmlns:a="http://schemas.openxmlformats.org/drawingml/2006/main">
            <a:off x="2282685" y="5047755"/>
            <a:ext cx="319640" cy="108814"/>
          </a:xfrm>
          <a:custGeom xmlns:a="http://schemas.openxmlformats.org/drawingml/2006/main">
            <a:pathLst>
              <a:path w="1343025" h="457200">
                <a:moveTo>
                  <a:pt x="1343025" y="447675"/>
                </a:moveTo>
                <a:lnTo>
                  <a:pt x="895350" y="0"/>
                </a:lnTo>
                <a:lnTo>
                  <a:pt x="352425" y="0"/>
                </a:lnTo>
                <a:lnTo>
                  <a:pt x="0" y="352425"/>
                </a:lnTo>
                <a:lnTo>
                  <a:pt x="0" y="447675"/>
                </a:lnTo>
                <a:lnTo>
                  <a:pt x="9525" y="457200"/>
                </a:lnTo>
                <a:lnTo>
                  <a:pt x="219075" y="457200"/>
                </a:lnTo>
                <a:lnTo>
                  <a:pt x="228600" y="457200"/>
                </a:lnTo>
                <a:lnTo>
                  <a:pt x="238125" y="457200"/>
                </a:lnTo>
                <a:lnTo>
                  <a:pt x="1333500" y="457200"/>
                </a:lnTo>
                <a:close/>
              </a:path>
            </a:pathLst>
          </a:custGeom>
          <a:noFill xmlns:a="http://schemas.openxmlformats.org/drawingml/2006/main"/>
          <a:ln xmlns:a="http://schemas.openxmlformats.org/drawingml/2006/main" w="11430">
            <a:solidFill>
              <a:srgbClr val="FFFFFF"/>
            </a:solidFill>
          </a:ln>
        </p:spPr>
      </p:sp>
      <p:sp>
        <p:nvSpPr>
          <p:cNvPr id="97" name="ddca-prefecture-38">
            <a:extLst xmlns:a="http://schemas.openxmlformats.org/drawingml/2006/main">
              <a:ext uri="{FF2B5EF4-FFF2-40B4-BE49-F238E27FC236}">
                <a16:creationId xmlns:a16="http://schemas.microsoft.com/office/drawing/2014/main" id="{A7D56554-6490-4AD4-8F91-6795BFF3E8D0}"/>
              </a:ext>
            </a:extLst>
          </p:cNvPr>
          <p:cNvSpPr>
            <a:spLocks xmlns:a="http://schemas.openxmlformats.org/drawingml/2006/main" noGrp="1"/>
          </p:cNvSpPr>
          <p:nvPr/>
        </p:nvSpPr>
        <p:spPr>
          <a:xfrm xmlns:a="http://schemas.openxmlformats.org/drawingml/2006/main">
            <a:off x="1763554" y="5038687"/>
            <a:ext cx="573538" cy="514598"/>
          </a:xfrm>
          <a:custGeom xmlns:a="http://schemas.openxmlformats.org/drawingml/2006/main">
            <a:pathLst>
              <a:path w="2409825" h="2162175">
                <a:moveTo>
                  <a:pt x="1371600" y="495300"/>
                </a:moveTo>
                <a:lnTo>
                  <a:pt x="876300" y="0"/>
                </a:lnTo>
                <a:lnTo>
                  <a:pt x="800100" y="0"/>
                </a:lnTo>
                <a:lnTo>
                  <a:pt x="0" y="800100"/>
                </a:lnTo>
                <a:lnTo>
                  <a:pt x="0" y="1781175"/>
                </a:lnTo>
                <a:lnTo>
                  <a:pt x="381000" y="2162175"/>
                </a:lnTo>
                <a:lnTo>
                  <a:pt x="390525" y="2152650"/>
                </a:lnTo>
                <a:lnTo>
                  <a:pt x="390525" y="1714500"/>
                </a:lnTo>
                <a:lnTo>
                  <a:pt x="1200150" y="904875"/>
                </a:lnTo>
                <a:lnTo>
                  <a:pt x="2400300" y="904875"/>
                </a:lnTo>
                <a:lnTo>
                  <a:pt x="2409825" y="895350"/>
                </a:lnTo>
                <a:lnTo>
                  <a:pt x="2409825" y="504825"/>
                </a:lnTo>
                <a:lnTo>
                  <a:pt x="2400300" y="495300"/>
                </a:lnTo>
                <a:lnTo>
                  <a:pt x="2190750" y="495300"/>
                </a:lnTo>
                <a:lnTo>
                  <a:pt x="2181225" y="495300"/>
                </a:lnTo>
                <a:lnTo>
                  <a:pt x="2171700" y="495300"/>
                </a:lnTo>
                <a:close/>
              </a:path>
            </a:pathLst>
          </a:custGeom>
          <a:solidFill xmlns:a="http://schemas.openxmlformats.org/drawingml/2006/main">
            <a:srgbClr val="E3E5E7"/>
          </a:solidFill>
          <a:ln xmlns:a="http://schemas.openxmlformats.org/drawingml/2006/main" w="0">
            <a:noFill/>
          </a:ln>
        </p:spPr>
      </p:sp>
      <p:sp>
        <p:nvSpPr>
          <p:cNvPr id="98" name="ddca-boundary-38">
            <a:extLst xmlns:a="http://schemas.openxmlformats.org/drawingml/2006/main">
              <a:ext uri="{FF2B5EF4-FFF2-40B4-BE49-F238E27FC236}">
                <a16:creationId xmlns:a16="http://schemas.microsoft.com/office/drawing/2014/main" id="{6F174855-A553-426C-89C9-3FDBD3FE6600}"/>
              </a:ext>
            </a:extLst>
          </p:cNvPr>
          <p:cNvSpPr>
            <a:spLocks xmlns:a="http://schemas.openxmlformats.org/drawingml/2006/main" noGrp="1"/>
          </p:cNvSpPr>
          <p:nvPr/>
        </p:nvSpPr>
        <p:spPr>
          <a:xfrm xmlns:a="http://schemas.openxmlformats.org/drawingml/2006/main">
            <a:off x="1763554" y="5038687"/>
            <a:ext cx="573538" cy="514598"/>
          </a:xfrm>
          <a:custGeom xmlns:a="http://schemas.openxmlformats.org/drawingml/2006/main">
            <a:pathLst>
              <a:path w="2409825" h="2162175">
                <a:moveTo>
                  <a:pt x="1371600" y="495300"/>
                </a:moveTo>
                <a:lnTo>
                  <a:pt x="876300" y="0"/>
                </a:lnTo>
                <a:lnTo>
                  <a:pt x="800100" y="0"/>
                </a:lnTo>
                <a:lnTo>
                  <a:pt x="0" y="800100"/>
                </a:lnTo>
                <a:lnTo>
                  <a:pt x="0" y="1781175"/>
                </a:lnTo>
                <a:lnTo>
                  <a:pt x="381000" y="2162175"/>
                </a:lnTo>
                <a:lnTo>
                  <a:pt x="390525" y="2152650"/>
                </a:lnTo>
                <a:lnTo>
                  <a:pt x="390525" y="1714500"/>
                </a:lnTo>
                <a:lnTo>
                  <a:pt x="1200150" y="904875"/>
                </a:lnTo>
                <a:lnTo>
                  <a:pt x="2400300" y="904875"/>
                </a:lnTo>
                <a:lnTo>
                  <a:pt x="2409825" y="895350"/>
                </a:lnTo>
                <a:lnTo>
                  <a:pt x="2409825" y="504825"/>
                </a:lnTo>
                <a:lnTo>
                  <a:pt x="2400300" y="495300"/>
                </a:lnTo>
                <a:lnTo>
                  <a:pt x="2190750" y="495300"/>
                </a:lnTo>
                <a:lnTo>
                  <a:pt x="2181225" y="495300"/>
                </a:lnTo>
                <a:lnTo>
                  <a:pt x="2171700" y="495300"/>
                </a:lnTo>
                <a:close/>
              </a:path>
            </a:pathLst>
          </a:custGeom>
          <a:noFill xmlns:a="http://schemas.openxmlformats.org/drawingml/2006/main"/>
          <a:ln xmlns:a="http://schemas.openxmlformats.org/drawingml/2006/main" w="11430">
            <a:solidFill>
              <a:srgbClr val="FFFFFF"/>
            </a:solidFill>
          </a:ln>
        </p:spPr>
      </p:sp>
      <p:sp>
        <p:nvSpPr>
          <p:cNvPr id="99" name="ddca-prefecture-39">
            <a:extLst xmlns:a="http://schemas.openxmlformats.org/drawingml/2006/main">
              <a:ext uri="{FF2B5EF4-FFF2-40B4-BE49-F238E27FC236}">
                <a16:creationId xmlns:a16="http://schemas.microsoft.com/office/drawing/2014/main" id="{E545AC81-AD90-4D2C-8144-276E744D2477}"/>
              </a:ext>
            </a:extLst>
          </p:cNvPr>
          <p:cNvSpPr>
            <a:spLocks xmlns:a="http://schemas.openxmlformats.org/drawingml/2006/main" noGrp="1"/>
          </p:cNvSpPr>
          <p:nvPr/>
        </p:nvSpPr>
        <p:spPr>
          <a:xfrm xmlns:a="http://schemas.openxmlformats.org/drawingml/2006/main">
            <a:off x="1856499" y="5254047"/>
            <a:ext cx="657416" cy="317373"/>
          </a:xfrm>
          <a:custGeom xmlns:a="http://schemas.openxmlformats.org/drawingml/2006/main">
            <a:pathLst>
              <a:path w="2762250" h="1333500">
                <a:moveTo>
                  <a:pt x="2762250" y="742950"/>
                </a:moveTo>
                <a:lnTo>
                  <a:pt x="2019300" y="0"/>
                </a:lnTo>
                <a:lnTo>
                  <a:pt x="2009775" y="0"/>
                </a:lnTo>
                <a:lnTo>
                  <a:pt x="809625" y="0"/>
                </a:lnTo>
                <a:lnTo>
                  <a:pt x="0" y="809625"/>
                </a:lnTo>
                <a:lnTo>
                  <a:pt x="0" y="1247775"/>
                </a:lnTo>
                <a:lnTo>
                  <a:pt x="0" y="1257300"/>
                </a:lnTo>
                <a:lnTo>
                  <a:pt x="0" y="1266825"/>
                </a:lnTo>
                <a:lnTo>
                  <a:pt x="66675" y="1333500"/>
                </a:lnTo>
                <a:lnTo>
                  <a:pt x="561975" y="1333500"/>
                </a:lnTo>
                <a:lnTo>
                  <a:pt x="571500" y="1323975"/>
                </a:lnTo>
                <a:lnTo>
                  <a:pt x="571500" y="1085850"/>
                </a:lnTo>
                <a:lnTo>
                  <a:pt x="1095375" y="561975"/>
                </a:lnTo>
                <a:lnTo>
                  <a:pt x="1666875" y="561975"/>
                </a:lnTo>
                <a:lnTo>
                  <a:pt x="2305050" y="1200150"/>
                </a:lnTo>
                <a:close/>
              </a:path>
            </a:pathLst>
          </a:custGeom>
          <a:solidFill xmlns:a="http://schemas.openxmlformats.org/drawingml/2006/main">
            <a:srgbClr val="E3E5E7"/>
          </a:solidFill>
          <a:ln xmlns:a="http://schemas.openxmlformats.org/drawingml/2006/main" w="0">
            <a:noFill/>
          </a:ln>
        </p:spPr>
      </p:sp>
      <p:sp>
        <p:nvSpPr>
          <p:cNvPr id="100" name="ddca-band-39-undergraduate-0">
            <a:extLst xmlns:a="http://schemas.openxmlformats.org/drawingml/2006/main">
              <a:ext uri="{FF2B5EF4-FFF2-40B4-BE49-F238E27FC236}">
                <a16:creationId xmlns:a16="http://schemas.microsoft.com/office/drawing/2014/main" id="{1CF44A64-CF6E-4B61-BE01-F0319CE7DD45}"/>
              </a:ext>
            </a:extLst>
          </p:cNvPr>
          <p:cNvSpPr>
            <a:spLocks xmlns:a="http://schemas.openxmlformats.org/drawingml/2006/main" noGrp="1"/>
          </p:cNvSpPr>
          <p:nvPr/>
        </p:nvSpPr>
        <p:spPr>
          <a:xfrm xmlns:a="http://schemas.openxmlformats.org/drawingml/2006/main">
            <a:off x="1856499" y="5282384"/>
            <a:ext cx="164354" cy="289036"/>
          </a:xfrm>
          <a:custGeom xmlns:a="http://schemas.openxmlformats.org/drawingml/2006/main">
            <a:pathLst>
              <a:path w="690563" h="1214438">
                <a:moveTo>
                  <a:pt x="690563" y="0"/>
                </a:moveTo>
                <a:lnTo>
                  <a:pt x="0" y="690563"/>
                </a:lnTo>
                <a:lnTo>
                  <a:pt x="0" y="1128713"/>
                </a:lnTo>
                <a:lnTo>
                  <a:pt x="0" y="1138238"/>
                </a:lnTo>
                <a:lnTo>
                  <a:pt x="0" y="1147763"/>
                </a:lnTo>
                <a:lnTo>
                  <a:pt x="66675" y="1214438"/>
                </a:lnTo>
                <a:lnTo>
                  <a:pt x="561975" y="1214438"/>
                </a:lnTo>
                <a:lnTo>
                  <a:pt x="571500" y="1204913"/>
                </a:lnTo>
                <a:lnTo>
                  <a:pt x="571500" y="966788"/>
                </a:lnTo>
                <a:lnTo>
                  <a:pt x="690563" y="847725"/>
                </a:lnTo>
                <a:close/>
              </a:path>
            </a:pathLst>
          </a:custGeom>
          <a:solidFill xmlns:a="http://schemas.openxmlformats.org/drawingml/2006/main">
            <a:srgbClr val="D55E00"/>
          </a:solidFill>
          <a:ln xmlns:a="http://schemas.openxmlformats.org/drawingml/2006/main" w="0">
            <a:noFill/>
          </a:ln>
        </p:spPr>
      </p:sp>
      <p:sp>
        <p:nvSpPr>
          <p:cNvPr id="101" name="ddca-band-39-graduate-1">
            <a:extLst xmlns:a="http://schemas.openxmlformats.org/drawingml/2006/main">
              <a:ext uri="{FF2B5EF4-FFF2-40B4-BE49-F238E27FC236}">
                <a16:creationId xmlns:a16="http://schemas.microsoft.com/office/drawing/2014/main" id="{D835C52F-799E-41CC-980C-E1FEF1F2ED79}"/>
              </a:ext>
            </a:extLst>
          </p:cNvPr>
          <p:cNvSpPr>
            <a:spLocks xmlns:a="http://schemas.openxmlformats.org/drawingml/2006/main" noGrp="1"/>
          </p:cNvSpPr>
          <p:nvPr/>
        </p:nvSpPr>
        <p:spPr>
          <a:xfrm xmlns:a="http://schemas.openxmlformats.org/drawingml/2006/main">
            <a:off x="2020853" y="5254047"/>
            <a:ext cx="164354" cy="230095"/>
          </a:xfrm>
          <a:custGeom xmlns:a="http://schemas.openxmlformats.org/drawingml/2006/main">
            <a:pathLst>
              <a:path w="690563" h="966788">
                <a:moveTo>
                  <a:pt x="690563" y="0"/>
                </a:moveTo>
                <a:lnTo>
                  <a:pt x="119063" y="0"/>
                </a:lnTo>
                <a:lnTo>
                  <a:pt x="0" y="119063"/>
                </a:lnTo>
                <a:lnTo>
                  <a:pt x="0" y="966788"/>
                </a:lnTo>
                <a:lnTo>
                  <a:pt x="404813" y="561975"/>
                </a:lnTo>
                <a:lnTo>
                  <a:pt x="690563" y="561975"/>
                </a:lnTo>
                <a:close/>
              </a:path>
            </a:pathLst>
          </a:custGeom>
          <a:solidFill xmlns:a="http://schemas.openxmlformats.org/drawingml/2006/main">
            <a:srgbClr val="00856B"/>
          </a:solidFill>
          <a:ln xmlns:a="http://schemas.openxmlformats.org/drawingml/2006/main" w="0">
            <a:noFill/>
          </a:ln>
        </p:spPr>
      </p:sp>
      <p:sp>
        <p:nvSpPr>
          <p:cNvPr id="102" name="ddca-band-39-undergraduate-2">
            <a:extLst xmlns:a="http://schemas.openxmlformats.org/drawingml/2006/main">
              <a:ext uri="{FF2B5EF4-FFF2-40B4-BE49-F238E27FC236}">
                <a16:creationId xmlns:a16="http://schemas.microsoft.com/office/drawing/2014/main" id="{5C4E7C38-2313-43EE-93B3-DA9FCB1E17CD}"/>
              </a:ext>
            </a:extLst>
          </p:cNvPr>
          <p:cNvSpPr>
            <a:spLocks xmlns:a="http://schemas.openxmlformats.org/drawingml/2006/main" noGrp="1"/>
          </p:cNvSpPr>
          <p:nvPr/>
        </p:nvSpPr>
        <p:spPr>
          <a:xfrm xmlns:a="http://schemas.openxmlformats.org/drawingml/2006/main">
            <a:off x="2185206" y="5254047"/>
            <a:ext cx="164354" cy="230095"/>
          </a:xfrm>
          <a:custGeom xmlns:a="http://schemas.openxmlformats.org/drawingml/2006/main">
            <a:pathLst>
              <a:path w="690563" h="966788">
                <a:moveTo>
                  <a:pt x="690563" y="52388"/>
                </a:moveTo>
                <a:lnTo>
                  <a:pt x="638175" y="0"/>
                </a:lnTo>
                <a:lnTo>
                  <a:pt x="628650" y="0"/>
                </a:lnTo>
                <a:lnTo>
                  <a:pt x="0" y="0"/>
                </a:lnTo>
                <a:lnTo>
                  <a:pt x="0" y="561975"/>
                </a:lnTo>
                <a:lnTo>
                  <a:pt x="285750" y="561975"/>
                </a:lnTo>
                <a:lnTo>
                  <a:pt x="690563" y="966788"/>
                </a:lnTo>
                <a:close/>
              </a:path>
            </a:pathLst>
          </a:custGeom>
          <a:solidFill xmlns:a="http://schemas.openxmlformats.org/drawingml/2006/main">
            <a:srgbClr val="D55E00"/>
          </a:solidFill>
          <a:ln xmlns:a="http://schemas.openxmlformats.org/drawingml/2006/main" w="0">
            <a:noFill/>
          </a:ln>
        </p:spPr>
      </p:sp>
      <p:sp>
        <p:nvSpPr>
          <p:cNvPr id="103" name="ddca-band-39-graduate-3">
            <a:extLst xmlns:a="http://schemas.openxmlformats.org/drawingml/2006/main">
              <a:ext uri="{FF2B5EF4-FFF2-40B4-BE49-F238E27FC236}">
                <a16:creationId xmlns:a16="http://schemas.microsoft.com/office/drawing/2014/main" id="{D1E5F313-2FEC-4AF5-8B18-A2466DF7E9BE}"/>
              </a:ext>
            </a:extLst>
          </p:cNvPr>
          <p:cNvSpPr>
            <a:spLocks xmlns:a="http://schemas.openxmlformats.org/drawingml/2006/main" noGrp="1"/>
          </p:cNvSpPr>
          <p:nvPr/>
        </p:nvSpPr>
        <p:spPr>
          <a:xfrm xmlns:a="http://schemas.openxmlformats.org/drawingml/2006/main">
            <a:off x="2349560" y="5266515"/>
            <a:ext cx="164354" cy="273167"/>
          </a:xfrm>
          <a:custGeom xmlns:a="http://schemas.openxmlformats.org/drawingml/2006/main">
            <a:pathLst>
              <a:path w="690563" h="1147763">
                <a:moveTo>
                  <a:pt x="690563" y="690563"/>
                </a:moveTo>
                <a:lnTo>
                  <a:pt x="0" y="0"/>
                </a:lnTo>
                <a:lnTo>
                  <a:pt x="0" y="914400"/>
                </a:lnTo>
                <a:lnTo>
                  <a:pt x="233363" y="1147763"/>
                </a:lnTo>
                <a:close/>
              </a:path>
            </a:pathLst>
          </a:custGeom>
          <a:solidFill xmlns:a="http://schemas.openxmlformats.org/drawingml/2006/main">
            <a:srgbClr val="00856B"/>
          </a:solidFill>
          <a:ln xmlns:a="http://schemas.openxmlformats.org/drawingml/2006/main" w="0">
            <a:noFill/>
          </a:ln>
        </p:spPr>
      </p:sp>
      <p:sp>
        <p:nvSpPr>
          <p:cNvPr id="104" name="ddca-boundary-39">
            <a:extLst xmlns:a="http://schemas.openxmlformats.org/drawingml/2006/main">
              <a:ext uri="{FF2B5EF4-FFF2-40B4-BE49-F238E27FC236}">
                <a16:creationId xmlns:a16="http://schemas.microsoft.com/office/drawing/2014/main" id="{C15033BB-0EF4-48F7-9330-8BD46C51E1B7}"/>
              </a:ext>
            </a:extLst>
          </p:cNvPr>
          <p:cNvSpPr>
            <a:spLocks xmlns:a="http://schemas.openxmlformats.org/drawingml/2006/main" noGrp="1"/>
          </p:cNvSpPr>
          <p:nvPr/>
        </p:nvSpPr>
        <p:spPr>
          <a:xfrm xmlns:a="http://schemas.openxmlformats.org/drawingml/2006/main">
            <a:off x="1856499" y="5254047"/>
            <a:ext cx="657416" cy="317373"/>
          </a:xfrm>
          <a:custGeom xmlns:a="http://schemas.openxmlformats.org/drawingml/2006/main">
            <a:pathLst>
              <a:path w="2762250" h="1333500">
                <a:moveTo>
                  <a:pt x="2762250" y="742950"/>
                </a:moveTo>
                <a:lnTo>
                  <a:pt x="2019300" y="0"/>
                </a:lnTo>
                <a:lnTo>
                  <a:pt x="2009775" y="0"/>
                </a:lnTo>
                <a:lnTo>
                  <a:pt x="809625" y="0"/>
                </a:lnTo>
                <a:lnTo>
                  <a:pt x="0" y="809625"/>
                </a:lnTo>
                <a:lnTo>
                  <a:pt x="0" y="1247775"/>
                </a:lnTo>
                <a:lnTo>
                  <a:pt x="0" y="1257300"/>
                </a:lnTo>
                <a:lnTo>
                  <a:pt x="0" y="1266825"/>
                </a:lnTo>
                <a:lnTo>
                  <a:pt x="66675" y="1333500"/>
                </a:lnTo>
                <a:lnTo>
                  <a:pt x="561975" y="1333500"/>
                </a:lnTo>
                <a:lnTo>
                  <a:pt x="571500" y="1323975"/>
                </a:lnTo>
                <a:lnTo>
                  <a:pt x="571500" y="1085850"/>
                </a:lnTo>
                <a:lnTo>
                  <a:pt x="1095375" y="561975"/>
                </a:lnTo>
                <a:lnTo>
                  <a:pt x="1666875" y="561975"/>
                </a:lnTo>
                <a:lnTo>
                  <a:pt x="2305050" y="1200150"/>
                </a:lnTo>
                <a:close/>
              </a:path>
            </a:pathLst>
          </a:custGeom>
          <a:noFill xmlns:a="http://schemas.openxmlformats.org/drawingml/2006/main"/>
          <a:ln xmlns:a="http://schemas.openxmlformats.org/drawingml/2006/main" w="11430">
            <a:solidFill>
              <a:srgbClr val="FFFFFF"/>
            </a:solidFill>
          </a:ln>
        </p:spPr>
      </p:sp>
      <p:sp>
        <p:nvSpPr>
          <p:cNvPr id="105" name="ddca-prefecture-40">
            <a:extLst xmlns:a="http://schemas.openxmlformats.org/drawingml/2006/main">
              <a:ext uri="{FF2B5EF4-FFF2-40B4-BE49-F238E27FC236}">
                <a16:creationId xmlns:a16="http://schemas.microsoft.com/office/drawing/2014/main" id="{9A6827EB-EC23-46D5-88D0-0D41E9667422}"/>
              </a:ext>
            </a:extLst>
          </p:cNvPr>
          <p:cNvSpPr>
            <a:spLocks xmlns:a="http://schemas.openxmlformats.org/drawingml/2006/main" noGrp="1"/>
          </p:cNvSpPr>
          <p:nvPr/>
        </p:nvSpPr>
        <p:spPr>
          <a:xfrm xmlns:a="http://schemas.openxmlformats.org/drawingml/2006/main">
            <a:off x="1072134" y="4757585"/>
            <a:ext cx="403517" cy="328708"/>
          </a:xfrm>
          <a:custGeom xmlns:a="http://schemas.openxmlformats.org/drawingml/2006/main">
            <a:pathLst>
              <a:path w="1695450" h="1381125">
                <a:moveTo>
                  <a:pt x="1695450" y="323850"/>
                </a:moveTo>
                <a:lnTo>
                  <a:pt x="1371600" y="0"/>
                </a:lnTo>
                <a:lnTo>
                  <a:pt x="219075" y="0"/>
                </a:lnTo>
                <a:lnTo>
                  <a:pt x="47625" y="171450"/>
                </a:lnTo>
                <a:lnTo>
                  <a:pt x="428625" y="552450"/>
                </a:lnTo>
                <a:lnTo>
                  <a:pt x="428625" y="647700"/>
                </a:lnTo>
                <a:lnTo>
                  <a:pt x="0" y="1076325"/>
                </a:lnTo>
                <a:lnTo>
                  <a:pt x="0" y="1085850"/>
                </a:lnTo>
                <a:lnTo>
                  <a:pt x="0" y="1133475"/>
                </a:lnTo>
                <a:lnTo>
                  <a:pt x="247650" y="1381125"/>
                </a:lnTo>
                <a:lnTo>
                  <a:pt x="257175" y="1381125"/>
                </a:lnTo>
                <a:lnTo>
                  <a:pt x="266700" y="1381125"/>
                </a:lnTo>
                <a:lnTo>
                  <a:pt x="314325" y="1381125"/>
                </a:lnTo>
                <a:lnTo>
                  <a:pt x="571500" y="1123950"/>
                </a:lnTo>
                <a:lnTo>
                  <a:pt x="952500" y="1123950"/>
                </a:lnTo>
                <a:lnTo>
                  <a:pt x="962025" y="1114425"/>
                </a:lnTo>
                <a:lnTo>
                  <a:pt x="962025" y="1057275"/>
                </a:lnTo>
                <a:close/>
              </a:path>
            </a:pathLst>
          </a:custGeom>
          <a:solidFill xmlns:a="http://schemas.openxmlformats.org/drawingml/2006/main">
            <a:srgbClr val="1572C3"/>
          </a:solidFill>
          <a:ln xmlns:a="http://schemas.openxmlformats.org/drawingml/2006/main" w="0">
            <a:noFill/>
          </a:ln>
        </p:spPr>
      </p:sp>
      <p:sp>
        <p:nvSpPr>
          <p:cNvPr id="106" name="ddca-boundary-40">
            <a:extLst xmlns:a="http://schemas.openxmlformats.org/drawingml/2006/main">
              <a:ext uri="{FF2B5EF4-FFF2-40B4-BE49-F238E27FC236}">
                <a16:creationId xmlns:a16="http://schemas.microsoft.com/office/drawing/2014/main" id="{331E1490-AF83-4731-8C71-BDD323A795B4}"/>
              </a:ext>
            </a:extLst>
          </p:cNvPr>
          <p:cNvSpPr>
            <a:spLocks xmlns:a="http://schemas.openxmlformats.org/drawingml/2006/main" noGrp="1"/>
          </p:cNvSpPr>
          <p:nvPr/>
        </p:nvSpPr>
        <p:spPr>
          <a:xfrm xmlns:a="http://schemas.openxmlformats.org/drawingml/2006/main">
            <a:off x="1072134" y="4757585"/>
            <a:ext cx="403517" cy="328708"/>
          </a:xfrm>
          <a:custGeom xmlns:a="http://schemas.openxmlformats.org/drawingml/2006/main">
            <a:pathLst>
              <a:path w="1695450" h="1381125">
                <a:moveTo>
                  <a:pt x="1695450" y="323850"/>
                </a:moveTo>
                <a:lnTo>
                  <a:pt x="1371600" y="0"/>
                </a:lnTo>
                <a:lnTo>
                  <a:pt x="219075" y="0"/>
                </a:lnTo>
                <a:lnTo>
                  <a:pt x="47625" y="171450"/>
                </a:lnTo>
                <a:lnTo>
                  <a:pt x="428625" y="552450"/>
                </a:lnTo>
                <a:lnTo>
                  <a:pt x="428625" y="647700"/>
                </a:lnTo>
                <a:lnTo>
                  <a:pt x="0" y="1076325"/>
                </a:lnTo>
                <a:lnTo>
                  <a:pt x="0" y="1085850"/>
                </a:lnTo>
                <a:lnTo>
                  <a:pt x="0" y="1133475"/>
                </a:lnTo>
                <a:lnTo>
                  <a:pt x="247650" y="1381125"/>
                </a:lnTo>
                <a:lnTo>
                  <a:pt x="257175" y="1381125"/>
                </a:lnTo>
                <a:lnTo>
                  <a:pt x="266700" y="1381125"/>
                </a:lnTo>
                <a:lnTo>
                  <a:pt x="314325" y="1381125"/>
                </a:lnTo>
                <a:lnTo>
                  <a:pt x="571500" y="1123950"/>
                </a:lnTo>
                <a:lnTo>
                  <a:pt x="952500" y="1123950"/>
                </a:lnTo>
                <a:lnTo>
                  <a:pt x="962025" y="1114425"/>
                </a:lnTo>
                <a:lnTo>
                  <a:pt x="962025" y="1057275"/>
                </a:lnTo>
                <a:close/>
              </a:path>
            </a:pathLst>
          </a:custGeom>
          <a:noFill xmlns:a="http://schemas.openxmlformats.org/drawingml/2006/main"/>
          <a:ln xmlns:a="http://schemas.openxmlformats.org/drawingml/2006/main" w="11430">
            <a:solidFill>
              <a:srgbClr val="FFFFFF"/>
            </a:solidFill>
          </a:ln>
        </p:spPr>
      </p:sp>
      <p:sp>
        <p:nvSpPr>
          <p:cNvPr id="107" name="ddca-prefecture-41">
            <a:extLst xmlns:a="http://schemas.openxmlformats.org/drawingml/2006/main">
              <a:ext uri="{FF2B5EF4-FFF2-40B4-BE49-F238E27FC236}">
                <a16:creationId xmlns:a16="http://schemas.microsoft.com/office/drawing/2014/main" id="{EB35E720-4B54-4CFA-A731-F30D4C4A9F40}"/>
              </a:ext>
            </a:extLst>
          </p:cNvPr>
          <p:cNvSpPr>
            <a:spLocks xmlns:a="http://schemas.openxmlformats.org/drawingml/2006/main" noGrp="1"/>
          </p:cNvSpPr>
          <p:nvPr/>
        </p:nvSpPr>
        <p:spPr>
          <a:xfrm xmlns:a="http://schemas.openxmlformats.org/drawingml/2006/main">
            <a:off x="899846" y="4798390"/>
            <a:ext cx="274301" cy="215360"/>
          </a:xfrm>
          <a:custGeom xmlns:a="http://schemas.openxmlformats.org/drawingml/2006/main">
            <a:pathLst>
              <a:path w="1152525" h="904875">
                <a:moveTo>
                  <a:pt x="1152525" y="381000"/>
                </a:moveTo>
                <a:lnTo>
                  <a:pt x="771525" y="0"/>
                </a:lnTo>
                <a:lnTo>
                  <a:pt x="409575" y="361950"/>
                </a:lnTo>
                <a:lnTo>
                  <a:pt x="9525" y="361950"/>
                </a:lnTo>
                <a:lnTo>
                  <a:pt x="0" y="371475"/>
                </a:lnTo>
                <a:lnTo>
                  <a:pt x="0" y="447675"/>
                </a:lnTo>
                <a:lnTo>
                  <a:pt x="457200" y="904875"/>
                </a:lnTo>
                <a:lnTo>
                  <a:pt x="466725" y="904875"/>
                </a:lnTo>
                <a:lnTo>
                  <a:pt x="714375" y="904875"/>
                </a:lnTo>
                <a:lnTo>
                  <a:pt x="723900" y="904875"/>
                </a:lnTo>
                <a:lnTo>
                  <a:pt x="1152525" y="476250"/>
                </a:lnTo>
                <a:close/>
              </a:path>
            </a:pathLst>
          </a:custGeom>
          <a:solidFill xmlns:a="http://schemas.openxmlformats.org/drawingml/2006/main">
            <a:srgbClr val="E3E5E7"/>
          </a:solidFill>
          <a:ln xmlns:a="http://schemas.openxmlformats.org/drawingml/2006/main" w="0">
            <a:noFill/>
          </a:ln>
        </p:spPr>
      </p:sp>
      <p:sp>
        <p:nvSpPr>
          <p:cNvPr id="108" name="ddca-boundary-41">
            <a:extLst xmlns:a="http://schemas.openxmlformats.org/drawingml/2006/main">
              <a:ext uri="{FF2B5EF4-FFF2-40B4-BE49-F238E27FC236}">
                <a16:creationId xmlns:a16="http://schemas.microsoft.com/office/drawing/2014/main" id="{7CD36BD2-5F7C-401C-98EF-10ECE89E5E22}"/>
              </a:ext>
            </a:extLst>
          </p:cNvPr>
          <p:cNvSpPr>
            <a:spLocks xmlns:a="http://schemas.openxmlformats.org/drawingml/2006/main" noGrp="1"/>
          </p:cNvSpPr>
          <p:nvPr/>
        </p:nvSpPr>
        <p:spPr>
          <a:xfrm xmlns:a="http://schemas.openxmlformats.org/drawingml/2006/main">
            <a:off x="899846" y="4798390"/>
            <a:ext cx="274301" cy="215360"/>
          </a:xfrm>
          <a:custGeom xmlns:a="http://schemas.openxmlformats.org/drawingml/2006/main">
            <a:pathLst>
              <a:path w="1152525" h="904875">
                <a:moveTo>
                  <a:pt x="1152525" y="381000"/>
                </a:moveTo>
                <a:lnTo>
                  <a:pt x="771525" y="0"/>
                </a:lnTo>
                <a:lnTo>
                  <a:pt x="409575" y="361950"/>
                </a:lnTo>
                <a:lnTo>
                  <a:pt x="9525" y="361950"/>
                </a:lnTo>
                <a:lnTo>
                  <a:pt x="0" y="371475"/>
                </a:lnTo>
                <a:lnTo>
                  <a:pt x="0" y="447675"/>
                </a:lnTo>
                <a:lnTo>
                  <a:pt x="457200" y="904875"/>
                </a:lnTo>
                <a:lnTo>
                  <a:pt x="466725" y="904875"/>
                </a:lnTo>
                <a:lnTo>
                  <a:pt x="714375" y="904875"/>
                </a:lnTo>
                <a:lnTo>
                  <a:pt x="723900" y="904875"/>
                </a:lnTo>
                <a:lnTo>
                  <a:pt x="1152525" y="476250"/>
                </a:lnTo>
                <a:close/>
              </a:path>
            </a:pathLst>
          </a:custGeom>
          <a:noFill xmlns:a="http://schemas.openxmlformats.org/drawingml/2006/main"/>
          <a:ln xmlns:a="http://schemas.openxmlformats.org/drawingml/2006/main" w="11430">
            <a:solidFill>
              <a:srgbClr val="FFFFFF"/>
            </a:solidFill>
          </a:ln>
        </p:spPr>
      </p:sp>
      <p:sp>
        <p:nvSpPr>
          <p:cNvPr id="109" name="ddca-prefecture-42">
            <a:extLst xmlns:a="http://schemas.openxmlformats.org/drawingml/2006/main">
              <a:ext uri="{FF2B5EF4-FFF2-40B4-BE49-F238E27FC236}">
                <a16:creationId xmlns:a16="http://schemas.microsoft.com/office/drawing/2014/main" id="{900F1383-8710-4FBA-9055-873D14AB7B6D}"/>
              </a:ext>
            </a:extLst>
          </p:cNvPr>
          <p:cNvSpPr>
            <a:spLocks xmlns:a="http://schemas.openxmlformats.org/drawingml/2006/main" noGrp="1"/>
          </p:cNvSpPr>
          <p:nvPr/>
        </p:nvSpPr>
        <p:spPr>
          <a:xfrm xmlns:a="http://schemas.openxmlformats.org/drawingml/2006/main">
            <a:off x="829570" y="4884534"/>
            <a:ext cx="210826" cy="310572"/>
          </a:xfrm>
          <a:custGeom xmlns:a="http://schemas.openxmlformats.org/drawingml/2006/main">
            <a:pathLst>
              <a:path w="885825" h="1304925">
                <a:moveTo>
                  <a:pt x="295275" y="9525"/>
                </a:moveTo>
                <a:lnTo>
                  <a:pt x="285750" y="0"/>
                </a:lnTo>
                <a:lnTo>
                  <a:pt x="9525" y="0"/>
                </a:lnTo>
                <a:lnTo>
                  <a:pt x="0" y="9525"/>
                </a:lnTo>
                <a:lnTo>
                  <a:pt x="0" y="1000125"/>
                </a:lnTo>
                <a:lnTo>
                  <a:pt x="304800" y="1304925"/>
                </a:lnTo>
                <a:lnTo>
                  <a:pt x="847725" y="1304925"/>
                </a:lnTo>
                <a:lnTo>
                  <a:pt x="885825" y="1266825"/>
                </a:lnTo>
                <a:lnTo>
                  <a:pt x="885825" y="962025"/>
                </a:lnTo>
                <a:lnTo>
                  <a:pt x="838200" y="914400"/>
                </a:lnTo>
                <a:lnTo>
                  <a:pt x="762000" y="914400"/>
                </a:lnTo>
                <a:lnTo>
                  <a:pt x="752475" y="914400"/>
                </a:lnTo>
                <a:lnTo>
                  <a:pt x="752475" y="904875"/>
                </a:lnTo>
                <a:lnTo>
                  <a:pt x="752475" y="552450"/>
                </a:lnTo>
                <a:lnTo>
                  <a:pt x="752475" y="542925"/>
                </a:lnTo>
                <a:lnTo>
                  <a:pt x="295275" y="85725"/>
                </a:lnTo>
                <a:close/>
              </a:path>
            </a:pathLst>
          </a:custGeom>
          <a:solidFill xmlns:a="http://schemas.openxmlformats.org/drawingml/2006/main">
            <a:srgbClr val="D55E00"/>
          </a:solidFill>
          <a:ln xmlns:a="http://schemas.openxmlformats.org/drawingml/2006/main" w="0">
            <a:noFill/>
          </a:ln>
        </p:spPr>
      </p:sp>
      <p:sp>
        <p:nvSpPr>
          <p:cNvPr id="110" name="ddca-boundary-42">
            <a:extLst xmlns:a="http://schemas.openxmlformats.org/drawingml/2006/main">
              <a:ext uri="{FF2B5EF4-FFF2-40B4-BE49-F238E27FC236}">
                <a16:creationId xmlns:a16="http://schemas.microsoft.com/office/drawing/2014/main" id="{3433C56E-30B2-41F0-AF1D-7D7A40729BB8}"/>
              </a:ext>
            </a:extLst>
          </p:cNvPr>
          <p:cNvSpPr>
            <a:spLocks xmlns:a="http://schemas.openxmlformats.org/drawingml/2006/main" noGrp="1"/>
          </p:cNvSpPr>
          <p:nvPr/>
        </p:nvSpPr>
        <p:spPr>
          <a:xfrm xmlns:a="http://schemas.openxmlformats.org/drawingml/2006/main">
            <a:off x="829570" y="4884534"/>
            <a:ext cx="210826" cy="310572"/>
          </a:xfrm>
          <a:custGeom xmlns:a="http://schemas.openxmlformats.org/drawingml/2006/main">
            <a:pathLst>
              <a:path w="885825" h="1304925">
                <a:moveTo>
                  <a:pt x="295275" y="9525"/>
                </a:moveTo>
                <a:lnTo>
                  <a:pt x="285750" y="0"/>
                </a:lnTo>
                <a:lnTo>
                  <a:pt x="9525" y="0"/>
                </a:lnTo>
                <a:lnTo>
                  <a:pt x="0" y="9525"/>
                </a:lnTo>
                <a:lnTo>
                  <a:pt x="0" y="1000125"/>
                </a:lnTo>
                <a:lnTo>
                  <a:pt x="304800" y="1304925"/>
                </a:lnTo>
                <a:lnTo>
                  <a:pt x="847725" y="1304925"/>
                </a:lnTo>
                <a:lnTo>
                  <a:pt x="885825" y="1266825"/>
                </a:lnTo>
                <a:lnTo>
                  <a:pt x="885825" y="962025"/>
                </a:lnTo>
                <a:lnTo>
                  <a:pt x="838200" y="914400"/>
                </a:lnTo>
                <a:lnTo>
                  <a:pt x="762000" y="914400"/>
                </a:lnTo>
                <a:lnTo>
                  <a:pt x="752475" y="914400"/>
                </a:lnTo>
                <a:lnTo>
                  <a:pt x="752475" y="904875"/>
                </a:lnTo>
                <a:lnTo>
                  <a:pt x="752475" y="552450"/>
                </a:lnTo>
                <a:lnTo>
                  <a:pt x="752475" y="542925"/>
                </a:lnTo>
                <a:lnTo>
                  <a:pt x="295275" y="85725"/>
                </a:lnTo>
                <a:close/>
              </a:path>
            </a:pathLst>
          </a:custGeom>
          <a:noFill xmlns:a="http://schemas.openxmlformats.org/drawingml/2006/main"/>
          <a:ln xmlns:a="http://schemas.openxmlformats.org/drawingml/2006/main" w="11430">
            <a:solidFill>
              <a:srgbClr val="FFFFFF"/>
            </a:solidFill>
          </a:ln>
        </p:spPr>
      </p:sp>
      <p:sp>
        <p:nvSpPr>
          <p:cNvPr id="111" name="ddca-prefecture-43">
            <a:extLst xmlns:a="http://schemas.openxmlformats.org/drawingml/2006/main">
              <a:ext uri="{FF2B5EF4-FFF2-40B4-BE49-F238E27FC236}">
                <a16:creationId xmlns:a16="http://schemas.microsoft.com/office/drawing/2014/main" id="{2F764AA1-0CE2-4B2B-BDA3-EA8DC02AD069}"/>
              </a:ext>
            </a:extLst>
          </p:cNvPr>
          <p:cNvSpPr>
            <a:spLocks xmlns:a="http://schemas.openxmlformats.org/drawingml/2006/main" noGrp="1"/>
          </p:cNvSpPr>
          <p:nvPr/>
        </p:nvSpPr>
        <p:spPr>
          <a:xfrm xmlns:a="http://schemas.openxmlformats.org/drawingml/2006/main">
            <a:off x="1051731" y="5025085"/>
            <a:ext cx="310572" cy="412585"/>
          </a:xfrm>
          <a:custGeom xmlns:a="http://schemas.openxmlformats.org/drawingml/2006/main">
            <a:pathLst>
              <a:path w="1304925" h="1733550">
                <a:moveTo>
                  <a:pt x="1304925" y="38100"/>
                </a:moveTo>
                <a:lnTo>
                  <a:pt x="1266825" y="0"/>
                </a:lnTo>
                <a:lnTo>
                  <a:pt x="1057275" y="0"/>
                </a:lnTo>
                <a:lnTo>
                  <a:pt x="1047750" y="0"/>
                </a:lnTo>
                <a:lnTo>
                  <a:pt x="1038225" y="0"/>
                </a:lnTo>
                <a:lnTo>
                  <a:pt x="657225" y="0"/>
                </a:lnTo>
                <a:lnTo>
                  <a:pt x="400050" y="257175"/>
                </a:lnTo>
                <a:lnTo>
                  <a:pt x="352425" y="257175"/>
                </a:lnTo>
                <a:lnTo>
                  <a:pt x="342900" y="266700"/>
                </a:lnTo>
                <a:lnTo>
                  <a:pt x="342900" y="1038225"/>
                </a:lnTo>
                <a:lnTo>
                  <a:pt x="0" y="1381125"/>
                </a:lnTo>
                <a:lnTo>
                  <a:pt x="9525" y="1390650"/>
                </a:lnTo>
                <a:lnTo>
                  <a:pt x="647700" y="1390650"/>
                </a:lnTo>
                <a:lnTo>
                  <a:pt x="990600" y="1733550"/>
                </a:lnTo>
                <a:lnTo>
                  <a:pt x="1304925" y="1419225"/>
                </a:lnTo>
                <a:lnTo>
                  <a:pt x="1304925" y="495300"/>
                </a:lnTo>
                <a:lnTo>
                  <a:pt x="1304925" y="485775"/>
                </a:lnTo>
                <a:lnTo>
                  <a:pt x="1304925" y="476250"/>
                </a:lnTo>
                <a:close/>
              </a:path>
            </a:pathLst>
          </a:custGeom>
          <a:solidFill xmlns:a="http://schemas.openxmlformats.org/drawingml/2006/main">
            <a:srgbClr val="E3E5E7"/>
          </a:solidFill>
          <a:ln xmlns:a="http://schemas.openxmlformats.org/drawingml/2006/main" w="0">
            <a:noFill/>
          </a:ln>
        </p:spPr>
      </p:sp>
      <p:sp>
        <p:nvSpPr>
          <p:cNvPr id="112" name="ddca-boundary-43">
            <a:extLst xmlns:a="http://schemas.openxmlformats.org/drawingml/2006/main">
              <a:ext uri="{FF2B5EF4-FFF2-40B4-BE49-F238E27FC236}">
                <a16:creationId xmlns:a16="http://schemas.microsoft.com/office/drawing/2014/main" id="{2D67A563-B735-4C2F-B96F-7F61C5906732}"/>
              </a:ext>
            </a:extLst>
          </p:cNvPr>
          <p:cNvSpPr>
            <a:spLocks xmlns:a="http://schemas.openxmlformats.org/drawingml/2006/main" noGrp="1"/>
          </p:cNvSpPr>
          <p:nvPr/>
        </p:nvSpPr>
        <p:spPr>
          <a:xfrm xmlns:a="http://schemas.openxmlformats.org/drawingml/2006/main">
            <a:off x="1051731" y="5025085"/>
            <a:ext cx="310572" cy="412585"/>
          </a:xfrm>
          <a:custGeom xmlns:a="http://schemas.openxmlformats.org/drawingml/2006/main">
            <a:pathLst>
              <a:path w="1304925" h="1733550">
                <a:moveTo>
                  <a:pt x="1304925" y="38100"/>
                </a:moveTo>
                <a:lnTo>
                  <a:pt x="1266825" y="0"/>
                </a:lnTo>
                <a:lnTo>
                  <a:pt x="1057275" y="0"/>
                </a:lnTo>
                <a:lnTo>
                  <a:pt x="1047750" y="0"/>
                </a:lnTo>
                <a:lnTo>
                  <a:pt x="1038225" y="0"/>
                </a:lnTo>
                <a:lnTo>
                  <a:pt x="657225" y="0"/>
                </a:lnTo>
                <a:lnTo>
                  <a:pt x="400050" y="257175"/>
                </a:lnTo>
                <a:lnTo>
                  <a:pt x="352425" y="257175"/>
                </a:lnTo>
                <a:lnTo>
                  <a:pt x="342900" y="266700"/>
                </a:lnTo>
                <a:lnTo>
                  <a:pt x="342900" y="1038225"/>
                </a:lnTo>
                <a:lnTo>
                  <a:pt x="0" y="1381125"/>
                </a:lnTo>
                <a:lnTo>
                  <a:pt x="9525" y="1390650"/>
                </a:lnTo>
                <a:lnTo>
                  <a:pt x="647700" y="1390650"/>
                </a:lnTo>
                <a:lnTo>
                  <a:pt x="990600" y="1733550"/>
                </a:lnTo>
                <a:lnTo>
                  <a:pt x="1304925" y="1419225"/>
                </a:lnTo>
                <a:lnTo>
                  <a:pt x="1304925" y="495300"/>
                </a:lnTo>
                <a:lnTo>
                  <a:pt x="1304925" y="485775"/>
                </a:lnTo>
                <a:lnTo>
                  <a:pt x="1304925" y="476250"/>
                </a:lnTo>
                <a:close/>
              </a:path>
            </a:pathLst>
          </a:custGeom>
          <a:noFill xmlns:a="http://schemas.openxmlformats.org/drawingml/2006/main"/>
          <a:ln xmlns:a="http://schemas.openxmlformats.org/drawingml/2006/main" w="11430">
            <a:solidFill>
              <a:srgbClr val="FFFFFF"/>
            </a:solidFill>
          </a:ln>
        </p:spPr>
      </p:sp>
      <p:sp>
        <p:nvSpPr>
          <p:cNvPr id="113" name="ddca-prefecture-44">
            <a:extLst xmlns:a="http://schemas.openxmlformats.org/drawingml/2006/main">
              <a:ext uri="{FF2B5EF4-FFF2-40B4-BE49-F238E27FC236}">
                <a16:creationId xmlns:a16="http://schemas.microsoft.com/office/drawing/2014/main" id="{E689AD1B-9CFE-4396-9880-6937F1982CA6}"/>
              </a:ext>
            </a:extLst>
          </p:cNvPr>
          <p:cNvSpPr>
            <a:spLocks xmlns:a="http://schemas.openxmlformats.org/drawingml/2006/main" noGrp="1"/>
          </p:cNvSpPr>
          <p:nvPr/>
        </p:nvSpPr>
        <p:spPr>
          <a:xfrm xmlns:a="http://schemas.openxmlformats.org/drawingml/2006/main">
            <a:off x="1301096" y="4834661"/>
            <a:ext cx="317373" cy="306038"/>
          </a:xfrm>
          <a:custGeom xmlns:a="http://schemas.openxmlformats.org/drawingml/2006/main">
            <a:pathLst>
              <a:path w="1333500" h="1285875">
                <a:moveTo>
                  <a:pt x="1333500" y="600075"/>
                </a:moveTo>
                <a:lnTo>
                  <a:pt x="733425" y="0"/>
                </a:lnTo>
                <a:lnTo>
                  <a:pt x="0" y="733425"/>
                </a:lnTo>
                <a:lnTo>
                  <a:pt x="0" y="790575"/>
                </a:lnTo>
                <a:lnTo>
                  <a:pt x="9525" y="800100"/>
                </a:lnTo>
                <a:lnTo>
                  <a:pt x="219075" y="800100"/>
                </a:lnTo>
                <a:lnTo>
                  <a:pt x="257175" y="838200"/>
                </a:lnTo>
                <a:lnTo>
                  <a:pt x="257175" y="1276350"/>
                </a:lnTo>
                <a:lnTo>
                  <a:pt x="266700" y="1285875"/>
                </a:lnTo>
                <a:lnTo>
                  <a:pt x="1323975" y="1285875"/>
                </a:lnTo>
                <a:lnTo>
                  <a:pt x="1333500" y="1276350"/>
                </a:lnTo>
                <a:close/>
              </a:path>
            </a:pathLst>
          </a:custGeom>
          <a:solidFill xmlns:a="http://schemas.openxmlformats.org/drawingml/2006/main">
            <a:srgbClr val="E3E5E7"/>
          </a:solidFill>
          <a:ln xmlns:a="http://schemas.openxmlformats.org/drawingml/2006/main" w="0">
            <a:noFill/>
          </a:ln>
        </p:spPr>
      </p:sp>
      <p:sp>
        <p:nvSpPr>
          <p:cNvPr id="114" name="ddca-boundary-44">
            <a:extLst xmlns:a="http://schemas.openxmlformats.org/drawingml/2006/main">
              <a:ext uri="{FF2B5EF4-FFF2-40B4-BE49-F238E27FC236}">
                <a16:creationId xmlns:a16="http://schemas.microsoft.com/office/drawing/2014/main" id="{B2576A62-999E-457E-B665-A75736406FF2}"/>
              </a:ext>
            </a:extLst>
          </p:cNvPr>
          <p:cNvSpPr>
            <a:spLocks xmlns:a="http://schemas.openxmlformats.org/drawingml/2006/main" noGrp="1"/>
          </p:cNvSpPr>
          <p:nvPr/>
        </p:nvSpPr>
        <p:spPr>
          <a:xfrm xmlns:a="http://schemas.openxmlformats.org/drawingml/2006/main">
            <a:off x="1301096" y="4834661"/>
            <a:ext cx="317373" cy="306038"/>
          </a:xfrm>
          <a:custGeom xmlns:a="http://schemas.openxmlformats.org/drawingml/2006/main">
            <a:pathLst>
              <a:path w="1333500" h="1285875">
                <a:moveTo>
                  <a:pt x="1333500" y="600075"/>
                </a:moveTo>
                <a:lnTo>
                  <a:pt x="733425" y="0"/>
                </a:lnTo>
                <a:lnTo>
                  <a:pt x="0" y="733425"/>
                </a:lnTo>
                <a:lnTo>
                  <a:pt x="0" y="790575"/>
                </a:lnTo>
                <a:lnTo>
                  <a:pt x="9525" y="800100"/>
                </a:lnTo>
                <a:lnTo>
                  <a:pt x="219075" y="800100"/>
                </a:lnTo>
                <a:lnTo>
                  <a:pt x="257175" y="838200"/>
                </a:lnTo>
                <a:lnTo>
                  <a:pt x="257175" y="1276350"/>
                </a:lnTo>
                <a:lnTo>
                  <a:pt x="266700" y="1285875"/>
                </a:lnTo>
                <a:lnTo>
                  <a:pt x="1323975" y="1285875"/>
                </a:lnTo>
                <a:lnTo>
                  <a:pt x="1333500" y="1276350"/>
                </a:lnTo>
                <a:close/>
              </a:path>
            </a:pathLst>
          </a:custGeom>
          <a:noFill xmlns:a="http://schemas.openxmlformats.org/drawingml/2006/main"/>
          <a:ln xmlns:a="http://schemas.openxmlformats.org/drawingml/2006/main" w="11430">
            <a:solidFill>
              <a:srgbClr val="FFFFFF"/>
            </a:solidFill>
          </a:ln>
        </p:spPr>
      </p:sp>
      <p:sp>
        <p:nvSpPr>
          <p:cNvPr id="115" name="ddca-prefecture-45">
            <a:extLst xmlns:a="http://schemas.openxmlformats.org/drawingml/2006/main">
              <a:ext uri="{FF2B5EF4-FFF2-40B4-BE49-F238E27FC236}">
                <a16:creationId xmlns:a16="http://schemas.microsoft.com/office/drawing/2014/main" id="{87F03A55-F7F7-4C5C-BA12-0D60F6D2947D}"/>
              </a:ext>
            </a:extLst>
          </p:cNvPr>
          <p:cNvSpPr>
            <a:spLocks xmlns:a="http://schemas.openxmlformats.org/drawingml/2006/main" noGrp="1"/>
          </p:cNvSpPr>
          <p:nvPr/>
        </p:nvSpPr>
        <p:spPr>
          <a:xfrm xmlns:a="http://schemas.openxmlformats.org/drawingml/2006/main">
            <a:off x="1287494" y="5140700"/>
            <a:ext cx="330975" cy="469259"/>
          </a:xfrm>
          <a:custGeom xmlns:a="http://schemas.openxmlformats.org/drawingml/2006/main">
            <a:pathLst>
              <a:path w="1390650" h="1971675">
                <a:moveTo>
                  <a:pt x="1390650" y="9525"/>
                </a:moveTo>
                <a:lnTo>
                  <a:pt x="1381125" y="0"/>
                </a:lnTo>
                <a:lnTo>
                  <a:pt x="323850" y="0"/>
                </a:lnTo>
                <a:lnTo>
                  <a:pt x="314325" y="9525"/>
                </a:lnTo>
                <a:lnTo>
                  <a:pt x="314325" y="933450"/>
                </a:lnTo>
                <a:lnTo>
                  <a:pt x="0" y="1247775"/>
                </a:lnTo>
                <a:lnTo>
                  <a:pt x="723900" y="1971675"/>
                </a:lnTo>
                <a:lnTo>
                  <a:pt x="942975" y="1752600"/>
                </a:lnTo>
                <a:lnTo>
                  <a:pt x="942975" y="809625"/>
                </a:lnTo>
                <a:lnTo>
                  <a:pt x="1390650" y="361950"/>
                </a:lnTo>
                <a:close/>
              </a:path>
            </a:pathLst>
          </a:custGeom>
          <a:solidFill xmlns:a="http://schemas.openxmlformats.org/drawingml/2006/main">
            <a:srgbClr val="E3E5E7"/>
          </a:solidFill>
          <a:ln xmlns:a="http://schemas.openxmlformats.org/drawingml/2006/main" w="0">
            <a:noFill/>
          </a:ln>
        </p:spPr>
      </p:sp>
      <p:sp>
        <p:nvSpPr>
          <p:cNvPr id="116" name="ddca-boundary-45">
            <a:extLst xmlns:a="http://schemas.openxmlformats.org/drawingml/2006/main">
              <a:ext uri="{FF2B5EF4-FFF2-40B4-BE49-F238E27FC236}">
                <a16:creationId xmlns:a16="http://schemas.microsoft.com/office/drawing/2014/main" id="{252A09E5-1BEF-4A9B-B511-E9CD5DCC9DAA}"/>
              </a:ext>
            </a:extLst>
          </p:cNvPr>
          <p:cNvSpPr>
            <a:spLocks xmlns:a="http://schemas.openxmlformats.org/drawingml/2006/main" noGrp="1"/>
          </p:cNvSpPr>
          <p:nvPr/>
        </p:nvSpPr>
        <p:spPr>
          <a:xfrm xmlns:a="http://schemas.openxmlformats.org/drawingml/2006/main">
            <a:off x="1287494" y="5140700"/>
            <a:ext cx="330975" cy="469259"/>
          </a:xfrm>
          <a:custGeom xmlns:a="http://schemas.openxmlformats.org/drawingml/2006/main">
            <a:pathLst>
              <a:path w="1390650" h="1971675">
                <a:moveTo>
                  <a:pt x="1390650" y="9525"/>
                </a:moveTo>
                <a:lnTo>
                  <a:pt x="1381125" y="0"/>
                </a:lnTo>
                <a:lnTo>
                  <a:pt x="323850" y="0"/>
                </a:lnTo>
                <a:lnTo>
                  <a:pt x="314325" y="9525"/>
                </a:lnTo>
                <a:lnTo>
                  <a:pt x="314325" y="933450"/>
                </a:lnTo>
                <a:lnTo>
                  <a:pt x="0" y="1247775"/>
                </a:lnTo>
                <a:lnTo>
                  <a:pt x="723900" y="1971675"/>
                </a:lnTo>
                <a:lnTo>
                  <a:pt x="942975" y="1752600"/>
                </a:lnTo>
                <a:lnTo>
                  <a:pt x="942975" y="809625"/>
                </a:lnTo>
                <a:lnTo>
                  <a:pt x="1390650" y="361950"/>
                </a:lnTo>
                <a:close/>
              </a:path>
            </a:pathLst>
          </a:custGeom>
          <a:noFill xmlns:a="http://schemas.openxmlformats.org/drawingml/2006/main"/>
          <a:ln xmlns:a="http://schemas.openxmlformats.org/drawingml/2006/main" w="11430">
            <a:solidFill>
              <a:srgbClr val="FFFFFF"/>
            </a:solidFill>
          </a:ln>
        </p:spPr>
      </p:sp>
      <p:sp>
        <p:nvSpPr>
          <p:cNvPr id="117" name="ddca-prefecture-46">
            <a:extLst xmlns:a="http://schemas.openxmlformats.org/drawingml/2006/main">
              <a:ext uri="{FF2B5EF4-FFF2-40B4-BE49-F238E27FC236}">
                <a16:creationId xmlns:a16="http://schemas.microsoft.com/office/drawing/2014/main" id="{95D5C753-618A-4A51-858A-1EB1736AB27F}"/>
              </a:ext>
            </a:extLst>
          </p:cNvPr>
          <p:cNvSpPr>
            <a:spLocks xmlns:a="http://schemas.openxmlformats.org/drawingml/2006/main" noGrp="1"/>
          </p:cNvSpPr>
          <p:nvPr/>
        </p:nvSpPr>
        <p:spPr>
          <a:xfrm xmlns:a="http://schemas.openxmlformats.org/drawingml/2006/main">
            <a:off x="1049465" y="5356060"/>
            <a:ext cx="410318" cy="367246"/>
          </a:xfrm>
          <a:custGeom xmlns:a="http://schemas.openxmlformats.org/drawingml/2006/main">
            <a:pathLst>
              <a:path w="1724025" h="1543050">
                <a:moveTo>
                  <a:pt x="1000125" y="342900"/>
                </a:moveTo>
                <a:lnTo>
                  <a:pt x="657225" y="0"/>
                </a:lnTo>
                <a:lnTo>
                  <a:pt x="19050" y="0"/>
                </a:lnTo>
                <a:lnTo>
                  <a:pt x="9525" y="0"/>
                </a:lnTo>
                <a:lnTo>
                  <a:pt x="0" y="9525"/>
                </a:lnTo>
                <a:lnTo>
                  <a:pt x="0" y="1381125"/>
                </a:lnTo>
                <a:lnTo>
                  <a:pt x="47625" y="1428750"/>
                </a:lnTo>
                <a:lnTo>
                  <a:pt x="514350" y="1428750"/>
                </a:lnTo>
                <a:lnTo>
                  <a:pt x="561975" y="1381125"/>
                </a:lnTo>
                <a:lnTo>
                  <a:pt x="561975" y="733425"/>
                </a:lnTo>
                <a:lnTo>
                  <a:pt x="609600" y="685800"/>
                </a:lnTo>
                <a:lnTo>
                  <a:pt x="895350" y="685800"/>
                </a:lnTo>
                <a:lnTo>
                  <a:pt x="942975" y="733425"/>
                </a:lnTo>
                <a:lnTo>
                  <a:pt x="942975" y="1495425"/>
                </a:lnTo>
                <a:lnTo>
                  <a:pt x="990600" y="1543050"/>
                </a:lnTo>
                <a:lnTo>
                  <a:pt x="1247775" y="1543050"/>
                </a:lnTo>
                <a:lnTo>
                  <a:pt x="1724025" y="1066800"/>
                </a:lnTo>
                <a:close/>
              </a:path>
            </a:pathLst>
          </a:custGeom>
          <a:solidFill xmlns:a="http://schemas.openxmlformats.org/drawingml/2006/main">
            <a:srgbClr val="E3E5E7"/>
          </a:solidFill>
          <a:ln xmlns:a="http://schemas.openxmlformats.org/drawingml/2006/main" w="0">
            <a:noFill/>
          </a:ln>
        </p:spPr>
      </p:sp>
      <p:sp>
        <p:nvSpPr>
          <p:cNvPr id="118" name="ddca-boundary-46">
            <a:extLst xmlns:a="http://schemas.openxmlformats.org/drawingml/2006/main">
              <a:ext uri="{FF2B5EF4-FFF2-40B4-BE49-F238E27FC236}">
                <a16:creationId xmlns:a16="http://schemas.microsoft.com/office/drawing/2014/main" id="{04C06639-7DAA-47D0-B1DF-903090ED3F21}"/>
              </a:ext>
            </a:extLst>
          </p:cNvPr>
          <p:cNvSpPr>
            <a:spLocks xmlns:a="http://schemas.openxmlformats.org/drawingml/2006/main" noGrp="1"/>
          </p:cNvSpPr>
          <p:nvPr/>
        </p:nvSpPr>
        <p:spPr>
          <a:xfrm xmlns:a="http://schemas.openxmlformats.org/drawingml/2006/main">
            <a:off x="1049465" y="5356060"/>
            <a:ext cx="410318" cy="367246"/>
          </a:xfrm>
          <a:custGeom xmlns:a="http://schemas.openxmlformats.org/drawingml/2006/main">
            <a:pathLst>
              <a:path w="1724025" h="1543050">
                <a:moveTo>
                  <a:pt x="1000125" y="342900"/>
                </a:moveTo>
                <a:lnTo>
                  <a:pt x="657225" y="0"/>
                </a:lnTo>
                <a:lnTo>
                  <a:pt x="19050" y="0"/>
                </a:lnTo>
                <a:lnTo>
                  <a:pt x="9525" y="0"/>
                </a:lnTo>
                <a:lnTo>
                  <a:pt x="0" y="9525"/>
                </a:lnTo>
                <a:lnTo>
                  <a:pt x="0" y="1381125"/>
                </a:lnTo>
                <a:lnTo>
                  <a:pt x="47625" y="1428750"/>
                </a:lnTo>
                <a:lnTo>
                  <a:pt x="514350" y="1428750"/>
                </a:lnTo>
                <a:lnTo>
                  <a:pt x="561975" y="1381125"/>
                </a:lnTo>
                <a:lnTo>
                  <a:pt x="561975" y="733425"/>
                </a:lnTo>
                <a:lnTo>
                  <a:pt x="609600" y="685800"/>
                </a:lnTo>
                <a:lnTo>
                  <a:pt x="895350" y="685800"/>
                </a:lnTo>
                <a:lnTo>
                  <a:pt x="942975" y="733425"/>
                </a:lnTo>
                <a:lnTo>
                  <a:pt x="942975" y="1495425"/>
                </a:lnTo>
                <a:lnTo>
                  <a:pt x="990600" y="1543050"/>
                </a:lnTo>
                <a:lnTo>
                  <a:pt x="1247775" y="1543050"/>
                </a:lnTo>
                <a:lnTo>
                  <a:pt x="1724025" y="1066800"/>
                </a:lnTo>
                <a:close/>
              </a:path>
            </a:pathLst>
          </a:custGeom>
          <a:noFill xmlns:a="http://schemas.openxmlformats.org/drawingml/2006/main"/>
          <a:ln xmlns:a="http://schemas.openxmlformats.org/drawingml/2006/main" w="11430">
            <a:solidFill>
              <a:srgbClr val="FFFFFF"/>
            </a:solidFill>
          </a:ln>
        </p:spPr>
      </p:sp>
      <p:sp>
        <p:nvSpPr>
          <p:cNvPr id="119" name="ddca-prefecture-47">
            <a:extLst xmlns:a="http://schemas.openxmlformats.org/drawingml/2006/main">
              <a:ext uri="{FF2B5EF4-FFF2-40B4-BE49-F238E27FC236}">
                <a16:creationId xmlns:a16="http://schemas.microsoft.com/office/drawing/2014/main" id="{751DE3BE-6086-494F-99C6-4FE597F9E2B3}"/>
              </a:ext>
            </a:extLst>
          </p:cNvPr>
          <p:cNvSpPr>
            <a:spLocks xmlns:a="http://schemas.openxmlformats.org/drawingml/2006/main" noGrp="1"/>
          </p:cNvSpPr>
          <p:nvPr/>
        </p:nvSpPr>
        <p:spPr>
          <a:xfrm xmlns:a="http://schemas.openxmlformats.org/drawingml/2006/main">
            <a:off x="802367" y="5811717"/>
            <a:ext cx="210826" cy="262966"/>
          </a:xfrm>
          <a:custGeom xmlns:a="http://schemas.openxmlformats.org/drawingml/2006/main">
            <a:pathLst>
              <a:path w="885825" h="1104900">
                <a:moveTo>
                  <a:pt x="885825" y="104775"/>
                </a:moveTo>
                <a:lnTo>
                  <a:pt x="781050" y="0"/>
                </a:lnTo>
                <a:lnTo>
                  <a:pt x="704850" y="0"/>
                </a:lnTo>
                <a:lnTo>
                  <a:pt x="533400" y="171450"/>
                </a:lnTo>
                <a:lnTo>
                  <a:pt x="447675" y="171450"/>
                </a:lnTo>
                <a:lnTo>
                  <a:pt x="390525" y="114300"/>
                </a:lnTo>
                <a:lnTo>
                  <a:pt x="361950" y="114300"/>
                </a:lnTo>
                <a:lnTo>
                  <a:pt x="257175" y="219075"/>
                </a:lnTo>
                <a:lnTo>
                  <a:pt x="257175" y="285750"/>
                </a:lnTo>
                <a:lnTo>
                  <a:pt x="304800" y="333375"/>
                </a:lnTo>
                <a:lnTo>
                  <a:pt x="304800" y="428625"/>
                </a:lnTo>
                <a:lnTo>
                  <a:pt x="0" y="733425"/>
                </a:lnTo>
                <a:lnTo>
                  <a:pt x="0" y="1047750"/>
                </a:lnTo>
                <a:lnTo>
                  <a:pt x="57150" y="1104900"/>
                </a:lnTo>
                <a:lnTo>
                  <a:pt x="219075" y="1104900"/>
                </a:lnTo>
                <a:lnTo>
                  <a:pt x="247650" y="1076325"/>
                </a:lnTo>
                <a:lnTo>
                  <a:pt x="247650" y="809625"/>
                </a:lnTo>
                <a:lnTo>
                  <a:pt x="885825" y="171450"/>
                </a:lnTo>
                <a:close/>
              </a:path>
            </a:pathLst>
          </a:custGeom>
          <a:solidFill xmlns:a="http://schemas.openxmlformats.org/drawingml/2006/main">
            <a:srgbClr val="E3E5E7"/>
          </a:solidFill>
          <a:ln xmlns:a="http://schemas.openxmlformats.org/drawingml/2006/main" w="0">
            <a:noFill/>
          </a:ln>
        </p:spPr>
      </p:sp>
      <p:sp>
        <p:nvSpPr>
          <p:cNvPr id="120" name="ddca-boundary-47">
            <a:extLst xmlns:a="http://schemas.openxmlformats.org/drawingml/2006/main">
              <a:ext uri="{FF2B5EF4-FFF2-40B4-BE49-F238E27FC236}">
                <a16:creationId xmlns:a16="http://schemas.microsoft.com/office/drawing/2014/main" id="{29CB5DF7-116E-4A8F-B3E7-9EFF24B77A17}"/>
              </a:ext>
            </a:extLst>
          </p:cNvPr>
          <p:cNvSpPr>
            <a:spLocks xmlns:a="http://schemas.openxmlformats.org/drawingml/2006/main" noGrp="1"/>
          </p:cNvSpPr>
          <p:nvPr/>
        </p:nvSpPr>
        <p:spPr>
          <a:xfrm xmlns:a="http://schemas.openxmlformats.org/drawingml/2006/main">
            <a:off x="802367" y="5811717"/>
            <a:ext cx="210826" cy="262966"/>
          </a:xfrm>
          <a:custGeom xmlns:a="http://schemas.openxmlformats.org/drawingml/2006/main">
            <a:pathLst>
              <a:path w="885825" h="1104900">
                <a:moveTo>
                  <a:pt x="885825" y="104775"/>
                </a:moveTo>
                <a:lnTo>
                  <a:pt x="781050" y="0"/>
                </a:lnTo>
                <a:lnTo>
                  <a:pt x="704850" y="0"/>
                </a:lnTo>
                <a:lnTo>
                  <a:pt x="533400" y="171450"/>
                </a:lnTo>
                <a:lnTo>
                  <a:pt x="447675" y="171450"/>
                </a:lnTo>
                <a:lnTo>
                  <a:pt x="390525" y="114300"/>
                </a:lnTo>
                <a:lnTo>
                  <a:pt x="361950" y="114300"/>
                </a:lnTo>
                <a:lnTo>
                  <a:pt x="257175" y="219075"/>
                </a:lnTo>
                <a:lnTo>
                  <a:pt x="257175" y="285750"/>
                </a:lnTo>
                <a:lnTo>
                  <a:pt x="304800" y="333375"/>
                </a:lnTo>
                <a:lnTo>
                  <a:pt x="304800" y="428625"/>
                </a:lnTo>
                <a:lnTo>
                  <a:pt x="0" y="733425"/>
                </a:lnTo>
                <a:lnTo>
                  <a:pt x="0" y="1047750"/>
                </a:lnTo>
                <a:lnTo>
                  <a:pt x="57150" y="1104900"/>
                </a:lnTo>
                <a:lnTo>
                  <a:pt x="219075" y="1104900"/>
                </a:lnTo>
                <a:lnTo>
                  <a:pt x="247650" y="1076325"/>
                </a:lnTo>
                <a:lnTo>
                  <a:pt x="247650" y="809625"/>
                </a:lnTo>
                <a:lnTo>
                  <a:pt x="885825" y="171450"/>
                </a:lnTo>
                <a:close/>
              </a:path>
            </a:pathLst>
          </a:custGeom>
          <a:noFill xmlns:a="http://schemas.openxmlformats.org/drawingml/2006/main"/>
          <a:ln xmlns:a="http://schemas.openxmlformats.org/drawingml/2006/main" w="11430">
            <a:solidFill>
              <a:srgbClr val="FFFFFF"/>
            </a:solidFill>
          </a:ln>
        </p:spPr>
      </p:sp>
      <p:sp>
        <p:nvSpPr>
          <p:cNvPr id="121" name="text-1366">
            <a:extLst xmlns:a="http://schemas.openxmlformats.org/drawingml/2006/main">
              <a:ext uri="{FF2B5EF4-FFF2-40B4-BE49-F238E27FC236}">
                <a16:creationId xmlns:a16="http://schemas.microsoft.com/office/drawing/2014/main" id="{7781124A-D0F8-41D2-A429-FC9C4BFF8ED8}"/>
              </a:ext>
            </a:extLst>
          </p:cNvPr>
          <p:cNvSpPr>
            <a:spLocks xmlns:a="http://schemas.openxmlformats.org/drawingml/2006/main" noGrp="1"/>
          </p:cNvSpPr>
          <p:nvPr/>
        </p:nvSpPr>
        <p:spPr>
          <a:xfrm xmlns:a="http://schemas.openxmlformats.org/drawingml/2006/main">
            <a:off x="6229350" y="1628775"/>
            <a:ext cx="5353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700" b="1">
                <a:solidFill>
                  <a:srgbClr val="0078BA"/>
                </a:solidFill>
                <a:latin typeface="Yu Gothic"/>
                <a:ea typeface="Yu Gothic"/>
                <a:cs typeface="Yu Gothic"/>
              </a:defRPr>
            </a:defPPr>
            <a:lvl1pPr algn="l">
              <a:defRPr sz="2700" b="1">
                <a:solidFill>
                  <a:srgbClr val="0078BA"/>
                </a:solidFill>
                <a:latin typeface="Yu Gothic"/>
                <a:ea typeface="Yu Gothic"/>
                <a:cs typeface="Yu Gothic"/>
              </a:defRPr>
            </a:lvl1pPr>
            <a:lvl2pPr algn="l">
              <a:defRPr sz="2700" b="1">
                <a:solidFill>
                  <a:srgbClr val="0078BA"/>
                </a:solidFill>
                <a:latin typeface="Yu Gothic"/>
                <a:ea typeface="Yu Gothic"/>
                <a:cs typeface="Yu Gothic"/>
              </a:defRPr>
            </a:lvl2pPr>
            <a:lvl3pPr algn="l">
              <a:defRPr sz="2700" b="1">
                <a:solidFill>
                  <a:srgbClr val="0078BA"/>
                </a:solidFill>
                <a:latin typeface="Yu Gothic"/>
                <a:ea typeface="Yu Gothic"/>
                <a:cs typeface="Yu Gothic"/>
              </a:defRPr>
            </a:lvl3pPr>
            <a:lvl4pPr algn="l">
              <a:defRPr sz="2700" b="1">
                <a:solidFill>
                  <a:srgbClr val="0078BA"/>
                </a:solidFill>
                <a:latin typeface="Yu Gothic"/>
                <a:ea typeface="Yu Gothic"/>
                <a:cs typeface="Yu Gothic"/>
              </a:defRPr>
            </a:lvl4pPr>
            <a:lvl5pPr algn="l">
              <a:defRPr sz="2700" b="1">
                <a:solidFill>
                  <a:srgbClr val="0078BA"/>
                </a:solidFill>
                <a:latin typeface="Yu Gothic"/>
                <a:ea typeface="Yu Gothic"/>
                <a:cs typeface="Yu Gothic"/>
              </a:defRPr>
            </a:lvl5pPr>
            <a:lvl6pPr algn="l">
              <a:defRPr sz="2700" b="1">
                <a:solidFill>
                  <a:srgbClr val="0078BA"/>
                </a:solidFill>
                <a:latin typeface="Yu Gothic"/>
                <a:ea typeface="Yu Gothic"/>
                <a:cs typeface="Yu Gothic"/>
              </a:defRPr>
            </a:lvl6pPr>
            <a:lvl7pPr algn="l">
              <a:defRPr sz="2700" b="1">
                <a:solidFill>
                  <a:srgbClr val="0078BA"/>
                </a:solidFill>
                <a:latin typeface="Yu Gothic"/>
                <a:ea typeface="Yu Gothic"/>
                <a:cs typeface="Yu Gothic"/>
              </a:defRPr>
            </a:lvl7pPr>
            <a:lvl8pPr algn="l">
              <a:defRPr sz="2700" b="1">
                <a:solidFill>
                  <a:srgbClr val="0078BA"/>
                </a:solidFill>
                <a:latin typeface="Yu Gothic"/>
                <a:ea typeface="Yu Gothic"/>
                <a:cs typeface="Yu Gothic"/>
              </a:defRPr>
            </a:lvl8pPr>
            <a:lvl9pPr algn="l">
              <a:defRPr sz="2700" b="1">
                <a:solidFill>
                  <a:srgbClr val="0078BA"/>
                </a:solidFill>
                <a:latin typeface="Yu Gothic"/>
                <a:ea typeface="Yu Gothic"/>
                <a:cs typeface="Yu Gothic"/>
              </a:defRPr>
            </a:lvl9pPr>
          </a:lstStyle>
          <a:p xmlns:a="http://schemas.openxmlformats.org/drawingml/2006/main">
            <a:pPr algn="l">
              <a:defRPr sz="2700" b="1">
                <a:solidFill>
                  <a:srgbClr val="0078BA"/>
                </a:solidFill>
                <a:latin typeface="Yu Gothic"/>
                <a:ea typeface="Yu Gothic"/>
                <a:cs typeface="Yu Gothic"/>
              </a:defRPr>
            </a:pPr>
            <a:r>
              <a:rPr sz="2700" b="1">
                <a:solidFill>
                  <a:srgbClr val="0078BA"/>
                </a:solidFill>
                <a:latin typeface="Yu Gothic"/>
                <a:ea typeface="Yu Gothic"/>
                <a:cs typeface="Yu Gothic"/>
              </a:rPr>
              <a:t>22機関・14都道府県</a:t>
            </a:r>
          </a:p>
        </p:txBody>
      </p:sp>
      <p:sp>
        <p:nvSpPr>
          <p:cNvPr id="122" name="text-1367">
            <a:extLst xmlns:a="http://schemas.openxmlformats.org/drawingml/2006/main">
              <a:ext uri="{FF2B5EF4-FFF2-40B4-BE49-F238E27FC236}">
                <a16:creationId xmlns:a16="http://schemas.microsoft.com/office/drawing/2014/main" id="{80BDA732-F8A6-4A58-B05C-2490937F8BE3}"/>
              </a:ext>
            </a:extLst>
          </p:cNvPr>
          <p:cNvSpPr>
            <a:spLocks xmlns:a="http://schemas.openxmlformats.org/drawingml/2006/main" noGrp="1"/>
          </p:cNvSpPr>
          <p:nvPr/>
        </p:nvSpPr>
        <p:spPr>
          <a:xfrm xmlns:a="http://schemas.openxmlformats.org/drawingml/2006/main">
            <a:off x="6229350" y="2143125"/>
            <a:ext cx="5353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231F20"/>
                </a:solidFill>
                <a:latin typeface="Yu Gothic"/>
                <a:ea typeface="Yu Gothic"/>
                <a:cs typeface="Yu Gothic"/>
              </a:defRPr>
            </a:defPPr>
            <a:lvl1pPr algn="l">
              <a:defRPr sz="1725" b="0">
                <a:solidFill>
                  <a:srgbClr val="231F20"/>
                </a:solidFill>
                <a:latin typeface="Yu Gothic"/>
                <a:ea typeface="Yu Gothic"/>
                <a:cs typeface="Yu Gothic"/>
              </a:defRPr>
            </a:lvl1pPr>
            <a:lvl2pPr algn="l">
              <a:defRPr sz="1725" b="0">
                <a:solidFill>
                  <a:srgbClr val="231F20"/>
                </a:solidFill>
                <a:latin typeface="Yu Gothic"/>
                <a:ea typeface="Yu Gothic"/>
                <a:cs typeface="Yu Gothic"/>
              </a:defRPr>
            </a:lvl2pPr>
            <a:lvl3pPr algn="l">
              <a:defRPr sz="1725" b="0">
                <a:solidFill>
                  <a:srgbClr val="231F20"/>
                </a:solidFill>
                <a:latin typeface="Yu Gothic"/>
                <a:ea typeface="Yu Gothic"/>
                <a:cs typeface="Yu Gothic"/>
              </a:defRPr>
            </a:lvl3pPr>
            <a:lvl4pPr algn="l">
              <a:defRPr sz="1725" b="0">
                <a:solidFill>
                  <a:srgbClr val="231F20"/>
                </a:solidFill>
                <a:latin typeface="Yu Gothic"/>
                <a:ea typeface="Yu Gothic"/>
                <a:cs typeface="Yu Gothic"/>
              </a:defRPr>
            </a:lvl4pPr>
            <a:lvl5pPr algn="l">
              <a:defRPr sz="1725" b="0">
                <a:solidFill>
                  <a:srgbClr val="231F20"/>
                </a:solidFill>
                <a:latin typeface="Yu Gothic"/>
                <a:ea typeface="Yu Gothic"/>
                <a:cs typeface="Yu Gothic"/>
              </a:defRPr>
            </a:lvl5pPr>
            <a:lvl6pPr algn="l">
              <a:defRPr sz="1725" b="0">
                <a:solidFill>
                  <a:srgbClr val="231F20"/>
                </a:solidFill>
                <a:latin typeface="Yu Gothic"/>
                <a:ea typeface="Yu Gothic"/>
                <a:cs typeface="Yu Gothic"/>
              </a:defRPr>
            </a:lvl6pPr>
            <a:lvl7pPr algn="l">
              <a:defRPr sz="1725" b="0">
                <a:solidFill>
                  <a:srgbClr val="231F20"/>
                </a:solidFill>
                <a:latin typeface="Yu Gothic"/>
                <a:ea typeface="Yu Gothic"/>
                <a:cs typeface="Yu Gothic"/>
              </a:defRPr>
            </a:lvl7pPr>
            <a:lvl8pPr algn="l">
              <a:defRPr sz="1725" b="0">
                <a:solidFill>
                  <a:srgbClr val="231F20"/>
                </a:solidFill>
                <a:latin typeface="Yu Gothic"/>
                <a:ea typeface="Yu Gothic"/>
                <a:cs typeface="Yu Gothic"/>
              </a:defRPr>
            </a:lvl8pPr>
            <a:lvl9pPr algn="l">
              <a:defRPr sz="1725" b="0">
                <a:solidFill>
                  <a:srgbClr val="231F20"/>
                </a:solidFill>
                <a:latin typeface="Yu Gothic"/>
                <a:ea typeface="Yu Gothic"/>
                <a:cs typeface="Yu Gothic"/>
              </a:defRPr>
            </a:lvl9pPr>
          </a:lstStyle>
          <a:p xmlns:a="http://schemas.openxmlformats.org/drawingml/2006/main">
            <a:pPr algn="l">
              <a:defRPr sz="1725" b="0">
                <a:solidFill>
                  <a:srgbClr val="231F20"/>
                </a:solidFill>
                <a:latin typeface="Yu Gothic"/>
                <a:ea typeface="Yu Gothic"/>
                <a:cs typeface="Yu Gothic"/>
              </a:defRPr>
            </a:pPr>
            <a:r>
              <a:rPr sz="1725" b="0">
                <a:solidFill>
                  <a:srgbClr val="231F20"/>
                </a:solidFill>
                <a:latin typeface="Yu Gothic"/>
                <a:ea typeface="Yu Gothic"/>
                <a:cs typeface="Yu Gothic"/>
              </a:rPr>
              <a:t>公式シラバス・授業資料で掲載を確認</a:t>
            </a:r>
          </a:p>
        </p:txBody>
      </p:sp>
      <p:sp>
        <p:nvSpPr>
          <p:cNvPr id="123" name="block-1368">
            <a:extLst xmlns:a="http://schemas.openxmlformats.org/drawingml/2006/main">
              <a:ext uri="{FF2B5EF4-FFF2-40B4-BE49-F238E27FC236}">
                <a16:creationId xmlns:a16="http://schemas.microsoft.com/office/drawing/2014/main" id="{1A55F8C2-7F3D-44B1-A653-9912BC83D4A1}"/>
              </a:ext>
            </a:extLst>
          </p:cNvPr>
          <p:cNvSpPr>
            <a:spLocks xmlns:a="http://schemas.openxmlformats.org/drawingml/2006/main" noGrp="1"/>
          </p:cNvSpPr>
          <p:nvPr/>
        </p:nvSpPr>
        <p:spPr>
          <a:xfrm xmlns:a="http://schemas.openxmlformats.org/drawingml/2006/main">
            <a:off x="6229350" y="2571750"/>
            <a:ext cx="323850" cy="266700"/>
          </a:xfrm>
          <a:prstGeom xmlns:a="http://schemas.openxmlformats.org/drawingml/2006/main" prst="rect">
            <a:avLst/>
          </a:prstGeom>
          <a:solidFill xmlns:a="http://schemas.openxmlformats.org/drawingml/2006/main">
            <a:srgbClr val="1572C3"/>
          </a:solidFill>
          <a:ln xmlns:a="http://schemas.openxmlformats.org/drawingml/2006/main" w="0">
            <a:solidFill>
              <a:srgbClr val="1572C3"/>
            </a:solidFill>
          </a:ln>
        </p:spPr>
      </p:sp>
      <p:sp>
        <p:nvSpPr>
          <p:cNvPr id="124" name="text-1369">
            <a:extLst xmlns:a="http://schemas.openxmlformats.org/drawingml/2006/main">
              <a:ext uri="{FF2B5EF4-FFF2-40B4-BE49-F238E27FC236}">
                <a16:creationId xmlns:a16="http://schemas.microsoft.com/office/drawing/2014/main" id="{E185FCA4-604A-481B-BBFE-A4D5488EB38F}"/>
              </a:ext>
            </a:extLst>
          </p:cNvPr>
          <p:cNvSpPr>
            <a:spLocks xmlns:a="http://schemas.openxmlformats.org/drawingml/2006/main" noGrp="1"/>
          </p:cNvSpPr>
          <p:nvPr/>
        </p:nvSpPr>
        <p:spPr>
          <a:xfrm xmlns:a="http://schemas.openxmlformats.org/drawingml/2006/main">
            <a:off x="6762750" y="2533650"/>
            <a:ext cx="3000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高専</a:t>
            </a:r>
          </a:p>
        </p:txBody>
      </p:sp>
      <p:sp>
        <p:nvSpPr>
          <p:cNvPr id="125" name="text-1370">
            <a:extLst xmlns:a="http://schemas.openxmlformats.org/drawingml/2006/main">
              <a:ext uri="{FF2B5EF4-FFF2-40B4-BE49-F238E27FC236}">
                <a16:creationId xmlns:a16="http://schemas.microsoft.com/office/drawing/2014/main" id="{CF37C7AC-32AB-4160-865A-B31DF80AE54F}"/>
              </a:ext>
            </a:extLst>
          </p:cNvPr>
          <p:cNvSpPr>
            <a:spLocks xmlns:a="http://schemas.openxmlformats.org/drawingml/2006/main" noGrp="1"/>
          </p:cNvSpPr>
          <p:nvPr/>
        </p:nvSpPr>
        <p:spPr>
          <a:xfrm xmlns:a="http://schemas.openxmlformats.org/drawingml/2006/main">
            <a:off x="10048875" y="2533650"/>
            <a:ext cx="1476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2025" b="0">
                <a:solidFill>
                  <a:srgbClr val="231F20"/>
                </a:solidFill>
                <a:latin typeface="Yu Gothic"/>
                <a:ea typeface="Yu Gothic"/>
                <a:cs typeface="Yu Gothic"/>
              </a:defRPr>
            </a:defPPr>
            <a:lvl1pPr algn="r">
              <a:defRPr sz="2025" b="0">
                <a:solidFill>
                  <a:srgbClr val="231F20"/>
                </a:solidFill>
                <a:latin typeface="Yu Gothic"/>
                <a:ea typeface="Yu Gothic"/>
                <a:cs typeface="Yu Gothic"/>
              </a:defRPr>
            </a:lvl1pPr>
            <a:lvl2pPr algn="r">
              <a:defRPr sz="2025" b="0">
                <a:solidFill>
                  <a:srgbClr val="231F20"/>
                </a:solidFill>
                <a:latin typeface="Yu Gothic"/>
                <a:ea typeface="Yu Gothic"/>
                <a:cs typeface="Yu Gothic"/>
              </a:defRPr>
            </a:lvl2pPr>
            <a:lvl3pPr algn="r">
              <a:defRPr sz="2025" b="0">
                <a:solidFill>
                  <a:srgbClr val="231F20"/>
                </a:solidFill>
                <a:latin typeface="Yu Gothic"/>
                <a:ea typeface="Yu Gothic"/>
                <a:cs typeface="Yu Gothic"/>
              </a:defRPr>
            </a:lvl3pPr>
            <a:lvl4pPr algn="r">
              <a:defRPr sz="2025" b="0">
                <a:solidFill>
                  <a:srgbClr val="231F20"/>
                </a:solidFill>
                <a:latin typeface="Yu Gothic"/>
                <a:ea typeface="Yu Gothic"/>
                <a:cs typeface="Yu Gothic"/>
              </a:defRPr>
            </a:lvl4pPr>
            <a:lvl5pPr algn="r">
              <a:defRPr sz="2025" b="0">
                <a:solidFill>
                  <a:srgbClr val="231F20"/>
                </a:solidFill>
                <a:latin typeface="Yu Gothic"/>
                <a:ea typeface="Yu Gothic"/>
                <a:cs typeface="Yu Gothic"/>
              </a:defRPr>
            </a:lvl5pPr>
            <a:lvl6pPr algn="r">
              <a:defRPr sz="2025" b="0">
                <a:solidFill>
                  <a:srgbClr val="231F20"/>
                </a:solidFill>
                <a:latin typeface="Yu Gothic"/>
                <a:ea typeface="Yu Gothic"/>
                <a:cs typeface="Yu Gothic"/>
              </a:defRPr>
            </a:lvl6pPr>
            <a:lvl7pPr algn="r">
              <a:defRPr sz="2025" b="0">
                <a:solidFill>
                  <a:srgbClr val="231F20"/>
                </a:solidFill>
                <a:latin typeface="Yu Gothic"/>
                <a:ea typeface="Yu Gothic"/>
                <a:cs typeface="Yu Gothic"/>
              </a:defRPr>
            </a:lvl7pPr>
            <a:lvl8pPr algn="r">
              <a:defRPr sz="2025" b="0">
                <a:solidFill>
                  <a:srgbClr val="231F20"/>
                </a:solidFill>
                <a:latin typeface="Yu Gothic"/>
                <a:ea typeface="Yu Gothic"/>
                <a:cs typeface="Yu Gothic"/>
              </a:defRPr>
            </a:lvl8pPr>
            <a:lvl9pPr algn="r">
              <a:defRPr sz="2025" b="0">
                <a:solidFill>
                  <a:srgbClr val="231F20"/>
                </a:solidFill>
                <a:latin typeface="Yu Gothic"/>
                <a:ea typeface="Yu Gothic"/>
                <a:cs typeface="Yu Gothic"/>
              </a:defRPr>
            </a:lvl9pPr>
          </a:lstStyle>
          <a:p xmlns:a="http://schemas.openxmlformats.org/drawingml/2006/main">
            <a:pPr algn="r">
              <a:defRPr sz="2025" b="0">
                <a:solidFill>
                  <a:srgbClr val="231F20"/>
                </a:solidFill>
                <a:latin typeface="Yu Gothic"/>
                <a:ea typeface="Yu Gothic"/>
                <a:cs typeface="Yu Gothic"/>
              </a:defRPr>
            </a:pPr>
            <a:r>
              <a:rPr sz="2025" b="0">
                <a:solidFill>
                  <a:srgbClr val="231F20"/>
                </a:solidFill>
                <a:latin typeface="Yu Gothic"/>
                <a:ea typeface="Yu Gothic"/>
                <a:cs typeface="Yu Gothic"/>
              </a:rPr>
              <a:t>4機関</a:t>
            </a:r>
          </a:p>
        </p:txBody>
      </p:sp>
      <p:sp>
        <p:nvSpPr>
          <p:cNvPr id="126" name="text-1371">
            <a:extLst xmlns:a="http://schemas.openxmlformats.org/drawingml/2006/main">
              <a:ext uri="{FF2B5EF4-FFF2-40B4-BE49-F238E27FC236}">
                <a16:creationId xmlns:a16="http://schemas.microsoft.com/office/drawing/2014/main" id="{32442081-DF78-46DB-BF02-F2F60BFC63F3}"/>
              </a:ext>
            </a:extLst>
          </p:cNvPr>
          <p:cNvSpPr>
            <a:spLocks xmlns:a="http://schemas.openxmlformats.org/drawingml/2006/main" noGrp="1"/>
          </p:cNvSpPr>
          <p:nvPr/>
        </p:nvSpPr>
        <p:spPr>
          <a:xfrm xmlns:a="http://schemas.openxmlformats.org/drawingml/2006/main">
            <a:off x="6762750" y="2895600"/>
            <a:ext cx="4819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例：豊田高専・久留米高専</a:t>
            </a:r>
          </a:p>
        </p:txBody>
      </p:sp>
      <p:sp>
        <p:nvSpPr>
          <p:cNvPr id="127" name="block-1372">
            <a:extLst xmlns:a="http://schemas.openxmlformats.org/drawingml/2006/main">
              <a:ext uri="{FF2B5EF4-FFF2-40B4-BE49-F238E27FC236}">
                <a16:creationId xmlns:a16="http://schemas.microsoft.com/office/drawing/2014/main" id="{84B3860B-1BF1-406E-A117-348E5B9B2D5B}"/>
              </a:ext>
            </a:extLst>
          </p:cNvPr>
          <p:cNvSpPr>
            <a:spLocks xmlns:a="http://schemas.openxmlformats.org/drawingml/2006/main" noGrp="1"/>
          </p:cNvSpPr>
          <p:nvPr/>
        </p:nvSpPr>
        <p:spPr>
          <a:xfrm xmlns:a="http://schemas.openxmlformats.org/drawingml/2006/main">
            <a:off x="6229350" y="3295650"/>
            <a:ext cx="323850" cy="266700"/>
          </a:xfrm>
          <a:prstGeom xmlns:a="http://schemas.openxmlformats.org/drawingml/2006/main" prst="rect">
            <a:avLst/>
          </a:prstGeom>
          <a:solidFill xmlns:a="http://schemas.openxmlformats.org/drawingml/2006/main">
            <a:srgbClr val="D55E00"/>
          </a:solidFill>
          <a:ln xmlns:a="http://schemas.openxmlformats.org/drawingml/2006/main" w="0">
            <a:solidFill>
              <a:srgbClr val="D55E00"/>
            </a:solidFill>
          </a:ln>
        </p:spPr>
      </p:sp>
      <p:sp>
        <p:nvSpPr>
          <p:cNvPr id="128" name="text-1373">
            <a:extLst xmlns:a="http://schemas.openxmlformats.org/drawingml/2006/main">
              <a:ext uri="{FF2B5EF4-FFF2-40B4-BE49-F238E27FC236}">
                <a16:creationId xmlns:a16="http://schemas.microsoft.com/office/drawing/2014/main" id="{11E88A3D-7475-433C-8DC7-C9B5FA8E381F}"/>
              </a:ext>
            </a:extLst>
          </p:cNvPr>
          <p:cNvSpPr>
            <a:spLocks xmlns:a="http://schemas.openxmlformats.org/drawingml/2006/main" noGrp="1"/>
          </p:cNvSpPr>
          <p:nvPr/>
        </p:nvSpPr>
        <p:spPr>
          <a:xfrm xmlns:a="http://schemas.openxmlformats.org/drawingml/2006/main">
            <a:off x="6762750" y="3257550"/>
            <a:ext cx="3000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大学（学部）</a:t>
            </a:r>
          </a:p>
        </p:txBody>
      </p:sp>
      <p:sp>
        <p:nvSpPr>
          <p:cNvPr id="129" name="text-1374">
            <a:extLst xmlns:a="http://schemas.openxmlformats.org/drawingml/2006/main">
              <a:ext uri="{FF2B5EF4-FFF2-40B4-BE49-F238E27FC236}">
                <a16:creationId xmlns:a16="http://schemas.microsoft.com/office/drawing/2014/main" id="{9BD4498B-842F-4F8B-8FE5-D714F0BED31E}"/>
              </a:ext>
            </a:extLst>
          </p:cNvPr>
          <p:cNvSpPr>
            <a:spLocks xmlns:a="http://schemas.openxmlformats.org/drawingml/2006/main" noGrp="1"/>
          </p:cNvSpPr>
          <p:nvPr/>
        </p:nvSpPr>
        <p:spPr>
          <a:xfrm xmlns:a="http://schemas.openxmlformats.org/drawingml/2006/main">
            <a:off x="10048875" y="3257550"/>
            <a:ext cx="1476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2025" b="0">
                <a:solidFill>
                  <a:srgbClr val="231F20"/>
                </a:solidFill>
                <a:latin typeface="Yu Gothic"/>
                <a:ea typeface="Yu Gothic"/>
                <a:cs typeface="Yu Gothic"/>
              </a:defRPr>
            </a:defPPr>
            <a:lvl1pPr algn="r">
              <a:defRPr sz="2025" b="0">
                <a:solidFill>
                  <a:srgbClr val="231F20"/>
                </a:solidFill>
                <a:latin typeface="Yu Gothic"/>
                <a:ea typeface="Yu Gothic"/>
                <a:cs typeface="Yu Gothic"/>
              </a:defRPr>
            </a:lvl1pPr>
            <a:lvl2pPr algn="r">
              <a:defRPr sz="2025" b="0">
                <a:solidFill>
                  <a:srgbClr val="231F20"/>
                </a:solidFill>
                <a:latin typeface="Yu Gothic"/>
                <a:ea typeface="Yu Gothic"/>
                <a:cs typeface="Yu Gothic"/>
              </a:defRPr>
            </a:lvl2pPr>
            <a:lvl3pPr algn="r">
              <a:defRPr sz="2025" b="0">
                <a:solidFill>
                  <a:srgbClr val="231F20"/>
                </a:solidFill>
                <a:latin typeface="Yu Gothic"/>
                <a:ea typeface="Yu Gothic"/>
                <a:cs typeface="Yu Gothic"/>
              </a:defRPr>
            </a:lvl3pPr>
            <a:lvl4pPr algn="r">
              <a:defRPr sz="2025" b="0">
                <a:solidFill>
                  <a:srgbClr val="231F20"/>
                </a:solidFill>
                <a:latin typeface="Yu Gothic"/>
                <a:ea typeface="Yu Gothic"/>
                <a:cs typeface="Yu Gothic"/>
              </a:defRPr>
            </a:lvl4pPr>
            <a:lvl5pPr algn="r">
              <a:defRPr sz="2025" b="0">
                <a:solidFill>
                  <a:srgbClr val="231F20"/>
                </a:solidFill>
                <a:latin typeface="Yu Gothic"/>
                <a:ea typeface="Yu Gothic"/>
                <a:cs typeface="Yu Gothic"/>
              </a:defRPr>
            </a:lvl5pPr>
            <a:lvl6pPr algn="r">
              <a:defRPr sz="2025" b="0">
                <a:solidFill>
                  <a:srgbClr val="231F20"/>
                </a:solidFill>
                <a:latin typeface="Yu Gothic"/>
                <a:ea typeface="Yu Gothic"/>
                <a:cs typeface="Yu Gothic"/>
              </a:defRPr>
            </a:lvl6pPr>
            <a:lvl7pPr algn="r">
              <a:defRPr sz="2025" b="0">
                <a:solidFill>
                  <a:srgbClr val="231F20"/>
                </a:solidFill>
                <a:latin typeface="Yu Gothic"/>
                <a:ea typeface="Yu Gothic"/>
                <a:cs typeface="Yu Gothic"/>
              </a:defRPr>
            </a:lvl7pPr>
            <a:lvl8pPr algn="r">
              <a:defRPr sz="2025" b="0">
                <a:solidFill>
                  <a:srgbClr val="231F20"/>
                </a:solidFill>
                <a:latin typeface="Yu Gothic"/>
                <a:ea typeface="Yu Gothic"/>
                <a:cs typeface="Yu Gothic"/>
              </a:defRPr>
            </a:lvl8pPr>
            <a:lvl9pPr algn="r">
              <a:defRPr sz="2025" b="0">
                <a:solidFill>
                  <a:srgbClr val="231F20"/>
                </a:solidFill>
                <a:latin typeface="Yu Gothic"/>
                <a:ea typeface="Yu Gothic"/>
                <a:cs typeface="Yu Gothic"/>
              </a:defRPr>
            </a:lvl9pPr>
          </a:lstStyle>
          <a:p xmlns:a="http://schemas.openxmlformats.org/drawingml/2006/main">
            <a:pPr algn="r">
              <a:defRPr sz="2025" b="0">
                <a:solidFill>
                  <a:srgbClr val="231F20"/>
                </a:solidFill>
                <a:latin typeface="Yu Gothic"/>
                <a:ea typeface="Yu Gothic"/>
                <a:cs typeface="Yu Gothic"/>
              </a:defRPr>
            </a:pPr>
            <a:r>
              <a:rPr sz="2025" b="0">
                <a:solidFill>
                  <a:srgbClr val="231F20"/>
                </a:solidFill>
                <a:latin typeface="Yu Gothic"/>
                <a:ea typeface="Yu Gothic"/>
                <a:cs typeface="Yu Gothic"/>
              </a:rPr>
              <a:t>14機関</a:t>
            </a:r>
          </a:p>
        </p:txBody>
      </p:sp>
      <p:sp>
        <p:nvSpPr>
          <p:cNvPr id="130" name="text-1375">
            <a:extLst xmlns:a="http://schemas.openxmlformats.org/drawingml/2006/main">
              <a:ext uri="{FF2B5EF4-FFF2-40B4-BE49-F238E27FC236}">
                <a16:creationId xmlns:a16="http://schemas.microsoft.com/office/drawing/2014/main" id="{74FC548D-D557-4FE3-92E6-21FDBE1E7F8D}"/>
              </a:ext>
            </a:extLst>
          </p:cNvPr>
          <p:cNvSpPr>
            <a:spLocks xmlns:a="http://schemas.openxmlformats.org/drawingml/2006/main" noGrp="1"/>
          </p:cNvSpPr>
          <p:nvPr/>
        </p:nvSpPr>
        <p:spPr>
          <a:xfrm xmlns:a="http://schemas.openxmlformats.org/drawingml/2006/main">
            <a:off x="6762750" y="3619500"/>
            <a:ext cx="4819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例：東京大学・京都大学・慶應義塾大学</a:t>
            </a:r>
          </a:p>
        </p:txBody>
      </p:sp>
      <p:sp>
        <p:nvSpPr>
          <p:cNvPr id="131" name="block-1376">
            <a:extLst xmlns:a="http://schemas.openxmlformats.org/drawingml/2006/main">
              <a:ext uri="{FF2B5EF4-FFF2-40B4-BE49-F238E27FC236}">
                <a16:creationId xmlns:a16="http://schemas.microsoft.com/office/drawing/2014/main" id="{F386FE26-232D-4736-8C30-31D0BD7AD9D1}"/>
              </a:ext>
            </a:extLst>
          </p:cNvPr>
          <p:cNvSpPr>
            <a:spLocks xmlns:a="http://schemas.openxmlformats.org/drawingml/2006/main" noGrp="1"/>
          </p:cNvSpPr>
          <p:nvPr/>
        </p:nvSpPr>
        <p:spPr>
          <a:xfrm xmlns:a="http://schemas.openxmlformats.org/drawingml/2006/main">
            <a:off x="6229350" y="4019550"/>
            <a:ext cx="323850" cy="266700"/>
          </a:xfrm>
          <a:prstGeom xmlns:a="http://schemas.openxmlformats.org/drawingml/2006/main" prst="rect">
            <a:avLst/>
          </a:prstGeom>
          <a:solidFill xmlns:a="http://schemas.openxmlformats.org/drawingml/2006/main">
            <a:srgbClr val="00856B"/>
          </a:solidFill>
          <a:ln xmlns:a="http://schemas.openxmlformats.org/drawingml/2006/main" w="0">
            <a:solidFill>
              <a:srgbClr val="00856B"/>
            </a:solidFill>
          </a:ln>
        </p:spPr>
      </p:sp>
      <p:sp>
        <p:nvSpPr>
          <p:cNvPr id="132" name="text-1377">
            <a:extLst xmlns:a="http://schemas.openxmlformats.org/drawingml/2006/main">
              <a:ext uri="{FF2B5EF4-FFF2-40B4-BE49-F238E27FC236}">
                <a16:creationId xmlns:a16="http://schemas.microsoft.com/office/drawing/2014/main" id="{0D76FFC5-5C41-4489-8FD5-E33FA151277B}"/>
              </a:ext>
            </a:extLst>
          </p:cNvPr>
          <p:cNvSpPr>
            <a:spLocks xmlns:a="http://schemas.openxmlformats.org/drawingml/2006/main" noGrp="1"/>
          </p:cNvSpPr>
          <p:nvPr/>
        </p:nvSpPr>
        <p:spPr>
          <a:xfrm xmlns:a="http://schemas.openxmlformats.org/drawingml/2006/main">
            <a:off x="6762750" y="3981450"/>
            <a:ext cx="3000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大学院</a:t>
            </a:r>
          </a:p>
        </p:txBody>
      </p:sp>
      <p:sp>
        <p:nvSpPr>
          <p:cNvPr id="133" name="text-1378">
            <a:extLst xmlns:a="http://schemas.openxmlformats.org/drawingml/2006/main">
              <a:ext uri="{FF2B5EF4-FFF2-40B4-BE49-F238E27FC236}">
                <a16:creationId xmlns:a16="http://schemas.microsoft.com/office/drawing/2014/main" id="{D165F1A6-A38C-4AA9-A0C5-201CE1B02F3B}"/>
              </a:ext>
            </a:extLst>
          </p:cNvPr>
          <p:cNvSpPr>
            <a:spLocks xmlns:a="http://schemas.openxmlformats.org/drawingml/2006/main" noGrp="1"/>
          </p:cNvSpPr>
          <p:nvPr/>
        </p:nvSpPr>
        <p:spPr>
          <a:xfrm xmlns:a="http://schemas.openxmlformats.org/drawingml/2006/main">
            <a:off x="10048875" y="3981450"/>
            <a:ext cx="1476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2025" b="0">
                <a:solidFill>
                  <a:srgbClr val="231F20"/>
                </a:solidFill>
                <a:latin typeface="Yu Gothic"/>
                <a:ea typeface="Yu Gothic"/>
                <a:cs typeface="Yu Gothic"/>
              </a:defRPr>
            </a:defPPr>
            <a:lvl1pPr algn="r">
              <a:defRPr sz="2025" b="0">
                <a:solidFill>
                  <a:srgbClr val="231F20"/>
                </a:solidFill>
                <a:latin typeface="Yu Gothic"/>
                <a:ea typeface="Yu Gothic"/>
                <a:cs typeface="Yu Gothic"/>
              </a:defRPr>
            </a:lvl1pPr>
            <a:lvl2pPr algn="r">
              <a:defRPr sz="2025" b="0">
                <a:solidFill>
                  <a:srgbClr val="231F20"/>
                </a:solidFill>
                <a:latin typeface="Yu Gothic"/>
                <a:ea typeface="Yu Gothic"/>
                <a:cs typeface="Yu Gothic"/>
              </a:defRPr>
            </a:lvl2pPr>
            <a:lvl3pPr algn="r">
              <a:defRPr sz="2025" b="0">
                <a:solidFill>
                  <a:srgbClr val="231F20"/>
                </a:solidFill>
                <a:latin typeface="Yu Gothic"/>
                <a:ea typeface="Yu Gothic"/>
                <a:cs typeface="Yu Gothic"/>
              </a:defRPr>
            </a:lvl3pPr>
            <a:lvl4pPr algn="r">
              <a:defRPr sz="2025" b="0">
                <a:solidFill>
                  <a:srgbClr val="231F20"/>
                </a:solidFill>
                <a:latin typeface="Yu Gothic"/>
                <a:ea typeface="Yu Gothic"/>
                <a:cs typeface="Yu Gothic"/>
              </a:defRPr>
            </a:lvl4pPr>
            <a:lvl5pPr algn="r">
              <a:defRPr sz="2025" b="0">
                <a:solidFill>
                  <a:srgbClr val="231F20"/>
                </a:solidFill>
                <a:latin typeface="Yu Gothic"/>
                <a:ea typeface="Yu Gothic"/>
                <a:cs typeface="Yu Gothic"/>
              </a:defRPr>
            </a:lvl5pPr>
            <a:lvl6pPr algn="r">
              <a:defRPr sz="2025" b="0">
                <a:solidFill>
                  <a:srgbClr val="231F20"/>
                </a:solidFill>
                <a:latin typeface="Yu Gothic"/>
                <a:ea typeface="Yu Gothic"/>
                <a:cs typeface="Yu Gothic"/>
              </a:defRPr>
            </a:lvl6pPr>
            <a:lvl7pPr algn="r">
              <a:defRPr sz="2025" b="0">
                <a:solidFill>
                  <a:srgbClr val="231F20"/>
                </a:solidFill>
                <a:latin typeface="Yu Gothic"/>
                <a:ea typeface="Yu Gothic"/>
                <a:cs typeface="Yu Gothic"/>
              </a:defRPr>
            </a:lvl7pPr>
            <a:lvl8pPr algn="r">
              <a:defRPr sz="2025" b="0">
                <a:solidFill>
                  <a:srgbClr val="231F20"/>
                </a:solidFill>
                <a:latin typeface="Yu Gothic"/>
                <a:ea typeface="Yu Gothic"/>
                <a:cs typeface="Yu Gothic"/>
              </a:defRPr>
            </a:lvl8pPr>
            <a:lvl9pPr algn="r">
              <a:defRPr sz="2025" b="0">
                <a:solidFill>
                  <a:srgbClr val="231F20"/>
                </a:solidFill>
                <a:latin typeface="Yu Gothic"/>
                <a:ea typeface="Yu Gothic"/>
                <a:cs typeface="Yu Gothic"/>
              </a:defRPr>
            </a:lvl9pPr>
          </a:lstStyle>
          <a:p xmlns:a="http://schemas.openxmlformats.org/drawingml/2006/main">
            <a:pPr algn="r">
              <a:defRPr sz="2025" b="0">
                <a:solidFill>
                  <a:srgbClr val="231F20"/>
                </a:solidFill>
                <a:latin typeface="Yu Gothic"/>
                <a:ea typeface="Yu Gothic"/>
                <a:cs typeface="Yu Gothic"/>
              </a:defRPr>
            </a:pPr>
            <a:r>
              <a:rPr sz="2025" b="0">
                <a:solidFill>
                  <a:srgbClr val="231F20"/>
                </a:solidFill>
                <a:latin typeface="Yu Gothic"/>
                <a:ea typeface="Yu Gothic"/>
                <a:cs typeface="Yu Gothic"/>
              </a:rPr>
              <a:t>6機関</a:t>
            </a:r>
          </a:p>
        </p:txBody>
      </p:sp>
      <p:sp>
        <p:nvSpPr>
          <p:cNvPr id="134" name="text-1379">
            <a:extLst xmlns:a="http://schemas.openxmlformats.org/drawingml/2006/main">
              <a:ext uri="{FF2B5EF4-FFF2-40B4-BE49-F238E27FC236}">
                <a16:creationId xmlns:a16="http://schemas.microsoft.com/office/drawing/2014/main" id="{3477D69D-BA36-4CA3-8534-38BEA0FD381D}"/>
              </a:ext>
            </a:extLst>
          </p:cNvPr>
          <p:cNvSpPr>
            <a:spLocks xmlns:a="http://schemas.openxmlformats.org/drawingml/2006/main" noGrp="1"/>
          </p:cNvSpPr>
          <p:nvPr/>
        </p:nvSpPr>
        <p:spPr>
          <a:xfrm xmlns:a="http://schemas.openxmlformats.org/drawingml/2006/main">
            <a:off x="6762750" y="4343400"/>
            <a:ext cx="4819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例：北陸先端科学技術大学院大学（JAIST）</a:t>
            </a:r>
          </a:p>
        </p:txBody>
      </p:sp>
      <p:sp>
        <p:nvSpPr>
          <p:cNvPr id="135" name="block-1380">
            <a:extLst xmlns:a="http://schemas.openxmlformats.org/drawingml/2006/main">
              <a:ext uri="{FF2B5EF4-FFF2-40B4-BE49-F238E27FC236}">
                <a16:creationId xmlns:a16="http://schemas.microsoft.com/office/drawing/2014/main" id="{8AD32BB5-6C60-468C-9C5C-3C6E72C2A1CE}"/>
              </a:ext>
            </a:extLst>
          </p:cNvPr>
          <p:cNvSpPr>
            <a:spLocks xmlns:a="http://schemas.openxmlformats.org/drawingml/2006/main" noGrp="1"/>
          </p:cNvSpPr>
          <p:nvPr/>
        </p:nvSpPr>
        <p:spPr>
          <a:xfrm xmlns:a="http://schemas.openxmlformats.org/drawingml/2006/main">
            <a:off x="6229350" y="4838700"/>
            <a:ext cx="114300" cy="266700"/>
          </a:xfrm>
          <a:prstGeom xmlns:a="http://schemas.openxmlformats.org/drawingml/2006/main" prst="rect">
            <a:avLst/>
          </a:prstGeom>
          <a:solidFill xmlns:a="http://schemas.openxmlformats.org/drawingml/2006/main">
            <a:srgbClr val="1572C3"/>
          </a:solidFill>
          <a:ln xmlns:a="http://schemas.openxmlformats.org/drawingml/2006/main" w="0">
            <a:solidFill>
              <a:srgbClr val="1572C3"/>
            </a:solidFill>
          </a:ln>
        </p:spPr>
      </p:sp>
      <p:sp>
        <p:nvSpPr>
          <p:cNvPr id="136" name="block-1381">
            <a:extLst xmlns:a="http://schemas.openxmlformats.org/drawingml/2006/main">
              <a:ext uri="{FF2B5EF4-FFF2-40B4-BE49-F238E27FC236}">
                <a16:creationId xmlns:a16="http://schemas.microsoft.com/office/drawing/2014/main" id="{EC559413-1A6B-42E1-8488-233F63AD4209}"/>
              </a:ext>
            </a:extLst>
          </p:cNvPr>
          <p:cNvSpPr>
            <a:spLocks xmlns:a="http://schemas.openxmlformats.org/drawingml/2006/main" noGrp="1"/>
          </p:cNvSpPr>
          <p:nvPr/>
        </p:nvSpPr>
        <p:spPr>
          <a:xfrm xmlns:a="http://schemas.openxmlformats.org/drawingml/2006/main">
            <a:off x="6343650" y="4838700"/>
            <a:ext cx="114300" cy="266700"/>
          </a:xfrm>
          <a:prstGeom xmlns:a="http://schemas.openxmlformats.org/drawingml/2006/main" prst="rect">
            <a:avLst/>
          </a:prstGeom>
          <a:solidFill xmlns:a="http://schemas.openxmlformats.org/drawingml/2006/main">
            <a:srgbClr val="D55E00"/>
          </a:solidFill>
          <a:ln xmlns:a="http://schemas.openxmlformats.org/drawingml/2006/main" w="0">
            <a:solidFill>
              <a:srgbClr val="D55E00"/>
            </a:solidFill>
          </a:ln>
        </p:spPr>
      </p:sp>
      <p:sp>
        <p:nvSpPr>
          <p:cNvPr id="137" name="block-1382">
            <a:extLst xmlns:a="http://schemas.openxmlformats.org/drawingml/2006/main">
              <a:ext uri="{FF2B5EF4-FFF2-40B4-BE49-F238E27FC236}">
                <a16:creationId xmlns:a16="http://schemas.microsoft.com/office/drawing/2014/main" id="{28B42FFC-352F-42D3-AD85-8DEC143FBF93}"/>
              </a:ext>
            </a:extLst>
          </p:cNvPr>
          <p:cNvSpPr>
            <a:spLocks xmlns:a="http://schemas.openxmlformats.org/drawingml/2006/main" noGrp="1"/>
          </p:cNvSpPr>
          <p:nvPr/>
        </p:nvSpPr>
        <p:spPr>
          <a:xfrm xmlns:a="http://schemas.openxmlformats.org/drawingml/2006/main">
            <a:off x="6457950" y="4838700"/>
            <a:ext cx="114300" cy="266700"/>
          </a:xfrm>
          <a:prstGeom xmlns:a="http://schemas.openxmlformats.org/drawingml/2006/main" prst="rect">
            <a:avLst/>
          </a:prstGeom>
          <a:solidFill xmlns:a="http://schemas.openxmlformats.org/drawingml/2006/main">
            <a:srgbClr val="00856B"/>
          </a:solidFill>
          <a:ln xmlns:a="http://schemas.openxmlformats.org/drawingml/2006/main" w="0">
            <a:solidFill>
              <a:srgbClr val="00856B"/>
            </a:solidFill>
          </a:ln>
        </p:spPr>
      </p:sp>
      <p:sp>
        <p:nvSpPr>
          <p:cNvPr id="138" name="text-1383">
            <a:extLst xmlns:a="http://schemas.openxmlformats.org/drawingml/2006/main">
              <a:ext uri="{FF2B5EF4-FFF2-40B4-BE49-F238E27FC236}">
                <a16:creationId xmlns:a16="http://schemas.microsoft.com/office/drawing/2014/main" id="{7B5B149E-0F7A-4662-BE30-101BA3DDC2A9}"/>
              </a:ext>
            </a:extLst>
          </p:cNvPr>
          <p:cNvSpPr>
            <a:spLocks xmlns:a="http://schemas.openxmlformats.org/drawingml/2006/main" noGrp="1"/>
          </p:cNvSpPr>
          <p:nvPr/>
        </p:nvSpPr>
        <p:spPr>
          <a:xfrm xmlns:a="http://schemas.openxmlformats.org/drawingml/2006/main">
            <a:off x="6762750" y="4791075"/>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Yu Gothic"/>
                <a:ea typeface="Yu Gothic"/>
                <a:cs typeface="Yu Gothic"/>
              </a:defRPr>
            </a:defPPr>
            <a:lvl1pPr algn="l">
              <a:defRPr sz="1650" b="0">
                <a:solidFill>
                  <a:srgbClr val="231F20"/>
                </a:solidFill>
                <a:latin typeface="Yu Gothic"/>
                <a:ea typeface="Yu Gothic"/>
                <a:cs typeface="Yu Gothic"/>
              </a:defRPr>
            </a:lvl1pPr>
            <a:lvl2pPr algn="l">
              <a:defRPr sz="1650" b="0">
                <a:solidFill>
                  <a:srgbClr val="231F20"/>
                </a:solidFill>
                <a:latin typeface="Yu Gothic"/>
                <a:ea typeface="Yu Gothic"/>
                <a:cs typeface="Yu Gothic"/>
              </a:defRPr>
            </a:lvl2pPr>
            <a:lvl3pPr algn="l">
              <a:defRPr sz="1650" b="0">
                <a:solidFill>
                  <a:srgbClr val="231F20"/>
                </a:solidFill>
                <a:latin typeface="Yu Gothic"/>
                <a:ea typeface="Yu Gothic"/>
                <a:cs typeface="Yu Gothic"/>
              </a:defRPr>
            </a:lvl3pPr>
            <a:lvl4pPr algn="l">
              <a:defRPr sz="1650" b="0">
                <a:solidFill>
                  <a:srgbClr val="231F20"/>
                </a:solidFill>
                <a:latin typeface="Yu Gothic"/>
                <a:ea typeface="Yu Gothic"/>
                <a:cs typeface="Yu Gothic"/>
              </a:defRPr>
            </a:lvl4pPr>
            <a:lvl5pPr algn="l">
              <a:defRPr sz="1650" b="0">
                <a:solidFill>
                  <a:srgbClr val="231F20"/>
                </a:solidFill>
                <a:latin typeface="Yu Gothic"/>
                <a:ea typeface="Yu Gothic"/>
                <a:cs typeface="Yu Gothic"/>
              </a:defRPr>
            </a:lvl5pPr>
            <a:lvl6pPr algn="l">
              <a:defRPr sz="1650" b="0">
                <a:solidFill>
                  <a:srgbClr val="231F20"/>
                </a:solidFill>
                <a:latin typeface="Yu Gothic"/>
                <a:ea typeface="Yu Gothic"/>
                <a:cs typeface="Yu Gothic"/>
              </a:defRPr>
            </a:lvl6pPr>
            <a:lvl7pPr algn="l">
              <a:defRPr sz="1650" b="0">
                <a:solidFill>
                  <a:srgbClr val="231F20"/>
                </a:solidFill>
                <a:latin typeface="Yu Gothic"/>
                <a:ea typeface="Yu Gothic"/>
                <a:cs typeface="Yu Gothic"/>
              </a:defRPr>
            </a:lvl7pPr>
            <a:lvl8pPr algn="l">
              <a:defRPr sz="1650" b="0">
                <a:solidFill>
                  <a:srgbClr val="231F20"/>
                </a:solidFill>
                <a:latin typeface="Yu Gothic"/>
                <a:ea typeface="Yu Gothic"/>
                <a:cs typeface="Yu Gothic"/>
              </a:defRPr>
            </a:lvl8pPr>
            <a:lvl9pPr algn="l">
              <a:defRPr sz="1650" b="0">
                <a:solidFill>
                  <a:srgbClr val="231F20"/>
                </a:solidFill>
                <a:latin typeface="Yu Gothic"/>
                <a:ea typeface="Yu Gothic"/>
                <a:cs typeface="Yu Gothic"/>
              </a:defRPr>
            </a:lvl9pPr>
          </a:lstStyle>
          <a:p xmlns:a="http://schemas.openxmlformats.org/drawingml/2006/main">
            <a:pPr algn="l">
              <a:defRPr sz="1650" b="0">
                <a:solidFill>
                  <a:srgbClr val="231F20"/>
                </a:solidFill>
                <a:latin typeface="Yu Gothic"/>
                <a:ea typeface="Yu Gothic"/>
                <a:cs typeface="Yu Gothic"/>
              </a:defRPr>
            </a:pPr>
            <a:r>
              <a:rPr sz="1650" b="0">
                <a:solidFill>
                  <a:srgbClr val="231F20"/>
                </a:solidFill>
                <a:latin typeface="Yu Gothic"/>
                <a:ea typeface="Yu Gothic"/>
                <a:cs typeface="Yu Gothic"/>
              </a:rPr>
              <a:t>縞模様：同じ県で複数の区分を確認</a:t>
            </a:r>
          </a:p>
        </p:txBody>
      </p:sp>
      <p:sp>
        <p:nvSpPr>
          <p:cNvPr id="139" name="block-1384">
            <a:extLst xmlns:a="http://schemas.openxmlformats.org/drawingml/2006/main">
              <a:ext uri="{FF2B5EF4-FFF2-40B4-BE49-F238E27FC236}">
                <a16:creationId xmlns:a16="http://schemas.microsoft.com/office/drawing/2014/main" id="{8C39C7FB-2D92-458D-8C6E-AC3C4DF5FED7}"/>
              </a:ext>
            </a:extLst>
          </p:cNvPr>
          <p:cNvSpPr>
            <a:spLocks xmlns:a="http://schemas.openxmlformats.org/drawingml/2006/main" noGrp="1"/>
          </p:cNvSpPr>
          <p:nvPr/>
        </p:nvSpPr>
        <p:spPr>
          <a:xfrm xmlns:a="http://schemas.openxmlformats.org/drawingml/2006/main">
            <a:off x="6229350" y="5229225"/>
            <a:ext cx="323850" cy="266700"/>
          </a:xfrm>
          <a:prstGeom xmlns:a="http://schemas.openxmlformats.org/drawingml/2006/main" prst="rect">
            <a:avLst/>
          </a:prstGeom>
          <a:solidFill xmlns:a="http://schemas.openxmlformats.org/drawingml/2006/main">
            <a:srgbClr val="E3E5E7"/>
          </a:solidFill>
          <a:ln xmlns:a="http://schemas.openxmlformats.org/drawingml/2006/main" w="0">
            <a:solidFill>
              <a:srgbClr val="E3E5E7"/>
            </a:solidFill>
          </a:ln>
        </p:spPr>
      </p:sp>
      <p:sp>
        <p:nvSpPr>
          <p:cNvPr id="140" name="text-1385">
            <a:extLst xmlns:a="http://schemas.openxmlformats.org/drawingml/2006/main">
              <a:ext uri="{FF2B5EF4-FFF2-40B4-BE49-F238E27FC236}">
                <a16:creationId xmlns:a16="http://schemas.microsoft.com/office/drawing/2014/main" id="{C5A49A12-6639-4C75-AB1B-D569D69F505B}"/>
              </a:ext>
            </a:extLst>
          </p:cNvPr>
          <p:cNvSpPr>
            <a:spLocks xmlns:a="http://schemas.openxmlformats.org/drawingml/2006/main" noGrp="1"/>
          </p:cNvSpPr>
          <p:nvPr/>
        </p:nvSpPr>
        <p:spPr>
          <a:xfrm xmlns:a="http://schemas.openxmlformats.org/drawingml/2006/main">
            <a:off x="6762750" y="51816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Yu Gothic"/>
                <a:ea typeface="Yu Gothic"/>
                <a:cs typeface="Yu Gothic"/>
              </a:defRPr>
            </a:defPPr>
            <a:lvl1pPr algn="l">
              <a:defRPr sz="1650" b="0">
                <a:solidFill>
                  <a:srgbClr val="231F20"/>
                </a:solidFill>
                <a:latin typeface="Yu Gothic"/>
                <a:ea typeface="Yu Gothic"/>
                <a:cs typeface="Yu Gothic"/>
              </a:defRPr>
            </a:lvl1pPr>
            <a:lvl2pPr algn="l">
              <a:defRPr sz="1650" b="0">
                <a:solidFill>
                  <a:srgbClr val="231F20"/>
                </a:solidFill>
                <a:latin typeface="Yu Gothic"/>
                <a:ea typeface="Yu Gothic"/>
                <a:cs typeface="Yu Gothic"/>
              </a:defRPr>
            </a:lvl2pPr>
            <a:lvl3pPr algn="l">
              <a:defRPr sz="1650" b="0">
                <a:solidFill>
                  <a:srgbClr val="231F20"/>
                </a:solidFill>
                <a:latin typeface="Yu Gothic"/>
                <a:ea typeface="Yu Gothic"/>
                <a:cs typeface="Yu Gothic"/>
              </a:defRPr>
            </a:lvl3pPr>
            <a:lvl4pPr algn="l">
              <a:defRPr sz="1650" b="0">
                <a:solidFill>
                  <a:srgbClr val="231F20"/>
                </a:solidFill>
                <a:latin typeface="Yu Gothic"/>
                <a:ea typeface="Yu Gothic"/>
                <a:cs typeface="Yu Gothic"/>
              </a:defRPr>
            </a:lvl4pPr>
            <a:lvl5pPr algn="l">
              <a:defRPr sz="1650" b="0">
                <a:solidFill>
                  <a:srgbClr val="231F20"/>
                </a:solidFill>
                <a:latin typeface="Yu Gothic"/>
                <a:ea typeface="Yu Gothic"/>
                <a:cs typeface="Yu Gothic"/>
              </a:defRPr>
            </a:lvl5pPr>
            <a:lvl6pPr algn="l">
              <a:defRPr sz="1650" b="0">
                <a:solidFill>
                  <a:srgbClr val="231F20"/>
                </a:solidFill>
                <a:latin typeface="Yu Gothic"/>
                <a:ea typeface="Yu Gothic"/>
                <a:cs typeface="Yu Gothic"/>
              </a:defRPr>
            </a:lvl6pPr>
            <a:lvl7pPr algn="l">
              <a:defRPr sz="1650" b="0">
                <a:solidFill>
                  <a:srgbClr val="231F20"/>
                </a:solidFill>
                <a:latin typeface="Yu Gothic"/>
                <a:ea typeface="Yu Gothic"/>
                <a:cs typeface="Yu Gothic"/>
              </a:defRPr>
            </a:lvl7pPr>
            <a:lvl8pPr algn="l">
              <a:defRPr sz="1650" b="0">
                <a:solidFill>
                  <a:srgbClr val="231F20"/>
                </a:solidFill>
                <a:latin typeface="Yu Gothic"/>
                <a:ea typeface="Yu Gothic"/>
                <a:cs typeface="Yu Gothic"/>
              </a:defRPr>
            </a:lvl8pPr>
            <a:lvl9pPr algn="l">
              <a:defRPr sz="1650" b="0">
                <a:solidFill>
                  <a:srgbClr val="231F20"/>
                </a:solidFill>
                <a:latin typeface="Yu Gothic"/>
                <a:ea typeface="Yu Gothic"/>
                <a:cs typeface="Yu Gothic"/>
              </a:defRPr>
            </a:lvl9pPr>
          </a:lstStyle>
          <a:p xmlns:a="http://schemas.openxmlformats.org/drawingml/2006/main">
            <a:pPr algn="l">
              <a:defRPr sz="1650" b="0">
                <a:solidFill>
                  <a:srgbClr val="231F20"/>
                </a:solidFill>
                <a:latin typeface="Yu Gothic"/>
                <a:ea typeface="Yu Gothic"/>
                <a:cs typeface="Yu Gothic"/>
              </a:defRPr>
            </a:pPr>
            <a:r>
              <a:rPr sz="1650" b="0">
                <a:solidFill>
                  <a:srgbClr val="231F20"/>
                </a:solidFill>
                <a:latin typeface="Yu Gothic"/>
                <a:ea typeface="Yu Gothic"/>
                <a:cs typeface="Yu Gothic"/>
              </a:rPr>
              <a:t>灰色：この一覧では未確認</a:t>
            </a:r>
          </a:p>
        </p:txBody>
      </p:sp>
      <p:sp>
        <p:nvSpPr>
          <p:cNvPr id="141" name="text-1386">
            <a:extLst xmlns:a="http://schemas.openxmlformats.org/drawingml/2006/main">
              <a:ext uri="{FF2B5EF4-FFF2-40B4-BE49-F238E27FC236}">
                <a16:creationId xmlns:a16="http://schemas.microsoft.com/office/drawing/2014/main" id="{93EED929-1DC5-45DF-914C-6461F140B286}"/>
              </a:ext>
            </a:extLst>
          </p:cNvPr>
          <p:cNvSpPr>
            <a:spLocks xmlns:a="http://schemas.openxmlformats.org/drawingml/2006/main" noGrp="1"/>
          </p:cNvSpPr>
          <p:nvPr/>
        </p:nvSpPr>
        <p:spPr>
          <a:xfrm xmlns:a="http://schemas.openxmlformats.org/drawingml/2006/main">
            <a:off x="6229350" y="5581650"/>
            <a:ext cx="5353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777777"/>
                </a:solidFill>
                <a:latin typeface="Yu Gothic"/>
                <a:ea typeface="Yu Gothic"/>
                <a:cs typeface="Yu Gothic"/>
              </a:defRPr>
            </a:defPPr>
            <a:lvl1pPr algn="l">
              <a:defRPr sz="1425" b="0">
                <a:solidFill>
                  <a:srgbClr val="777777"/>
                </a:solidFill>
                <a:latin typeface="Yu Gothic"/>
                <a:ea typeface="Yu Gothic"/>
                <a:cs typeface="Yu Gothic"/>
              </a:defRPr>
            </a:lvl1pPr>
            <a:lvl2pPr algn="l">
              <a:defRPr sz="1425" b="0">
                <a:solidFill>
                  <a:srgbClr val="777777"/>
                </a:solidFill>
                <a:latin typeface="Yu Gothic"/>
                <a:ea typeface="Yu Gothic"/>
                <a:cs typeface="Yu Gothic"/>
              </a:defRPr>
            </a:lvl2pPr>
            <a:lvl3pPr algn="l">
              <a:defRPr sz="1425" b="0">
                <a:solidFill>
                  <a:srgbClr val="777777"/>
                </a:solidFill>
                <a:latin typeface="Yu Gothic"/>
                <a:ea typeface="Yu Gothic"/>
                <a:cs typeface="Yu Gothic"/>
              </a:defRPr>
            </a:lvl3pPr>
            <a:lvl4pPr algn="l">
              <a:defRPr sz="1425" b="0">
                <a:solidFill>
                  <a:srgbClr val="777777"/>
                </a:solidFill>
                <a:latin typeface="Yu Gothic"/>
                <a:ea typeface="Yu Gothic"/>
                <a:cs typeface="Yu Gothic"/>
              </a:defRPr>
            </a:lvl4pPr>
            <a:lvl5pPr algn="l">
              <a:defRPr sz="1425" b="0">
                <a:solidFill>
                  <a:srgbClr val="777777"/>
                </a:solidFill>
                <a:latin typeface="Yu Gothic"/>
                <a:ea typeface="Yu Gothic"/>
                <a:cs typeface="Yu Gothic"/>
              </a:defRPr>
            </a:lvl5pPr>
            <a:lvl6pPr algn="l">
              <a:defRPr sz="1425" b="0">
                <a:solidFill>
                  <a:srgbClr val="777777"/>
                </a:solidFill>
                <a:latin typeface="Yu Gothic"/>
                <a:ea typeface="Yu Gothic"/>
                <a:cs typeface="Yu Gothic"/>
              </a:defRPr>
            </a:lvl6pPr>
            <a:lvl7pPr algn="l">
              <a:defRPr sz="1425" b="0">
                <a:solidFill>
                  <a:srgbClr val="777777"/>
                </a:solidFill>
                <a:latin typeface="Yu Gothic"/>
                <a:ea typeface="Yu Gothic"/>
                <a:cs typeface="Yu Gothic"/>
              </a:defRPr>
            </a:lvl7pPr>
            <a:lvl8pPr algn="l">
              <a:defRPr sz="1425" b="0">
                <a:solidFill>
                  <a:srgbClr val="777777"/>
                </a:solidFill>
                <a:latin typeface="Yu Gothic"/>
                <a:ea typeface="Yu Gothic"/>
                <a:cs typeface="Yu Gothic"/>
              </a:defRPr>
            </a:lvl8pPr>
            <a:lvl9pPr algn="l">
              <a:defRPr sz="1425" b="0">
                <a:solidFill>
                  <a:srgbClr val="777777"/>
                </a:solidFill>
                <a:latin typeface="Yu Gothic"/>
                <a:ea typeface="Yu Gothic"/>
                <a:cs typeface="Yu Gothic"/>
              </a:defRPr>
            </a:lvl9pPr>
          </a:lstStyle>
          <a:p xmlns:a="http://schemas.openxmlformats.org/drawingml/2006/main">
            <a:pPr algn="l">
              <a:defRPr sz="1425" b="0">
                <a:solidFill>
                  <a:srgbClr val="777777"/>
                </a:solidFill>
                <a:latin typeface="Yu Gothic"/>
                <a:ea typeface="Yu Gothic"/>
                <a:cs typeface="Yu Gothic"/>
              </a:defRPr>
            </a:pPr>
            <a:r>
              <a:rPr sz="1425" b="0">
                <a:solidFill>
                  <a:srgbClr val="777777"/>
                </a:solidFill>
                <a:latin typeface="Yu Gothic"/>
                <a:ea typeface="Yu Gothic"/>
                <a:cs typeface="Yu Gothic"/>
              </a:rPr>
              <a:t>同じ大学の学部・大学院は、全体では1機関。</a:t>
            </a:r>
          </a:p>
        </p:txBody>
      </p:sp>
      <p:sp>
        <p:nvSpPr>
          <p:cNvPr id="142" name="text-1387">
            <a:extLst xmlns:a="http://schemas.openxmlformats.org/drawingml/2006/main">
              <a:ext uri="{FF2B5EF4-FFF2-40B4-BE49-F238E27FC236}">
                <a16:creationId xmlns:a16="http://schemas.microsoft.com/office/drawing/2014/main" id="{2A143A64-8B91-4D18-B8CB-2BB66A991EAF}"/>
              </a:ext>
            </a:extLst>
          </p:cNvPr>
          <p:cNvSpPr>
            <a:spLocks xmlns:a="http://schemas.openxmlformats.org/drawingml/2006/main" noGrp="1"/>
          </p:cNvSpPr>
          <p:nvPr/>
        </p:nvSpPr>
        <p:spPr>
          <a:xfrm xmlns:a="http://schemas.openxmlformats.org/drawingml/2006/main">
            <a:off x="6229350" y="5848350"/>
            <a:ext cx="5353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777777"/>
                </a:solidFill>
                <a:latin typeface="Yu Gothic"/>
                <a:ea typeface="Yu Gothic"/>
                <a:cs typeface="Yu Gothic"/>
              </a:defRPr>
            </a:defPPr>
            <a:lvl1pPr algn="l">
              <a:defRPr sz="1425" b="0">
                <a:solidFill>
                  <a:srgbClr val="777777"/>
                </a:solidFill>
                <a:latin typeface="Yu Gothic"/>
                <a:ea typeface="Yu Gothic"/>
                <a:cs typeface="Yu Gothic"/>
              </a:defRPr>
            </a:lvl1pPr>
            <a:lvl2pPr algn="l">
              <a:defRPr sz="1425" b="0">
                <a:solidFill>
                  <a:srgbClr val="777777"/>
                </a:solidFill>
                <a:latin typeface="Yu Gothic"/>
                <a:ea typeface="Yu Gothic"/>
                <a:cs typeface="Yu Gothic"/>
              </a:defRPr>
            </a:lvl2pPr>
            <a:lvl3pPr algn="l">
              <a:defRPr sz="1425" b="0">
                <a:solidFill>
                  <a:srgbClr val="777777"/>
                </a:solidFill>
                <a:latin typeface="Yu Gothic"/>
                <a:ea typeface="Yu Gothic"/>
                <a:cs typeface="Yu Gothic"/>
              </a:defRPr>
            </a:lvl3pPr>
            <a:lvl4pPr algn="l">
              <a:defRPr sz="1425" b="0">
                <a:solidFill>
                  <a:srgbClr val="777777"/>
                </a:solidFill>
                <a:latin typeface="Yu Gothic"/>
                <a:ea typeface="Yu Gothic"/>
                <a:cs typeface="Yu Gothic"/>
              </a:defRPr>
            </a:lvl4pPr>
            <a:lvl5pPr algn="l">
              <a:defRPr sz="1425" b="0">
                <a:solidFill>
                  <a:srgbClr val="777777"/>
                </a:solidFill>
                <a:latin typeface="Yu Gothic"/>
                <a:ea typeface="Yu Gothic"/>
                <a:cs typeface="Yu Gothic"/>
              </a:defRPr>
            </a:lvl5pPr>
            <a:lvl6pPr algn="l">
              <a:defRPr sz="1425" b="0">
                <a:solidFill>
                  <a:srgbClr val="777777"/>
                </a:solidFill>
                <a:latin typeface="Yu Gothic"/>
                <a:ea typeface="Yu Gothic"/>
                <a:cs typeface="Yu Gothic"/>
              </a:defRPr>
            </a:lvl6pPr>
            <a:lvl7pPr algn="l">
              <a:defRPr sz="1425" b="0">
                <a:solidFill>
                  <a:srgbClr val="777777"/>
                </a:solidFill>
                <a:latin typeface="Yu Gothic"/>
                <a:ea typeface="Yu Gothic"/>
                <a:cs typeface="Yu Gothic"/>
              </a:defRPr>
            </a:lvl7pPr>
            <a:lvl8pPr algn="l">
              <a:defRPr sz="1425" b="0">
                <a:solidFill>
                  <a:srgbClr val="777777"/>
                </a:solidFill>
                <a:latin typeface="Yu Gothic"/>
                <a:ea typeface="Yu Gothic"/>
                <a:cs typeface="Yu Gothic"/>
              </a:defRPr>
            </a:lvl8pPr>
            <a:lvl9pPr algn="l">
              <a:defRPr sz="1425" b="0">
                <a:solidFill>
                  <a:srgbClr val="777777"/>
                </a:solidFill>
                <a:latin typeface="Yu Gothic"/>
                <a:ea typeface="Yu Gothic"/>
                <a:cs typeface="Yu Gothic"/>
              </a:defRPr>
            </a:lvl9pPr>
          </a:lstStyle>
          <a:p xmlns:a="http://schemas.openxmlformats.org/drawingml/2006/main">
            <a:pPr algn="l">
              <a:defRPr sz="1425" b="0">
                <a:solidFill>
                  <a:srgbClr val="777777"/>
                </a:solidFill>
                <a:latin typeface="Yu Gothic"/>
                <a:ea typeface="Yu Gothic"/>
                <a:cs typeface="Yu Gothic"/>
              </a:defRPr>
            </a:pPr>
            <a:r>
              <a:rPr sz="1425" b="0">
                <a:solidFill>
                  <a:srgbClr val="777777"/>
                </a:solidFill>
                <a:latin typeface="Yu Gothic"/>
                <a:ea typeface="Yu Gothic"/>
                <a:cs typeface="Yu Gothic"/>
              </a:rPr>
              <a:t>2019〜2026年度・年度不明2件を含む。</a:t>
            </a:r>
          </a:p>
        </p:txBody>
      </p:sp>
      <p:sp>
        <p:nvSpPr>
          <p:cNvPr id="143" name="text-1388">
            <a:extLst xmlns:a="http://schemas.openxmlformats.org/drawingml/2006/main">
              <a:ext uri="{FF2B5EF4-FFF2-40B4-BE49-F238E27FC236}">
                <a16:creationId xmlns:a16="http://schemas.microsoft.com/office/drawing/2014/main" id="{2926ADAA-2296-4F95-8DC6-02269C20D5F3}"/>
              </a:ext>
            </a:extLst>
          </p:cNvPr>
          <p:cNvSpPr>
            <a:spLocks xmlns:a="http://schemas.openxmlformats.org/drawingml/2006/main" noGrp="1"/>
          </p:cNvSpPr>
          <p:nvPr/>
        </p:nvSpPr>
        <p:spPr>
          <a:xfrm xmlns:a="http://schemas.openxmlformats.org/drawingml/2006/main">
            <a:off x="609600" y="6172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Yu Gothic"/>
                <a:ea typeface="Yu Gothic"/>
                <a:cs typeface="Yu Gothic"/>
              </a:defRPr>
            </a:defPPr>
            <a:lvl1pPr algn="l">
              <a:defRPr sz="1650" b="0">
                <a:solidFill>
                  <a:srgbClr val="231F20"/>
                </a:solidFill>
                <a:latin typeface="Yu Gothic"/>
                <a:ea typeface="Yu Gothic"/>
                <a:cs typeface="Yu Gothic"/>
              </a:defRPr>
            </a:lvl1pPr>
            <a:lvl2pPr algn="l">
              <a:defRPr sz="1650" b="0">
                <a:solidFill>
                  <a:srgbClr val="231F20"/>
                </a:solidFill>
                <a:latin typeface="Yu Gothic"/>
                <a:ea typeface="Yu Gothic"/>
                <a:cs typeface="Yu Gothic"/>
              </a:defRPr>
            </a:lvl2pPr>
            <a:lvl3pPr algn="l">
              <a:defRPr sz="1650" b="0">
                <a:solidFill>
                  <a:srgbClr val="231F20"/>
                </a:solidFill>
                <a:latin typeface="Yu Gothic"/>
                <a:ea typeface="Yu Gothic"/>
                <a:cs typeface="Yu Gothic"/>
              </a:defRPr>
            </a:lvl3pPr>
            <a:lvl4pPr algn="l">
              <a:defRPr sz="1650" b="0">
                <a:solidFill>
                  <a:srgbClr val="231F20"/>
                </a:solidFill>
                <a:latin typeface="Yu Gothic"/>
                <a:ea typeface="Yu Gothic"/>
                <a:cs typeface="Yu Gothic"/>
              </a:defRPr>
            </a:lvl4pPr>
            <a:lvl5pPr algn="l">
              <a:defRPr sz="1650" b="0">
                <a:solidFill>
                  <a:srgbClr val="231F20"/>
                </a:solidFill>
                <a:latin typeface="Yu Gothic"/>
                <a:ea typeface="Yu Gothic"/>
                <a:cs typeface="Yu Gothic"/>
              </a:defRPr>
            </a:lvl5pPr>
            <a:lvl6pPr algn="l">
              <a:defRPr sz="1650" b="0">
                <a:solidFill>
                  <a:srgbClr val="231F20"/>
                </a:solidFill>
                <a:latin typeface="Yu Gothic"/>
                <a:ea typeface="Yu Gothic"/>
                <a:cs typeface="Yu Gothic"/>
              </a:defRPr>
            </a:lvl6pPr>
            <a:lvl7pPr algn="l">
              <a:defRPr sz="1650" b="0">
                <a:solidFill>
                  <a:srgbClr val="231F20"/>
                </a:solidFill>
                <a:latin typeface="Yu Gothic"/>
                <a:ea typeface="Yu Gothic"/>
                <a:cs typeface="Yu Gothic"/>
              </a:defRPr>
            </a:lvl7pPr>
            <a:lvl8pPr algn="l">
              <a:defRPr sz="1650" b="0">
                <a:solidFill>
                  <a:srgbClr val="231F20"/>
                </a:solidFill>
                <a:latin typeface="Yu Gothic"/>
                <a:ea typeface="Yu Gothic"/>
                <a:cs typeface="Yu Gothic"/>
              </a:defRPr>
            </a:lvl8pPr>
            <a:lvl9pPr algn="l">
              <a:defRPr sz="1650" b="0">
                <a:solidFill>
                  <a:srgbClr val="231F20"/>
                </a:solidFill>
                <a:latin typeface="Yu Gothic"/>
                <a:ea typeface="Yu Gothic"/>
                <a:cs typeface="Yu Gothic"/>
              </a:defRPr>
            </a:lvl9pPr>
          </a:lstStyle>
          <a:p xmlns:a="http://schemas.openxmlformats.org/drawingml/2006/main">
            <a:pPr algn="l">
              <a:defRPr sz="1650" b="0">
                <a:solidFill>
                  <a:srgbClr val="231F20"/>
                </a:solidFill>
                <a:latin typeface="Yu Gothic"/>
                <a:ea typeface="Yu Gothic"/>
                <a:cs typeface="Yu Gothic"/>
              </a:defRPr>
            </a:pPr>
            <a:r>
              <a:rPr sz="1650" b="0">
                <a:solidFill>
                  <a:srgbClr val="231F20"/>
                </a:solidFill>
                <a:latin typeface="Yu Gothic"/>
                <a:ea typeface="Yu Gothic"/>
                <a:cs typeface="Yu Gothic"/>
              </a:rPr>
              <a:t>全国の採用校を網羅した地図ではありません。</a:t>
            </a:r>
          </a:p>
        </p:txBody>
      </p:sp>
      <p:sp>
        <p:nvSpPr>
          <p:cNvPr id="144" name="text-1389">
            <a:extLst xmlns:a="http://schemas.openxmlformats.org/drawingml/2006/main">
              <a:ext uri="{FF2B5EF4-FFF2-40B4-BE49-F238E27FC236}">
                <a16:creationId xmlns:a16="http://schemas.microsoft.com/office/drawing/2014/main" id="{1822D67E-AB58-4095-B063-73A73E0F5338}"/>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13</a:t>
            </a:r>
          </a:p>
        </p:txBody>
      </p:sp>
      <p:sp>
        <p:nvSpPr>
          <p:cNvPr id="145" name="text-1390">
            <a:extLst xmlns:a="http://schemas.openxmlformats.org/drawingml/2006/main">
              <a:ext uri="{FF2B5EF4-FFF2-40B4-BE49-F238E27FC236}">
                <a16:creationId xmlns:a16="http://schemas.microsoft.com/office/drawing/2014/main" id="{5096A6E8-C679-467F-9EDB-305927ED7A20}"/>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出典：各校の公式資料と出典一覧。地図：lalamalink（CC0 1.0）。確認日：2026-10-26</a:t>
            </a:r>
          </a:p>
        </p:txBody>
      </p:sp>
    </p:spTree>
    <p:extLst>
      <p:ext uri="{BB962C8B-B14F-4D97-AF65-F5344CB8AC3E}">
        <p14:creationId xmlns:p14="http://schemas.microsoft.com/office/powerpoint/2010/main" val="1519692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title>Presentation</dc:title>
  <dcterms:created xsi:type="dcterms:W3CDTF">2026-10-25T16:22:15.8800000Z</dcterms:created>
  <dcterms:modified xsi:type="dcterms:W3CDTF">2026-10-25T16:22:15.8800000Z</dcterms:modified>
</coreProperties>
</file>